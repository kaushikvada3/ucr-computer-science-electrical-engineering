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28" r:id="rId4"/>
    <p:sldMasterId id="2147483757" r:id="rId5"/>
  </p:sldMasterIdLst>
  <p:notesMasterIdLst>
    <p:notesMasterId r:id="rId132"/>
  </p:notesMasterIdLst>
  <p:handoutMasterIdLst>
    <p:handoutMasterId r:id="rId133"/>
  </p:handoutMasterIdLst>
  <p:sldIdLst>
    <p:sldId id="4743" r:id="rId6"/>
    <p:sldId id="537" r:id="rId7"/>
    <p:sldId id="536" r:id="rId8"/>
    <p:sldId id="493" r:id="rId9"/>
    <p:sldId id="494" r:id="rId10"/>
    <p:sldId id="495" r:id="rId11"/>
    <p:sldId id="521" r:id="rId12"/>
    <p:sldId id="464" r:id="rId13"/>
    <p:sldId id="522" r:id="rId14"/>
    <p:sldId id="557" r:id="rId15"/>
    <p:sldId id="556" r:id="rId16"/>
    <p:sldId id="525" r:id="rId17"/>
    <p:sldId id="347" r:id="rId18"/>
    <p:sldId id="503" r:id="rId19"/>
    <p:sldId id="504" r:id="rId20"/>
    <p:sldId id="350" r:id="rId21"/>
    <p:sldId id="351" r:id="rId22"/>
    <p:sldId id="352" r:id="rId23"/>
    <p:sldId id="465" r:id="rId24"/>
    <p:sldId id="468" r:id="rId25"/>
    <p:sldId id="358" r:id="rId26"/>
    <p:sldId id="359" r:id="rId27"/>
    <p:sldId id="360" r:id="rId28"/>
    <p:sldId id="361" r:id="rId29"/>
    <p:sldId id="362" r:id="rId30"/>
    <p:sldId id="363" r:id="rId31"/>
    <p:sldId id="364" r:id="rId32"/>
    <p:sldId id="469" r:id="rId33"/>
    <p:sldId id="366" r:id="rId34"/>
    <p:sldId id="367" r:id="rId35"/>
    <p:sldId id="369" r:id="rId36"/>
    <p:sldId id="370" r:id="rId37"/>
    <p:sldId id="371" r:id="rId38"/>
    <p:sldId id="372" r:id="rId39"/>
    <p:sldId id="505" r:id="rId40"/>
    <p:sldId id="472" r:id="rId41"/>
    <p:sldId id="374" r:id="rId42"/>
    <p:sldId id="440" r:id="rId43"/>
    <p:sldId id="558" r:id="rId44"/>
    <p:sldId id="473" r:id="rId45"/>
    <p:sldId id="506" r:id="rId46"/>
    <p:sldId id="377" r:id="rId47"/>
    <p:sldId id="378" r:id="rId48"/>
    <p:sldId id="379" r:id="rId49"/>
    <p:sldId id="380" r:id="rId50"/>
    <p:sldId id="507" r:id="rId51"/>
    <p:sldId id="443" r:id="rId52"/>
    <p:sldId id="444" r:id="rId53"/>
    <p:sldId id="445" r:id="rId54"/>
    <p:sldId id="508" r:id="rId55"/>
    <p:sldId id="446" r:id="rId56"/>
    <p:sldId id="386" r:id="rId57"/>
    <p:sldId id="387" r:id="rId58"/>
    <p:sldId id="389" r:id="rId59"/>
    <p:sldId id="449" r:id="rId60"/>
    <p:sldId id="390" r:id="rId61"/>
    <p:sldId id="391" r:id="rId62"/>
    <p:sldId id="393" r:id="rId63"/>
    <p:sldId id="555" r:id="rId64"/>
    <p:sldId id="394" r:id="rId65"/>
    <p:sldId id="509" r:id="rId66"/>
    <p:sldId id="510" r:id="rId67"/>
    <p:sldId id="396" r:id="rId68"/>
    <p:sldId id="452" r:id="rId69"/>
    <p:sldId id="453" r:id="rId70"/>
    <p:sldId id="454" r:id="rId71"/>
    <p:sldId id="455" r:id="rId72"/>
    <p:sldId id="456" r:id="rId73"/>
    <p:sldId id="458" r:id="rId74"/>
    <p:sldId id="460" r:id="rId75"/>
    <p:sldId id="461" r:id="rId76"/>
    <p:sldId id="491" r:id="rId77"/>
    <p:sldId id="554" r:id="rId78"/>
    <p:sldId id="538" r:id="rId79"/>
    <p:sldId id="531" r:id="rId80"/>
    <p:sldId id="532" r:id="rId81"/>
    <p:sldId id="533" r:id="rId82"/>
    <p:sldId id="535" r:id="rId83"/>
    <p:sldId id="4744" r:id="rId84"/>
    <p:sldId id="549" r:id="rId85"/>
    <p:sldId id="543" r:id="rId86"/>
    <p:sldId id="544" r:id="rId87"/>
    <p:sldId id="545" r:id="rId88"/>
    <p:sldId id="546" r:id="rId89"/>
    <p:sldId id="4745" r:id="rId90"/>
    <p:sldId id="526" r:id="rId91"/>
    <p:sldId id="400" r:id="rId92"/>
    <p:sldId id="401" r:id="rId93"/>
    <p:sldId id="402" r:id="rId94"/>
    <p:sldId id="403" r:id="rId95"/>
    <p:sldId id="527" r:id="rId96"/>
    <p:sldId id="528" r:id="rId97"/>
    <p:sldId id="530" r:id="rId98"/>
    <p:sldId id="551" r:id="rId99"/>
    <p:sldId id="529" r:id="rId100"/>
    <p:sldId id="476" r:id="rId101"/>
    <p:sldId id="548" r:id="rId102"/>
    <p:sldId id="405" r:id="rId103"/>
    <p:sldId id="406" r:id="rId104"/>
    <p:sldId id="407" r:id="rId105"/>
    <p:sldId id="408" r:id="rId106"/>
    <p:sldId id="409" r:id="rId107"/>
    <p:sldId id="410" r:id="rId108"/>
    <p:sldId id="411" r:id="rId109"/>
    <p:sldId id="412" r:id="rId110"/>
    <p:sldId id="413" r:id="rId111"/>
    <p:sldId id="414" r:id="rId112"/>
    <p:sldId id="477" r:id="rId113"/>
    <p:sldId id="416" r:id="rId114"/>
    <p:sldId id="463" r:id="rId115"/>
    <p:sldId id="489" r:id="rId116"/>
    <p:sldId id="478" r:id="rId117"/>
    <p:sldId id="479" r:id="rId118"/>
    <p:sldId id="539" r:id="rId119"/>
    <p:sldId id="480" r:id="rId120"/>
    <p:sldId id="481" r:id="rId121"/>
    <p:sldId id="511" r:id="rId122"/>
    <p:sldId id="520" r:id="rId123"/>
    <p:sldId id="483" r:id="rId124"/>
    <p:sldId id="512" r:id="rId125"/>
    <p:sldId id="486" r:id="rId126"/>
    <p:sldId id="513" r:id="rId127"/>
    <p:sldId id="514" r:id="rId128"/>
    <p:sldId id="541" r:id="rId129"/>
    <p:sldId id="542" r:id="rId130"/>
    <p:sldId id="4790" r:id="rId131"/>
  </p:sldIdLst>
  <p:sldSz cx="12192000" cy="6858000"/>
  <p:notesSz cx="7315200" cy="9601200"/>
  <p:custDataLst>
    <p:tags r:id="rId134"/>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Section" id="{2E91AE04-B0BF-477E-B1F9-6648BD2BA2BC}">
          <p14:sldIdLst>
            <p14:sldId id="4743"/>
            <p14:sldId id="537"/>
            <p14:sldId id="536"/>
            <p14:sldId id="493"/>
            <p14:sldId id="494"/>
            <p14:sldId id="495"/>
            <p14:sldId id="521"/>
            <p14:sldId id="464"/>
            <p14:sldId id="522"/>
            <p14:sldId id="557"/>
            <p14:sldId id="556"/>
            <p14:sldId id="525"/>
            <p14:sldId id="347"/>
            <p14:sldId id="503"/>
            <p14:sldId id="504"/>
            <p14:sldId id="350"/>
            <p14:sldId id="351"/>
            <p14:sldId id="352"/>
            <p14:sldId id="465"/>
            <p14:sldId id="468"/>
            <p14:sldId id="358"/>
            <p14:sldId id="359"/>
            <p14:sldId id="360"/>
            <p14:sldId id="361"/>
            <p14:sldId id="362"/>
            <p14:sldId id="363"/>
            <p14:sldId id="364"/>
            <p14:sldId id="469"/>
            <p14:sldId id="366"/>
            <p14:sldId id="367"/>
            <p14:sldId id="369"/>
            <p14:sldId id="370"/>
            <p14:sldId id="371"/>
            <p14:sldId id="372"/>
            <p14:sldId id="505"/>
            <p14:sldId id="472"/>
            <p14:sldId id="374"/>
            <p14:sldId id="440"/>
            <p14:sldId id="558"/>
            <p14:sldId id="473"/>
            <p14:sldId id="506"/>
            <p14:sldId id="377"/>
            <p14:sldId id="378"/>
            <p14:sldId id="379"/>
            <p14:sldId id="380"/>
            <p14:sldId id="507"/>
            <p14:sldId id="443"/>
            <p14:sldId id="444"/>
            <p14:sldId id="445"/>
            <p14:sldId id="508"/>
            <p14:sldId id="446"/>
            <p14:sldId id="386"/>
            <p14:sldId id="387"/>
            <p14:sldId id="389"/>
            <p14:sldId id="449"/>
            <p14:sldId id="390"/>
            <p14:sldId id="391"/>
            <p14:sldId id="393"/>
            <p14:sldId id="555"/>
            <p14:sldId id="394"/>
            <p14:sldId id="509"/>
            <p14:sldId id="510"/>
            <p14:sldId id="396"/>
            <p14:sldId id="452"/>
            <p14:sldId id="453"/>
            <p14:sldId id="454"/>
            <p14:sldId id="455"/>
            <p14:sldId id="456"/>
            <p14:sldId id="458"/>
            <p14:sldId id="460"/>
            <p14:sldId id="461"/>
            <p14:sldId id="491"/>
            <p14:sldId id="554"/>
            <p14:sldId id="538"/>
            <p14:sldId id="531"/>
            <p14:sldId id="532"/>
            <p14:sldId id="533"/>
            <p14:sldId id="535"/>
            <p14:sldId id="4744"/>
            <p14:sldId id="549"/>
            <p14:sldId id="543"/>
            <p14:sldId id="544"/>
            <p14:sldId id="545"/>
            <p14:sldId id="546"/>
            <p14:sldId id="4745"/>
            <p14:sldId id="526"/>
            <p14:sldId id="400"/>
            <p14:sldId id="401"/>
            <p14:sldId id="402"/>
            <p14:sldId id="403"/>
            <p14:sldId id="527"/>
            <p14:sldId id="528"/>
            <p14:sldId id="530"/>
            <p14:sldId id="551"/>
            <p14:sldId id="529"/>
            <p14:sldId id="476"/>
            <p14:sldId id="548"/>
            <p14:sldId id="405"/>
            <p14:sldId id="406"/>
            <p14:sldId id="407"/>
            <p14:sldId id="408"/>
            <p14:sldId id="409"/>
            <p14:sldId id="410"/>
            <p14:sldId id="411"/>
            <p14:sldId id="412"/>
            <p14:sldId id="413"/>
            <p14:sldId id="414"/>
            <p14:sldId id="477"/>
            <p14:sldId id="416"/>
            <p14:sldId id="463"/>
            <p14:sldId id="489"/>
            <p14:sldId id="478"/>
            <p14:sldId id="479"/>
            <p14:sldId id="539"/>
            <p14:sldId id="480"/>
            <p14:sldId id="481"/>
            <p14:sldId id="511"/>
            <p14:sldId id="520"/>
            <p14:sldId id="483"/>
            <p14:sldId id="512"/>
            <p14:sldId id="486"/>
            <p14:sldId id="513"/>
            <p14:sldId id="514"/>
            <p14:sldId id="541"/>
            <p14:sldId id="542"/>
            <p14:sldId id="4790"/>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OU" lastIdx="4" clrIdx="0">
    <p:extLst>
      <p:ext uri="{19B8F6BF-5375-455C-9EA6-DF929625EA0E}">
        <p15:presenceInfo xmlns:p15="http://schemas.microsoft.com/office/powerpoint/2012/main" userId="Microsoft Office User" providerId="None"/>
      </p:ext>
    </p:extLst>
  </p:cmAuthor>
  <p:cmAuthor id="2" name="Amin Shehata" initials="AS" lastIdx="38" clrIdx="1">
    <p:extLst>
      <p:ext uri="{19B8F6BF-5375-455C-9EA6-DF929625EA0E}">
        <p15:presenceInfo xmlns:p15="http://schemas.microsoft.com/office/powerpoint/2012/main" userId="Amin Shehata" providerId="None"/>
      </p:ext>
    </p:extLst>
  </p:cmAuthor>
  <p:cmAuthor id="3" name="Dave Wilder" initials="DW" lastIdx="35" clrIdx="2">
    <p:extLst>
      <p:ext uri="{19B8F6BF-5375-455C-9EA6-DF929625EA0E}">
        <p15:presenceInfo xmlns:p15="http://schemas.microsoft.com/office/powerpoint/2012/main" userId="S-1-5-21-32445488-941241147-642672607-2681" providerId="AD"/>
      </p:ext>
    </p:extLst>
  </p:cmAuthor>
  <p:cmAuthor id="4" name="Ambili Krishnan" initials="AK" lastIdx="22" clrIdx="3">
    <p:extLst>
      <p:ext uri="{19B8F6BF-5375-455C-9EA6-DF929625EA0E}">
        <p15:presenceInfo xmlns:p15="http://schemas.microsoft.com/office/powerpoint/2012/main" userId="S::ambili@synopsys.com::bb3c5c2a-ef38-48cf-9ea5-c63fe9735d6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5D5DB9"/>
    <a:srgbClr val="3366FF"/>
    <a:srgbClr val="D723BD"/>
    <a:srgbClr val="C1C6CC"/>
    <a:srgbClr val="5A84FF"/>
    <a:srgbClr val="BDBDBD"/>
    <a:srgbClr val="5858FF"/>
    <a:srgbClr val="BBCDE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956622-E112-4737-ACE9-C888D468760D}" v="251" dt="2023-12-26T11:55:10.405"/>
    <p1510:client id="{DFBBA0B5-AEAF-4711-87D4-DD3445DAE351}" v="4" dt="2023-12-27T10:21:41.34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handoutMaster" Target="handoutMasters/handoutMaster1.xml"/><Relationship Id="rId138" Type="http://schemas.openxmlformats.org/officeDocument/2006/relationships/theme" Target="theme/theme1.xml"/><Relationship Id="rId16" Type="http://schemas.openxmlformats.org/officeDocument/2006/relationships/slide" Target="slides/slide1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28" Type="http://schemas.openxmlformats.org/officeDocument/2006/relationships/slide" Target="slides/slide123.xml"/><Relationship Id="rId5" Type="http://schemas.openxmlformats.org/officeDocument/2006/relationships/slideMaster" Target="slideMasters/slideMaster2.xml"/><Relationship Id="rId90" Type="http://schemas.openxmlformats.org/officeDocument/2006/relationships/slide" Target="slides/slide85.xml"/><Relationship Id="rId95" Type="http://schemas.openxmlformats.org/officeDocument/2006/relationships/slide" Target="slides/slide90.xml"/><Relationship Id="rId22" Type="http://schemas.openxmlformats.org/officeDocument/2006/relationships/slide" Target="slides/slide17.xml"/><Relationship Id="rId27" Type="http://schemas.openxmlformats.org/officeDocument/2006/relationships/slide" Target="slides/slide22.xml"/><Relationship Id="rId43" Type="http://schemas.openxmlformats.org/officeDocument/2006/relationships/slide" Target="slides/slide38.xml"/><Relationship Id="rId48" Type="http://schemas.openxmlformats.org/officeDocument/2006/relationships/slide" Target="slides/slide43.xml"/><Relationship Id="rId64" Type="http://schemas.openxmlformats.org/officeDocument/2006/relationships/slide" Target="slides/slide59.xml"/><Relationship Id="rId69" Type="http://schemas.openxmlformats.org/officeDocument/2006/relationships/slide" Target="slides/slide64.xml"/><Relationship Id="rId113" Type="http://schemas.openxmlformats.org/officeDocument/2006/relationships/slide" Target="slides/slide108.xml"/><Relationship Id="rId118" Type="http://schemas.openxmlformats.org/officeDocument/2006/relationships/slide" Target="slides/slide113.xml"/><Relationship Id="rId134" Type="http://schemas.openxmlformats.org/officeDocument/2006/relationships/tags" Target="tags/tag1.xml"/><Relationship Id="rId13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93" Type="http://schemas.openxmlformats.org/officeDocument/2006/relationships/slide" Target="slides/slide88.xml"/><Relationship Id="rId98" Type="http://schemas.openxmlformats.org/officeDocument/2006/relationships/slide" Target="slides/slide93.xml"/><Relationship Id="rId121" Type="http://schemas.openxmlformats.org/officeDocument/2006/relationships/slide" Target="slides/slide116.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103" Type="http://schemas.openxmlformats.org/officeDocument/2006/relationships/slide" Target="slides/slide98.xml"/><Relationship Id="rId108" Type="http://schemas.openxmlformats.org/officeDocument/2006/relationships/slide" Target="slides/slide103.xml"/><Relationship Id="rId116" Type="http://schemas.openxmlformats.org/officeDocument/2006/relationships/slide" Target="slides/slide111.xml"/><Relationship Id="rId124" Type="http://schemas.openxmlformats.org/officeDocument/2006/relationships/slide" Target="slides/slide119.xml"/><Relationship Id="rId129" Type="http://schemas.openxmlformats.org/officeDocument/2006/relationships/slide" Target="slides/slide124.xml"/><Relationship Id="rId13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slide" Target="slides/slide83.xml"/><Relationship Id="rId91" Type="http://schemas.openxmlformats.org/officeDocument/2006/relationships/slide" Target="slides/slide86.xml"/><Relationship Id="rId96" Type="http://schemas.openxmlformats.org/officeDocument/2006/relationships/slide" Target="slides/slide91.xml"/><Relationship Id="rId111" Type="http://schemas.openxmlformats.org/officeDocument/2006/relationships/slide" Target="slides/slide106.xml"/><Relationship Id="rId132" Type="http://schemas.openxmlformats.org/officeDocument/2006/relationships/notesMaster" Target="notesMasters/notesMaster1.xml"/><Relationship Id="rId14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6" Type="http://schemas.openxmlformats.org/officeDocument/2006/relationships/slide" Target="slides/slide101.xml"/><Relationship Id="rId114" Type="http://schemas.openxmlformats.org/officeDocument/2006/relationships/slide" Target="slides/slide109.xml"/><Relationship Id="rId119" Type="http://schemas.openxmlformats.org/officeDocument/2006/relationships/slide" Target="slides/slide114.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30" Type="http://schemas.openxmlformats.org/officeDocument/2006/relationships/slide" Target="slides/slide125.xml"/><Relationship Id="rId135"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109" Type="http://schemas.openxmlformats.org/officeDocument/2006/relationships/slide" Target="slides/slide10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04" Type="http://schemas.openxmlformats.org/officeDocument/2006/relationships/slide" Target="slides/slide99.xml"/><Relationship Id="rId120" Type="http://schemas.openxmlformats.org/officeDocument/2006/relationships/slide" Target="slides/slide115.xml"/><Relationship Id="rId125" Type="http://schemas.openxmlformats.org/officeDocument/2006/relationships/slide" Target="slides/slide120.xml"/><Relationship Id="rId141" Type="http://schemas.microsoft.com/office/2015/10/relationships/revisionInfo" Target="revisionInfo.xml"/><Relationship Id="rId7" Type="http://schemas.openxmlformats.org/officeDocument/2006/relationships/slide" Target="slides/slide2.xml"/><Relationship Id="rId71" Type="http://schemas.openxmlformats.org/officeDocument/2006/relationships/slide" Target="slides/slide66.xml"/><Relationship Id="rId92" Type="http://schemas.openxmlformats.org/officeDocument/2006/relationships/slide" Target="slides/slide87.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15" Type="http://schemas.openxmlformats.org/officeDocument/2006/relationships/slide" Target="slides/slide110.xml"/><Relationship Id="rId131" Type="http://schemas.openxmlformats.org/officeDocument/2006/relationships/slide" Target="slides/slide126.xml"/><Relationship Id="rId136" Type="http://schemas.openxmlformats.org/officeDocument/2006/relationships/presProps" Target="presProps.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 Id="rId14" Type="http://schemas.openxmlformats.org/officeDocument/2006/relationships/slide" Target="slides/slide9.xml"/><Relationship Id="rId30" Type="http://schemas.openxmlformats.org/officeDocument/2006/relationships/slide" Target="slides/slide25.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105" Type="http://schemas.openxmlformats.org/officeDocument/2006/relationships/slide" Target="slides/slide100.xml"/><Relationship Id="rId126" Type="http://schemas.openxmlformats.org/officeDocument/2006/relationships/slide" Target="slides/slide12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garit Meroyan" userId="630a6349-7c61-463e-804c-816773a1019c" providerId="ADAL" clId="{DFBBA0B5-AEAF-4711-87D4-DD3445DAE351}"/>
    <pc:docChg chg="undo custSel delSld modSld modSection">
      <pc:chgData name="Margarit Meroyan" userId="630a6349-7c61-463e-804c-816773a1019c" providerId="ADAL" clId="{DFBBA0B5-AEAF-4711-87D4-DD3445DAE351}" dt="2023-12-27T10:22:50.880" v="113" actId="5793"/>
      <pc:docMkLst>
        <pc:docMk/>
      </pc:docMkLst>
      <pc:sldChg chg="modSp mod">
        <pc:chgData name="Margarit Meroyan" userId="630a6349-7c61-463e-804c-816773a1019c" providerId="ADAL" clId="{DFBBA0B5-AEAF-4711-87D4-DD3445DAE351}" dt="2023-12-27T10:18:47.294" v="41" actId="5793"/>
        <pc:sldMkLst>
          <pc:docMk/>
          <pc:sldMk cId="0" sldId="359"/>
        </pc:sldMkLst>
        <pc:spChg chg="mod">
          <ac:chgData name="Margarit Meroyan" userId="630a6349-7c61-463e-804c-816773a1019c" providerId="ADAL" clId="{DFBBA0B5-AEAF-4711-87D4-DD3445DAE351}" dt="2023-12-27T10:18:47.294" v="41" actId="5793"/>
          <ac:spMkLst>
            <pc:docMk/>
            <pc:sldMk cId="0" sldId="359"/>
            <ac:spMk id="5" creationId="{8275E5B6-6593-D69A-09C3-A6F28DDF2E94}"/>
          </ac:spMkLst>
        </pc:spChg>
      </pc:sldChg>
      <pc:sldChg chg="modSp mod">
        <pc:chgData name="Margarit Meroyan" userId="630a6349-7c61-463e-804c-816773a1019c" providerId="ADAL" clId="{DFBBA0B5-AEAF-4711-87D4-DD3445DAE351}" dt="2023-12-27T10:18:38.030" v="33" actId="5793"/>
        <pc:sldMkLst>
          <pc:docMk/>
          <pc:sldMk cId="0" sldId="360"/>
        </pc:sldMkLst>
        <pc:spChg chg="mod">
          <ac:chgData name="Margarit Meroyan" userId="630a6349-7c61-463e-804c-816773a1019c" providerId="ADAL" clId="{DFBBA0B5-AEAF-4711-87D4-DD3445DAE351}" dt="2023-12-27T10:18:38.030" v="33" actId="5793"/>
          <ac:spMkLst>
            <pc:docMk/>
            <pc:sldMk cId="0" sldId="360"/>
            <ac:spMk id="3" creationId="{C0A3197A-CE1F-12F5-B30B-86D462ED895B}"/>
          </ac:spMkLst>
        </pc:spChg>
      </pc:sldChg>
      <pc:sldChg chg="modSp mod">
        <pc:chgData name="Margarit Meroyan" userId="630a6349-7c61-463e-804c-816773a1019c" providerId="ADAL" clId="{DFBBA0B5-AEAF-4711-87D4-DD3445DAE351}" dt="2023-12-27T10:18:27.329" v="22" actId="5793"/>
        <pc:sldMkLst>
          <pc:docMk/>
          <pc:sldMk cId="0" sldId="361"/>
        </pc:sldMkLst>
        <pc:spChg chg="mod">
          <ac:chgData name="Margarit Meroyan" userId="630a6349-7c61-463e-804c-816773a1019c" providerId="ADAL" clId="{DFBBA0B5-AEAF-4711-87D4-DD3445DAE351}" dt="2023-12-27T10:18:27.329" v="22" actId="5793"/>
          <ac:spMkLst>
            <pc:docMk/>
            <pc:sldMk cId="0" sldId="361"/>
            <ac:spMk id="3" creationId="{B0A06DBD-90C2-5801-FA7C-E06373C1D76B}"/>
          </ac:spMkLst>
        </pc:spChg>
      </pc:sldChg>
      <pc:sldChg chg="modSp mod">
        <pc:chgData name="Margarit Meroyan" userId="630a6349-7c61-463e-804c-816773a1019c" providerId="ADAL" clId="{DFBBA0B5-AEAF-4711-87D4-DD3445DAE351}" dt="2023-12-27T10:18:09.625" v="14" actId="5793"/>
        <pc:sldMkLst>
          <pc:docMk/>
          <pc:sldMk cId="0" sldId="362"/>
        </pc:sldMkLst>
        <pc:spChg chg="mod">
          <ac:chgData name="Margarit Meroyan" userId="630a6349-7c61-463e-804c-816773a1019c" providerId="ADAL" clId="{DFBBA0B5-AEAF-4711-87D4-DD3445DAE351}" dt="2023-12-27T10:18:09.625" v="14" actId="5793"/>
          <ac:spMkLst>
            <pc:docMk/>
            <pc:sldMk cId="0" sldId="362"/>
            <ac:spMk id="5" creationId="{662DBA1A-3799-A6EF-D109-949EE05BF2D0}"/>
          </ac:spMkLst>
        </pc:spChg>
      </pc:sldChg>
      <pc:sldChg chg="modSp mod">
        <pc:chgData name="Margarit Meroyan" userId="630a6349-7c61-463e-804c-816773a1019c" providerId="ADAL" clId="{DFBBA0B5-AEAF-4711-87D4-DD3445DAE351}" dt="2023-12-27T10:17:38.482" v="2" actId="20577"/>
        <pc:sldMkLst>
          <pc:docMk/>
          <pc:sldMk cId="0" sldId="363"/>
        </pc:sldMkLst>
        <pc:spChg chg="mod">
          <ac:chgData name="Margarit Meroyan" userId="630a6349-7c61-463e-804c-816773a1019c" providerId="ADAL" clId="{DFBBA0B5-AEAF-4711-87D4-DD3445DAE351}" dt="2023-12-27T10:17:38.482" v="2" actId="20577"/>
          <ac:spMkLst>
            <pc:docMk/>
            <pc:sldMk cId="0" sldId="363"/>
            <ac:spMk id="2" creationId="{15433607-9844-0AC1-F708-5D26FB331D60}"/>
          </ac:spMkLst>
        </pc:spChg>
      </pc:sldChg>
      <pc:sldChg chg="modSp mod">
        <pc:chgData name="Margarit Meroyan" userId="630a6349-7c61-463e-804c-816773a1019c" providerId="ADAL" clId="{DFBBA0B5-AEAF-4711-87D4-DD3445DAE351}" dt="2023-12-27T10:17:59.428" v="7" actId="5793"/>
        <pc:sldMkLst>
          <pc:docMk/>
          <pc:sldMk cId="0" sldId="364"/>
        </pc:sldMkLst>
        <pc:spChg chg="mod">
          <ac:chgData name="Margarit Meroyan" userId="630a6349-7c61-463e-804c-816773a1019c" providerId="ADAL" clId="{DFBBA0B5-AEAF-4711-87D4-DD3445DAE351}" dt="2023-12-27T10:17:59.428" v="7" actId="5793"/>
          <ac:spMkLst>
            <pc:docMk/>
            <pc:sldMk cId="0" sldId="364"/>
            <ac:spMk id="3" creationId="{3F04B26F-CCE8-D0EE-20FC-C6206C3D0787}"/>
          </ac:spMkLst>
        </pc:spChg>
      </pc:sldChg>
      <pc:sldChg chg="modSp mod">
        <pc:chgData name="Margarit Meroyan" userId="630a6349-7c61-463e-804c-816773a1019c" providerId="ADAL" clId="{DFBBA0B5-AEAF-4711-87D4-DD3445DAE351}" dt="2023-12-27T10:19:07.790" v="53" actId="5793"/>
        <pc:sldMkLst>
          <pc:docMk/>
          <pc:sldMk cId="0" sldId="366"/>
        </pc:sldMkLst>
        <pc:spChg chg="mod">
          <ac:chgData name="Margarit Meroyan" userId="630a6349-7c61-463e-804c-816773a1019c" providerId="ADAL" clId="{DFBBA0B5-AEAF-4711-87D4-DD3445DAE351}" dt="2023-12-27T10:19:07.790" v="53" actId="5793"/>
          <ac:spMkLst>
            <pc:docMk/>
            <pc:sldMk cId="0" sldId="366"/>
            <ac:spMk id="3" creationId="{799DB61A-0238-DB1B-EF4E-B8D1D31643CC}"/>
          </ac:spMkLst>
        </pc:spChg>
      </pc:sldChg>
      <pc:sldChg chg="modSp mod">
        <pc:chgData name="Margarit Meroyan" userId="630a6349-7c61-463e-804c-816773a1019c" providerId="ADAL" clId="{DFBBA0B5-AEAF-4711-87D4-DD3445DAE351}" dt="2023-12-27T10:19:18.064" v="57" actId="5793"/>
        <pc:sldMkLst>
          <pc:docMk/>
          <pc:sldMk cId="0" sldId="370"/>
        </pc:sldMkLst>
        <pc:spChg chg="mod">
          <ac:chgData name="Margarit Meroyan" userId="630a6349-7c61-463e-804c-816773a1019c" providerId="ADAL" clId="{DFBBA0B5-AEAF-4711-87D4-DD3445DAE351}" dt="2023-12-27T10:19:18.064" v="57" actId="5793"/>
          <ac:spMkLst>
            <pc:docMk/>
            <pc:sldMk cId="0" sldId="370"/>
            <ac:spMk id="4" creationId="{81B75D96-CFF6-D114-D572-F565E057C90D}"/>
          </ac:spMkLst>
        </pc:spChg>
      </pc:sldChg>
      <pc:sldChg chg="modSp mod">
        <pc:chgData name="Margarit Meroyan" userId="630a6349-7c61-463e-804c-816773a1019c" providerId="ADAL" clId="{DFBBA0B5-AEAF-4711-87D4-DD3445DAE351}" dt="2023-12-27T10:19:52.351" v="75" actId="20577"/>
        <pc:sldMkLst>
          <pc:docMk/>
          <pc:sldMk cId="0" sldId="372"/>
        </pc:sldMkLst>
        <pc:spChg chg="mod">
          <ac:chgData name="Margarit Meroyan" userId="630a6349-7c61-463e-804c-816773a1019c" providerId="ADAL" clId="{DFBBA0B5-AEAF-4711-87D4-DD3445DAE351}" dt="2023-12-27T10:19:52.351" v="75" actId="20577"/>
          <ac:spMkLst>
            <pc:docMk/>
            <pc:sldMk cId="0" sldId="372"/>
            <ac:spMk id="3" creationId="{FE87B475-9952-2609-3C84-5673DF1078FF}"/>
          </ac:spMkLst>
        </pc:spChg>
      </pc:sldChg>
      <pc:sldChg chg="modSp mod">
        <pc:chgData name="Margarit Meroyan" userId="630a6349-7c61-463e-804c-816773a1019c" providerId="ADAL" clId="{DFBBA0B5-AEAF-4711-87D4-DD3445DAE351}" dt="2023-12-27T10:21:54.795" v="90" actId="207"/>
        <pc:sldMkLst>
          <pc:docMk/>
          <pc:sldMk cId="0" sldId="408"/>
        </pc:sldMkLst>
        <pc:spChg chg="mod">
          <ac:chgData name="Margarit Meroyan" userId="630a6349-7c61-463e-804c-816773a1019c" providerId="ADAL" clId="{DFBBA0B5-AEAF-4711-87D4-DD3445DAE351}" dt="2023-12-27T10:21:41.346" v="89" actId="1076"/>
          <ac:spMkLst>
            <pc:docMk/>
            <pc:sldMk cId="0" sldId="408"/>
            <ac:spMk id="97284" creationId="{88BEDCED-F128-406F-AB4E-0BC8F691DCF9}"/>
          </ac:spMkLst>
        </pc:spChg>
        <pc:spChg chg="mod">
          <ac:chgData name="Margarit Meroyan" userId="630a6349-7c61-463e-804c-816773a1019c" providerId="ADAL" clId="{DFBBA0B5-AEAF-4711-87D4-DD3445DAE351}" dt="2023-12-27T10:21:41.346" v="89" actId="1076"/>
          <ac:spMkLst>
            <pc:docMk/>
            <pc:sldMk cId="0" sldId="408"/>
            <ac:spMk id="97285" creationId="{F634AE11-D3C6-4A91-ABD6-CA32D2335F77}"/>
          </ac:spMkLst>
        </pc:spChg>
        <pc:spChg chg="mod">
          <ac:chgData name="Margarit Meroyan" userId="630a6349-7c61-463e-804c-816773a1019c" providerId="ADAL" clId="{DFBBA0B5-AEAF-4711-87D4-DD3445DAE351}" dt="2023-12-27T10:21:41.346" v="89" actId="1076"/>
          <ac:spMkLst>
            <pc:docMk/>
            <pc:sldMk cId="0" sldId="408"/>
            <ac:spMk id="97286" creationId="{0E34B621-BA88-44E7-85CA-8E3333364C22}"/>
          </ac:spMkLst>
        </pc:spChg>
        <pc:spChg chg="mod">
          <ac:chgData name="Margarit Meroyan" userId="630a6349-7c61-463e-804c-816773a1019c" providerId="ADAL" clId="{DFBBA0B5-AEAF-4711-87D4-DD3445DAE351}" dt="2023-12-27T10:21:41.346" v="89" actId="1076"/>
          <ac:spMkLst>
            <pc:docMk/>
            <pc:sldMk cId="0" sldId="408"/>
            <ac:spMk id="97287" creationId="{25786ADE-BCD5-4E71-9122-D37DEDD09FE7}"/>
          </ac:spMkLst>
        </pc:spChg>
        <pc:spChg chg="mod">
          <ac:chgData name="Margarit Meroyan" userId="630a6349-7c61-463e-804c-816773a1019c" providerId="ADAL" clId="{DFBBA0B5-AEAF-4711-87D4-DD3445DAE351}" dt="2023-12-27T10:21:41.346" v="89" actId="1076"/>
          <ac:spMkLst>
            <pc:docMk/>
            <pc:sldMk cId="0" sldId="408"/>
            <ac:spMk id="97288" creationId="{E7C7E721-4161-440E-AC14-B9E96B7E589E}"/>
          </ac:spMkLst>
        </pc:spChg>
        <pc:spChg chg="mod">
          <ac:chgData name="Margarit Meroyan" userId="630a6349-7c61-463e-804c-816773a1019c" providerId="ADAL" clId="{DFBBA0B5-AEAF-4711-87D4-DD3445DAE351}" dt="2023-12-27T10:21:41.346" v="89" actId="1076"/>
          <ac:spMkLst>
            <pc:docMk/>
            <pc:sldMk cId="0" sldId="408"/>
            <ac:spMk id="97289" creationId="{44461ADA-CEEE-43EC-A888-A67CCB18A593}"/>
          </ac:spMkLst>
        </pc:spChg>
        <pc:spChg chg="mod">
          <ac:chgData name="Margarit Meroyan" userId="630a6349-7c61-463e-804c-816773a1019c" providerId="ADAL" clId="{DFBBA0B5-AEAF-4711-87D4-DD3445DAE351}" dt="2023-12-27T10:21:41.346" v="89" actId="1076"/>
          <ac:spMkLst>
            <pc:docMk/>
            <pc:sldMk cId="0" sldId="408"/>
            <ac:spMk id="97290" creationId="{21E17BF3-0E8A-4925-B894-796BCC6BAD71}"/>
          </ac:spMkLst>
        </pc:spChg>
        <pc:spChg chg="mod">
          <ac:chgData name="Margarit Meroyan" userId="630a6349-7c61-463e-804c-816773a1019c" providerId="ADAL" clId="{DFBBA0B5-AEAF-4711-87D4-DD3445DAE351}" dt="2023-12-27T10:21:41.346" v="89" actId="1076"/>
          <ac:spMkLst>
            <pc:docMk/>
            <pc:sldMk cId="0" sldId="408"/>
            <ac:spMk id="97291" creationId="{57E4FB8B-417B-4603-A9C3-1C4CD8A43B28}"/>
          </ac:spMkLst>
        </pc:spChg>
        <pc:spChg chg="mod">
          <ac:chgData name="Margarit Meroyan" userId="630a6349-7c61-463e-804c-816773a1019c" providerId="ADAL" clId="{DFBBA0B5-AEAF-4711-87D4-DD3445DAE351}" dt="2023-12-27T10:21:41.346" v="89" actId="1076"/>
          <ac:spMkLst>
            <pc:docMk/>
            <pc:sldMk cId="0" sldId="408"/>
            <ac:spMk id="97304" creationId="{48A1939C-F6AE-438B-BA3B-33B682D953A2}"/>
          </ac:spMkLst>
        </pc:spChg>
        <pc:spChg chg="mod">
          <ac:chgData name="Margarit Meroyan" userId="630a6349-7c61-463e-804c-816773a1019c" providerId="ADAL" clId="{DFBBA0B5-AEAF-4711-87D4-DD3445DAE351}" dt="2023-12-27T10:21:41.346" v="89" actId="1076"/>
          <ac:spMkLst>
            <pc:docMk/>
            <pc:sldMk cId="0" sldId="408"/>
            <ac:spMk id="97305" creationId="{712761D3-A62E-460B-BFF3-62A5486F04FA}"/>
          </ac:spMkLst>
        </pc:spChg>
        <pc:spChg chg="mod">
          <ac:chgData name="Margarit Meroyan" userId="630a6349-7c61-463e-804c-816773a1019c" providerId="ADAL" clId="{DFBBA0B5-AEAF-4711-87D4-DD3445DAE351}" dt="2023-12-27T10:21:41.346" v="89" actId="1076"/>
          <ac:spMkLst>
            <pc:docMk/>
            <pc:sldMk cId="0" sldId="408"/>
            <ac:spMk id="97306" creationId="{30F8DCEB-BF86-466E-BE73-C4306232E899}"/>
          </ac:spMkLst>
        </pc:spChg>
        <pc:spChg chg="mod">
          <ac:chgData name="Margarit Meroyan" userId="630a6349-7c61-463e-804c-816773a1019c" providerId="ADAL" clId="{DFBBA0B5-AEAF-4711-87D4-DD3445DAE351}" dt="2023-12-27T10:21:41.346" v="89" actId="1076"/>
          <ac:spMkLst>
            <pc:docMk/>
            <pc:sldMk cId="0" sldId="408"/>
            <ac:spMk id="97307" creationId="{FFE3F54D-E36F-483F-8EAF-9787CF5BD4ED}"/>
          </ac:spMkLst>
        </pc:spChg>
        <pc:spChg chg="mod">
          <ac:chgData name="Margarit Meroyan" userId="630a6349-7c61-463e-804c-816773a1019c" providerId="ADAL" clId="{DFBBA0B5-AEAF-4711-87D4-DD3445DAE351}" dt="2023-12-27T10:21:41.346" v="89" actId="1076"/>
          <ac:spMkLst>
            <pc:docMk/>
            <pc:sldMk cId="0" sldId="408"/>
            <ac:spMk id="97320" creationId="{C47AC0E4-AE86-4778-860C-200133017455}"/>
          </ac:spMkLst>
        </pc:spChg>
        <pc:spChg chg="mod">
          <ac:chgData name="Margarit Meroyan" userId="630a6349-7c61-463e-804c-816773a1019c" providerId="ADAL" clId="{DFBBA0B5-AEAF-4711-87D4-DD3445DAE351}" dt="2023-12-27T10:21:41.346" v="89" actId="1076"/>
          <ac:spMkLst>
            <pc:docMk/>
            <pc:sldMk cId="0" sldId="408"/>
            <ac:spMk id="97321" creationId="{7D8EB716-81F4-4741-B1FF-2C1A8147D90A}"/>
          </ac:spMkLst>
        </pc:spChg>
        <pc:spChg chg="mod">
          <ac:chgData name="Margarit Meroyan" userId="630a6349-7c61-463e-804c-816773a1019c" providerId="ADAL" clId="{DFBBA0B5-AEAF-4711-87D4-DD3445DAE351}" dt="2023-12-27T10:21:41.346" v="89" actId="1076"/>
          <ac:spMkLst>
            <pc:docMk/>
            <pc:sldMk cId="0" sldId="408"/>
            <ac:spMk id="97322" creationId="{0B99A923-0B59-4F49-9001-18D04718D809}"/>
          </ac:spMkLst>
        </pc:spChg>
        <pc:spChg chg="mod">
          <ac:chgData name="Margarit Meroyan" userId="630a6349-7c61-463e-804c-816773a1019c" providerId="ADAL" clId="{DFBBA0B5-AEAF-4711-87D4-DD3445DAE351}" dt="2023-12-27T10:21:41.346" v="89" actId="1076"/>
          <ac:spMkLst>
            <pc:docMk/>
            <pc:sldMk cId="0" sldId="408"/>
            <ac:spMk id="97323" creationId="{E87773DD-1393-4631-AEEB-4A2AF2017225}"/>
          </ac:spMkLst>
        </pc:spChg>
        <pc:spChg chg="mod">
          <ac:chgData name="Margarit Meroyan" userId="630a6349-7c61-463e-804c-816773a1019c" providerId="ADAL" clId="{DFBBA0B5-AEAF-4711-87D4-DD3445DAE351}" dt="2023-12-27T10:21:54.795" v="90" actId="207"/>
          <ac:spMkLst>
            <pc:docMk/>
            <pc:sldMk cId="0" sldId="408"/>
            <ac:spMk id="112655" creationId="{7CA2F7B9-4D61-EBE9-D2F8-F71DBBCF227C}"/>
          </ac:spMkLst>
        </pc:spChg>
        <pc:spChg chg="mod">
          <ac:chgData name="Margarit Meroyan" userId="630a6349-7c61-463e-804c-816773a1019c" providerId="ADAL" clId="{DFBBA0B5-AEAF-4711-87D4-DD3445DAE351}" dt="2023-12-27T10:21:54.795" v="90" actId="207"/>
          <ac:spMkLst>
            <pc:docMk/>
            <pc:sldMk cId="0" sldId="408"/>
            <ac:spMk id="112656" creationId="{5E1DBF08-50BE-4130-649C-1003EDC25325}"/>
          </ac:spMkLst>
        </pc:spChg>
        <pc:spChg chg="mod">
          <ac:chgData name="Margarit Meroyan" userId="630a6349-7c61-463e-804c-816773a1019c" providerId="ADAL" clId="{DFBBA0B5-AEAF-4711-87D4-DD3445DAE351}" dt="2023-12-27T10:21:54.795" v="90" actId="207"/>
          <ac:spMkLst>
            <pc:docMk/>
            <pc:sldMk cId="0" sldId="408"/>
            <ac:spMk id="112657" creationId="{1F7A332A-4895-C6A8-0A50-961D4741C458}"/>
          </ac:spMkLst>
        </pc:spChg>
        <pc:spChg chg="mod">
          <ac:chgData name="Margarit Meroyan" userId="630a6349-7c61-463e-804c-816773a1019c" providerId="ADAL" clId="{DFBBA0B5-AEAF-4711-87D4-DD3445DAE351}" dt="2023-12-27T10:21:54.795" v="90" actId="207"/>
          <ac:spMkLst>
            <pc:docMk/>
            <pc:sldMk cId="0" sldId="408"/>
            <ac:spMk id="112658" creationId="{E18CB9F0-C078-CE9F-33E5-5542E85400CF}"/>
          </ac:spMkLst>
        </pc:spChg>
        <pc:spChg chg="mod">
          <ac:chgData name="Margarit Meroyan" userId="630a6349-7c61-463e-804c-816773a1019c" providerId="ADAL" clId="{DFBBA0B5-AEAF-4711-87D4-DD3445DAE351}" dt="2023-12-27T10:21:41.346" v="89" actId="1076"/>
          <ac:spMkLst>
            <pc:docMk/>
            <pc:sldMk cId="0" sldId="408"/>
            <ac:spMk id="112659" creationId="{826A38A3-60B9-115C-A51E-A4A8C87D2B05}"/>
          </ac:spMkLst>
        </pc:spChg>
        <pc:spChg chg="mod">
          <ac:chgData name="Margarit Meroyan" userId="630a6349-7c61-463e-804c-816773a1019c" providerId="ADAL" clId="{DFBBA0B5-AEAF-4711-87D4-DD3445DAE351}" dt="2023-12-27T10:21:41.346" v="89" actId="1076"/>
          <ac:spMkLst>
            <pc:docMk/>
            <pc:sldMk cId="0" sldId="408"/>
            <ac:spMk id="112660" creationId="{E3BE9F29-4ED6-DE03-FCD7-A9C68E90EAB5}"/>
          </ac:spMkLst>
        </pc:spChg>
        <pc:spChg chg="mod">
          <ac:chgData name="Margarit Meroyan" userId="630a6349-7c61-463e-804c-816773a1019c" providerId="ADAL" clId="{DFBBA0B5-AEAF-4711-87D4-DD3445DAE351}" dt="2023-12-27T10:21:41.346" v="89" actId="1076"/>
          <ac:spMkLst>
            <pc:docMk/>
            <pc:sldMk cId="0" sldId="408"/>
            <ac:spMk id="112661" creationId="{7196DD47-EF90-078F-0BE5-355D64AE3212}"/>
          </ac:spMkLst>
        </pc:spChg>
        <pc:spChg chg="mod">
          <ac:chgData name="Margarit Meroyan" userId="630a6349-7c61-463e-804c-816773a1019c" providerId="ADAL" clId="{DFBBA0B5-AEAF-4711-87D4-DD3445DAE351}" dt="2023-12-27T10:21:41.346" v="89" actId="1076"/>
          <ac:spMkLst>
            <pc:docMk/>
            <pc:sldMk cId="0" sldId="408"/>
            <ac:spMk id="112662" creationId="{EA41ADAF-D2AE-DD78-5091-57E9D311417F}"/>
          </ac:spMkLst>
        </pc:spChg>
        <pc:spChg chg="mod">
          <ac:chgData name="Margarit Meroyan" userId="630a6349-7c61-463e-804c-816773a1019c" providerId="ADAL" clId="{DFBBA0B5-AEAF-4711-87D4-DD3445DAE351}" dt="2023-12-27T10:21:41.346" v="89" actId="1076"/>
          <ac:spMkLst>
            <pc:docMk/>
            <pc:sldMk cId="0" sldId="408"/>
            <ac:spMk id="112663" creationId="{7A5D45BB-7B17-5580-6687-D54509D04F51}"/>
          </ac:spMkLst>
        </pc:spChg>
        <pc:spChg chg="mod">
          <ac:chgData name="Margarit Meroyan" userId="630a6349-7c61-463e-804c-816773a1019c" providerId="ADAL" clId="{DFBBA0B5-AEAF-4711-87D4-DD3445DAE351}" dt="2023-12-27T10:21:54.795" v="90" actId="207"/>
          <ac:spMkLst>
            <pc:docMk/>
            <pc:sldMk cId="0" sldId="408"/>
            <ac:spMk id="112668" creationId="{766AE6FB-275A-A1F9-FDFA-81FBADE8B002}"/>
          </ac:spMkLst>
        </pc:spChg>
        <pc:spChg chg="mod">
          <ac:chgData name="Margarit Meroyan" userId="630a6349-7c61-463e-804c-816773a1019c" providerId="ADAL" clId="{DFBBA0B5-AEAF-4711-87D4-DD3445DAE351}" dt="2023-12-27T10:21:54.795" v="90" actId="207"/>
          <ac:spMkLst>
            <pc:docMk/>
            <pc:sldMk cId="0" sldId="408"/>
            <ac:spMk id="112669" creationId="{30375968-B6CA-67CA-43D8-B8CB08682652}"/>
          </ac:spMkLst>
        </pc:spChg>
        <pc:spChg chg="mod">
          <ac:chgData name="Margarit Meroyan" userId="630a6349-7c61-463e-804c-816773a1019c" providerId="ADAL" clId="{DFBBA0B5-AEAF-4711-87D4-DD3445DAE351}" dt="2023-12-27T10:21:54.795" v="90" actId="207"/>
          <ac:spMkLst>
            <pc:docMk/>
            <pc:sldMk cId="0" sldId="408"/>
            <ac:spMk id="112670" creationId="{DF30544C-4A49-BA42-ED2A-A107C8F2280A}"/>
          </ac:spMkLst>
        </pc:spChg>
        <pc:spChg chg="mod">
          <ac:chgData name="Margarit Meroyan" userId="630a6349-7c61-463e-804c-816773a1019c" providerId="ADAL" clId="{DFBBA0B5-AEAF-4711-87D4-DD3445DAE351}" dt="2023-12-27T10:21:54.795" v="90" actId="207"/>
          <ac:spMkLst>
            <pc:docMk/>
            <pc:sldMk cId="0" sldId="408"/>
            <ac:spMk id="112671" creationId="{899AE78C-77B2-FA25-E2F6-694A7FF0D1A3}"/>
          </ac:spMkLst>
        </pc:spChg>
        <pc:spChg chg="mod">
          <ac:chgData name="Margarit Meroyan" userId="630a6349-7c61-463e-804c-816773a1019c" providerId="ADAL" clId="{DFBBA0B5-AEAF-4711-87D4-DD3445DAE351}" dt="2023-12-27T10:21:41.346" v="89" actId="1076"/>
          <ac:spMkLst>
            <pc:docMk/>
            <pc:sldMk cId="0" sldId="408"/>
            <ac:spMk id="112672" creationId="{D4FD98E2-8BC2-74F2-50BC-560A9F094178}"/>
          </ac:spMkLst>
        </pc:spChg>
        <pc:spChg chg="mod">
          <ac:chgData name="Margarit Meroyan" userId="630a6349-7c61-463e-804c-816773a1019c" providerId="ADAL" clId="{DFBBA0B5-AEAF-4711-87D4-DD3445DAE351}" dt="2023-12-27T10:21:41.346" v="89" actId="1076"/>
          <ac:spMkLst>
            <pc:docMk/>
            <pc:sldMk cId="0" sldId="408"/>
            <ac:spMk id="112673" creationId="{F4C6A547-1178-4429-EA40-94DDD8EAD277}"/>
          </ac:spMkLst>
        </pc:spChg>
        <pc:spChg chg="mod">
          <ac:chgData name="Margarit Meroyan" userId="630a6349-7c61-463e-804c-816773a1019c" providerId="ADAL" clId="{DFBBA0B5-AEAF-4711-87D4-DD3445DAE351}" dt="2023-12-27T10:21:41.346" v="89" actId="1076"/>
          <ac:spMkLst>
            <pc:docMk/>
            <pc:sldMk cId="0" sldId="408"/>
            <ac:spMk id="112674" creationId="{7E9A3F92-440C-FE7D-F964-D555226BD985}"/>
          </ac:spMkLst>
        </pc:spChg>
        <pc:spChg chg="mod">
          <ac:chgData name="Margarit Meroyan" userId="630a6349-7c61-463e-804c-816773a1019c" providerId="ADAL" clId="{DFBBA0B5-AEAF-4711-87D4-DD3445DAE351}" dt="2023-12-27T10:21:41.346" v="89" actId="1076"/>
          <ac:spMkLst>
            <pc:docMk/>
            <pc:sldMk cId="0" sldId="408"/>
            <ac:spMk id="112675" creationId="{7CC7AA49-1325-D7B0-7D1B-B97F55E3299C}"/>
          </ac:spMkLst>
        </pc:spChg>
        <pc:spChg chg="mod">
          <ac:chgData name="Margarit Meroyan" userId="630a6349-7c61-463e-804c-816773a1019c" providerId="ADAL" clId="{DFBBA0B5-AEAF-4711-87D4-DD3445DAE351}" dt="2023-12-27T10:21:41.346" v="89" actId="1076"/>
          <ac:spMkLst>
            <pc:docMk/>
            <pc:sldMk cId="0" sldId="408"/>
            <ac:spMk id="112676" creationId="{D636A839-477E-A3BA-5EDB-8CB678E4E1D9}"/>
          </ac:spMkLst>
        </pc:spChg>
        <pc:spChg chg="mod">
          <ac:chgData name="Margarit Meroyan" userId="630a6349-7c61-463e-804c-816773a1019c" providerId="ADAL" clId="{DFBBA0B5-AEAF-4711-87D4-DD3445DAE351}" dt="2023-12-27T10:21:54.795" v="90" actId="207"/>
          <ac:spMkLst>
            <pc:docMk/>
            <pc:sldMk cId="0" sldId="408"/>
            <ac:spMk id="112684" creationId="{1FA3B1D0-CAA3-CA2A-5B24-04F135C2B435}"/>
          </ac:spMkLst>
        </pc:spChg>
        <pc:spChg chg="mod">
          <ac:chgData name="Margarit Meroyan" userId="630a6349-7c61-463e-804c-816773a1019c" providerId="ADAL" clId="{DFBBA0B5-AEAF-4711-87D4-DD3445DAE351}" dt="2023-12-27T10:21:54.795" v="90" actId="207"/>
          <ac:spMkLst>
            <pc:docMk/>
            <pc:sldMk cId="0" sldId="408"/>
            <ac:spMk id="112685" creationId="{2BC82751-04C3-5A68-E7FD-8D8FEE56389C}"/>
          </ac:spMkLst>
        </pc:spChg>
        <pc:spChg chg="mod">
          <ac:chgData name="Margarit Meroyan" userId="630a6349-7c61-463e-804c-816773a1019c" providerId="ADAL" clId="{DFBBA0B5-AEAF-4711-87D4-DD3445DAE351}" dt="2023-12-27T10:21:54.795" v="90" actId="207"/>
          <ac:spMkLst>
            <pc:docMk/>
            <pc:sldMk cId="0" sldId="408"/>
            <ac:spMk id="112686" creationId="{AE5F8F43-E44E-FE05-332B-594817F2BB03}"/>
          </ac:spMkLst>
        </pc:spChg>
        <pc:spChg chg="mod">
          <ac:chgData name="Margarit Meroyan" userId="630a6349-7c61-463e-804c-816773a1019c" providerId="ADAL" clId="{DFBBA0B5-AEAF-4711-87D4-DD3445DAE351}" dt="2023-12-27T10:21:54.795" v="90" actId="207"/>
          <ac:spMkLst>
            <pc:docMk/>
            <pc:sldMk cId="0" sldId="408"/>
            <ac:spMk id="112687" creationId="{9EDA87EB-776A-2D10-079D-44A5737B2E64}"/>
          </ac:spMkLst>
        </pc:spChg>
        <pc:spChg chg="mod">
          <ac:chgData name="Margarit Meroyan" userId="630a6349-7c61-463e-804c-816773a1019c" providerId="ADAL" clId="{DFBBA0B5-AEAF-4711-87D4-DD3445DAE351}" dt="2023-12-27T10:21:41.346" v="89" actId="1076"/>
          <ac:spMkLst>
            <pc:docMk/>
            <pc:sldMk cId="0" sldId="408"/>
            <ac:spMk id="112688" creationId="{4F2AC26D-B4EA-3671-9D39-F1E733B9DC03}"/>
          </ac:spMkLst>
        </pc:spChg>
        <pc:spChg chg="mod">
          <ac:chgData name="Margarit Meroyan" userId="630a6349-7c61-463e-804c-816773a1019c" providerId="ADAL" clId="{DFBBA0B5-AEAF-4711-87D4-DD3445DAE351}" dt="2023-12-27T10:21:41.346" v="89" actId="1076"/>
          <ac:spMkLst>
            <pc:docMk/>
            <pc:sldMk cId="0" sldId="408"/>
            <ac:spMk id="112689" creationId="{6E84E21E-C74F-ECE2-1438-6170BA4202DD}"/>
          </ac:spMkLst>
        </pc:spChg>
        <pc:spChg chg="mod">
          <ac:chgData name="Margarit Meroyan" userId="630a6349-7c61-463e-804c-816773a1019c" providerId="ADAL" clId="{DFBBA0B5-AEAF-4711-87D4-DD3445DAE351}" dt="2023-12-27T10:21:41.346" v="89" actId="1076"/>
          <ac:spMkLst>
            <pc:docMk/>
            <pc:sldMk cId="0" sldId="408"/>
            <ac:spMk id="112690" creationId="{F1F18A51-4E11-12BE-DF0E-4FEE45F58215}"/>
          </ac:spMkLst>
        </pc:spChg>
        <pc:spChg chg="mod">
          <ac:chgData name="Margarit Meroyan" userId="630a6349-7c61-463e-804c-816773a1019c" providerId="ADAL" clId="{DFBBA0B5-AEAF-4711-87D4-DD3445DAE351}" dt="2023-12-27T10:21:41.346" v="89" actId="1076"/>
          <ac:spMkLst>
            <pc:docMk/>
            <pc:sldMk cId="0" sldId="408"/>
            <ac:spMk id="112691" creationId="{033EAD2B-D7A9-19FB-3567-905DDE9E616F}"/>
          </ac:spMkLst>
        </pc:spChg>
        <pc:spChg chg="mod">
          <ac:chgData name="Margarit Meroyan" userId="630a6349-7c61-463e-804c-816773a1019c" providerId="ADAL" clId="{DFBBA0B5-AEAF-4711-87D4-DD3445DAE351}" dt="2023-12-27T10:21:41.346" v="89" actId="1076"/>
          <ac:spMkLst>
            <pc:docMk/>
            <pc:sldMk cId="0" sldId="408"/>
            <ac:spMk id="112692" creationId="{DE60CE87-A533-EE06-C82D-CCA85F4E0F27}"/>
          </ac:spMkLst>
        </pc:spChg>
        <pc:spChg chg="mod">
          <ac:chgData name="Margarit Meroyan" userId="630a6349-7c61-463e-804c-816773a1019c" providerId="ADAL" clId="{DFBBA0B5-AEAF-4711-87D4-DD3445DAE351}" dt="2023-12-27T10:21:41.346" v="89" actId="1076"/>
          <ac:spMkLst>
            <pc:docMk/>
            <pc:sldMk cId="0" sldId="408"/>
            <ac:spMk id="112696" creationId="{277720A1-6F07-0C43-4D85-AA117A738877}"/>
          </ac:spMkLst>
        </pc:spChg>
        <pc:spChg chg="mod">
          <ac:chgData name="Margarit Meroyan" userId="630a6349-7c61-463e-804c-816773a1019c" providerId="ADAL" clId="{DFBBA0B5-AEAF-4711-87D4-DD3445DAE351}" dt="2023-12-27T10:21:41.346" v="89" actId="1076"/>
          <ac:spMkLst>
            <pc:docMk/>
            <pc:sldMk cId="0" sldId="408"/>
            <ac:spMk id="112697" creationId="{5AEC5550-949C-329B-C671-141679B48F56}"/>
          </ac:spMkLst>
        </pc:spChg>
        <pc:spChg chg="mod">
          <ac:chgData name="Margarit Meroyan" userId="630a6349-7c61-463e-804c-816773a1019c" providerId="ADAL" clId="{DFBBA0B5-AEAF-4711-87D4-DD3445DAE351}" dt="2023-12-27T10:21:41.346" v="89" actId="1076"/>
          <ac:spMkLst>
            <pc:docMk/>
            <pc:sldMk cId="0" sldId="408"/>
            <ac:spMk id="112698" creationId="{14CC753B-8C53-CB8F-9FC4-3EC56959CDFB}"/>
          </ac:spMkLst>
        </pc:spChg>
        <pc:spChg chg="mod">
          <ac:chgData name="Margarit Meroyan" userId="630a6349-7c61-463e-804c-816773a1019c" providerId="ADAL" clId="{DFBBA0B5-AEAF-4711-87D4-DD3445DAE351}" dt="2023-12-27T10:21:41.346" v="89" actId="1076"/>
          <ac:spMkLst>
            <pc:docMk/>
            <pc:sldMk cId="0" sldId="408"/>
            <ac:spMk id="112699" creationId="{F4C0EE1F-A0D0-2D7A-5068-84CECBFFE772}"/>
          </ac:spMkLst>
        </pc:spChg>
        <pc:spChg chg="mod">
          <ac:chgData name="Margarit Meroyan" userId="630a6349-7c61-463e-804c-816773a1019c" providerId="ADAL" clId="{DFBBA0B5-AEAF-4711-87D4-DD3445DAE351}" dt="2023-12-27T10:21:41.346" v="89" actId="1076"/>
          <ac:spMkLst>
            <pc:docMk/>
            <pc:sldMk cId="0" sldId="408"/>
            <ac:spMk id="112700" creationId="{F70BA05D-23CE-9A4E-AA2C-15D70F0618A7}"/>
          </ac:spMkLst>
        </pc:spChg>
        <pc:spChg chg="mod">
          <ac:chgData name="Margarit Meroyan" userId="630a6349-7c61-463e-804c-816773a1019c" providerId="ADAL" clId="{DFBBA0B5-AEAF-4711-87D4-DD3445DAE351}" dt="2023-12-27T10:21:41.346" v="89" actId="1076"/>
          <ac:spMkLst>
            <pc:docMk/>
            <pc:sldMk cId="0" sldId="408"/>
            <ac:spMk id="112701" creationId="{378460D3-4112-061E-2BA4-654AB8F9CEB1}"/>
          </ac:spMkLst>
        </pc:spChg>
        <pc:spChg chg="mod">
          <ac:chgData name="Margarit Meroyan" userId="630a6349-7c61-463e-804c-816773a1019c" providerId="ADAL" clId="{DFBBA0B5-AEAF-4711-87D4-DD3445DAE351}" dt="2023-12-27T10:21:41.346" v="89" actId="1076"/>
          <ac:spMkLst>
            <pc:docMk/>
            <pc:sldMk cId="0" sldId="408"/>
            <ac:spMk id="112702" creationId="{C053CC29-BE70-FA7A-D1BA-338D6D783727}"/>
          </ac:spMkLst>
        </pc:spChg>
        <pc:spChg chg="mod">
          <ac:chgData name="Margarit Meroyan" userId="630a6349-7c61-463e-804c-816773a1019c" providerId="ADAL" clId="{DFBBA0B5-AEAF-4711-87D4-DD3445DAE351}" dt="2023-12-27T10:21:41.346" v="89" actId="1076"/>
          <ac:spMkLst>
            <pc:docMk/>
            <pc:sldMk cId="0" sldId="408"/>
            <ac:spMk id="112703" creationId="{A20B72A0-464B-6D5C-E408-9C357C101997}"/>
          </ac:spMkLst>
        </pc:spChg>
        <pc:spChg chg="mod">
          <ac:chgData name="Margarit Meroyan" userId="630a6349-7c61-463e-804c-816773a1019c" providerId="ADAL" clId="{DFBBA0B5-AEAF-4711-87D4-DD3445DAE351}" dt="2023-12-27T10:21:41.346" v="89" actId="1076"/>
          <ac:spMkLst>
            <pc:docMk/>
            <pc:sldMk cId="0" sldId="408"/>
            <ac:spMk id="112704" creationId="{48CBD033-F82B-D37A-0D64-47D66AE17DC6}"/>
          </ac:spMkLst>
        </pc:spChg>
        <pc:spChg chg="mod">
          <ac:chgData name="Margarit Meroyan" userId="630a6349-7c61-463e-804c-816773a1019c" providerId="ADAL" clId="{DFBBA0B5-AEAF-4711-87D4-DD3445DAE351}" dt="2023-12-27T10:21:41.346" v="89" actId="1076"/>
          <ac:spMkLst>
            <pc:docMk/>
            <pc:sldMk cId="0" sldId="408"/>
            <ac:spMk id="112705" creationId="{F4EB3CDA-CFE7-ACF4-2A3E-82EA75D7A3D3}"/>
          </ac:spMkLst>
        </pc:spChg>
        <pc:spChg chg="mod">
          <ac:chgData name="Margarit Meroyan" userId="630a6349-7c61-463e-804c-816773a1019c" providerId="ADAL" clId="{DFBBA0B5-AEAF-4711-87D4-DD3445DAE351}" dt="2023-12-27T10:21:41.346" v="89" actId="1076"/>
          <ac:spMkLst>
            <pc:docMk/>
            <pc:sldMk cId="0" sldId="408"/>
            <ac:spMk id="112706" creationId="{70EFC024-F348-8396-3C0F-EC852A8B6335}"/>
          </ac:spMkLst>
        </pc:spChg>
        <pc:spChg chg="mod">
          <ac:chgData name="Margarit Meroyan" userId="630a6349-7c61-463e-804c-816773a1019c" providerId="ADAL" clId="{DFBBA0B5-AEAF-4711-87D4-DD3445DAE351}" dt="2023-12-27T10:21:41.346" v="89" actId="1076"/>
          <ac:spMkLst>
            <pc:docMk/>
            <pc:sldMk cId="0" sldId="408"/>
            <ac:spMk id="112707" creationId="{A1834577-D62D-DB17-D156-6A9ABFBF51C0}"/>
          </ac:spMkLst>
        </pc:spChg>
        <pc:spChg chg="mod">
          <ac:chgData name="Margarit Meroyan" userId="630a6349-7c61-463e-804c-816773a1019c" providerId="ADAL" clId="{DFBBA0B5-AEAF-4711-87D4-DD3445DAE351}" dt="2023-12-27T10:21:41.346" v="89" actId="1076"/>
          <ac:spMkLst>
            <pc:docMk/>
            <pc:sldMk cId="0" sldId="408"/>
            <ac:spMk id="112708" creationId="{88616C09-660B-FA08-94E1-6E323F86DBE5}"/>
          </ac:spMkLst>
        </pc:spChg>
        <pc:spChg chg="mod">
          <ac:chgData name="Margarit Meroyan" userId="630a6349-7c61-463e-804c-816773a1019c" providerId="ADAL" clId="{DFBBA0B5-AEAF-4711-87D4-DD3445DAE351}" dt="2023-12-27T10:21:41.346" v="89" actId="1076"/>
          <ac:spMkLst>
            <pc:docMk/>
            <pc:sldMk cId="0" sldId="408"/>
            <ac:spMk id="112709" creationId="{96D039A0-197B-88D7-8BDE-A5E1A99CDFFB}"/>
          </ac:spMkLst>
        </pc:spChg>
        <pc:spChg chg="mod">
          <ac:chgData name="Margarit Meroyan" userId="630a6349-7c61-463e-804c-816773a1019c" providerId="ADAL" clId="{DFBBA0B5-AEAF-4711-87D4-DD3445DAE351}" dt="2023-12-27T10:21:54.795" v="90" actId="207"/>
          <ac:spMkLst>
            <pc:docMk/>
            <pc:sldMk cId="0" sldId="408"/>
            <ac:spMk id="112710" creationId="{36F6F999-4291-7699-5204-2DD449097D75}"/>
          </ac:spMkLst>
        </pc:spChg>
        <pc:spChg chg="mod">
          <ac:chgData name="Margarit Meroyan" userId="630a6349-7c61-463e-804c-816773a1019c" providerId="ADAL" clId="{DFBBA0B5-AEAF-4711-87D4-DD3445DAE351}" dt="2023-12-27T10:21:41.346" v="89" actId="1076"/>
          <ac:spMkLst>
            <pc:docMk/>
            <pc:sldMk cId="0" sldId="408"/>
            <ac:spMk id="112711" creationId="{1AB87A5B-89C9-73DF-750E-500D2515BC63}"/>
          </ac:spMkLst>
        </pc:spChg>
        <pc:spChg chg="mod">
          <ac:chgData name="Margarit Meroyan" userId="630a6349-7c61-463e-804c-816773a1019c" providerId="ADAL" clId="{DFBBA0B5-AEAF-4711-87D4-DD3445DAE351}" dt="2023-12-27T10:21:41.346" v="89" actId="1076"/>
          <ac:spMkLst>
            <pc:docMk/>
            <pc:sldMk cId="0" sldId="408"/>
            <ac:spMk id="112712" creationId="{EA2A9E85-083C-471A-F9CB-F42571F45A70}"/>
          </ac:spMkLst>
        </pc:spChg>
        <pc:spChg chg="mod">
          <ac:chgData name="Margarit Meroyan" userId="630a6349-7c61-463e-804c-816773a1019c" providerId="ADAL" clId="{DFBBA0B5-AEAF-4711-87D4-DD3445DAE351}" dt="2023-12-27T10:21:41.346" v="89" actId="1076"/>
          <ac:spMkLst>
            <pc:docMk/>
            <pc:sldMk cId="0" sldId="408"/>
            <ac:spMk id="112713" creationId="{9AA01177-0580-BB57-E077-1F300C0BB963}"/>
          </ac:spMkLst>
        </pc:spChg>
        <pc:spChg chg="mod">
          <ac:chgData name="Margarit Meroyan" userId="630a6349-7c61-463e-804c-816773a1019c" providerId="ADAL" clId="{DFBBA0B5-AEAF-4711-87D4-DD3445DAE351}" dt="2023-12-27T10:21:41.346" v="89" actId="1076"/>
          <ac:spMkLst>
            <pc:docMk/>
            <pc:sldMk cId="0" sldId="408"/>
            <ac:spMk id="112714" creationId="{25B70927-E133-0FCC-A257-F1E1B2428453}"/>
          </ac:spMkLst>
        </pc:spChg>
        <pc:spChg chg="mod">
          <ac:chgData name="Margarit Meroyan" userId="630a6349-7c61-463e-804c-816773a1019c" providerId="ADAL" clId="{DFBBA0B5-AEAF-4711-87D4-DD3445DAE351}" dt="2023-12-27T10:21:41.346" v="89" actId="1076"/>
          <ac:spMkLst>
            <pc:docMk/>
            <pc:sldMk cId="0" sldId="408"/>
            <ac:spMk id="112715" creationId="{0B23C5D0-497E-F058-5777-8D464C5FB7D4}"/>
          </ac:spMkLst>
        </pc:spChg>
        <pc:spChg chg="mod">
          <ac:chgData name="Margarit Meroyan" userId="630a6349-7c61-463e-804c-816773a1019c" providerId="ADAL" clId="{DFBBA0B5-AEAF-4711-87D4-DD3445DAE351}" dt="2023-12-27T10:21:41.346" v="89" actId="1076"/>
          <ac:spMkLst>
            <pc:docMk/>
            <pc:sldMk cId="0" sldId="408"/>
            <ac:spMk id="112716" creationId="{508DEE48-A0E4-3B9E-9B20-B53A0CB27407}"/>
          </ac:spMkLst>
        </pc:spChg>
        <pc:spChg chg="mod">
          <ac:chgData name="Margarit Meroyan" userId="630a6349-7c61-463e-804c-816773a1019c" providerId="ADAL" clId="{DFBBA0B5-AEAF-4711-87D4-DD3445DAE351}" dt="2023-12-27T10:21:41.346" v="89" actId="1076"/>
          <ac:spMkLst>
            <pc:docMk/>
            <pc:sldMk cId="0" sldId="408"/>
            <ac:spMk id="112717" creationId="{31038449-B072-9CE3-71F0-291CCDCA3D08}"/>
          </ac:spMkLst>
        </pc:spChg>
        <pc:spChg chg="mod">
          <ac:chgData name="Margarit Meroyan" userId="630a6349-7c61-463e-804c-816773a1019c" providerId="ADAL" clId="{DFBBA0B5-AEAF-4711-87D4-DD3445DAE351}" dt="2023-12-27T10:21:41.346" v="89" actId="1076"/>
          <ac:spMkLst>
            <pc:docMk/>
            <pc:sldMk cId="0" sldId="408"/>
            <ac:spMk id="112718" creationId="{15922B53-6045-C4B0-A7BA-772D18BA0988}"/>
          </ac:spMkLst>
        </pc:spChg>
        <pc:spChg chg="mod">
          <ac:chgData name="Margarit Meroyan" userId="630a6349-7c61-463e-804c-816773a1019c" providerId="ADAL" clId="{DFBBA0B5-AEAF-4711-87D4-DD3445DAE351}" dt="2023-12-27T10:21:41.346" v="89" actId="1076"/>
          <ac:spMkLst>
            <pc:docMk/>
            <pc:sldMk cId="0" sldId="408"/>
            <ac:spMk id="112719" creationId="{0F981287-653C-771D-25EB-D92008E0BBE1}"/>
          </ac:spMkLst>
        </pc:spChg>
        <pc:spChg chg="mod">
          <ac:chgData name="Margarit Meroyan" userId="630a6349-7c61-463e-804c-816773a1019c" providerId="ADAL" clId="{DFBBA0B5-AEAF-4711-87D4-DD3445DAE351}" dt="2023-12-27T10:21:41.346" v="89" actId="1076"/>
          <ac:spMkLst>
            <pc:docMk/>
            <pc:sldMk cId="0" sldId="408"/>
            <ac:spMk id="112720" creationId="{BED536AA-A8A6-841F-3703-A6225E4114BD}"/>
          </ac:spMkLst>
        </pc:spChg>
        <pc:spChg chg="mod">
          <ac:chgData name="Margarit Meroyan" userId="630a6349-7c61-463e-804c-816773a1019c" providerId="ADAL" clId="{DFBBA0B5-AEAF-4711-87D4-DD3445DAE351}" dt="2023-12-27T10:21:41.346" v="89" actId="1076"/>
          <ac:spMkLst>
            <pc:docMk/>
            <pc:sldMk cId="0" sldId="408"/>
            <ac:spMk id="112721" creationId="{7DB400DA-D4D7-2F06-DA5C-1329E567882B}"/>
          </ac:spMkLst>
        </pc:spChg>
        <pc:spChg chg="mod">
          <ac:chgData name="Margarit Meroyan" userId="630a6349-7c61-463e-804c-816773a1019c" providerId="ADAL" clId="{DFBBA0B5-AEAF-4711-87D4-DD3445DAE351}" dt="2023-12-27T10:21:41.346" v="89" actId="1076"/>
          <ac:spMkLst>
            <pc:docMk/>
            <pc:sldMk cId="0" sldId="408"/>
            <ac:spMk id="112722" creationId="{EAB45C42-6D1B-D4CF-3FF4-72B3F1352602}"/>
          </ac:spMkLst>
        </pc:spChg>
        <pc:spChg chg="mod">
          <ac:chgData name="Margarit Meroyan" userId="630a6349-7c61-463e-804c-816773a1019c" providerId="ADAL" clId="{DFBBA0B5-AEAF-4711-87D4-DD3445DAE351}" dt="2023-12-27T10:21:41.346" v="89" actId="1076"/>
          <ac:spMkLst>
            <pc:docMk/>
            <pc:sldMk cId="0" sldId="408"/>
            <ac:spMk id="112723" creationId="{7BD4CDB3-0B9A-AC85-A9AF-80F5B773BFC1}"/>
          </ac:spMkLst>
        </pc:spChg>
        <pc:spChg chg="mod">
          <ac:chgData name="Margarit Meroyan" userId="630a6349-7c61-463e-804c-816773a1019c" providerId="ADAL" clId="{DFBBA0B5-AEAF-4711-87D4-DD3445DAE351}" dt="2023-12-27T10:21:41.346" v="89" actId="1076"/>
          <ac:spMkLst>
            <pc:docMk/>
            <pc:sldMk cId="0" sldId="408"/>
            <ac:spMk id="112724" creationId="{6EAC3E57-9FA0-CA46-25F7-649BE75D3C99}"/>
          </ac:spMkLst>
        </pc:spChg>
        <pc:spChg chg="mod">
          <ac:chgData name="Margarit Meroyan" userId="630a6349-7c61-463e-804c-816773a1019c" providerId="ADAL" clId="{DFBBA0B5-AEAF-4711-87D4-DD3445DAE351}" dt="2023-12-27T10:21:41.346" v="89" actId="1076"/>
          <ac:spMkLst>
            <pc:docMk/>
            <pc:sldMk cId="0" sldId="408"/>
            <ac:spMk id="112725" creationId="{98B774D3-76B4-5A5F-EE50-F3F2B62B5654}"/>
          </ac:spMkLst>
        </pc:spChg>
        <pc:spChg chg="mod">
          <ac:chgData name="Margarit Meroyan" userId="630a6349-7c61-463e-804c-816773a1019c" providerId="ADAL" clId="{DFBBA0B5-AEAF-4711-87D4-DD3445DAE351}" dt="2023-12-27T10:21:41.346" v="89" actId="1076"/>
          <ac:spMkLst>
            <pc:docMk/>
            <pc:sldMk cId="0" sldId="408"/>
            <ac:spMk id="112726" creationId="{A24AD4CD-66F8-C14F-815D-D71A1888AAFA}"/>
          </ac:spMkLst>
        </pc:spChg>
        <pc:spChg chg="mod">
          <ac:chgData name="Margarit Meroyan" userId="630a6349-7c61-463e-804c-816773a1019c" providerId="ADAL" clId="{DFBBA0B5-AEAF-4711-87D4-DD3445DAE351}" dt="2023-12-27T10:21:41.346" v="89" actId="1076"/>
          <ac:spMkLst>
            <pc:docMk/>
            <pc:sldMk cId="0" sldId="408"/>
            <ac:spMk id="112727" creationId="{82034B12-3374-DA39-B7C9-413220F8C03B}"/>
          </ac:spMkLst>
        </pc:spChg>
        <pc:spChg chg="mod">
          <ac:chgData name="Margarit Meroyan" userId="630a6349-7c61-463e-804c-816773a1019c" providerId="ADAL" clId="{DFBBA0B5-AEAF-4711-87D4-DD3445DAE351}" dt="2023-12-27T10:21:41.346" v="89" actId="1076"/>
          <ac:spMkLst>
            <pc:docMk/>
            <pc:sldMk cId="0" sldId="408"/>
            <ac:spMk id="112728" creationId="{5499033A-08A8-A669-B8F9-0DCEB5D09930}"/>
          </ac:spMkLst>
        </pc:spChg>
        <pc:spChg chg="mod">
          <ac:chgData name="Margarit Meroyan" userId="630a6349-7c61-463e-804c-816773a1019c" providerId="ADAL" clId="{DFBBA0B5-AEAF-4711-87D4-DD3445DAE351}" dt="2023-12-27T10:21:41.346" v="89" actId="1076"/>
          <ac:spMkLst>
            <pc:docMk/>
            <pc:sldMk cId="0" sldId="408"/>
            <ac:spMk id="112729" creationId="{7BAD9812-E06B-5F08-7F7D-EB638BEEFE01}"/>
          </ac:spMkLst>
        </pc:spChg>
        <pc:spChg chg="mod">
          <ac:chgData name="Margarit Meroyan" userId="630a6349-7c61-463e-804c-816773a1019c" providerId="ADAL" clId="{DFBBA0B5-AEAF-4711-87D4-DD3445DAE351}" dt="2023-12-27T10:21:41.346" v="89" actId="1076"/>
          <ac:spMkLst>
            <pc:docMk/>
            <pc:sldMk cId="0" sldId="408"/>
            <ac:spMk id="112730" creationId="{B708EDA5-119E-D376-1B7E-A98D19C57876}"/>
          </ac:spMkLst>
        </pc:spChg>
        <pc:spChg chg="mod">
          <ac:chgData name="Margarit Meroyan" userId="630a6349-7c61-463e-804c-816773a1019c" providerId="ADAL" clId="{DFBBA0B5-AEAF-4711-87D4-DD3445DAE351}" dt="2023-12-27T10:21:41.346" v="89" actId="1076"/>
          <ac:spMkLst>
            <pc:docMk/>
            <pc:sldMk cId="0" sldId="408"/>
            <ac:spMk id="112731" creationId="{88F71B7A-B2B8-893B-08BD-501C61F37EC1}"/>
          </ac:spMkLst>
        </pc:spChg>
        <pc:spChg chg="mod">
          <ac:chgData name="Margarit Meroyan" userId="630a6349-7c61-463e-804c-816773a1019c" providerId="ADAL" clId="{DFBBA0B5-AEAF-4711-87D4-DD3445DAE351}" dt="2023-12-27T10:21:41.346" v="89" actId="1076"/>
          <ac:spMkLst>
            <pc:docMk/>
            <pc:sldMk cId="0" sldId="408"/>
            <ac:spMk id="112732" creationId="{40F8A895-B31F-B6BB-FDB6-75E561A4783F}"/>
          </ac:spMkLst>
        </pc:spChg>
        <pc:spChg chg="mod">
          <ac:chgData name="Margarit Meroyan" userId="630a6349-7c61-463e-804c-816773a1019c" providerId="ADAL" clId="{DFBBA0B5-AEAF-4711-87D4-DD3445DAE351}" dt="2023-12-27T10:21:41.346" v="89" actId="1076"/>
          <ac:spMkLst>
            <pc:docMk/>
            <pc:sldMk cId="0" sldId="408"/>
            <ac:spMk id="112733" creationId="{AF156A9F-680D-E416-A8A4-21F876941047}"/>
          </ac:spMkLst>
        </pc:spChg>
        <pc:spChg chg="mod">
          <ac:chgData name="Margarit Meroyan" userId="630a6349-7c61-463e-804c-816773a1019c" providerId="ADAL" clId="{DFBBA0B5-AEAF-4711-87D4-DD3445DAE351}" dt="2023-12-27T10:21:41.346" v="89" actId="1076"/>
          <ac:spMkLst>
            <pc:docMk/>
            <pc:sldMk cId="0" sldId="408"/>
            <ac:spMk id="112734" creationId="{8477EFBA-6AE7-2866-9A8F-E20DD8F5A716}"/>
          </ac:spMkLst>
        </pc:spChg>
        <pc:spChg chg="mod">
          <ac:chgData name="Margarit Meroyan" userId="630a6349-7c61-463e-804c-816773a1019c" providerId="ADAL" clId="{DFBBA0B5-AEAF-4711-87D4-DD3445DAE351}" dt="2023-12-27T10:21:41.346" v="89" actId="1076"/>
          <ac:spMkLst>
            <pc:docMk/>
            <pc:sldMk cId="0" sldId="408"/>
            <ac:spMk id="112735" creationId="{EB39C5E7-C1C6-4EC3-9AED-533B30A97CF5}"/>
          </ac:spMkLst>
        </pc:spChg>
        <pc:spChg chg="mod">
          <ac:chgData name="Margarit Meroyan" userId="630a6349-7c61-463e-804c-816773a1019c" providerId="ADAL" clId="{DFBBA0B5-AEAF-4711-87D4-DD3445DAE351}" dt="2023-12-27T10:21:41.346" v="89" actId="1076"/>
          <ac:spMkLst>
            <pc:docMk/>
            <pc:sldMk cId="0" sldId="408"/>
            <ac:spMk id="112736" creationId="{5AB203CD-3740-CF04-7313-D5E11111D44C}"/>
          </ac:spMkLst>
        </pc:spChg>
        <pc:spChg chg="mod">
          <ac:chgData name="Margarit Meroyan" userId="630a6349-7c61-463e-804c-816773a1019c" providerId="ADAL" clId="{DFBBA0B5-AEAF-4711-87D4-DD3445DAE351}" dt="2023-12-27T10:21:41.346" v="89" actId="1076"/>
          <ac:spMkLst>
            <pc:docMk/>
            <pc:sldMk cId="0" sldId="408"/>
            <ac:spMk id="112737" creationId="{46834D44-DC84-D37D-C0B5-D7D08650A4A7}"/>
          </ac:spMkLst>
        </pc:spChg>
        <pc:spChg chg="mod">
          <ac:chgData name="Margarit Meroyan" userId="630a6349-7c61-463e-804c-816773a1019c" providerId="ADAL" clId="{DFBBA0B5-AEAF-4711-87D4-DD3445DAE351}" dt="2023-12-27T10:21:41.346" v="89" actId="1076"/>
          <ac:spMkLst>
            <pc:docMk/>
            <pc:sldMk cId="0" sldId="408"/>
            <ac:spMk id="112738" creationId="{F20A7EAC-6681-3C51-8C23-901ED1F5F992}"/>
          </ac:spMkLst>
        </pc:spChg>
        <pc:spChg chg="mod">
          <ac:chgData name="Margarit Meroyan" userId="630a6349-7c61-463e-804c-816773a1019c" providerId="ADAL" clId="{DFBBA0B5-AEAF-4711-87D4-DD3445DAE351}" dt="2023-12-27T10:21:41.346" v="89" actId="1076"/>
          <ac:spMkLst>
            <pc:docMk/>
            <pc:sldMk cId="0" sldId="408"/>
            <ac:spMk id="112739" creationId="{473BA4E3-DE44-7889-1BDB-00921520F163}"/>
          </ac:spMkLst>
        </pc:spChg>
        <pc:spChg chg="mod">
          <ac:chgData name="Margarit Meroyan" userId="630a6349-7c61-463e-804c-816773a1019c" providerId="ADAL" clId="{DFBBA0B5-AEAF-4711-87D4-DD3445DAE351}" dt="2023-12-27T10:21:41.346" v="89" actId="1076"/>
          <ac:spMkLst>
            <pc:docMk/>
            <pc:sldMk cId="0" sldId="408"/>
            <ac:spMk id="112740" creationId="{637EDDDB-E07A-0433-EFDB-70EFCE88591B}"/>
          </ac:spMkLst>
        </pc:spChg>
        <pc:spChg chg="mod">
          <ac:chgData name="Margarit Meroyan" userId="630a6349-7c61-463e-804c-816773a1019c" providerId="ADAL" clId="{DFBBA0B5-AEAF-4711-87D4-DD3445DAE351}" dt="2023-12-27T10:21:41.346" v="89" actId="1076"/>
          <ac:spMkLst>
            <pc:docMk/>
            <pc:sldMk cId="0" sldId="408"/>
            <ac:spMk id="112741" creationId="{E4405F3D-E350-E4B1-EDBB-8CFCEFBFC24D}"/>
          </ac:spMkLst>
        </pc:spChg>
        <pc:spChg chg="mod">
          <ac:chgData name="Margarit Meroyan" userId="630a6349-7c61-463e-804c-816773a1019c" providerId="ADAL" clId="{DFBBA0B5-AEAF-4711-87D4-DD3445DAE351}" dt="2023-12-27T10:21:41.346" v="89" actId="1076"/>
          <ac:spMkLst>
            <pc:docMk/>
            <pc:sldMk cId="0" sldId="408"/>
            <ac:spMk id="112742" creationId="{B6C7222F-4ED7-B01F-21E8-F60F9542B586}"/>
          </ac:spMkLst>
        </pc:spChg>
        <pc:spChg chg="mod">
          <ac:chgData name="Margarit Meroyan" userId="630a6349-7c61-463e-804c-816773a1019c" providerId="ADAL" clId="{DFBBA0B5-AEAF-4711-87D4-DD3445DAE351}" dt="2023-12-27T10:21:41.346" v="89" actId="1076"/>
          <ac:spMkLst>
            <pc:docMk/>
            <pc:sldMk cId="0" sldId="408"/>
            <ac:spMk id="112743" creationId="{EC1F9A29-C109-6604-EE5B-A6A523BC29BC}"/>
          </ac:spMkLst>
        </pc:spChg>
        <pc:spChg chg="mod">
          <ac:chgData name="Margarit Meroyan" userId="630a6349-7c61-463e-804c-816773a1019c" providerId="ADAL" clId="{DFBBA0B5-AEAF-4711-87D4-DD3445DAE351}" dt="2023-12-27T10:21:41.346" v="89" actId="1076"/>
          <ac:spMkLst>
            <pc:docMk/>
            <pc:sldMk cId="0" sldId="408"/>
            <ac:spMk id="112744" creationId="{24CA4828-56A1-0992-5170-CA0D8E5854A0}"/>
          </ac:spMkLst>
        </pc:spChg>
        <pc:spChg chg="mod">
          <ac:chgData name="Margarit Meroyan" userId="630a6349-7c61-463e-804c-816773a1019c" providerId="ADAL" clId="{DFBBA0B5-AEAF-4711-87D4-DD3445DAE351}" dt="2023-12-27T10:21:41.346" v="89" actId="1076"/>
          <ac:spMkLst>
            <pc:docMk/>
            <pc:sldMk cId="0" sldId="408"/>
            <ac:spMk id="112745" creationId="{4367281F-C948-9FF1-391C-F24917F75C5E}"/>
          </ac:spMkLst>
        </pc:spChg>
        <pc:spChg chg="mod">
          <ac:chgData name="Margarit Meroyan" userId="630a6349-7c61-463e-804c-816773a1019c" providerId="ADAL" clId="{DFBBA0B5-AEAF-4711-87D4-DD3445DAE351}" dt="2023-12-27T10:21:41.346" v="89" actId="1076"/>
          <ac:spMkLst>
            <pc:docMk/>
            <pc:sldMk cId="0" sldId="408"/>
            <ac:spMk id="112746" creationId="{6BFA26BF-D8F9-5EA1-E425-B021B94B2A5D}"/>
          </ac:spMkLst>
        </pc:spChg>
        <pc:spChg chg="mod">
          <ac:chgData name="Margarit Meroyan" userId="630a6349-7c61-463e-804c-816773a1019c" providerId="ADAL" clId="{DFBBA0B5-AEAF-4711-87D4-DD3445DAE351}" dt="2023-12-27T10:21:41.346" v="89" actId="1076"/>
          <ac:spMkLst>
            <pc:docMk/>
            <pc:sldMk cId="0" sldId="408"/>
            <ac:spMk id="112747" creationId="{B02D115F-283C-5B03-F706-CF5FB8B991D3}"/>
          </ac:spMkLst>
        </pc:spChg>
        <pc:spChg chg="mod">
          <ac:chgData name="Margarit Meroyan" userId="630a6349-7c61-463e-804c-816773a1019c" providerId="ADAL" clId="{DFBBA0B5-AEAF-4711-87D4-DD3445DAE351}" dt="2023-12-27T10:21:41.346" v="89" actId="1076"/>
          <ac:spMkLst>
            <pc:docMk/>
            <pc:sldMk cId="0" sldId="408"/>
            <ac:spMk id="112748" creationId="{C4C707BA-6752-2A92-EEA0-9C8921D0028B}"/>
          </ac:spMkLst>
        </pc:spChg>
        <pc:spChg chg="mod">
          <ac:chgData name="Margarit Meroyan" userId="630a6349-7c61-463e-804c-816773a1019c" providerId="ADAL" clId="{DFBBA0B5-AEAF-4711-87D4-DD3445DAE351}" dt="2023-12-27T10:21:41.346" v="89" actId="1076"/>
          <ac:spMkLst>
            <pc:docMk/>
            <pc:sldMk cId="0" sldId="408"/>
            <ac:spMk id="112749" creationId="{0BE627B6-18FD-FB23-818A-C43805D6B31E}"/>
          </ac:spMkLst>
        </pc:spChg>
        <pc:spChg chg="mod">
          <ac:chgData name="Margarit Meroyan" userId="630a6349-7c61-463e-804c-816773a1019c" providerId="ADAL" clId="{DFBBA0B5-AEAF-4711-87D4-DD3445DAE351}" dt="2023-12-27T10:21:41.346" v="89" actId="1076"/>
          <ac:spMkLst>
            <pc:docMk/>
            <pc:sldMk cId="0" sldId="408"/>
            <ac:spMk id="112750" creationId="{D8F208C9-64C5-8C0E-ADE4-D08A3CA6DA29}"/>
          </ac:spMkLst>
        </pc:spChg>
        <pc:spChg chg="mod">
          <ac:chgData name="Margarit Meroyan" userId="630a6349-7c61-463e-804c-816773a1019c" providerId="ADAL" clId="{DFBBA0B5-AEAF-4711-87D4-DD3445DAE351}" dt="2023-12-27T10:21:41.346" v="89" actId="1076"/>
          <ac:spMkLst>
            <pc:docMk/>
            <pc:sldMk cId="0" sldId="408"/>
            <ac:spMk id="112751" creationId="{8DF9A4DF-E55E-4D36-CC84-AA97D63FC852}"/>
          </ac:spMkLst>
        </pc:spChg>
        <pc:spChg chg="mod">
          <ac:chgData name="Margarit Meroyan" userId="630a6349-7c61-463e-804c-816773a1019c" providerId="ADAL" clId="{DFBBA0B5-AEAF-4711-87D4-DD3445DAE351}" dt="2023-12-27T10:21:41.346" v="89" actId="1076"/>
          <ac:spMkLst>
            <pc:docMk/>
            <pc:sldMk cId="0" sldId="408"/>
            <ac:spMk id="112752" creationId="{DF66003D-9D4E-A31B-36F7-B79D5F902F06}"/>
          </ac:spMkLst>
        </pc:spChg>
        <pc:spChg chg="mod">
          <ac:chgData name="Margarit Meroyan" userId="630a6349-7c61-463e-804c-816773a1019c" providerId="ADAL" clId="{DFBBA0B5-AEAF-4711-87D4-DD3445DAE351}" dt="2023-12-27T10:21:41.346" v="89" actId="1076"/>
          <ac:spMkLst>
            <pc:docMk/>
            <pc:sldMk cId="0" sldId="408"/>
            <ac:spMk id="112753" creationId="{6925E725-23BD-C0D4-864D-03EB43A576A2}"/>
          </ac:spMkLst>
        </pc:spChg>
        <pc:spChg chg="mod">
          <ac:chgData name="Margarit Meroyan" userId="630a6349-7c61-463e-804c-816773a1019c" providerId="ADAL" clId="{DFBBA0B5-AEAF-4711-87D4-DD3445DAE351}" dt="2023-12-27T10:21:41.346" v="89" actId="1076"/>
          <ac:spMkLst>
            <pc:docMk/>
            <pc:sldMk cId="0" sldId="408"/>
            <ac:spMk id="112754" creationId="{6534167A-AE6B-F43D-212A-996A16494F5E}"/>
          </ac:spMkLst>
        </pc:spChg>
        <pc:spChg chg="mod">
          <ac:chgData name="Margarit Meroyan" userId="630a6349-7c61-463e-804c-816773a1019c" providerId="ADAL" clId="{DFBBA0B5-AEAF-4711-87D4-DD3445DAE351}" dt="2023-12-27T10:21:41.346" v="89" actId="1076"/>
          <ac:spMkLst>
            <pc:docMk/>
            <pc:sldMk cId="0" sldId="408"/>
            <ac:spMk id="112755" creationId="{F827F926-E893-258A-1AF8-7F3D1EA7DEBC}"/>
          </ac:spMkLst>
        </pc:spChg>
        <pc:spChg chg="mod">
          <ac:chgData name="Margarit Meroyan" userId="630a6349-7c61-463e-804c-816773a1019c" providerId="ADAL" clId="{DFBBA0B5-AEAF-4711-87D4-DD3445DAE351}" dt="2023-12-27T10:21:41.346" v="89" actId="1076"/>
          <ac:spMkLst>
            <pc:docMk/>
            <pc:sldMk cId="0" sldId="408"/>
            <ac:spMk id="112756" creationId="{3B1F2853-FBD3-DDB2-4537-D598194B3862}"/>
          </ac:spMkLst>
        </pc:spChg>
        <pc:spChg chg="mod">
          <ac:chgData name="Margarit Meroyan" userId="630a6349-7c61-463e-804c-816773a1019c" providerId="ADAL" clId="{DFBBA0B5-AEAF-4711-87D4-DD3445DAE351}" dt="2023-12-27T10:21:41.346" v="89" actId="1076"/>
          <ac:spMkLst>
            <pc:docMk/>
            <pc:sldMk cId="0" sldId="408"/>
            <ac:spMk id="112757" creationId="{499258A1-E324-5538-048E-E307CB2C6D6C}"/>
          </ac:spMkLst>
        </pc:spChg>
        <pc:spChg chg="mod">
          <ac:chgData name="Margarit Meroyan" userId="630a6349-7c61-463e-804c-816773a1019c" providerId="ADAL" clId="{DFBBA0B5-AEAF-4711-87D4-DD3445DAE351}" dt="2023-12-27T10:21:41.346" v="89" actId="1076"/>
          <ac:spMkLst>
            <pc:docMk/>
            <pc:sldMk cId="0" sldId="408"/>
            <ac:spMk id="112758" creationId="{156D2BA3-6460-980E-528D-40BBCC30134B}"/>
          </ac:spMkLst>
        </pc:spChg>
        <pc:spChg chg="mod">
          <ac:chgData name="Margarit Meroyan" userId="630a6349-7c61-463e-804c-816773a1019c" providerId="ADAL" clId="{DFBBA0B5-AEAF-4711-87D4-DD3445DAE351}" dt="2023-12-27T10:21:41.346" v="89" actId="1076"/>
          <ac:spMkLst>
            <pc:docMk/>
            <pc:sldMk cId="0" sldId="408"/>
            <ac:spMk id="112759" creationId="{15AF9606-4DA4-B18C-9176-67972581FF59}"/>
          </ac:spMkLst>
        </pc:spChg>
        <pc:spChg chg="mod">
          <ac:chgData name="Margarit Meroyan" userId="630a6349-7c61-463e-804c-816773a1019c" providerId="ADAL" clId="{DFBBA0B5-AEAF-4711-87D4-DD3445DAE351}" dt="2023-12-27T10:21:41.346" v="89" actId="1076"/>
          <ac:spMkLst>
            <pc:docMk/>
            <pc:sldMk cId="0" sldId="408"/>
            <ac:spMk id="112760" creationId="{D4C182B6-9943-9608-0E31-7A5708FFFF10}"/>
          </ac:spMkLst>
        </pc:spChg>
        <pc:spChg chg="mod">
          <ac:chgData name="Margarit Meroyan" userId="630a6349-7c61-463e-804c-816773a1019c" providerId="ADAL" clId="{DFBBA0B5-AEAF-4711-87D4-DD3445DAE351}" dt="2023-12-27T10:21:41.346" v="89" actId="1076"/>
          <ac:spMkLst>
            <pc:docMk/>
            <pc:sldMk cId="0" sldId="408"/>
            <ac:spMk id="112761" creationId="{503D6EAB-36CD-07BD-51E9-25A732741E34}"/>
          </ac:spMkLst>
        </pc:spChg>
        <pc:spChg chg="mod">
          <ac:chgData name="Margarit Meroyan" userId="630a6349-7c61-463e-804c-816773a1019c" providerId="ADAL" clId="{DFBBA0B5-AEAF-4711-87D4-DD3445DAE351}" dt="2023-12-27T10:21:41.346" v="89" actId="1076"/>
          <ac:spMkLst>
            <pc:docMk/>
            <pc:sldMk cId="0" sldId="408"/>
            <ac:spMk id="112762" creationId="{F0B7B17C-C748-AB8A-C550-D1789D9B0649}"/>
          </ac:spMkLst>
        </pc:spChg>
        <pc:spChg chg="mod">
          <ac:chgData name="Margarit Meroyan" userId="630a6349-7c61-463e-804c-816773a1019c" providerId="ADAL" clId="{DFBBA0B5-AEAF-4711-87D4-DD3445DAE351}" dt="2023-12-27T10:21:41.346" v="89" actId="1076"/>
          <ac:spMkLst>
            <pc:docMk/>
            <pc:sldMk cId="0" sldId="408"/>
            <ac:spMk id="112763" creationId="{B7901669-2E71-72A0-B75B-1097774427C2}"/>
          </ac:spMkLst>
        </pc:spChg>
        <pc:spChg chg="mod">
          <ac:chgData name="Margarit Meroyan" userId="630a6349-7c61-463e-804c-816773a1019c" providerId="ADAL" clId="{DFBBA0B5-AEAF-4711-87D4-DD3445DAE351}" dt="2023-12-27T10:21:41.346" v="89" actId="1076"/>
          <ac:spMkLst>
            <pc:docMk/>
            <pc:sldMk cId="0" sldId="408"/>
            <ac:spMk id="112764" creationId="{BB4E9184-4A16-8128-E5DE-020F6CCAA33E}"/>
          </ac:spMkLst>
        </pc:spChg>
        <pc:spChg chg="mod">
          <ac:chgData name="Margarit Meroyan" userId="630a6349-7c61-463e-804c-816773a1019c" providerId="ADAL" clId="{DFBBA0B5-AEAF-4711-87D4-DD3445DAE351}" dt="2023-12-27T10:21:41.346" v="89" actId="1076"/>
          <ac:spMkLst>
            <pc:docMk/>
            <pc:sldMk cId="0" sldId="408"/>
            <ac:spMk id="112765" creationId="{F336FCF3-5DE4-C09E-F97F-BFD268C94CD7}"/>
          </ac:spMkLst>
        </pc:spChg>
        <pc:spChg chg="mod">
          <ac:chgData name="Margarit Meroyan" userId="630a6349-7c61-463e-804c-816773a1019c" providerId="ADAL" clId="{DFBBA0B5-AEAF-4711-87D4-DD3445DAE351}" dt="2023-12-27T10:21:41.346" v="89" actId="1076"/>
          <ac:spMkLst>
            <pc:docMk/>
            <pc:sldMk cId="0" sldId="408"/>
            <ac:spMk id="112766" creationId="{A10F87C1-BF5D-509A-992A-BA0F7D547EB5}"/>
          </ac:spMkLst>
        </pc:spChg>
        <pc:spChg chg="mod">
          <ac:chgData name="Margarit Meroyan" userId="630a6349-7c61-463e-804c-816773a1019c" providerId="ADAL" clId="{DFBBA0B5-AEAF-4711-87D4-DD3445DAE351}" dt="2023-12-27T10:21:41.346" v="89" actId="1076"/>
          <ac:spMkLst>
            <pc:docMk/>
            <pc:sldMk cId="0" sldId="408"/>
            <ac:spMk id="112767" creationId="{FA05A2B1-53E3-7FD1-A718-9DB4D04D740A}"/>
          </ac:spMkLst>
        </pc:spChg>
        <pc:spChg chg="mod">
          <ac:chgData name="Margarit Meroyan" userId="630a6349-7c61-463e-804c-816773a1019c" providerId="ADAL" clId="{DFBBA0B5-AEAF-4711-87D4-DD3445DAE351}" dt="2023-12-27T10:21:41.346" v="89" actId="1076"/>
          <ac:spMkLst>
            <pc:docMk/>
            <pc:sldMk cId="0" sldId="408"/>
            <ac:spMk id="112768" creationId="{037E9A6A-D80D-AE64-752B-132D07FF3EEF}"/>
          </ac:spMkLst>
        </pc:spChg>
        <pc:spChg chg="mod">
          <ac:chgData name="Margarit Meroyan" userId="630a6349-7c61-463e-804c-816773a1019c" providerId="ADAL" clId="{DFBBA0B5-AEAF-4711-87D4-DD3445DAE351}" dt="2023-12-27T10:21:41.346" v="89" actId="1076"/>
          <ac:spMkLst>
            <pc:docMk/>
            <pc:sldMk cId="0" sldId="408"/>
            <ac:spMk id="112769" creationId="{4966FBE6-8D0A-5AAA-3CC1-931E56CCF742}"/>
          </ac:spMkLst>
        </pc:spChg>
        <pc:spChg chg="mod">
          <ac:chgData name="Margarit Meroyan" userId="630a6349-7c61-463e-804c-816773a1019c" providerId="ADAL" clId="{DFBBA0B5-AEAF-4711-87D4-DD3445DAE351}" dt="2023-12-27T10:21:41.346" v="89" actId="1076"/>
          <ac:spMkLst>
            <pc:docMk/>
            <pc:sldMk cId="0" sldId="408"/>
            <ac:spMk id="112770" creationId="{EAF62957-D2DA-A84D-E557-57797AACB517}"/>
          </ac:spMkLst>
        </pc:spChg>
        <pc:spChg chg="mod">
          <ac:chgData name="Margarit Meroyan" userId="630a6349-7c61-463e-804c-816773a1019c" providerId="ADAL" clId="{DFBBA0B5-AEAF-4711-87D4-DD3445DAE351}" dt="2023-12-27T10:21:41.346" v="89" actId="1076"/>
          <ac:spMkLst>
            <pc:docMk/>
            <pc:sldMk cId="0" sldId="408"/>
            <ac:spMk id="112771" creationId="{28AE14CA-0AD5-A81C-D851-B459123977DE}"/>
          </ac:spMkLst>
        </pc:spChg>
        <pc:spChg chg="mod">
          <ac:chgData name="Margarit Meroyan" userId="630a6349-7c61-463e-804c-816773a1019c" providerId="ADAL" clId="{DFBBA0B5-AEAF-4711-87D4-DD3445DAE351}" dt="2023-12-27T10:21:41.346" v="89" actId="1076"/>
          <ac:spMkLst>
            <pc:docMk/>
            <pc:sldMk cId="0" sldId="408"/>
            <ac:spMk id="112772" creationId="{5A9C309E-AD73-7557-722B-E1C4F9C2E927}"/>
          </ac:spMkLst>
        </pc:spChg>
        <pc:spChg chg="mod">
          <ac:chgData name="Margarit Meroyan" userId="630a6349-7c61-463e-804c-816773a1019c" providerId="ADAL" clId="{DFBBA0B5-AEAF-4711-87D4-DD3445DAE351}" dt="2023-12-27T10:21:41.346" v="89" actId="1076"/>
          <ac:spMkLst>
            <pc:docMk/>
            <pc:sldMk cId="0" sldId="408"/>
            <ac:spMk id="112773" creationId="{5A2F9269-ECD4-D40D-FB4E-BBD03683CA17}"/>
          </ac:spMkLst>
        </pc:spChg>
        <pc:spChg chg="mod">
          <ac:chgData name="Margarit Meroyan" userId="630a6349-7c61-463e-804c-816773a1019c" providerId="ADAL" clId="{DFBBA0B5-AEAF-4711-87D4-DD3445DAE351}" dt="2023-12-27T10:21:41.346" v="89" actId="1076"/>
          <ac:spMkLst>
            <pc:docMk/>
            <pc:sldMk cId="0" sldId="408"/>
            <ac:spMk id="112774" creationId="{FCCB0D78-160A-C12F-0813-0F2AFD988BE2}"/>
          </ac:spMkLst>
        </pc:spChg>
        <pc:spChg chg="mod">
          <ac:chgData name="Margarit Meroyan" userId="630a6349-7c61-463e-804c-816773a1019c" providerId="ADAL" clId="{DFBBA0B5-AEAF-4711-87D4-DD3445DAE351}" dt="2023-12-27T10:21:41.346" v="89" actId="1076"/>
          <ac:spMkLst>
            <pc:docMk/>
            <pc:sldMk cId="0" sldId="408"/>
            <ac:spMk id="112775" creationId="{85B44313-15C9-C42A-8EE3-1A939831AB59}"/>
          </ac:spMkLst>
        </pc:spChg>
        <pc:spChg chg="mod">
          <ac:chgData name="Margarit Meroyan" userId="630a6349-7c61-463e-804c-816773a1019c" providerId="ADAL" clId="{DFBBA0B5-AEAF-4711-87D4-DD3445DAE351}" dt="2023-12-27T10:21:41.346" v="89" actId="1076"/>
          <ac:spMkLst>
            <pc:docMk/>
            <pc:sldMk cId="0" sldId="408"/>
            <ac:spMk id="112776" creationId="{714C2669-AFBA-C9F6-3DC9-FAB1345A5E3E}"/>
          </ac:spMkLst>
        </pc:spChg>
        <pc:spChg chg="mod">
          <ac:chgData name="Margarit Meroyan" userId="630a6349-7c61-463e-804c-816773a1019c" providerId="ADAL" clId="{DFBBA0B5-AEAF-4711-87D4-DD3445DAE351}" dt="2023-12-27T10:21:41.346" v="89" actId="1076"/>
          <ac:spMkLst>
            <pc:docMk/>
            <pc:sldMk cId="0" sldId="408"/>
            <ac:spMk id="112777" creationId="{EF542707-E322-F9A1-A36B-CBD1B9A5BEB9}"/>
          </ac:spMkLst>
        </pc:spChg>
        <pc:spChg chg="mod">
          <ac:chgData name="Margarit Meroyan" userId="630a6349-7c61-463e-804c-816773a1019c" providerId="ADAL" clId="{DFBBA0B5-AEAF-4711-87D4-DD3445DAE351}" dt="2023-12-27T10:21:41.346" v="89" actId="1076"/>
          <ac:spMkLst>
            <pc:docMk/>
            <pc:sldMk cId="0" sldId="408"/>
            <ac:spMk id="112778" creationId="{13EE2657-D21F-0427-3083-B40AEB414191}"/>
          </ac:spMkLst>
        </pc:spChg>
        <pc:spChg chg="mod">
          <ac:chgData name="Margarit Meroyan" userId="630a6349-7c61-463e-804c-816773a1019c" providerId="ADAL" clId="{DFBBA0B5-AEAF-4711-87D4-DD3445DAE351}" dt="2023-12-27T10:21:41.346" v="89" actId="1076"/>
          <ac:spMkLst>
            <pc:docMk/>
            <pc:sldMk cId="0" sldId="408"/>
            <ac:spMk id="112779" creationId="{143F6EA1-CE52-880C-5D48-BB473C6D0680}"/>
          </ac:spMkLst>
        </pc:spChg>
        <pc:grpChg chg="mod">
          <ac:chgData name="Margarit Meroyan" userId="630a6349-7c61-463e-804c-816773a1019c" providerId="ADAL" clId="{DFBBA0B5-AEAF-4711-87D4-DD3445DAE351}" dt="2023-12-27T10:21:41.346" v="89" actId="1076"/>
          <ac:grpSpMkLst>
            <pc:docMk/>
            <pc:sldMk cId="0" sldId="408"/>
            <ac:grpSpMk id="112643" creationId="{45E33B05-1FC2-C9B9-E81A-1982EC991C24}"/>
          </ac:grpSpMkLst>
        </pc:grpChg>
        <pc:grpChg chg="mod">
          <ac:chgData name="Margarit Meroyan" userId="630a6349-7c61-463e-804c-816773a1019c" providerId="ADAL" clId="{DFBBA0B5-AEAF-4711-87D4-DD3445DAE351}" dt="2023-12-27T10:21:41.346" v="89" actId="1076"/>
          <ac:grpSpMkLst>
            <pc:docMk/>
            <pc:sldMk cId="0" sldId="408"/>
            <ac:grpSpMk id="112652" creationId="{7DBFEF46-2A39-C080-BB15-4945F921840B}"/>
          </ac:grpSpMkLst>
        </pc:grpChg>
        <pc:grpChg chg="mod">
          <ac:chgData name="Margarit Meroyan" userId="630a6349-7c61-463e-804c-816773a1019c" providerId="ADAL" clId="{DFBBA0B5-AEAF-4711-87D4-DD3445DAE351}" dt="2023-12-27T10:21:41.346" v="89" actId="1076"/>
          <ac:grpSpMkLst>
            <pc:docMk/>
            <pc:sldMk cId="0" sldId="408"/>
            <ac:grpSpMk id="112653" creationId="{2FBE892B-D247-078E-8E04-CF7227BEB2E5}"/>
          </ac:grpSpMkLst>
        </pc:grpChg>
        <pc:grpChg chg="mod">
          <ac:chgData name="Margarit Meroyan" userId="630a6349-7c61-463e-804c-816773a1019c" providerId="ADAL" clId="{DFBBA0B5-AEAF-4711-87D4-DD3445DAE351}" dt="2023-12-27T10:21:41.346" v="89" actId="1076"/>
          <ac:grpSpMkLst>
            <pc:docMk/>
            <pc:sldMk cId="0" sldId="408"/>
            <ac:grpSpMk id="112654" creationId="{529B040F-08BD-9E64-0A03-0CFBDC27168A}"/>
          </ac:grpSpMkLst>
        </pc:grpChg>
        <pc:grpChg chg="mod">
          <ac:chgData name="Margarit Meroyan" userId="630a6349-7c61-463e-804c-816773a1019c" providerId="ADAL" clId="{DFBBA0B5-AEAF-4711-87D4-DD3445DAE351}" dt="2023-12-27T10:21:41.346" v="89" actId="1076"/>
          <ac:grpSpMkLst>
            <pc:docMk/>
            <pc:sldMk cId="0" sldId="408"/>
            <ac:grpSpMk id="112677" creationId="{7BC3489F-00C5-142E-42F8-734B1A15E1F9}"/>
          </ac:grpSpMkLst>
        </pc:grpChg>
        <pc:grpChg chg="mod">
          <ac:chgData name="Margarit Meroyan" userId="630a6349-7c61-463e-804c-816773a1019c" providerId="ADAL" clId="{DFBBA0B5-AEAF-4711-87D4-DD3445DAE351}" dt="2023-12-27T10:21:41.346" v="89" actId="1076"/>
          <ac:grpSpMkLst>
            <pc:docMk/>
            <pc:sldMk cId="0" sldId="408"/>
            <ac:grpSpMk id="112678" creationId="{C04D2D9A-9212-235A-FB25-B8395B4202CC}"/>
          </ac:grpSpMkLst>
        </pc:grpChg>
        <pc:grpChg chg="mod">
          <ac:chgData name="Margarit Meroyan" userId="630a6349-7c61-463e-804c-816773a1019c" providerId="ADAL" clId="{DFBBA0B5-AEAF-4711-87D4-DD3445DAE351}" dt="2023-12-27T10:21:41.346" v="89" actId="1076"/>
          <ac:grpSpMkLst>
            <pc:docMk/>
            <pc:sldMk cId="0" sldId="408"/>
            <ac:grpSpMk id="112679" creationId="{228F05B8-92AB-F7E9-1504-C0CD55C487F7}"/>
          </ac:grpSpMkLst>
        </pc:grpChg>
        <pc:grpChg chg="mod">
          <ac:chgData name="Margarit Meroyan" userId="630a6349-7c61-463e-804c-816773a1019c" providerId="ADAL" clId="{DFBBA0B5-AEAF-4711-87D4-DD3445DAE351}" dt="2023-12-27T10:21:41.346" v="89" actId="1076"/>
          <ac:grpSpMkLst>
            <pc:docMk/>
            <pc:sldMk cId="0" sldId="408"/>
            <ac:grpSpMk id="112693" creationId="{8B2E0B58-A777-E171-304F-E87033262C0C}"/>
          </ac:grpSpMkLst>
        </pc:grpChg>
        <pc:grpChg chg="mod">
          <ac:chgData name="Margarit Meroyan" userId="630a6349-7c61-463e-804c-816773a1019c" providerId="ADAL" clId="{DFBBA0B5-AEAF-4711-87D4-DD3445DAE351}" dt="2023-12-27T10:21:41.346" v="89" actId="1076"/>
          <ac:grpSpMkLst>
            <pc:docMk/>
            <pc:sldMk cId="0" sldId="408"/>
            <ac:grpSpMk id="112694" creationId="{4DFCC588-530D-8C77-BFD5-5FD5B9262ED2}"/>
          </ac:grpSpMkLst>
        </pc:grpChg>
        <pc:grpChg chg="mod">
          <ac:chgData name="Margarit Meroyan" userId="630a6349-7c61-463e-804c-816773a1019c" providerId="ADAL" clId="{DFBBA0B5-AEAF-4711-87D4-DD3445DAE351}" dt="2023-12-27T10:21:41.346" v="89" actId="1076"/>
          <ac:grpSpMkLst>
            <pc:docMk/>
            <pc:sldMk cId="0" sldId="408"/>
            <ac:grpSpMk id="112695" creationId="{AE63B30D-72F9-7207-B7C4-44B175AFAABD}"/>
          </ac:grpSpMkLst>
        </pc:grpChg>
      </pc:sldChg>
      <pc:sldChg chg="modSp mod">
        <pc:chgData name="Margarit Meroyan" userId="630a6349-7c61-463e-804c-816773a1019c" providerId="ADAL" clId="{DFBBA0B5-AEAF-4711-87D4-DD3445DAE351}" dt="2023-12-27T10:22:37.231" v="109" actId="5793"/>
        <pc:sldMkLst>
          <pc:docMk/>
          <pc:sldMk cId="0" sldId="414"/>
        </pc:sldMkLst>
        <pc:spChg chg="mod">
          <ac:chgData name="Margarit Meroyan" userId="630a6349-7c61-463e-804c-816773a1019c" providerId="ADAL" clId="{DFBBA0B5-AEAF-4711-87D4-DD3445DAE351}" dt="2023-12-27T10:22:37.231" v="109" actId="5793"/>
          <ac:spMkLst>
            <pc:docMk/>
            <pc:sldMk cId="0" sldId="414"/>
            <ac:spMk id="118787" creationId="{C83930E0-7820-1EA4-12F6-3D69539A3306}"/>
          </ac:spMkLst>
        </pc:spChg>
      </pc:sldChg>
      <pc:sldChg chg="modSp mod">
        <pc:chgData name="Margarit Meroyan" userId="630a6349-7c61-463e-804c-816773a1019c" providerId="ADAL" clId="{DFBBA0B5-AEAF-4711-87D4-DD3445DAE351}" dt="2023-12-27T10:22:25.514" v="99" actId="5793"/>
        <pc:sldMkLst>
          <pc:docMk/>
          <pc:sldMk cId="0" sldId="479"/>
        </pc:sldMkLst>
        <pc:spChg chg="mod">
          <ac:chgData name="Margarit Meroyan" userId="630a6349-7c61-463e-804c-816773a1019c" providerId="ADAL" clId="{DFBBA0B5-AEAF-4711-87D4-DD3445DAE351}" dt="2023-12-27T10:22:25.514" v="99" actId="5793"/>
          <ac:spMkLst>
            <pc:docMk/>
            <pc:sldMk cId="0" sldId="479"/>
            <ac:spMk id="3" creationId="{2583A2A9-F62A-2C6E-3A8E-577D67829AAC}"/>
          </ac:spMkLst>
        </pc:spChg>
      </pc:sldChg>
      <pc:sldChg chg="modSp mod">
        <pc:chgData name="Margarit Meroyan" userId="630a6349-7c61-463e-804c-816773a1019c" providerId="ADAL" clId="{DFBBA0B5-AEAF-4711-87D4-DD3445DAE351}" dt="2023-12-27T10:22:50.880" v="113" actId="5793"/>
        <pc:sldMkLst>
          <pc:docMk/>
          <pc:sldMk cId="0" sldId="480"/>
        </pc:sldMkLst>
        <pc:spChg chg="mod">
          <ac:chgData name="Margarit Meroyan" userId="630a6349-7c61-463e-804c-816773a1019c" providerId="ADAL" clId="{DFBBA0B5-AEAF-4711-87D4-DD3445DAE351}" dt="2023-12-27T10:22:50.880" v="113" actId="5793"/>
          <ac:spMkLst>
            <pc:docMk/>
            <pc:sldMk cId="0" sldId="480"/>
            <ac:spMk id="3" creationId="{68E6D909-9285-6BE7-A22E-6B24CBC176BC}"/>
          </ac:spMkLst>
        </pc:spChg>
      </pc:sldChg>
      <pc:sldChg chg="modSp mod">
        <pc:chgData name="Margarit Meroyan" userId="630a6349-7c61-463e-804c-816773a1019c" providerId="ADAL" clId="{DFBBA0B5-AEAF-4711-87D4-DD3445DAE351}" dt="2023-12-27T10:20:10.288" v="76" actId="5793"/>
        <pc:sldMkLst>
          <pc:docMk/>
          <pc:sldMk cId="0" sldId="506"/>
        </pc:sldMkLst>
        <pc:spChg chg="mod">
          <ac:chgData name="Margarit Meroyan" userId="630a6349-7c61-463e-804c-816773a1019c" providerId="ADAL" clId="{DFBBA0B5-AEAF-4711-87D4-DD3445DAE351}" dt="2023-12-27T10:20:10.288" v="76" actId="5793"/>
          <ac:spMkLst>
            <pc:docMk/>
            <pc:sldMk cId="0" sldId="506"/>
            <ac:spMk id="50179" creationId="{0DB654A3-061D-C561-C499-6396BD060B16}"/>
          </ac:spMkLst>
        </pc:spChg>
      </pc:sldChg>
      <pc:sldChg chg="delSp mod">
        <pc:chgData name="Margarit Meroyan" userId="630a6349-7c61-463e-804c-816773a1019c" providerId="ADAL" clId="{DFBBA0B5-AEAF-4711-87D4-DD3445DAE351}" dt="2023-12-27T10:17:03.899" v="1" actId="478"/>
        <pc:sldMkLst>
          <pc:docMk/>
          <pc:sldMk cId="0" sldId="536"/>
        </pc:sldMkLst>
        <pc:spChg chg="del">
          <ac:chgData name="Margarit Meroyan" userId="630a6349-7c61-463e-804c-816773a1019c" providerId="ADAL" clId="{DFBBA0B5-AEAF-4711-87D4-DD3445DAE351}" dt="2023-12-27T10:17:03.899" v="1" actId="478"/>
          <ac:spMkLst>
            <pc:docMk/>
            <pc:sldMk cId="0" sldId="536"/>
            <ac:spMk id="2" creationId="{C308CF19-6630-C492-B724-302243C015A0}"/>
          </ac:spMkLst>
        </pc:spChg>
      </pc:sldChg>
      <pc:sldChg chg="modSp mod">
        <pc:chgData name="Margarit Meroyan" userId="630a6349-7c61-463e-804c-816773a1019c" providerId="ADAL" clId="{DFBBA0B5-AEAF-4711-87D4-DD3445DAE351}" dt="2023-12-27T10:21:14.429" v="78" actId="207"/>
        <pc:sldMkLst>
          <pc:docMk/>
          <pc:sldMk cId="0" sldId="548"/>
        </pc:sldMkLst>
        <pc:spChg chg="mod">
          <ac:chgData name="Margarit Meroyan" userId="630a6349-7c61-463e-804c-816773a1019c" providerId="ADAL" clId="{DFBBA0B5-AEAF-4711-87D4-DD3445DAE351}" dt="2023-12-27T10:21:14.429" v="78" actId="207"/>
          <ac:spMkLst>
            <pc:docMk/>
            <pc:sldMk cId="0" sldId="548"/>
            <ac:spMk id="1043" creationId="{818D6FBE-CB10-46CB-8E7A-599B540E4264}"/>
          </ac:spMkLst>
        </pc:spChg>
      </pc:sldChg>
      <pc:sldChg chg="del">
        <pc:chgData name="Margarit Meroyan" userId="630a6349-7c61-463e-804c-816773a1019c" providerId="ADAL" clId="{DFBBA0B5-AEAF-4711-87D4-DD3445DAE351}" dt="2023-12-27T10:14:47.134" v="0" actId="47"/>
        <pc:sldMkLst>
          <pc:docMk/>
          <pc:sldMk cId="0" sldId="611"/>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99EBCFA-0CE2-4A89-8946-0F5E3E710EF2}"/>
              </a:ext>
            </a:extLst>
          </p:cNvPr>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a:p>
        </p:txBody>
      </p:sp>
      <p:sp>
        <p:nvSpPr>
          <p:cNvPr id="3" name="Date Placeholder 2">
            <a:extLst>
              <a:ext uri="{FF2B5EF4-FFF2-40B4-BE49-F238E27FC236}">
                <a16:creationId xmlns:a16="http://schemas.microsoft.com/office/drawing/2014/main" id="{502777A9-7004-4E6A-A966-7A45A8D16AA2}"/>
              </a:ext>
            </a:extLst>
          </p:cNvPr>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31B2B96-935C-4E33-8AB6-12B49957FB30}" type="datetimeFigureOut">
              <a:rPr lang="en-US"/>
              <a:t>12/27/2023</a:t>
            </a:fld>
            <a:endParaRPr/>
          </a:p>
        </p:txBody>
      </p:sp>
      <p:sp>
        <p:nvSpPr>
          <p:cNvPr id="4" name="Footer Placeholder 3">
            <a:extLst>
              <a:ext uri="{FF2B5EF4-FFF2-40B4-BE49-F238E27FC236}">
                <a16:creationId xmlns:a16="http://schemas.microsoft.com/office/drawing/2014/main" id="{B4243AFB-A93F-41E6-B3FD-EE51F24745B5}"/>
              </a:ext>
            </a:extLst>
          </p:cNvPr>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a:p>
        </p:txBody>
      </p:sp>
      <p:sp>
        <p:nvSpPr>
          <p:cNvPr id="5" name="Slide Number Placeholder 4">
            <a:extLst>
              <a:ext uri="{FF2B5EF4-FFF2-40B4-BE49-F238E27FC236}">
                <a16:creationId xmlns:a16="http://schemas.microsoft.com/office/drawing/2014/main" id="{5244E995-49EF-4046-B58E-C57E1A05DC7C}"/>
              </a:ext>
            </a:extLst>
          </p:cNvPr>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28D03C2E-0CD0-4868-B096-48302A79D453}" type="slidenum">
              <a:rPr/>
              <a:t>‹#›</a:t>
            </a:fld>
            <a:endParaRPr/>
          </a:p>
        </p:txBody>
      </p:sp>
    </p:spTree>
    <p:extLst>
      <p:ext uri="{BB962C8B-B14F-4D97-AF65-F5344CB8AC3E}">
        <p14:creationId xmlns:p14="http://schemas.microsoft.com/office/powerpoint/2010/main" val="3132870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279400" y="327025"/>
            <a:ext cx="6742113" cy="3792538"/>
          </a:xfrm>
          <a:prstGeom prst="rect">
            <a:avLst/>
          </a:prstGeom>
          <a:noFill/>
          <a:ln w="12700">
            <a:solidFill>
              <a:prstClr val="black"/>
            </a:solidFill>
          </a:ln>
        </p:spPr>
        <p:txBody>
          <a:bodyPr vert="horz" lIns="96661" tIns="48331" rIns="96661" bIns="48331" rtlCol="0" anchor="ctr"/>
          <a:lstStyle/>
          <a:p>
            <a:endParaRPr/>
          </a:p>
        </p:txBody>
      </p:sp>
      <p:sp>
        <p:nvSpPr>
          <p:cNvPr id="5" name="Notes Placeholder 4"/>
          <p:cNvSpPr>
            <a:spLocks noGrp="1"/>
          </p:cNvSpPr>
          <p:nvPr>
            <p:ph type="body" sz="quarter" idx="3"/>
          </p:nvPr>
        </p:nvSpPr>
        <p:spPr>
          <a:xfrm>
            <a:off x="225715" y="4315177"/>
            <a:ext cx="6846999" cy="466618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0"/>
            <a:endParaRPr lang="en-US"/>
          </a:p>
          <a:p>
            <a:pPr lvl="0"/>
            <a:endParaRPr lang="en-US"/>
          </a:p>
          <a:p>
            <a:pPr lvl="0"/>
            <a:endParaRPr lang="en-US"/>
          </a:p>
        </p:txBody>
      </p:sp>
      <p:sp>
        <p:nvSpPr>
          <p:cNvPr id="8" name="notes_unit_title">
            <a:extLst>
              <a:ext uri="{FF2B5EF4-FFF2-40B4-BE49-F238E27FC236}">
                <a16:creationId xmlns:a16="http://schemas.microsoft.com/office/drawing/2014/main" id="{BF1565B2-EFDA-4D78-9A32-3760AD7AF946}"/>
              </a:ext>
            </a:extLst>
          </p:cNvPr>
          <p:cNvSpPr>
            <a:spLocks noChangeArrowheads="1"/>
          </p:cNvSpPr>
          <p:nvPr/>
        </p:nvSpPr>
        <p:spPr bwMode="gray">
          <a:xfrm>
            <a:off x="293285" y="9140343"/>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Unit title</a:t>
            </a:r>
          </a:p>
        </p:txBody>
      </p:sp>
      <p:sp>
        <p:nvSpPr>
          <p:cNvPr id="9" name="notes_workshop_title">
            <a:extLst>
              <a:ext uri="{FF2B5EF4-FFF2-40B4-BE49-F238E27FC236}">
                <a16:creationId xmlns:a16="http://schemas.microsoft.com/office/drawing/2014/main" id="{2A452E3B-38D4-40AE-A9FD-30C3D81F3CDC}"/>
              </a:ext>
            </a:extLst>
          </p:cNvPr>
          <p:cNvSpPr>
            <a:spLocks noChangeArrowheads="1"/>
          </p:cNvSpPr>
          <p:nvPr/>
        </p:nvSpPr>
        <p:spPr bwMode="gray">
          <a:xfrm>
            <a:off x="293285" y="9265158"/>
            <a:ext cx="2721978" cy="123111"/>
          </a:xfrm>
          <a:prstGeom prst="rect">
            <a:avLst/>
          </a:prstGeom>
          <a:noFill/>
          <a:ln w="9525">
            <a:noFill/>
            <a:miter lim="800000"/>
            <a:headEnd/>
            <a:tailEnd/>
          </a:ln>
          <a:effectLst/>
        </p:spPr>
        <p:txBody>
          <a:bodyPr lIns="0" tIns="0" rIns="0" bIns="0">
            <a:spAutoFit/>
          </a:bodyPr>
          <a:lstStyle/>
          <a:p>
            <a:pPr defTabSz="1080254" eaLnBrk="0" hangingPunct="0">
              <a:defRPr/>
            </a:pPr>
            <a:r>
              <a:rPr lang="en-US" sz="800">
                <a:latin typeface="Arial" charset="0"/>
              </a:rPr>
              <a:t>Workshop title</a:t>
            </a:r>
          </a:p>
        </p:txBody>
      </p:sp>
      <p:sp>
        <p:nvSpPr>
          <p:cNvPr id="10" name="notes_unit_page_number">
            <a:extLst>
              <a:ext uri="{FF2B5EF4-FFF2-40B4-BE49-F238E27FC236}">
                <a16:creationId xmlns:a16="http://schemas.microsoft.com/office/drawing/2014/main" id="{036567A9-5248-4D6A-8C65-ED5DE88488E4}"/>
              </a:ext>
            </a:extLst>
          </p:cNvPr>
          <p:cNvSpPr>
            <a:spLocks noChangeArrowheads="1"/>
          </p:cNvSpPr>
          <p:nvPr/>
        </p:nvSpPr>
        <p:spPr bwMode="gray">
          <a:xfrm>
            <a:off x="6480274" y="9140342"/>
            <a:ext cx="592441" cy="138499"/>
          </a:xfrm>
          <a:prstGeom prst="rect">
            <a:avLst/>
          </a:prstGeom>
          <a:noFill/>
          <a:ln w="9525">
            <a:noFill/>
            <a:miter lim="800000"/>
            <a:headEnd/>
            <a:tailEnd/>
          </a:ln>
          <a:effectLst/>
        </p:spPr>
        <p:txBody>
          <a:bodyPr lIns="0" tIns="0" rIns="0" bIns="0">
            <a:spAutoFit/>
          </a:bodyPr>
          <a:lstStyle/>
          <a:p>
            <a:pPr algn="r" defTabSz="1060742" eaLnBrk="0" hangingPunct="0">
              <a:lnSpc>
                <a:spcPct val="90000"/>
              </a:lnSpc>
              <a:defRPr/>
            </a:pPr>
            <a:r>
              <a:rPr lang="en-US" sz="1000" b="1">
                <a:latin typeface="Arial" charset="0"/>
              </a:rPr>
              <a:t>1-</a:t>
            </a:r>
            <a:fld id="{13D6D896-D121-42C7-B389-8F9FEF1461E0}" type="slidenum">
              <a:rPr lang="en-US" sz="1000" b="1" smtClean="0">
                <a:latin typeface="Arial" charset="0"/>
              </a:rPr>
              <a:t>‹#›</a:t>
            </a:fld>
            <a:endParaRPr lang="en-US" sz="1000" b="1">
              <a:latin typeface="Arial" charset="0"/>
            </a:endParaRPr>
          </a:p>
        </p:txBody>
      </p:sp>
      <p:sp>
        <p:nvSpPr>
          <p:cNvPr id="11" name="Line 11">
            <a:extLst>
              <a:ext uri="{FF2B5EF4-FFF2-40B4-BE49-F238E27FC236}">
                <a16:creationId xmlns:a16="http://schemas.microsoft.com/office/drawing/2014/main" id="{77C40210-7C96-4CF9-9F94-A59F3234DF97}"/>
              </a:ext>
            </a:extLst>
          </p:cNvPr>
          <p:cNvSpPr>
            <a:spLocks noChangeShapeType="1"/>
          </p:cNvSpPr>
          <p:nvPr/>
        </p:nvSpPr>
        <p:spPr bwMode="gray">
          <a:xfrm>
            <a:off x="246097" y="9101938"/>
            <a:ext cx="6826618" cy="0"/>
          </a:xfrm>
          <a:prstGeom prst="line">
            <a:avLst/>
          </a:prstGeom>
          <a:noFill/>
          <a:ln w="19050">
            <a:solidFill>
              <a:schemeClr val="bg1">
                <a:lumMod val="75000"/>
              </a:schemeClr>
            </a:solidFill>
            <a:round/>
            <a:headEnd/>
            <a:tailEnd/>
          </a:ln>
          <a:effectLst/>
        </p:spPr>
        <p:txBody>
          <a:bodyPr lIns="102172" tIns="51086" rIns="102172" bIns="51086"/>
          <a:lstStyle/>
          <a:p>
            <a:pPr>
              <a:defRPr/>
            </a:pPr>
            <a:endParaRPr lang="en-US"/>
          </a:p>
        </p:txBody>
      </p:sp>
      <p:sp>
        <p:nvSpPr>
          <p:cNvPr id="12" name="copyright">
            <a:extLst>
              <a:ext uri="{FF2B5EF4-FFF2-40B4-BE49-F238E27FC236}">
                <a16:creationId xmlns:a16="http://schemas.microsoft.com/office/drawing/2014/main" id="{000BB72C-3C16-4EE4-8D76-4BE725F6A697}"/>
              </a:ext>
            </a:extLst>
          </p:cNvPr>
          <p:cNvSpPr txBox="1">
            <a:spLocks noChangeArrowheads="1"/>
          </p:cNvSpPr>
          <p:nvPr/>
        </p:nvSpPr>
        <p:spPr bwMode="auto">
          <a:xfrm>
            <a:off x="2729576" y="9140343"/>
            <a:ext cx="2232097" cy="123111"/>
          </a:xfrm>
          <a:prstGeom prst="rect">
            <a:avLst/>
          </a:prstGeom>
          <a:noFill/>
          <a:ln w="28575">
            <a:noFill/>
            <a:miter lim="800000"/>
            <a:headEnd/>
            <a:tailEnd/>
          </a:ln>
          <a:effectLst/>
        </p:spPr>
        <p:txBody>
          <a:bodyPr wrap="square" lIns="0" tIns="0" rIns="0" bIns="0">
            <a:spAutoFit/>
          </a:bodyPr>
          <a:lstStyle/>
          <a:p>
            <a:pPr algn="ctr" eaLnBrk="0" hangingPunct="0">
              <a:spcBef>
                <a:spcPct val="50000"/>
              </a:spcBef>
              <a:defRPr/>
            </a:pPr>
            <a:r>
              <a:rPr lang="en-US" sz="800" kern="1200">
                <a:solidFill>
                  <a:schemeClr val="tx1"/>
                </a:solidFill>
                <a:effectLst/>
                <a:latin typeface="Arial" pitchFamily="34" charset="0"/>
                <a:ea typeface="+mn-ea"/>
                <a:cs typeface="Arial" pitchFamily="34" charset="0"/>
              </a:rPr>
              <a:t>©2023 Synopsys, Inc. All Rights Reserved.</a:t>
            </a:r>
            <a:endParaRPr lang="en-US" sz="800" b="1">
              <a:latin typeface="Arial" pitchFamily="34" charset="0"/>
              <a:cs typeface="Arial" pitchFamily="34" charset="0"/>
            </a:endParaRPr>
          </a:p>
        </p:txBody>
      </p:sp>
    </p:spTree>
    <p:extLst>
      <p:ext uri="{BB962C8B-B14F-4D97-AF65-F5344CB8AC3E}">
        <p14:creationId xmlns:p14="http://schemas.microsoft.com/office/powerpoint/2010/main" val="2406359760"/>
      </p:ext>
    </p:extLst>
  </p:cSld>
  <p:clrMap bg1="lt1" tx1="dk1" bg2="lt2" tx2="dk2" accent1="accent1" accent2="accent2" accent3="accent3" accent4="accent4" accent5="accent5" accent6="accent6" hlink="hlink" folHlink="folHlink"/>
  <p:notesStyle>
    <a:lvl1pPr marL="0" algn="l" defTabSz="914400" rtl="0" eaLnBrk="1" latinLnBrk="0" hangingPunct="1">
      <a:defRPr sz="1000" kern="1200">
        <a:solidFill>
          <a:schemeClr val="tx1"/>
        </a:solidFill>
        <a:latin typeface="+mn-lt"/>
        <a:ea typeface="+mn-ea"/>
        <a:cs typeface="+mn-cs"/>
      </a:defRPr>
    </a:lvl1pPr>
    <a:lvl2pPr marL="182880" algn="l" defTabSz="914400" rtl="0" eaLnBrk="1" latinLnBrk="0" hangingPunct="1">
      <a:defRPr sz="1000" kern="1200">
        <a:solidFill>
          <a:schemeClr val="tx1"/>
        </a:solidFill>
        <a:latin typeface="+mn-lt"/>
        <a:ea typeface="+mn-ea"/>
        <a:cs typeface="+mn-cs"/>
      </a:defRPr>
    </a:lvl2pPr>
    <a:lvl3pPr marL="365760" algn="l" defTabSz="914400" rtl="0" eaLnBrk="1" latinLnBrk="0" hangingPunct="1">
      <a:defRPr sz="1000" kern="1200">
        <a:solidFill>
          <a:schemeClr val="tx1"/>
        </a:solidFill>
        <a:latin typeface="+mn-lt"/>
        <a:ea typeface="+mn-ea"/>
        <a:cs typeface="+mn-cs"/>
      </a:defRPr>
    </a:lvl3pPr>
    <a:lvl4pPr marL="548640" algn="l" defTabSz="914400" rtl="0" eaLnBrk="1" latinLnBrk="0" hangingPunct="1">
      <a:defRPr sz="1000" kern="1200">
        <a:solidFill>
          <a:schemeClr val="tx1"/>
        </a:solidFill>
        <a:latin typeface="+mn-lt"/>
        <a:ea typeface="+mn-ea"/>
        <a:cs typeface="+mn-cs"/>
      </a:defRPr>
    </a:lvl4pPr>
    <a:lvl5pPr marL="731520" algn="l" defTabSz="914400" rtl="0" eaLnBrk="1" latinLnBrk="0" hangingPunct="1">
      <a:defRPr sz="10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79400" y="327025"/>
            <a:ext cx="6742113" cy="3792538"/>
          </a:xfrm>
        </p:spPr>
      </p:sp>
      <p:sp>
        <p:nvSpPr>
          <p:cNvPr id="3" name="Notes Placeholder 2"/>
          <p:cNvSpPr>
            <a:spLocks noGrp="1"/>
          </p:cNvSpPr>
          <p:nvPr>
            <p:ph type="body" idx="1"/>
          </p:nvPr>
        </p:nvSpPr>
        <p:spPr>
          <a:xfrm>
            <a:off x="225715" y="4315177"/>
            <a:ext cx="6846999" cy="4666183"/>
          </a:xfrm>
        </p:spPr>
        <p:txBody>
          <a:bodyPr/>
          <a:lstStyle/>
          <a:p>
            <a:endParaRPr lang="en-US"/>
          </a:p>
        </p:txBody>
      </p:sp>
    </p:spTree>
    <p:extLst>
      <p:ext uri="{BB962C8B-B14F-4D97-AF65-F5344CB8AC3E}">
        <p14:creationId xmlns:p14="http://schemas.microsoft.com/office/powerpoint/2010/main" val="21951901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9DAA041E-1D52-BF5C-FDB6-18220C64C952}"/>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8B83D5CD-630C-1654-5E08-40F0613B3466}"/>
              </a:ext>
            </a:extLst>
          </p:cNvPr>
          <p:cNvSpPr>
            <a:spLocks noGrp="1" noChangeArrowheads="1"/>
          </p:cNvSpPr>
          <p:nvPr>
            <p:ph type="body" idx="1"/>
          </p:nvPr>
        </p:nvSpPr>
        <p:spPr>
          <a:xfrm>
            <a:off x="947738" y="4306888"/>
            <a:ext cx="5106987" cy="41687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ru-RU" altLang="en-US">
              <a:latin typeface="Times New Roman" panose="02020603050405020304" pitchFamily="18" charset="0"/>
            </a:endParaRPr>
          </a:p>
        </p:txBody>
      </p:sp>
      <p:sp>
        <p:nvSpPr>
          <p:cNvPr id="9220" name="Slide Number Placeholder 3">
            <a:extLst>
              <a:ext uri="{FF2B5EF4-FFF2-40B4-BE49-F238E27FC236}">
                <a16:creationId xmlns:a16="http://schemas.microsoft.com/office/drawing/2014/main" id="{5288A296-D3E5-C921-2883-126142193E50}"/>
              </a:ext>
            </a:extLst>
          </p:cNvPr>
          <p:cNvSpPr txBox="1">
            <a:spLocks noGrp="1" noChangeArrowheads="1"/>
          </p:cNvSpPr>
          <p:nvPr/>
        </p:nvSpPr>
        <p:spPr bwMode="auto">
          <a:xfrm>
            <a:off x="3948113" y="8801100"/>
            <a:ext cx="3017837"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743" tIns="46371" rIns="92743" bIns="46371" anchor="b"/>
          <a:lstStyle>
            <a:lvl1pPr defTabSz="927100">
              <a:defRPr sz="2400" b="1">
                <a:solidFill>
                  <a:schemeClr val="tx1"/>
                </a:solidFill>
                <a:latin typeface="Arial" panose="020B0604020202020204" pitchFamily="34" charset="0"/>
                <a:cs typeface="Arial" panose="020B0604020202020204" pitchFamily="34" charset="0"/>
              </a:defRPr>
            </a:lvl1pPr>
            <a:lvl2pPr marL="742950" indent="-285750" defTabSz="927100">
              <a:defRPr sz="2400" b="1">
                <a:solidFill>
                  <a:schemeClr val="tx1"/>
                </a:solidFill>
                <a:latin typeface="Arial" panose="020B0604020202020204" pitchFamily="34" charset="0"/>
                <a:cs typeface="Arial" panose="020B0604020202020204" pitchFamily="34" charset="0"/>
              </a:defRPr>
            </a:lvl2pPr>
            <a:lvl3pPr marL="1143000" indent="-228600" defTabSz="927100">
              <a:defRPr sz="2400" b="1">
                <a:solidFill>
                  <a:schemeClr val="tx1"/>
                </a:solidFill>
                <a:latin typeface="Arial" panose="020B0604020202020204" pitchFamily="34" charset="0"/>
                <a:cs typeface="Arial" panose="020B0604020202020204" pitchFamily="34" charset="0"/>
              </a:defRPr>
            </a:lvl3pPr>
            <a:lvl4pPr marL="1600200" indent="-228600" defTabSz="927100">
              <a:defRPr sz="2400" b="1">
                <a:solidFill>
                  <a:schemeClr val="tx1"/>
                </a:solidFill>
                <a:latin typeface="Arial" panose="020B0604020202020204" pitchFamily="34" charset="0"/>
                <a:cs typeface="Arial" panose="020B0604020202020204" pitchFamily="34" charset="0"/>
              </a:defRPr>
            </a:lvl4pPr>
            <a:lvl5pPr marL="2057400" indent="-228600" defTabSz="927100">
              <a:defRPr sz="2400" b="1">
                <a:solidFill>
                  <a:schemeClr val="tx1"/>
                </a:solidFill>
                <a:latin typeface="Arial" panose="020B0604020202020204" pitchFamily="34" charset="0"/>
                <a:cs typeface="Arial" panose="020B0604020202020204" pitchFamily="34" charset="0"/>
              </a:defRPr>
            </a:lvl5pPr>
            <a:lvl6pPr marL="25146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6pPr>
            <a:lvl7pPr marL="29718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7pPr>
            <a:lvl8pPr marL="34290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8pPr>
            <a:lvl9pPr marL="3886200" indent="-228600" defTabSz="927100" eaLnBrk="0" fontAlgn="base" hangingPunct="0">
              <a:spcBef>
                <a:spcPct val="0"/>
              </a:spcBef>
              <a:spcAft>
                <a:spcPct val="0"/>
              </a:spcAft>
              <a:defRPr sz="2400" b="1">
                <a:solidFill>
                  <a:schemeClr val="tx1"/>
                </a:solidFill>
                <a:latin typeface="Arial" panose="020B0604020202020204" pitchFamily="34" charset="0"/>
                <a:cs typeface="Arial" panose="020B0604020202020204" pitchFamily="34" charset="0"/>
              </a:defRPr>
            </a:lvl9pPr>
          </a:lstStyle>
          <a:p>
            <a:pPr algn="r" eaLnBrk="1" hangingPunct="1"/>
            <a:fld id="{86EA1A44-60BD-4A42-A058-CD52E570853A}" type="slidenum">
              <a:rPr lang="en-US" altLang="en-US" sz="1200" b="0"/>
              <a:pPr algn="r" eaLnBrk="1" hangingPunct="1"/>
              <a:t>2</a:t>
            </a:fld>
            <a:endParaRPr lang="en-US" altLang="en-US" sz="1200" b="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D925E2A5-3105-64AE-047D-704D0C10467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fld id="{AFF5EAB8-2EFB-4E01-A004-31ACCE84F937}" type="slidenum">
              <a:rPr lang="en-US" altLang="en-US" sz="1000"/>
              <a:pPr/>
              <a:t>76</a:t>
            </a:fld>
            <a:endParaRPr lang="en-US" altLang="en-US" sz="1000"/>
          </a:p>
        </p:txBody>
      </p:sp>
      <p:sp>
        <p:nvSpPr>
          <p:cNvPr id="87043" name="Rectangle 2">
            <a:extLst>
              <a:ext uri="{FF2B5EF4-FFF2-40B4-BE49-F238E27FC236}">
                <a16:creationId xmlns:a16="http://schemas.microsoft.com/office/drawing/2014/main" id="{75A87469-6F32-D631-3DC5-61482D382D30}"/>
              </a:ext>
            </a:extLst>
          </p:cNvPr>
          <p:cNvSpPr>
            <a:spLocks noGrp="1" noRot="1" noChangeAspect="1" noChangeArrowheads="1" noTextEdit="1"/>
          </p:cNvSpPr>
          <p:nvPr>
            <p:ph type="sldImg"/>
          </p:nvPr>
        </p:nvSpPr>
        <p:spPr>
          <a:xfrm>
            <a:off x="393700" y="692150"/>
            <a:ext cx="6070600" cy="3416300"/>
          </a:xfrm>
          <a:ln/>
        </p:spPr>
      </p:sp>
      <p:sp>
        <p:nvSpPr>
          <p:cNvPr id="87044" name="Rectangle 3">
            <a:extLst>
              <a:ext uri="{FF2B5EF4-FFF2-40B4-BE49-F238E27FC236}">
                <a16:creationId xmlns:a16="http://schemas.microsoft.com/office/drawing/2014/main" id="{4F28D134-444D-1691-82DC-EC57E3E1828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a:extLst>
              <a:ext uri="{FF2B5EF4-FFF2-40B4-BE49-F238E27FC236}">
                <a16:creationId xmlns:a16="http://schemas.microsoft.com/office/drawing/2014/main" id="{04EA6303-9281-93CB-12C8-24FBF6E4F8F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r" eaLnBrk="1" hangingPunct="1"/>
            <a:fld id="{9D6A67E7-BF4C-4FDD-B8E1-8CDA5B9F352C}" type="slidenum">
              <a:rPr lang="en-US" altLang="en-US" sz="1200"/>
              <a:pPr algn="r" eaLnBrk="1" hangingPunct="1"/>
              <a:t>111</a:t>
            </a:fld>
            <a:endParaRPr lang="en-US" altLang="en-US" sz="1200"/>
          </a:p>
        </p:txBody>
      </p:sp>
      <p:sp>
        <p:nvSpPr>
          <p:cNvPr id="123907" name="Rectangle 2">
            <a:extLst>
              <a:ext uri="{FF2B5EF4-FFF2-40B4-BE49-F238E27FC236}">
                <a16:creationId xmlns:a16="http://schemas.microsoft.com/office/drawing/2014/main" id="{4E3E7C35-9387-D381-9255-EA17923E9650}"/>
              </a:ext>
            </a:extLst>
          </p:cNvPr>
          <p:cNvSpPr>
            <a:spLocks noGrp="1" noRot="1" noChangeAspect="1" noChangeArrowheads="1" noTextEdit="1"/>
          </p:cNvSpPr>
          <p:nvPr>
            <p:ph type="sldImg"/>
          </p:nvPr>
        </p:nvSpPr>
        <p:spPr>
          <a:xfrm>
            <a:off x="381000" y="685800"/>
            <a:ext cx="6096000" cy="3429000"/>
          </a:xfrm>
          <a:ln/>
        </p:spPr>
      </p:sp>
      <p:sp>
        <p:nvSpPr>
          <p:cNvPr id="123908" name="Rectangle 3">
            <a:extLst>
              <a:ext uri="{FF2B5EF4-FFF2-40B4-BE49-F238E27FC236}">
                <a16:creationId xmlns:a16="http://schemas.microsoft.com/office/drawing/2014/main" id="{75543E63-0E62-E2E4-C5FB-CE41C0141C4C}"/>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defTabSz="914400"/>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a:extLst>
              <a:ext uri="{FF2B5EF4-FFF2-40B4-BE49-F238E27FC236}">
                <a16:creationId xmlns:a16="http://schemas.microsoft.com/office/drawing/2014/main" id="{7318D5D9-E5AC-2E0C-8B13-151C5B476B00}"/>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r" eaLnBrk="1" hangingPunct="1"/>
            <a:fld id="{719C9222-6A31-4C0C-BDE6-E95F7E828BB1}" type="slidenum">
              <a:rPr lang="en-US" altLang="en-US" sz="1200"/>
              <a:pPr algn="r" eaLnBrk="1" hangingPunct="1"/>
              <a:t>112</a:t>
            </a:fld>
            <a:endParaRPr lang="en-US" altLang="en-US" sz="1200"/>
          </a:p>
        </p:txBody>
      </p:sp>
      <p:sp>
        <p:nvSpPr>
          <p:cNvPr id="125955" name="Rectangle 2">
            <a:extLst>
              <a:ext uri="{FF2B5EF4-FFF2-40B4-BE49-F238E27FC236}">
                <a16:creationId xmlns:a16="http://schemas.microsoft.com/office/drawing/2014/main" id="{A82B68A6-092B-0B97-0CE5-370A69EEDE9F}"/>
              </a:ext>
            </a:extLst>
          </p:cNvPr>
          <p:cNvSpPr>
            <a:spLocks noGrp="1" noRot="1" noChangeAspect="1" noChangeArrowheads="1" noTextEdit="1"/>
          </p:cNvSpPr>
          <p:nvPr>
            <p:ph type="sldImg"/>
          </p:nvPr>
        </p:nvSpPr>
        <p:spPr>
          <a:xfrm>
            <a:off x="381000" y="685800"/>
            <a:ext cx="6096000" cy="3429000"/>
          </a:xfrm>
          <a:ln/>
        </p:spPr>
      </p:sp>
      <p:sp>
        <p:nvSpPr>
          <p:cNvPr id="125956" name="Rectangle 3">
            <a:extLst>
              <a:ext uri="{FF2B5EF4-FFF2-40B4-BE49-F238E27FC236}">
                <a16:creationId xmlns:a16="http://schemas.microsoft.com/office/drawing/2014/main" id="{1FFB829A-F149-BA7E-3E50-0F3225EBB4CD}"/>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defTabSz="914400"/>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7">
            <a:extLst>
              <a:ext uri="{FF2B5EF4-FFF2-40B4-BE49-F238E27FC236}">
                <a16:creationId xmlns:a16="http://schemas.microsoft.com/office/drawing/2014/main" id="{768E578D-09BB-A5D4-AC27-C9C79A5985FE}"/>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r" eaLnBrk="1" hangingPunct="1"/>
            <a:fld id="{7ED117D1-2497-46A8-BED6-F0507DFD38C2}" type="slidenum">
              <a:rPr lang="en-US" altLang="en-US" sz="1200"/>
              <a:pPr algn="r" eaLnBrk="1" hangingPunct="1"/>
              <a:t>113</a:t>
            </a:fld>
            <a:endParaRPr lang="en-US" altLang="en-US" sz="1200"/>
          </a:p>
        </p:txBody>
      </p:sp>
      <p:sp>
        <p:nvSpPr>
          <p:cNvPr id="128003" name="Rectangle 2">
            <a:extLst>
              <a:ext uri="{FF2B5EF4-FFF2-40B4-BE49-F238E27FC236}">
                <a16:creationId xmlns:a16="http://schemas.microsoft.com/office/drawing/2014/main" id="{974A5315-9563-6F5C-6489-BED20C4C1DE6}"/>
              </a:ext>
            </a:extLst>
          </p:cNvPr>
          <p:cNvSpPr>
            <a:spLocks noGrp="1" noRot="1" noChangeAspect="1" noChangeArrowheads="1" noTextEdit="1"/>
          </p:cNvSpPr>
          <p:nvPr>
            <p:ph type="sldImg"/>
          </p:nvPr>
        </p:nvSpPr>
        <p:spPr>
          <a:xfrm>
            <a:off x="381000" y="685800"/>
            <a:ext cx="6096000" cy="3429000"/>
          </a:xfrm>
          <a:ln/>
        </p:spPr>
      </p:sp>
      <p:sp>
        <p:nvSpPr>
          <p:cNvPr id="128004" name="Rectangle 3">
            <a:extLst>
              <a:ext uri="{FF2B5EF4-FFF2-40B4-BE49-F238E27FC236}">
                <a16:creationId xmlns:a16="http://schemas.microsoft.com/office/drawing/2014/main" id="{D32559B6-2F19-CC74-1C5F-314CB53FC767}"/>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defTabSz="914400"/>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Slide Image Placeholder 1">
            <a:extLst>
              <a:ext uri="{FF2B5EF4-FFF2-40B4-BE49-F238E27FC236}">
                <a16:creationId xmlns:a16="http://schemas.microsoft.com/office/drawing/2014/main" id="{EC63711B-ACB6-FCBA-C68E-0EE9FE87E398}"/>
              </a:ext>
            </a:extLst>
          </p:cNvPr>
          <p:cNvSpPr>
            <a:spLocks noGrp="1" noRot="1" noChangeAspect="1" noChangeArrowheads="1" noTextEdit="1"/>
          </p:cNvSpPr>
          <p:nvPr>
            <p:ph type="sldImg"/>
          </p:nvPr>
        </p:nvSpPr>
        <p:spPr>
          <a:xfrm>
            <a:off x="393700" y="692150"/>
            <a:ext cx="6070600" cy="3416300"/>
          </a:xfrm>
          <a:ln/>
        </p:spPr>
      </p:sp>
      <p:sp>
        <p:nvSpPr>
          <p:cNvPr id="130051" name="Notes Placeholder 2">
            <a:extLst>
              <a:ext uri="{FF2B5EF4-FFF2-40B4-BE49-F238E27FC236}">
                <a16:creationId xmlns:a16="http://schemas.microsoft.com/office/drawing/2014/main" id="{78142396-5D19-9F28-6FEF-1534472667C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F4EE88-8F92-48B6-BE63-1EDE4AC791B0}"/>
              </a:ext>
            </a:extLst>
          </p:cNvPr>
          <p:cNvSpPr>
            <a:spLocks noGrp="1"/>
          </p:cNvSpPr>
          <p:nvPr>
            <p:ph type="sldNum" sz="quarter" idx="5"/>
          </p:nvPr>
        </p:nvSpPr>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fld id="{507AB2F8-101A-4EBA-879A-BB9D13ED10AC}" type="slidenum">
              <a:rPr lang="en-US" altLang="en-US" sz="1000"/>
              <a:pPr/>
              <a:t>114</a:t>
            </a:fld>
            <a:endParaRPr lang="en-US" altLang="en-US" sz="10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a:extLst>
              <a:ext uri="{FF2B5EF4-FFF2-40B4-BE49-F238E27FC236}">
                <a16:creationId xmlns:a16="http://schemas.microsoft.com/office/drawing/2014/main" id="{5DB7298F-8AC0-8C15-5E9B-96FE68235D8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r" eaLnBrk="1" hangingPunct="1"/>
            <a:fld id="{91CEF676-0BF6-4B8A-A858-4CADC4E8F21E}" type="slidenum">
              <a:rPr lang="en-US" altLang="en-US" sz="1200"/>
              <a:pPr algn="r" eaLnBrk="1" hangingPunct="1"/>
              <a:t>115</a:t>
            </a:fld>
            <a:endParaRPr lang="en-US" altLang="en-US" sz="1200"/>
          </a:p>
        </p:txBody>
      </p:sp>
      <p:sp>
        <p:nvSpPr>
          <p:cNvPr id="132099" name="Rectangle 2">
            <a:extLst>
              <a:ext uri="{FF2B5EF4-FFF2-40B4-BE49-F238E27FC236}">
                <a16:creationId xmlns:a16="http://schemas.microsoft.com/office/drawing/2014/main" id="{CA27A485-07C7-F3E2-758D-38C52087645F}"/>
              </a:ext>
            </a:extLst>
          </p:cNvPr>
          <p:cNvSpPr>
            <a:spLocks noGrp="1" noRot="1" noChangeAspect="1" noChangeArrowheads="1" noTextEdit="1"/>
          </p:cNvSpPr>
          <p:nvPr>
            <p:ph type="sldImg"/>
          </p:nvPr>
        </p:nvSpPr>
        <p:spPr>
          <a:xfrm>
            <a:off x="381000" y="685800"/>
            <a:ext cx="6096000" cy="3429000"/>
          </a:xfrm>
          <a:ln/>
        </p:spPr>
      </p:sp>
      <p:sp>
        <p:nvSpPr>
          <p:cNvPr id="132100" name="Rectangle 3">
            <a:extLst>
              <a:ext uri="{FF2B5EF4-FFF2-40B4-BE49-F238E27FC236}">
                <a16:creationId xmlns:a16="http://schemas.microsoft.com/office/drawing/2014/main" id="{44D8A9BC-975C-EE5E-B1DC-6DEA10F8F15B}"/>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defTabSz="914400"/>
            <a:endParaRPr lang="ru-RU" altLang="en-US">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a:extLst>
              <a:ext uri="{FF2B5EF4-FFF2-40B4-BE49-F238E27FC236}">
                <a16:creationId xmlns:a16="http://schemas.microsoft.com/office/drawing/2014/main" id="{3AD46D22-9A17-3DF6-E7A5-AA71321D30E9}"/>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r" eaLnBrk="1" hangingPunct="1"/>
            <a:fld id="{1733166F-87D1-4EEB-93A6-4ACDE25DFA3E}" type="slidenum">
              <a:rPr lang="en-US" altLang="en-US" sz="1200"/>
              <a:pPr algn="r" eaLnBrk="1" hangingPunct="1"/>
              <a:t>116</a:t>
            </a:fld>
            <a:endParaRPr lang="en-US" altLang="en-US" sz="1200"/>
          </a:p>
        </p:txBody>
      </p:sp>
      <p:sp>
        <p:nvSpPr>
          <p:cNvPr id="134147" name="Rectangle 2">
            <a:extLst>
              <a:ext uri="{FF2B5EF4-FFF2-40B4-BE49-F238E27FC236}">
                <a16:creationId xmlns:a16="http://schemas.microsoft.com/office/drawing/2014/main" id="{81ECC411-E63A-ECA2-C1A5-D43E20950B64}"/>
              </a:ext>
            </a:extLst>
          </p:cNvPr>
          <p:cNvSpPr>
            <a:spLocks noGrp="1" noRot="1" noChangeAspect="1" noChangeArrowheads="1" noTextEdit="1"/>
          </p:cNvSpPr>
          <p:nvPr>
            <p:ph type="sldImg"/>
          </p:nvPr>
        </p:nvSpPr>
        <p:spPr>
          <a:xfrm>
            <a:off x="381000" y="685800"/>
            <a:ext cx="6096000" cy="3429000"/>
          </a:xfrm>
          <a:ln/>
        </p:spPr>
      </p:sp>
      <p:sp>
        <p:nvSpPr>
          <p:cNvPr id="134148" name="Rectangle 3">
            <a:extLst>
              <a:ext uri="{FF2B5EF4-FFF2-40B4-BE49-F238E27FC236}">
                <a16:creationId xmlns:a16="http://schemas.microsoft.com/office/drawing/2014/main" id="{51C08002-9C97-DA3C-FC0F-173B82E73872}"/>
              </a:ext>
            </a:extLst>
          </p:cNvPr>
          <p:cNvSpPr>
            <a:spLocks noGrp="1"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lstStyle/>
          <a:p>
            <a:pPr defTabSz="914400"/>
            <a:endParaRPr lang="ru-RU" altLang="en-US">
              <a:latin typeface="Arial" panose="020B0604020202020204" pitchFamily="34" charset="0"/>
              <a:cs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5.svg"/><Relationship Id="rId3" Type="http://schemas.openxmlformats.org/officeDocument/2006/relationships/tags" Target="../tags/tag10.xml"/><Relationship Id="rId7" Type="http://schemas.openxmlformats.org/officeDocument/2006/relationships/image" Target="../media/image4.png"/><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4.xml"/><Relationship Id="rId4" Type="http://schemas.openxmlformats.org/officeDocument/2006/relationships/image" Target="../media/image7.jpe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12.png"/><Relationship Id="rId5" Type="http://schemas.openxmlformats.org/officeDocument/2006/relationships/slideMaster" Target="../slideMasters/slideMaster1.xml"/><Relationship Id="rId4" Type="http://schemas.openxmlformats.org/officeDocument/2006/relationships/tags" Target="../tags/tag2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3.png"/><Relationship Id="rId5" Type="http://schemas.openxmlformats.org/officeDocument/2006/relationships/slideMaster" Target="../slideMasters/slideMaster1.xml"/><Relationship Id="rId4" Type="http://schemas.openxmlformats.org/officeDocument/2006/relationships/tags" Target="../tags/tag2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Master" Target="../slideMasters/slideMaster1.xml"/><Relationship Id="rId1" Type="http://schemas.openxmlformats.org/officeDocument/2006/relationships/tags" Target="../tags/tag32.xml"/><Relationship Id="rId4" Type="http://schemas.openxmlformats.org/officeDocument/2006/relationships/image" Target="../media/image16.svg"/></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s>
</file>

<file path=ppt/slideLayouts/_rels/slideLayout1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41.xml"/><Relationship Id="rId7"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5" Type="http://schemas.openxmlformats.org/officeDocument/2006/relationships/tags" Target="../tags/tag43.xml"/><Relationship Id="rId10" Type="http://schemas.openxmlformats.org/officeDocument/2006/relationships/image" Target="../media/image16.svg"/><Relationship Id="rId4" Type="http://schemas.openxmlformats.org/officeDocument/2006/relationships/tags" Target="../tags/tag42.xml"/><Relationship Id="rId9"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tags" Target="../tags/tag47.xml"/><Relationship Id="rId7" Type="http://schemas.openxmlformats.org/officeDocument/2006/relationships/image" Target="../media/image4.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3.png"/><Relationship Id="rId5" Type="http://schemas.openxmlformats.org/officeDocument/2006/relationships/slideMaster" Target="../slideMasters/slideMaster1.xml"/><Relationship Id="rId4" Type="http://schemas.openxmlformats.org/officeDocument/2006/relationships/tags" Target="../tags/tag48.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49.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 Id="rId4" Type="http://schemas.openxmlformats.org/officeDocument/2006/relationships/image" Target="../media/image7.jpe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 Id="rId4"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3.xml"/><Relationship Id="rId1" Type="http://schemas.openxmlformats.org/officeDocument/2006/relationships/tags" Target="../tags/tag52.xml"/><Relationship Id="rId5" Type="http://schemas.openxmlformats.org/officeDocument/2006/relationships/image" Target="../media/image10.png"/><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tags" Target="../tags/tag5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318227751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gal Disclosure NDA">
    <p:spTree>
      <p:nvGrpSpPr>
        <p:cNvPr id="1" name=""/>
        <p:cNvGrpSpPr/>
        <p:nvPr/>
      </p:nvGrpSpPr>
      <p:grpSpPr>
        <a:xfrm>
          <a:off x="0" y="0"/>
          <a:ext cx="0" cy="0"/>
          <a:chOff x="0" y="0"/>
          <a:chExt cx="0" cy="0"/>
        </a:xfrm>
      </p:grpSpPr>
      <p:sp>
        <p:nvSpPr>
          <p:cNvPr id="2" name="Content Placeholder 2"/>
          <p:cNvSpPr>
            <a:spLocks noGrp="1"/>
          </p:cNvSpPr>
          <p:nvPr>
            <p:custDataLst>
              <p:tags r:id="rId1"/>
            </p:custDataLst>
          </p:nvPr>
        </p:nvSpPr>
        <p:spPr>
          <a:xfrm>
            <a:off x="438150" y="463062"/>
            <a:ext cx="11315700" cy="5340349"/>
          </a:xfrm>
          <a:prstGeom prst="rect">
            <a:avLst/>
          </a:prstGeom>
        </p:spPr>
        <p:txBody>
          <a:bodyPr vert="horz" lIns="121920" tIns="60960" rIns="121920" bIns="60960" rtlCol="0">
            <a:noAutofit/>
          </a:bodyPr>
          <a:lstStyle>
            <a:lvl1pPr marL="342900" indent="-3429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2pPr>
            <a:lvl3pPr marL="1027113"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1800" kern="1200">
                <a:solidFill>
                  <a:schemeClr val="tx1"/>
                </a:solidFill>
                <a:latin typeface="+mn-lt"/>
                <a:ea typeface="+mn-ea"/>
                <a:cs typeface="+mn-cs"/>
              </a:defRPr>
            </a:lvl9pPr>
          </a:lstStyle>
          <a:p>
            <a:pPr>
              <a:buNone/>
            </a:pPr>
            <a:r>
              <a:rPr sz="3200" b="1">
                <a:solidFill>
                  <a:schemeClr val="tx1"/>
                </a:solidFill>
              </a:rPr>
              <a:t>CONFIDENTIAL INFORMATION</a:t>
            </a:r>
          </a:p>
          <a:p>
            <a:pPr marL="0" indent="0">
              <a:buNone/>
            </a:pPr>
            <a:r>
              <a:rPr sz="2200">
                <a:solidFill>
                  <a:schemeClr val="tx1"/>
                </a:solidFill>
              </a:rPr>
              <a:t>The information contained in this presentation is the confidential and proprietary information of Synopsys. You are not permitted to disseminate or use any of </a:t>
            </a:r>
            <a:br>
              <a:rPr sz="2200">
                <a:solidFill>
                  <a:schemeClr val="tx1"/>
                </a:solidFill>
              </a:rPr>
            </a:br>
            <a:r>
              <a:rPr sz="2200">
                <a:solidFill>
                  <a:schemeClr val="tx1"/>
                </a:solidFill>
              </a:rPr>
              <a:t>the information provided to you in this presentation outside of Synopsys </a:t>
            </a:r>
            <a:br>
              <a:rPr sz="2200">
                <a:solidFill>
                  <a:schemeClr val="tx1"/>
                </a:solidFill>
              </a:rPr>
            </a:br>
            <a:r>
              <a:rPr sz="2200">
                <a:solidFill>
                  <a:schemeClr val="tx1"/>
                </a:solidFill>
              </a:rPr>
              <a:t>without prior written authorization. </a:t>
            </a:r>
          </a:p>
          <a:p>
            <a:pPr>
              <a:buNone/>
            </a:pPr>
            <a:r>
              <a:rPr>
                <a:solidFill>
                  <a:schemeClr val="tx1"/>
                </a:solidFill>
              </a:rPr>
              <a:t> </a:t>
            </a:r>
          </a:p>
          <a:p>
            <a:pPr>
              <a:buNone/>
            </a:pPr>
            <a:r>
              <a:rPr sz="3200" b="1">
                <a:solidFill>
                  <a:schemeClr val="tx1"/>
                </a:solidFill>
              </a:rPr>
              <a:t>IMPORTANT NOTICE</a:t>
            </a:r>
          </a:p>
          <a:p>
            <a:pPr marL="0" indent="0">
              <a:buNone/>
            </a:pPr>
            <a:r>
              <a:rPr sz="2200">
                <a:solidFill>
                  <a:schemeClr val="tx1"/>
                </a:solidFill>
              </a:rPr>
              <a:t>In the event information in this presentation reflects Synopsys’ future plans, such plans are as of the date of this presentation and are subject to change. Synopsys is not obligated to update this presentation or develop the products with the features and functionality discussed in this presentation. Additionally, Synopsys’ services and products may only be offered and purchased pursuant to an authorized quote and purchase order or a mutually agreed upon written contract with Synopsys.</a:t>
            </a:r>
          </a:p>
        </p:txBody>
      </p:sp>
    </p:spTree>
    <p:extLst>
      <p:ext uri="{BB962C8B-B14F-4D97-AF65-F5344CB8AC3E}">
        <p14:creationId xmlns:p14="http://schemas.microsoft.com/office/powerpoint/2010/main" val="4028982806"/>
      </p:ext>
    </p:extLst>
  </p:cSld>
  <p:clrMapOvr>
    <a:masterClrMapping/>
  </p:clrMapOvr>
  <p:extLst>
    <p:ext uri="{DCECCB84-F9BA-43D5-87BE-67443E8EF086}">
      <p15:sldGuideLst xmlns:p15="http://schemas.microsoft.com/office/powerpoint/2012/main">
        <p15:guide id="2" pos="7392">
          <p15:clr>
            <a:srgbClr val="5ACBF0"/>
          </p15:clr>
        </p15:guide>
        <p15:guide id="3" orient="horz" pos="3888">
          <p15:clr>
            <a:srgbClr val="5ACBF0"/>
          </p15:clr>
        </p15:guide>
        <p15:guide id="4" orient="horz" pos="372">
          <p15:clr>
            <a:srgbClr val="5ACBF0"/>
          </p15:clr>
        </p15:guide>
        <p15:guide id="5"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257750558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78896831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54379080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371657431"/>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19358694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C561280-4D33-451D-A498-69BD4915C628}"/>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3" name="Title 2">
            <a:extLst>
              <a:ext uri="{FF2B5EF4-FFF2-40B4-BE49-F238E27FC236}">
                <a16:creationId xmlns:a16="http://schemas.microsoft.com/office/drawing/2014/main" id="{3E70CAF9-E820-418F-A14D-F56F01578AF6}"/>
              </a:ext>
            </a:extLst>
          </p:cNvPr>
          <p:cNvSpPr>
            <a:spLocks noGrp="1"/>
          </p:cNvSpPr>
          <p:nvPr>
            <p:ph type="title" hasCustomPrompt="1"/>
            <p:custDataLst>
              <p:tags r:id="rId1"/>
            </p:custDataLst>
          </p:nvPr>
        </p:nvSpPr>
        <p:spPr>
          <a:xfrm>
            <a:off x="0" y="183401"/>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latin typeface="+mj-lt"/>
              </a:defRPr>
            </a:lvl1pPr>
          </a:lstStyle>
          <a:p>
            <a:pPr marL="0" lvl="0" defTabSz="457200"/>
            <a:r>
              <a:t>Click to Add a Title</a:t>
            </a:r>
          </a:p>
        </p:txBody>
      </p:sp>
    </p:spTree>
    <p:extLst>
      <p:ext uri="{BB962C8B-B14F-4D97-AF65-F5344CB8AC3E}">
        <p14:creationId xmlns:p14="http://schemas.microsoft.com/office/powerpoint/2010/main" val="2866077662"/>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3888">
          <p15:clr>
            <a:srgbClr val="5ACBF0"/>
          </p15:clr>
        </p15:guide>
        <p15:guide id="4" orient="horz" pos="720">
          <p15:clr>
            <a:srgbClr val="5ACBF0"/>
          </p15:clr>
        </p15:guide>
        <p15:guide id="5" orient="horz" pos="1152">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808690010"/>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834626824"/>
      </p:ext>
    </p:extLst>
  </p:cSld>
  <p:clrMapOvr>
    <a:masterClrMapping/>
  </p:clrMapOvr>
  <p:extLst>
    <p:ext uri="{DCECCB84-F9BA-43D5-87BE-67443E8EF086}">
      <p15:sldGuideLst xmlns:p15="http://schemas.microsoft.com/office/powerpoint/2012/main">
        <p15:guide id="4" orient="horz" pos="372">
          <p15:clr>
            <a:srgbClr val="5ACBF0"/>
          </p15:clr>
        </p15:guide>
        <p15:guide id="5" orient="horz" pos="3888">
          <p15:clr>
            <a:srgbClr val="5ACBF0"/>
          </p15:clr>
        </p15:guide>
        <p15:guide id="6" pos="288">
          <p15:clr>
            <a:srgbClr val="5ACBF0"/>
          </p15:clr>
        </p15:guide>
        <p15:guide id="7" pos="7392">
          <p15:clr>
            <a:srgbClr val="5ACBF0"/>
          </p15:clr>
        </p15:guide>
        <p15:guide id="8" orient="horz" pos="1152">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6B58714D-2663-4B45-8812-F81E64B5B065}"/>
              </a:ext>
            </a:extLst>
          </p:cNvPr>
          <p:cNvSpPr/>
          <p:nvPr>
            <p:custDataLst>
              <p:tags r:id="rId1"/>
            </p:custDataLst>
          </p:nvPr>
        </p:nvSpPr>
        <p:spPr>
          <a:xfrm>
            <a:off x="0" y="921262"/>
            <a:ext cx="12192000" cy="1368459"/>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a:p>
        </p:txBody>
      </p:sp>
      <p:sp>
        <p:nvSpPr>
          <p:cNvPr id="2" name="Title 1"/>
          <p:cNvSpPr>
            <a:spLocks noGrp="1"/>
          </p:cNvSpPr>
          <p:nvPr>
            <p:ph type="title" hasCustomPrompt="1"/>
            <p:custDataLst>
              <p:tags r:id="rId2"/>
            </p:custDataLst>
          </p:nvPr>
        </p:nvSpPr>
        <p:spPr>
          <a:xfrm>
            <a:off x="456876" y="921262"/>
            <a:ext cx="10319341" cy="1368459"/>
          </a:xfrm>
        </p:spPr>
        <p:txBody>
          <a:bodyPr anchor="ctr">
            <a:normAutofit/>
          </a:bodyPr>
          <a:lstStyle>
            <a:lvl1pPr>
              <a:defRPr sz="3600">
                <a:solidFill>
                  <a:schemeClr val="accent1"/>
                </a:solidFill>
              </a:defRPr>
            </a:lvl1pPr>
          </a:lstStyle>
          <a:p>
            <a:r>
              <a:t>Click to add Agenda</a:t>
            </a:r>
          </a:p>
        </p:txBody>
      </p:sp>
      <p:sp>
        <p:nvSpPr>
          <p:cNvPr id="7" name="Text Placeholder 6"/>
          <p:cNvSpPr>
            <a:spLocks noGrp="1"/>
          </p:cNvSpPr>
          <p:nvPr>
            <p:ph type="body" sz="quarter" idx="10" hasCustomPrompt="1"/>
            <p:custDataLst>
              <p:tags r:id="rId3"/>
            </p:custDataLst>
          </p:nvPr>
        </p:nvSpPr>
        <p:spPr>
          <a:xfrm>
            <a:off x="456876" y="2409824"/>
            <a:ext cx="11278244" cy="3990976"/>
          </a:xfrm>
        </p:spPr>
        <p:txBody>
          <a:bodyPr>
            <a:noAutofit/>
          </a:bodyPr>
          <a:lstStyle>
            <a:lvl1pPr marL="514350" indent="-514350">
              <a:spcBef>
                <a:spcPts val="600"/>
              </a:spcBef>
              <a:spcAft>
                <a:spcPts val="0"/>
              </a:spcAft>
              <a:buClr>
                <a:schemeClr val="tx1"/>
              </a:buClr>
              <a:buSzPct val="100000"/>
              <a:buFont typeface="+mj-lt"/>
              <a:buAutoNum type="arabicPeriod"/>
              <a:defRPr sz="2800" baseline="0">
                <a:solidFill>
                  <a:schemeClr val="tx1"/>
                </a:solidFill>
              </a:defRPr>
            </a:lvl1pPr>
            <a:lvl2pPr marL="749808" indent="-457200">
              <a:buClr>
                <a:schemeClr val="tx1"/>
              </a:buClr>
              <a:buFont typeface="Arial" panose="020B0604020202020204" pitchFamily="34" charset="0"/>
              <a:buChar char="•"/>
              <a:defRPr sz="2400">
                <a:solidFill>
                  <a:schemeClr val="tx1"/>
                </a:solidFill>
              </a:defRPr>
            </a:lvl2pPr>
            <a:lvl3pPr marL="1033272" indent="-457200">
              <a:buClr>
                <a:schemeClr val="tx1"/>
              </a:buClr>
              <a:buSzPct val="120000"/>
              <a:buFont typeface="Wingdings" pitchFamily="2" charset="2"/>
              <a:buChar char="§"/>
              <a:defRPr sz="2000">
                <a:solidFill>
                  <a:schemeClr val="tx1"/>
                </a:solidFill>
              </a:defRPr>
            </a:lvl3pPr>
            <a:lvl4pPr marL="1211580" indent="-342900">
              <a:buClr>
                <a:schemeClr val="tx1"/>
              </a:buClr>
              <a:buSzPct val="80000"/>
              <a:buFont typeface=".Lucida Grande UI Regular"/>
              <a:buChar char="◆"/>
              <a:defRPr sz="1800">
                <a:solidFill>
                  <a:schemeClr val="tx1"/>
                </a:solidFill>
              </a:defRPr>
            </a:lvl4pPr>
            <a:lvl5pPr marL="868680" indent="0">
              <a:buClr>
                <a:schemeClr val="tx1"/>
              </a:buClr>
              <a:buFont typeface="System Font Regular"/>
              <a:buNone/>
              <a:defRPr sz="1800">
                <a:solidFill>
                  <a:schemeClr val="tx1"/>
                </a:solidFill>
              </a:defRPr>
            </a:lvl5pPr>
            <a:lvl6pPr marL="1211580" indent="-342900">
              <a:buClr>
                <a:schemeClr val="tx1"/>
              </a:buClr>
              <a:buSzPct val="100000"/>
              <a:buFont typeface="Arial" panose="020B0604020202020204" pitchFamily="34" charset="0"/>
              <a:buChar char="•"/>
              <a:defRPr sz="1800"/>
            </a:lvl6pPr>
            <a:lvl7pPr marL="1211580" indent="-342900">
              <a:buClr>
                <a:schemeClr val="tx1"/>
              </a:buClr>
              <a:buFont typeface="Arial" panose="020B0604020202020204" pitchFamily="34" charset="0"/>
              <a:buChar char="•"/>
              <a:defRPr sz="1800"/>
            </a:lvl7pPr>
            <a:lvl8pPr marL="1211580" indent="-342900">
              <a:buClr>
                <a:schemeClr val="tx1"/>
              </a:buClr>
              <a:buFont typeface="Arial" panose="020B0604020202020204" pitchFamily="34" charset="0"/>
              <a:buChar char="•"/>
              <a:defRPr sz="1800"/>
            </a:lvl8pPr>
            <a:lvl9pPr marL="1211580" indent="-342900">
              <a:buClr>
                <a:schemeClr val="tx1"/>
              </a:buClr>
              <a:buFont typeface="Arial" panose="020B0604020202020204" pitchFamily="34" charset="0"/>
              <a:buChar char="•"/>
              <a:defRPr sz="1800"/>
            </a:lvl9pPr>
          </a:lstStyle>
          <a:p>
            <a:pPr lvl="0"/>
            <a:r>
              <a:t>Agenda item</a:t>
            </a:r>
            <a:endParaRPr lang="en-US"/>
          </a:p>
          <a:p>
            <a:pPr lvl="5"/>
            <a:endParaRPr lang="en-US"/>
          </a:p>
        </p:txBody>
      </p:sp>
      <p:pic>
        <p:nvPicPr>
          <p:cNvPr id="8" name="Picture 7">
            <a:extLst>
              <a:ext uri="{FF2B5EF4-FFF2-40B4-BE49-F238E27FC236}">
                <a16:creationId xmlns:a16="http://schemas.microsoft.com/office/drawing/2014/main" id="{A4B705BD-3A2D-4144-B3FF-F24403F80C12}"/>
              </a:ext>
            </a:extLst>
          </p:cNvPr>
          <p:cNvPicPr>
            <a:picLocks noChangeAspect="1"/>
          </p:cNvPicPr>
          <p:nvPr>
            <p:custDataLst>
              <p:tags r:id="rId4"/>
            </p:custDataLst>
          </p:nvPr>
        </p:nvPicPr>
        <p:blipFill>
          <a:blip r:embed="rId6" cstate="screen">
            <a:extLst>
              <a:ext uri="{28A0092B-C50C-407E-A947-70E740481C1C}">
                <a14:useLocalDpi xmlns:a14="http://schemas.microsoft.com/office/drawing/2010/main"/>
              </a:ext>
            </a:extLst>
          </a:blip>
          <a:stretch>
            <a:fillRect/>
          </a:stretch>
        </p:blipFill>
        <p:spPr>
          <a:xfrm>
            <a:off x="10829622" y="921262"/>
            <a:ext cx="1362376" cy="1368459"/>
          </a:xfrm>
          <a:prstGeom prst="rect">
            <a:avLst/>
          </a:prstGeom>
        </p:spPr>
      </p:pic>
    </p:spTree>
    <p:extLst>
      <p:ext uri="{BB962C8B-B14F-4D97-AF65-F5344CB8AC3E}">
        <p14:creationId xmlns:p14="http://schemas.microsoft.com/office/powerpoint/2010/main" val="3764476245"/>
      </p:ext>
    </p:extLst>
  </p:cSld>
  <p:clrMapOvr>
    <a:masterClrMapping/>
  </p:clrMapOvr>
  <p:extLst>
    <p:ext uri="{DCECCB84-F9BA-43D5-87BE-67443E8EF086}">
      <p15:sldGuideLst xmlns:p15="http://schemas.microsoft.com/office/powerpoint/2012/main">
        <p15:guide id="1" orient="horz" pos="1512">
          <p15:clr>
            <a:srgbClr val="5ACBF0"/>
          </p15:clr>
        </p15:guide>
        <p15:guide id="2" pos="288">
          <p15:clr>
            <a:srgbClr val="5ACBF0"/>
          </p15:clr>
        </p15:guide>
        <p15:guide id="3" pos="7392">
          <p15:clr>
            <a:srgbClr val="5ACBF0"/>
          </p15:clr>
        </p15:guide>
        <p15:guide id="4" orient="horz" pos="3888">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1D60E6F-7C19-4120-8794-819C5E8622E8}"/>
              </a:ext>
            </a:extLst>
          </p:cNvPr>
          <p:cNvSpPr/>
          <p:nvPr>
            <p:custDataLst>
              <p:tags r:id="rId1"/>
            </p:custDataLst>
          </p:nvPr>
        </p:nvSpPr>
        <p:spPr>
          <a:xfrm>
            <a:off x="0" y="921262"/>
            <a:ext cx="12192000" cy="3200400"/>
          </a:xfrm>
          <a:prstGeom prst="rect">
            <a:avLst/>
          </a:prstGeom>
          <a:solidFill>
            <a:srgbClr val="E4E4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pic>
        <p:nvPicPr>
          <p:cNvPr id="9" name="Picture 8">
            <a:extLst>
              <a:ext uri="{FF2B5EF4-FFF2-40B4-BE49-F238E27FC236}">
                <a16:creationId xmlns:a16="http://schemas.microsoft.com/office/drawing/2014/main" id="{F3389F0F-5D68-4BA4-BF3C-ED1CEFFE4174}"/>
              </a:ext>
            </a:extLst>
          </p:cNvPr>
          <p:cNvPicPr>
            <a:picLocks noChangeAspect="1"/>
          </p:cNvPicPr>
          <p:nvPr>
            <p:custDataLst>
              <p:tags r:id="rId2"/>
            </p:custDataLst>
          </p:nvPr>
        </p:nvPicPr>
        <p:blipFill>
          <a:blip r:embed="rId6" cstate="screen">
            <a:extLst>
              <a:ext uri="{28A0092B-C50C-407E-A947-70E740481C1C}">
                <a14:useLocalDpi xmlns:a14="http://schemas.microsoft.com/office/drawing/2010/main"/>
              </a:ext>
            </a:extLst>
          </a:blip>
          <a:stretch>
            <a:fillRect/>
          </a:stretch>
        </p:blipFill>
        <p:spPr>
          <a:xfrm>
            <a:off x="10856088" y="921262"/>
            <a:ext cx="1339461" cy="3200400"/>
          </a:xfrm>
          <a:prstGeom prst="rect">
            <a:avLst/>
          </a:prstGeom>
        </p:spPr>
      </p:pic>
      <p:sp>
        <p:nvSpPr>
          <p:cNvPr id="2" name="Title 1"/>
          <p:cNvSpPr>
            <a:spLocks noGrp="1"/>
          </p:cNvSpPr>
          <p:nvPr>
            <p:ph type="title" hasCustomPrompt="1"/>
            <p:custDataLst>
              <p:tags r:id="rId3"/>
            </p:custDataLst>
          </p:nvPr>
        </p:nvSpPr>
        <p:spPr>
          <a:xfrm>
            <a:off x="456877" y="921262"/>
            <a:ext cx="10319339" cy="1001323"/>
          </a:xfrm>
        </p:spPr>
        <p:txBody>
          <a:bodyPr anchor="b">
            <a:normAutofit/>
          </a:bodyPr>
          <a:lstStyle>
            <a:lvl1pPr>
              <a:defRPr sz="3600">
                <a:solidFill>
                  <a:schemeClr val="accent1"/>
                </a:solidFill>
              </a:defRPr>
            </a:lvl1pPr>
          </a:lstStyle>
          <a:p>
            <a:r>
              <a:t>Click to add Section Header</a:t>
            </a:r>
          </a:p>
        </p:txBody>
      </p:sp>
      <p:sp>
        <p:nvSpPr>
          <p:cNvPr id="3" name="Text Placeholder 2"/>
          <p:cNvSpPr>
            <a:spLocks noGrp="1"/>
          </p:cNvSpPr>
          <p:nvPr>
            <p:ph type="body" idx="1" hasCustomPrompt="1"/>
            <p:custDataLst>
              <p:tags r:id="rId4"/>
            </p:custDataLst>
          </p:nvPr>
        </p:nvSpPr>
        <p:spPr>
          <a:xfrm>
            <a:off x="456877" y="1922584"/>
            <a:ext cx="10319339" cy="2084775"/>
          </a:xfrm>
        </p:spPr>
        <p:txBody>
          <a:bodyPr>
            <a:normAutofit/>
          </a:bodyPr>
          <a:lstStyle>
            <a:lvl1pPr marL="0" indent="0">
              <a:spcBef>
                <a:spcPts val="600"/>
              </a:spcBef>
              <a:buNone/>
              <a:defRPr sz="2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Add a Subtitle</a:t>
            </a:r>
          </a:p>
        </p:txBody>
      </p:sp>
    </p:spTree>
    <p:extLst>
      <p:ext uri="{BB962C8B-B14F-4D97-AF65-F5344CB8AC3E}">
        <p14:creationId xmlns:p14="http://schemas.microsoft.com/office/powerpoint/2010/main" val="298123305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626D063-21E0-49F4-B710-4D6E39322D0C}"/>
              </a:ext>
            </a:extLst>
          </p:cNvPr>
          <p:cNvPicPr>
            <a:picLocks noChangeAspect="1"/>
          </p:cNvPicPr>
          <p:nvPr>
            <p:custDataLst>
              <p:tags r:id="rId1"/>
            </p:custDataLst>
          </p:nvPr>
        </p:nvPicPr>
        <p:blipFill>
          <a:blip r:embed="rId5"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Box 7"/>
          <p:cNvSpPr txBox="1"/>
          <p:nvPr>
            <p:custDataLst>
              <p:tags r:id="rId2"/>
            </p:custDataLst>
          </p:nvPr>
        </p:nvSpPr>
        <p:spPr>
          <a:xfrm>
            <a:off x="3333602" y="2619969"/>
            <a:ext cx="5524797" cy="923330"/>
          </a:xfrm>
          <a:prstGeom prst="rect">
            <a:avLst/>
          </a:prstGeom>
          <a:noFill/>
        </p:spPr>
        <p:txBody>
          <a:bodyPr wrap="square" rtlCol="0">
            <a:spAutoFit/>
          </a:bodyPr>
          <a:lstStyle/>
          <a:p>
            <a:pPr algn="ctr"/>
            <a:r>
              <a:rPr sz="5400" b="1">
                <a:solidFill>
                  <a:schemeClr val="accent1"/>
                </a:solidFill>
              </a:rPr>
              <a:t>Thank You</a:t>
            </a:r>
          </a:p>
        </p:txBody>
      </p:sp>
      <p:pic>
        <p:nvPicPr>
          <p:cNvPr id="5" name="Picture 4">
            <a:extLst>
              <a:ext uri="{FF2B5EF4-FFF2-40B4-BE49-F238E27FC236}">
                <a16:creationId xmlns:a16="http://schemas.microsoft.com/office/drawing/2014/main" id="{77AAF269-FAF3-4093-8469-8EC0980C0624}"/>
              </a:ext>
            </a:extLst>
          </p:cNvPr>
          <p:cNvPicPr>
            <a:picLocks noChangeAspect="1"/>
          </p:cNvPicPr>
          <p:nvPr>
            <p:custDataLst>
              <p:tags r:id="rId3"/>
            </p:custDataLst>
          </p:nvPr>
        </p:nvPicPr>
        <p:blipFill>
          <a:blip r:embed="rId6" cstate="screen">
            <a:extLst>
              <a:ext uri="{28A0092B-C50C-407E-A947-70E740481C1C}">
                <a14:useLocalDpi xmlns:a14="http://schemas.microsoft.com/office/drawing/2010/main"/>
              </a:ext>
            </a:extLst>
          </a:blip>
          <a:stretch>
            <a:fillRect/>
          </a:stretch>
        </p:blipFill>
        <p:spPr>
          <a:xfrm>
            <a:off x="10045587" y="453166"/>
            <a:ext cx="1689536" cy="540651"/>
          </a:xfrm>
          <a:prstGeom prst="rect">
            <a:avLst/>
          </a:prstGeom>
        </p:spPr>
      </p:pic>
    </p:spTree>
    <p:extLst>
      <p:ext uri="{BB962C8B-B14F-4D97-AF65-F5344CB8AC3E}">
        <p14:creationId xmlns:p14="http://schemas.microsoft.com/office/powerpoint/2010/main" val="3366313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End logo">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AC622576-BD66-44E6-9B27-C224C1C8FB56}"/>
              </a:ext>
            </a:extLst>
          </p:cNvPr>
          <p:cNvPicPr>
            <a:picLocks noChangeAspect="1"/>
          </p:cNvPicPr>
          <p:nvPr>
            <p:custDataLst>
              <p:tags r:id="rId1"/>
            </p:custDataLst>
          </p:nvPr>
        </p:nvPicPr>
        <p:blipFill>
          <a:blip r:embed="rId3">
            <a:extLst>
              <a:ext uri="{96DAC541-7B7A-43D3-8B79-37D633B846F1}">
                <asvg:svgBlip xmlns:asvg="http://schemas.microsoft.com/office/drawing/2016/SVG/main" r:embed="rId4"/>
              </a:ext>
            </a:extLst>
          </a:blip>
          <a:stretch>
            <a:fillRect/>
          </a:stretch>
        </p:blipFill>
        <p:spPr>
          <a:xfrm>
            <a:off x="4068674" y="2760785"/>
            <a:ext cx="4183610" cy="1336430"/>
          </a:xfrm>
          <a:prstGeom prst="rect">
            <a:avLst/>
          </a:prstGeom>
        </p:spPr>
      </p:pic>
    </p:spTree>
    <p:extLst>
      <p:ext uri="{BB962C8B-B14F-4D97-AF65-F5344CB8AC3E}">
        <p14:creationId xmlns:p14="http://schemas.microsoft.com/office/powerpoint/2010/main" val="17017383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custDataLst>
              <p:tags r:id="rId1"/>
            </p:custDataLst>
          </p:nvPr>
        </p:nvSpPr>
        <p:spPr>
          <a:xfrm>
            <a:off x="10045964" y="457199"/>
            <a:ext cx="1689158" cy="5943601"/>
          </a:xfrm>
        </p:spPr>
        <p:txBody>
          <a:bodyPr vert="eaVert" anchor="ctr"/>
          <a:lstStyle/>
          <a:p>
            <a:r>
              <a:rPr lang="en-US"/>
              <a:t>Click to edit Master title style</a:t>
            </a:r>
            <a:endParaRPr/>
          </a:p>
        </p:txBody>
      </p:sp>
      <p:sp>
        <p:nvSpPr>
          <p:cNvPr id="3" name="Vertical Text Placeholder 2"/>
          <p:cNvSpPr>
            <a:spLocks noGrp="1"/>
          </p:cNvSpPr>
          <p:nvPr>
            <p:ph type="body" orient="vert" idx="1"/>
            <p:custDataLst>
              <p:tags r:id="rId2"/>
            </p:custDataLst>
          </p:nvPr>
        </p:nvSpPr>
        <p:spPr>
          <a:xfrm>
            <a:off x="456879" y="457200"/>
            <a:ext cx="9360429" cy="59436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Box 4">
            <a:extLst>
              <a:ext uri="{FF2B5EF4-FFF2-40B4-BE49-F238E27FC236}">
                <a16:creationId xmlns:a16="http://schemas.microsoft.com/office/drawing/2014/main" id="{F355DDA2-48E4-496F-AB6D-0DA3825552CB}"/>
              </a:ext>
            </a:extLst>
          </p:cNvPr>
          <p:cNvSpPr txBox="1"/>
          <p:nvPr>
            <p:custDataLst>
              <p:tags r:id="rId3"/>
            </p:custDataLst>
          </p:nvPr>
        </p:nvSpPr>
        <p:spPr>
          <a:xfrm rot="5400000">
            <a:off x="-518439" y="5515895"/>
            <a:ext cx="1353017" cy="230832"/>
          </a:xfrm>
          <a:prstGeom prst="rect">
            <a:avLst/>
          </a:prstGeom>
          <a:noFill/>
        </p:spPr>
        <p:txBody>
          <a:bodyPr wrap="square" rtlCol="0">
            <a:spAutoFit/>
          </a:bodyPr>
          <a:lstStyle/>
          <a:p>
            <a:r>
              <a:rPr sz="900">
                <a:solidFill>
                  <a:schemeClr val="tx1">
                    <a:lumMod val="50000"/>
                    <a:lumOff val="50000"/>
                  </a:schemeClr>
                </a:solidFill>
              </a:rPr>
              <a:t>© 2019 Synopsys, Inc. </a:t>
            </a:r>
          </a:p>
        </p:txBody>
      </p:sp>
      <p:sp>
        <p:nvSpPr>
          <p:cNvPr id="6" name="TextBox 5">
            <a:extLst>
              <a:ext uri="{FF2B5EF4-FFF2-40B4-BE49-F238E27FC236}">
                <a16:creationId xmlns:a16="http://schemas.microsoft.com/office/drawing/2014/main" id="{4DC5F678-53A4-4C2D-8E4A-3796CA282842}"/>
              </a:ext>
            </a:extLst>
          </p:cNvPr>
          <p:cNvSpPr txBox="1"/>
          <p:nvPr>
            <p:custDataLst>
              <p:tags r:id="rId4"/>
            </p:custDataLst>
          </p:nvPr>
        </p:nvSpPr>
        <p:spPr>
          <a:xfrm rot="5400000">
            <a:off x="-268651" y="6289177"/>
            <a:ext cx="853440" cy="215444"/>
          </a:xfrm>
          <a:prstGeom prst="rect">
            <a:avLst/>
          </a:prstGeom>
          <a:noFill/>
        </p:spPr>
        <p:txBody>
          <a:bodyPr wrap="square" rtlCol="0">
            <a:spAutoFit/>
          </a:bodyPr>
          <a:lstStyle/>
          <a:p>
            <a:pPr algn="ctr"/>
            <a:fld id="{CAE2347F-76BC-4690-80B5-B24BA0EA7B0A}" type="slidenum">
              <a:rPr sz="900">
                <a:solidFill>
                  <a:schemeClr val="tx1">
                    <a:lumMod val="50000"/>
                    <a:lumOff val="50000"/>
                  </a:schemeClr>
                </a:solidFill>
              </a:rPr>
              <a:pPr algn="ctr"/>
              <a:t>‹#›</a:t>
            </a:fld>
            <a:endParaRPr sz="900">
              <a:solidFill>
                <a:schemeClr val="tx1">
                  <a:lumMod val="50000"/>
                  <a:lumOff val="50000"/>
                </a:schemeClr>
              </a:solidFill>
            </a:endParaRPr>
          </a:p>
        </p:txBody>
      </p:sp>
      <p:grpSp>
        <p:nvGrpSpPr>
          <p:cNvPr id="21" name="Group 20">
            <a:extLst>
              <a:ext uri="{FF2B5EF4-FFF2-40B4-BE49-F238E27FC236}">
                <a16:creationId xmlns:a16="http://schemas.microsoft.com/office/drawing/2014/main" id="{1966C0AE-D4E4-4290-83DB-872570AA3B7E}"/>
              </a:ext>
            </a:extLst>
          </p:cNvPr>
          <p:cNvGrpSpPr/>
          <p:nvPr>
            <p:custDataLst>
              <p:tags r:id="rId5"/>
            </p:custDataLst>
          </p:nvPr>
        </p:nvGrpSpPr>
        <p:grpSpPr>
          <a:xfrm rot="5400000">
            <a:off x="-461816" y="461816"/>
            <a:ext cx="1152231" cy="228599"/>
            <a:chOff x="-1588" y="6629402"/>
            <a:chExt cx="1152231" cy="228599"/>
          </a:xfrm>
        </p:grpSpPr>
        <p:sp>
          <p:nvSpPr>
            <p:cNvPr id="22" name="Freeform: Shape 21">
              <a:extLst>
                <a:ext uri="{FF2B5EF4-FFF2-40B4-BE49-F238E27FC236}">
                  <a16:creationId xmlns:a16="http://schemas.microsoft.com/office/drawing/2014/main" id="{0668FA34-176E-4C0A-8878-391D136FA130}"/>
                </a:ext>
              </a:extLst>
            </p:cNvPr>
            <p:cNvSpPr/>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grpSp>
          <p:nvGrpSpPr>
            <p:cNvPr id="23" name="Group 22">
              <a:extLst>
                <a:ext uri="{FF2B5EF4-FFF2-40B4-BE49-F238E27FC236}">
                  <a16:creationId xmlns:a16="http://schemas.microsoft.com/office/drawing/2014/main" id="{C983A029-D5BE-4C5E-8B1B-E265A362764F}"/>
                </a:ext>
              </a:extLst>
            </p:cNvPr>
            <p:cNvGrpSpPr/>
            <p:nvPr/>
          </p:nvGrpSpPr>
          <p:grpSpPr>
            <a:xfrm>
              <a:off x="521037" y="6675438"/>
              <a:ext cx="629606" cy="136522"/>
              <a:chOff x="973138" y="5000626"/>
              <a:chExt cx="3506788" cy="760412"/>
            </a:xfrm>
            <a:solidFill>
              <a:schemeClr val="accent1"/>
            </a:solidFill>
          </p:grpSpPr>
          <p:sp>
            <p:nvSpPr>
              <p:cNvPr id="24" name="Freeform 6">
                <a:extLst>
                  <a:ext uri="{FF2B5EF4-FFF2-40B4-BE49-F238E27FC236}">
                    <a16:creationId xmlns:a16="http://schemas.microsoft.com/office/drawing/2014/main" id="{F9777C50-0973-4E32-87C2-CD7CDFF0DFA3}"/>
                  </a:ext>
                </a:extLst>
              </p:cNvPr>
              <p:cNvSpPr>
                <a:spLocks/>
              </p:cNvSpPr>
              <p:nvPr/>
            </p:nvSpPr>
            <p:spPr bwMode="auto">
              <a:xfrm>
                <a:off x="973138" y="5000626"/>
                <a:ext cx="357188" cy="612775"/>
              </a:xfrm>
              <a:custGeom>
                <a:avLst/>
                <a:gdLst>
                  <a:gd name="T0" fmla="*/ 276 w 451"/>
                  <a:gd name="T1" fmla="*/ 1 h 771"/>
                  <a:gd name="T2" fmla="*/ 354 w 451"/>
                  <a:gd name="T3" fmla="*/ 12 h 771"/>
                  <a:gd name="T4" fmla="*/ 407 w 451"/>
                  <a:gd name="T5" fmla="*/ 33 h 771"/>
                  <a:gd name="T6" fmla="*/ 437 w 451"/>
                  <a:gd name="T7" fmla="*/ 65 h 771"/>
                  <a:gd name="T8" fmla="*/ 447 w 451"/>
                  <a:gd name="T9" fmla="*/ 107 h 771"/>
                  <a:gd name="T10" fmla="*/ 307 w 451"/>
                  <a:gd name="T11" fmla="*/ 203 h 771"/>
                  <a:gd name="T12" fmla="*/ 307 w 451"/>
                  <a:gd name="T13" fmla="*/ 99 h 771"/>
                  <a:gd name="T14" fmla="*/ 297 w 451"/>
                  <a:gd name="T15" fmla="*/ 77 h 771"/>
                  <a:gd name="T16" fmla="*/ 272 w 451"/>
                  <a:gd name="T17" fmla="*/ 64 h 771"/>
                  <a:gd name="T18" fmla="*/ 228 w 451"/>
                  <a:gd name="T19" fmla="*/ 59 h 771"/>
                  <a:gd name="T20" fmla="*/ 182 w 451"/>
                  <a:gd name="T21" fmla="*/ 64 h 771"/>
                  <a:gd name="T22" fmla="*/ 158 w 451"/>
                  <a:gd name="T23" fmla="*/ 77 h 771"/>
                  <a:gd name="T24" fmla="*/ 149 w 451"/>
                  <a:gd name="T25" fmla="*/ 99 h 771"/>
                  <a:gd name="T26" fmla="*/ 148 w 451"/>
                  <a:gd name="T27" fmla="*/ 190 h 771"/>
                  <a:gd name="T28" fmla="*/ 154 w 451"/>
                  <a:gd name="T29" fmla="*/ 226 h 771"/>
                  <a:gd name="T30" fmla="*/ 178 w 451"/>
                  <a:gd name="T31" fmla="*/ 258 h 771"/>
                  <a:gd name="T32" fmla="*/ 421 w 451"/>
                  <a:gd name="T33" fmla="*/ 468 h 771"/>
                  <a:gd name="T34" fmla="*/ 447 w 451"/>
                  <a:gd name="T35" fmla="*/ 515 h 771"/>
                  <a:gd name="T36" fmla="*/ 451 w 451"/>
                  <a:gd name="T37" fmla="*/ 660 h 771"/>
                  <a:gd name="T38" fmla="*/ 439 w 451"/>
                  <a:gd name="T39" fmla="*/ 703 h 771"/>
                  <a:gd name="T40" fmla="*/ 404 w 451"/>
                  <a:gd name="T41" fmla="*/ 736 h 771"/>
                  <a:gd name="T42" fmla="*/ 348 w 451"/>
                  <a:gd name="T43" fmla="*/ 759 h 771"/>
                  <a:gd name="T44" fmla="*/ 272 w 451"/>
                  <a:gd name="T45" fmla="*/ 770 h 771"/>
                  <a:gd name="T46" fmla="*/ 180 w 451"/>
                  <a:gd name="T47" fmla="*/ 770 h 771"/>
                  <a:gd name="T48" fmla="*/ 101 w 451"/>
                  <a:gd name="T49" fmla="*/ 760 h 771"/>
                  <a:gd name="T50" fmla="*/ 44 w 451"/>
                  <a:gd name="T51" fmla="*/ 739 h 771"/>
                  <a:gd name="T52" fmla="*/ 11 w 451"/>
                  <a:gd name="T53" fmla="*/ 705 h 771"/>
                  <a:gd name="T54" fmla="*/ 0 w 451"/>
                  <a:gd name="T55" fmla="*/ 660 h 771"/>
                  <a:gd name="T56" fmla="*/ 140 w 451"/>
                  <a:gd name="T57" fmla="*/ 557 h 771"/>
                  <a:gd name="T58" fmla="*/ 141 w 451"/>
                  <a:gd name="T59" fmla="*/ 673 h 771"/>
                  <a:gd name="T60" fmla="*/ 161 w 451"/>
                  <a:gd name="T61" fmla="*/ 697 h 771"/>
                  <a:gd name="T62" fmla="*/ 200 w 451"/>
                  <a:gd name="T63" fmla="*/ 711 h 771"/>
                  <a:gd name="T64" fmla="*/ 254 w 451"/>
                  <a:gd name="T65" fmla="*/ 711 h 771"/>
                  <a:gd name="T66" fmla="*/ 291 w 451"/>
                  <a:gd name="T67" fmla="*/ 697 h 771"/>
                  <a:gd name="T68" fmla="*/ 310 w 451"/>
                  <a:gd name="T69" fmla="*/ 673 h 771"/>
                  <a:gd name="T70" fmla="*/ 311 w 451"/>
                  <a:gd name="T71" fmla="*/ 550 h 771"/>
                  <a:gd name="T72" fmla="*/ 303 w 451"/>
                  <a:gd name="T73" fmla="*/ 514 h 771"/>
                  <a:gd name="T74" fmla="*/ 272 w 451"/>
                  <a:gd name="T75" fmla="*/ 478 h 771"/>
                  <a:gd name="T76" fmla="*/ 47 w 451"/>
                  <a:gd name="T77" fmla="*/ 281 h 771"/>
                  <a:gd name="T78" fmla="*/ 19 w 451"/>
                  <a:gd name="T79" fmla="*/ 245 h 771"/>
                  <a:gd name="T80" fmla="*/ 8 w 451"/>
                  <a:gd name="T81" fmla="*/ 203 h 771"/>
                  <a:gd name="T82" fmla="*/ 11 w 451"/>
                  <a:gd name="T83" fmla="*/ 88 h 771"/>
                  <a:gd name="T84" fmla="*/ 34 w 451"/>
                  <a:gd name="T85" fmla="*/ 49 h 771"/>
                  <a:gd name="T86" fmla="*/ 78 w 451"/>
                  <a:gd name="T87" fmla="*/ 22 h 771"/>
                  <a:gd name="T88" fmla="*/ 144 w 451"/>
                  <a:gd name="T89" fmla="*/ 5 h 771"/>
                  <a:gd name="T90" fmla="*/ 228 w 451"/>
                  <a:gd name="T91" fmla="*/ 0 h 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1">
                    <a:moveTo>
                      <a:pt x="228" y="0"/>
                    </a:moveTo>
                    <a:lnTo>
                      <a:pt x="276" y="1"/>
                    </a:lnTo>
                    <a:lnTo>
                      <a:pt x="318" y="5"/>
                    </a:lnTo>
                    <a:lnTo>
                      <a:pt x="354" y="12"/>
                    </a:lnTo>
                    <a:lnTo>
                      <a:pt x="382" y="21"/>
                    </a:lnTo>
                    <a:lnTo>
                      <a:pt x="407" y="33"/>
                    </a:lnTo>
                    <a:lnTo>
                      <a:pt x="424" y="48"/>
                    </a:lnTo>
                    <a:lnTo>
                      <a:pt x="437" y="65"/>
                    </a:lnTo>
                    <a:lnTo>
                      <a:pt x="444" y="84"/>
                    </a:lnTo>
                    <a:lnTo>
                      <a:pt x="447" y="107"/>
                    </a:lnTo>
                    <a:lnTo>
                      <a:pt x="447" y="203"/>
                    </a:lnTo>
                    <a:lnTo>
                      <a:pt x="307" y="203"/>
                    </a:lnTo>
                    <a:lnTo>
                      <a:pt x="307" y="111"/>
                    </a:lnTo>
                    <a:lnTo>
                      <a:pt x="307" y="99"/>
                    </a:lnTo>
                    <a:lnTo>
                      <a:pt x="303" y="87"/>
                    </a:lnTo>
                    <a:lnTo>
                      <a:pt x="297" y="77"/>
                    </a:lnTo>
                    <a:lnTo>
                      <a:pt x="287" y="69"/>
                    </a:lnTo>
                    <a:lnTo>
                      <a:pt x="272" y="64"/>
                    </a:lnTo>
                    <a:lnTo>
                      <a:pt x="252" y="60"/>
                    </a:lnTo>
                    <a:lnTo>
                      <a:pt x="228" y="59"/>
                    </a:lnTo>
                    <a:lnTo>
                      <a:pt x="203" y="60"/>
                    </a:lnTo>
                    <a:lnTo>
                      <a:pt x="182" y="64"/>
                    </a:lnTo>
                    <a:lnTo>
                      <a:pt x="169" y="69"/>
                    </a:lnTo>
                    <a:lnTo>
                      <a:pt x="158" y="77"/>
                    </a:lnTo>
                    <a:lnTo>
                      <a:pt x="152" y="87"/>
                    </a:lnTo>
                    <a:lnTo>
                      <a:pt x="149" y="99"/>
                    </a:lnTo>
                    <a:lnTo>
                      <a:pt x="148" y="111"/>
                    </a:lnTo>
                    <a:lnTo>
                      <a:pt x="148" y="190"/>
                    </a:lnTo>
                    <a:lnTo>
                      <a:pt x="149" y="209"/>
                    </a:lnTo>
                    <a:lnTo>
                      <a:pt x="154" y="226"/>
                    </a:lnTo>
                    <a:lnTo>
                      <a:pt x="165" y="243"/>
                    </a:lnTo>
                    <a:lnTo>
                      <a:pt x="178" y="258"/>
                    </a:lnTo>
                    <a:lnTo>
                      <a:pt x="400" y="448"/>
                    </a:lnTo>
                    <a:lnTo>
                      <a:pt x="421" y="468"/>
                    </a:lnTo>
                    <a:lnTo>
                      <a:pt x="437" y="491"/>
                    </a:lnTo>
                    <a:lnTo>
                      <a:pt x="447" y="515"/>
                    </a:lnTo>
                    <a:lnTo>
                      <a:pt x="451" y="541"/>
                    </a:lnTo>
                    <a:lnTo>
                      <a:pt x="451" y="660"/>
                    </a:lnTo>
                    <a:lnTo>
                      <a:pt x="448" y="683"/>
                    </a:lnTo>
                    <a:lnTo>
                      <a:pt x="439" y="703"/>
                    </a:lnTo>
                    <a:lnTo>
                      <a:pt x="424" y="721"/>
                    </a:lnTo>
                    <a:lnTo>
                      <a:pt x="404" y="736"/>
                    </a:lnTo>
                    <a:lnTo>
                      <a:pt x="378" y="748"/>
                    </a:lnTo>
                    <a:lnTo>
                      <a:pt x="348" y="759"/>
                    </a:lnTo>
                    <a:lnTo>
                      <a:pt x="311" y="766"/>
                    </a:lnTo>
                    <a:lnTo>
                      <a:pt x="272" y="770"/>
                    </a:lnTo>
                    <a:lnTo>
                      <a:pt x="228" y="771"/>
                    </a:lnTo>
                    <a:lnTo>
                      <a:pt x="180" y="770"/>
                    </a:lnTo>
                    <a:lnTo>
                      <a:pt x="137" y="767"/>
                    </a:lnTo>
                    <a:lnTo>
                      <a:pt x="101" y="760"/>
                    </a:lnTo>
                    <a:lnTo>
                      <a:pt x="70" y="751"/>
                    </a:lnTo>
                    <a:lnTo>
                      <a:pt x="44" y="739"/>
                    </a:lnTo>
                    <a:lnTo>
                      <a:pt x="24" y="723"/>
                    </a:lnTo>
                    <a:lnTo>
                      <a:pt x="11" y="705"/>
                    </a:lnTo>
                    <a:lnTo>
                      <a:pt x="3" y="684"/>
                    </a:lnTo>
                    <a:lnTo>
                      <a:pt x="0" y="660"/>
                    </a:lnTo>
                    <a:lnTo>
                      <a:pt x="0" y="557"/>
                    </a:lnTo>
                    <a:lnTo>
                      <a:pt x="140" y="557"/>
                    </a:lnTo>
                    <a:lnTo>
                      <a:pt x="140" y="656"/>
                    </a:lnTo>
                    <a:lnTo>
                      <a:pt x="141" y="673"/>
                    </a:lnTo>
                    <a:lnTo>
                      <a:pt x="149" y="687"/>
                    </a:lnTo>
                    <a:lnTo>
                      <a:pt x="161" y="697"/>
                    </a:lnTo>
                    <a:lnTo>
                      <a:pt x="177" y="705"/>
                    </a:lnTo>
                    <a:lnTo>
                      <a:pt x="200" y="711"/>
                    </a:lnTo>
                    <a:lnTo>
                      <a:pt x="228" y="712"/>
                    </a:lnTo>
                    <a:lnTo>
                      <a:pt x="254" y="711"/>
                    </a:lnTo>
                    <a:lnTo>
                      <a:pt x="275" y="705"/>
                    </a:lnTo>
                    <a:lnTo>
                      <a:pt x="291" y="697"/>
                    </a:lnTo>
                    <a:lnTo>
                      <a:pt x="303" y="687"/>
                    </a:lnTo>
                    <a:lnTo>
                      <a:pt x="310" y="673"/>
                    </a:lnTo>
                    <a:lnTo>
                      <a:pt x="311" y="656"/>
                    </a:lnTo>
                    <a:lnTo>
                      <a:pt x="311" y="550"/>
                    </a:lnTo>
                    <a:lnTo>
                      <a:pt x="310" y="531"/>
                    </a:lnTo>
                    <a:lnTo>
                      <a:pt x="303" y="514"/>
                    </a:lnTo>
                    <a:lnTo>
                      <a:pt x="290" y="496"/>
                    </a:lnTo>
                    <a:lnTo>
                      <a:pt x="272" y="478"/>
                    </a:lnTo>
                    <a:lnTo>
                      <a:pt x="67" y="300"/>
                    </a:lnTo>
                    <a:lnTo>
                      <a:pt x="47" y="281"/>
                    </a:lnTo>
                    <a:lnTo>
                      <a:pt x="31" y="262"/>
                    </a:lnTo>
                    <a:lnTo>
                      <a:pt x="19" y="245"/>
                    </a:lnTo>
                    <a:lnTo>
                      <a:pt x="11" y="225"/>
                    </a:lnTo>
                    <a:lnTo>
                      <a:pt x="8" y="203"/>
                    </a:lnTo>
                    <a:lnTo>
                      <a:pt x="8" y="111"/>
                    </a:lnTo>
                    <a:lnTo>
                      <a:pt x="11" y="88"/>
                    </a:lnTo>
                    <a:lnTo>
                      <a:pt x="20" y="67"/>
                    </a:lnTo>
                    <a:lnTo>
                      <a:pt x="34" y="49"/>
                    </a:lnTo>
                    <a:lnTo>
                      <a:pt x="54" y="35"/>
                    </a:lnTo>
                    <a:lnTo>
                      <a:pt x="78" y="22"/>
                    </a:lnTo>
                    <a:lnTo>
                      <a:pt x="109" y="12"/>
                    </a:lnTo>
                    <a:lnTo>
                      <a:pt x="144" y="5"/>
                    </a:lnTo>
                    <a:lnTo>
                      <a:pt x="182" y="1"/>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5" name="Freeform 7">
                <a:extLst>
                  <a:ext uri="{FF2B5EF4-FFF2-40B4-BE49-F238E27FC236}">
                    <a16:creationId xmlns:a16="http://schemas.microsoft.com/office/drawing/2014/main" id="{BDE6EBEF-C061-4AAF-BFCE-8B08D8214DE6}"/>
                  </a:ext>
                </a:extLst>
              </p:cNvPr>
              <p:cNvSpPr>
                <a:spLocks noEditPoints="1"/>
              </p:cNvSpPr>
              <p:nvPr/>
            </p:nvSpPr>
            <p:spPr bwMode="auto">
              <a:xfrm>
                <a:off x="2282826" y="5000626"/>
                <a:ext cx="387350" cy="611188"/>
              </a:xfrm>
              <a:custGeom>
                <a:avLst/>
                <a:gdLst>
                  <a:gd name="T0" fmla="*/ 213 w 489"/>
                  <a:gd name="T1" fmla="*/ 61 h 772"/>
                  <a:gd name="T2" fmla="*/ 172 w 489"/>
                  <a:gd name="T3" fmla="*/ 71 h 772"/>
                  <a:gd name="T4" fmla="*/ 149 w 489"/>
                  <a:gd name="T5" fmla="*/ 90 h 772"/>
                  <a:gd name="T6" fmla="*/ 140 w 489"/>
                  <a:gd name="T7" fmla="*/ 116 h 772"/>
                  <a:gd name="T8" fmla="*/ 138 w 489"/>
                  <a:gd name="T9" fmla="*/ 642 h 772"/>
                  <a:gd name="T10" fmla="*/ 142 w 489"/>
                  <a:gd name="T11" fmla="*/ 670 h 772"/>
                  <a:gd name="T12" fmla="*/ 158 w 489"/>
                  <a:gd name="T13" fmla="*/ 693 h 772"/>
                  <a:gd name="T14" fmla="*/ 191 w 489"/>
                  <a:gd name="T15" fmla="*/ 707 h 772"/>
                  <a:gd name="T16" fmla="*/ 244 w 489"/>
                  <a:gd name="T17" fmla="*/ 713 h 772"/>
                  <a:gd name="T18" fmla="*/ 298 w 489"/>
                  <a:gd name="T19" fmla="*/ 707 h 772"/>
                  <a:gd name="T20" fmla="*/ 330 w 489"/>
                  <a:gd name="T21" fmla="*/ 693 h 772"/>
                  <a:gd name="T22" fmla="*/ 345 w 489"/>
                  <a:gd name="T23" fmla="*/ 670 h 772"/>
                  <a:gd name="T24" fmla="*/ 349 w 489"/>
                  <a:gd name="T25" fmla="*/ 642 h 772"/>
                  <a:gd name="T26" fmla="*/ 349 w 489"/>
                  <a:gd name="T27" fmla="*/ 116 h 772"/>
                  <a:gd name="T28" fmla="*/ 340 w 489"/>
                  <a:gd name="T29" fmla="*/ 90 h 772"/>
                  <a:gd name="T30" fmla="*/ 317 w 489"/>
                  <a:gd name="T31" fmla="*/ 71 h 772"/>
                  <a:gd name="T32" fmla="*/ 274 w 489"/>
                  <a:gd name="T33" fmla="*/ 61 h 772"/>
                  <a:gd name="T34" fmla="*/ 244 w 489"/>
                  <a:gd name="T35" fmla="*/ 0 h 772"/>
                  <a:gd name="T36" fmla="*/ 334 w 489"/>
                  <a:gd name="T37" fmla="*/ 6 h 772"/>
                  <a:gd name="T38" fmla="*/ 400 w 489"/>
                  <a:gd name="T39" fmla="*/ 20 h 772"/>
                  <a:gd name="T40" fmla="*/ 446 w 489"/>
                  <a:gd name="T41" fmla="*/ 43 h 772"/>
                  <a:gd name="T42" fmla="*/ 474 w 489"/>
                  <a:gd name="T43" fmla="*/ 73 h 772"/>
                  <a:gd name="T44" fmla="*/ 487 w 489"/>
                  <a:gd name="T45" fmla="*/ 109 h 772"/>
                  <a:gd name="T46" fmla="*/ 489 w 489"/>
                  <a:gd name="T47" fmla="*/ 643 h 772"/>
                  <a:gd name="T48" fmla="*/ 482 w 489"/>
                  <a:gd name="T49" fmla="*/ 682 h 772"/>
                  <a:gd name="T50" fmla="*/ 462 w 489"/>
                  <a:gd name="T51" fmla="*/ 715 h 772"/>
                  <a:gd name="T52" fmla="*/ 425 w 489"/>
                  <a:gd name="T53" fmla="*/ 742 h 772"/>
                  <a:gd name="T54" fmla="*/ 369 w 489"/>
                  <a:gd name="T55" fmla="*/ 761 h 772"/>
                  <a:gd name="T56" fmla="*/ 291 w 489"/>
                  <a:gd name="T57" fmla="*/ 770 h 772"/>
                  <a:gd name="T58" fmla="*/ 196 w 489"/>
                  <a:gd name="T59" fmla="*/ 770 h 772"/>
                  <a:gd name="T60" fmla="*/ 118 w 489"/>
                  <a:gd name="T61" fmla="*/ 761 h 772"/>
                  <a:gd name="T62" fmla="*/ 62 w 489"/>
                  <a:gd name="T63" fmla="*/ 742 h 772"/>
                  <a:gd name="T64" fmla="*/ 26 w 489"/>
                  <a:gd name="T65" fmla="*/ 715 h 772"/>
                  <a:gd name="T66" fmla="*/ 5 w 489"/>
                  <a:gd name="T67" fmla="*/ 682 h 772"/>
                  <a:gd name="T68" fmla="*/ 0 w 489"/>
                  <a:gd name="T69" fmla="*/ 643 h 772"/>
                  <a:gd name="T70" fmla="*/ 1 w 489"/>
                  <a:gd name="T71" fmla="*/ 109 h 772"/>
                  <a:gd name="T72" fmla="*/ 14 w 489"/>
                  <a:gd name="T73" fmla="*/ 73 h 772"/>
                  <a:gd name="T74" fmla="*/ 42 w 489"/>
                  <a:gd name="T75" fmla="*/ 43 h 772"/>
                  <a:gd name="T76" fmla="*/ 87 w 489"/>
                  <a:gd name="T77" fmla="*/ 20 h 772"/>
                  <a:gd name="T78" fmla="*/ 154 w 489"/>
                  <a:gd name="T79" fmla="*/ 6 h 772"/>
                  <a:gd name="T80" fmla="*/ 244 w 489"/>
                  <a:gd name="T8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89" h="772">
                    <a:moveTo>
                      <a:pt x="244" y="59"/>
                    </a:moveTo>
                    <a:lnTo>
                      <a:pt x="213" y="61"/>
                    </a:lnTo>
                    <a:lnTo>
                      <a:pt x="191" y="65"/>
                    </a:lnTo>
                    <a:lnTo>
                      <a:pt x="172" y="71"/>
                    </a:lnTo>
                    <a:lnTo>
                      <a:pt x="158" y="79"/>
                    </a:lnTo>
                    <a:lnTo>
                      <a:pt x="149" y="90"/>
                    </a:lnTo>
                    <a:lnTo>
                      <a:pt x="142" y="102"/>
                    </a:lnTo>
                    <a:lnTo>
                      <a:pt x="140" y="116"/>
                    </a:lnTo>
                    <a:lnTo>
                      <a:pt x="138" y="130"/>
                    </a:lnTo>
                    <a:lnTo>
                      <a:pt x="138" y="642"/>
                    </a:lnTo>
                    <a:lnTo>
                      <a:pt x="140" y="656"/>
                    </a:lnTo>
                    <a:lnTo>
                      <a:pt x="142" y="670"/>
                    </a:lnTo>
                    <a:lnTo>
                      <a:pt x="149" y="683"/>
                    </a:lnTo>
                    <a:lnTo>
                      <a:pt x="158" y="693"/>
                    </a:lnTo>
                    <a:lnTo>
                      <a:pt x="172" y="702"/>
                    </a:lnTo>
                    <a:lnTo>
                      <a:pt x="191" y="707"/>
                    </a:lnTo>
                    <a:lnTo>
                      <a:pt x="213" y="711"/>
                    </a:lnTo>
                    <a:lnTo>
                      <a:pt x="244" y="713"/>
                    </a:lnTo>
                    <a:lnTo>
                      <a:pt x="274" y="711"/>
                    </a:lnTo>
                    <a:lnTo>
                      <a:pt x="298" y="707"/>
                    </a:lnTo>
                    <a:lnTo>
                      <a:pt x="317" y="702"/>
                    </a:lnTo>
                    <a:lnTo>
                      <a:pt x="330" y="693"/>
                    </a:lnTo>
                    <a:lnTo>
                      <a:pt x="340" y="683"/>
                    </a:lnTo>
                    <a:lnTo>
                      <a:pt x="345" y="670"/>
                    </a:lnTo>
                    <a:lnTo>
                      <a:pt x="349" y="656"/>
                    </a:lnTo>
                    <a:lnTo>
                      <a:pt x="349" y="642"/>
                    </a:lnTo>
                    <a:lnTo>
                      <a:pt x="349" y="130"/>
                    </a:lnTo>
                    <a:lnTo>
                      <a:pt x="349" y="116"/>
                    </a:lnTo>
                    <a:lnTo>
                      <a:pt x="345" y="102"/>
                    </a:lnTo>
                    <a:lnTo>
                      <a:pt x="340" y="90"/>
                    </a:lnTo>
                    <a:lnTo>
                      <a:pt x="330" y="79"/>
                    </a:lnTo>
                    <a:lnTo>
                      <a:pt x="317" y="71"/>
                    </a:lnTo>
                    <a:lnTo>
                      <a:pt x="298" y="65"/>
                    </a:lnTo>
                    <a:lnTo>
                      <a:pt x="274" y="61"/>
                    </a:lnTo>
                    <a:lnTo>
                      <a:pt x="244" y="59"/>
                    </a:lnTo>
                    <a:close/>
                    <a:moveTo>
                      <a:pt x="244" y="0"/>
                    </a:moveTo>
                    <a:lnTo>
                      <a:pt x="291" y="2"/>
                    </a:lnTo>
                    <a:lnTo>
                      <a:pt x="334" y="6"/>
                    </a:lnTo>
                    <a:lnTo>
                      <a:pt x="369" y="11"/>
                    </a:lnTo>
                    <a:lnTo>
                      <a:pt x="400" y="20"/>
                    </a:lnTo>
                    <a:lnTo>
                      <a:pt x="425" y="31"/>
                    </a:lnTo>
                    <a:lnTo>
                      <a:pt x="446" y="43"/>
                    </a:lnTo>
                    <a:lnTo>
                      <a:pt x="462" y="57"/>
                    </a:lnTo>
                    <a:lnTo>
                      <a:pt x="474" y="73"/>
                    </a:lnTo>
                    <a:lnTo>
                      <a:pt x="482" y="90"/>
                    </a:lnTo>
                    <a:lnTo>
                      <a:pt x="487" y="109"/>
                    </a:lnTo>
                    <a:lnTo>
                      <a:pt x="489" y="129"/>
                    </a:lnTo>
                    <a:lnTo>
                      <a:pt x="489" y="643"/>
                    </a:lnTo>
                    <a:lnTo>
                      <a:pt x="487" y="663"/>
                    </a:lnTo>
                    <a:lnTo>
                      <a:pt x="482" y="682"/>
                    </a:lnTo>
                    <a:lnTo>
                      <a:pt x="474" y="699"/>
                    </a:lnTo>
                    <a:lnTo>
                      <a:pt x="462" y="715"/>
                    </a:lnTo>
                    <a:lnTo>
                      <a:pt x="446" y="729"/>
                    </a:lnTo>
                    <a:lnTo>
                      <a:pt x="425" y="742"/>
                    </a:lnTo>
                    <a:lnTo>
                      <a:pt x="400" y="753"/>
                    </a:lnTo>
                    <a:lnTo>
                      <a:pt x="369" y="761"/>
                    </a:lnTo>
                    <a:lnTo>
                      <a:pt x="334" y="766"/>
                    </a:lnTo>
                    <a:lnTo>
                      <a:pt x="291" y="770"/>
                    </a:lnTo>
                    <a:lnTo>
                      <a:pt x="244" y="772"/>
                    </a:lnTo>
                    <a:lnTo>
                      <a:pt x="196" y="770"/>
                    </a:lnTo>
                    <a:lnTo>
                      <a:pt x="154" y="766"/>
                    </a:lnTo>
                    <a:lnTo>
                      <a:pt x="118" y="761"/>
                    </a:lnTo>
                    <a:lnTo>
                      <a:pt x="87" y="753"/>
                    </a:lnTo>
                    <a:lnTo>
                      <a:pt x="62" y="742"/>
                    </a:lnTo>
                    <a:lnTo>
                      <a:pt x="42" y="729"/>
                    </a:lnTo>
                    <a:lnTo>
                      <a:pt x="26" y="715"/>
                    </a:lnTo>
                    <a:lnTo>
                      <a:pt x="14" y="699"/>
                    </a:lnTo>
                    <a:lnTo>
                      <a:pt x="5" y="682"/>
                    </a:lnTo>
                    <a:lnTo>
                      <a:pt x="1" y="663"/>
                    </a:lnTo>
                    <a:lnTo>
                      <a:pt x="0" y="643"/>
                    </a:lnTo>
                    <a:lnTo>
                      <a:pt x="0" y="129"/>
                    </a:lnTo>
                    <a:lnTo>
                      <a:pt x="1" y="109"/>
                    </a:lnTo>
                    <a:lnTo>
                      <a:pt x="5" y="90"/>
                    </a:lnTo>
                    <a:lnTo>
                      <a:pt x="14" y="73"/>
                    </a:lnTo>
                    <a:lnTo>
                      <a:pt x="26" y="57"/>
                    </a:lnTo>
                    <a:lnTo>
                      <a:pt x="42" y="43"/>
                    </a:lnTo>
                    <a:lnTo>
                      <a:pt x="62" y="31"/>
                    </a:lnTo>
                    <a:lnTo>
                      <a:pt x="87" y="20"/>
                    </a:lnTo>
                    <a:lnTo>
                      <a:pt x="118" y="11"/>
                    </a:lnTo>
                    <a:lnTo>
                      <a:pt x="154" y="6"/>
                    </a:lnTo>
                    <a:lnTo>
                      <a:pt x="196" y="2"/>
                    </a:lnTo>
                    <a:lnTo>
                      <a:pt x="244"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6" name="Freeform 8">
                <a:extLst>
                  <a:ext uri="{FF2B5EF4-FFF2-40B4-BE49-F238E27FC236}">
                    <a16:creationId xmlns:a16="http://schemas.microsoft.com/office/drawing/2014/main" id="{89D18DE9-FB38-44E3-9753-8DBB95A05D2A}"/>
                  </a:ext>
                </a:extLst>
              </p:cNvPr>
              <p:cNvSpPr>
                <a:spLocks noEditPoints="1"/>
              </p:cNvSpPr>
              <p:nvPr/>
            </p:nvSpPr>
            <p:spPr bwMode="auto">
              <a:xfrm>
                <a:off x="2730501" y="5005388"/>
                <a:ext cx="360363" cy="603250"/>
              </a:xfrm>
              <a:custGeom>
                <a:avLst/>
                <a:gdLst>
                  <a:gd name="T0" fmla="*/ 140 w 454"/>
                  <a:gd name="T1" fmla="*/ 59 h 759"/>
                  <a:gd name="T2" fmla="*/ 140 w 454"/>
                  <a:gd name="T3" fmla="*/ 358 h 759"/>
                  <a:gd name="T4" fmla="*/ 207 w 454"/>
                  <a:gd name="T5" fmla="*/ 358 h 759"/>
                  <a:gd name="T6" fmla="*/ 232 w 454"/>
                  <a:gd name="T7" fmla="*/ 358 h 759"/>
                  <a:gd name="T8" fmla="*/ 255 w 454"/>
                  <a:gd name="T9" fmla="*/ 355 h 759"/>
                  <a:gd name="T10" fmla="*/ 275 w 454"/>
                  <a:gd name="T11" fmla="*/ 352 h 759"/>
                  <a:gd name="T12" fmla="*/ 291 w 454"/>
                  <a:gd name="T13" fmla="*/ 346 h 759"/>
                  <a:gd name="T14" fmla="*/ 303 w 454"/>
                  <a:gd name="T15" fmla="*/ 337 h 759"/>
                  <a:gd name="T16" fmla="*/ 311 w 454"/>
                  <a:gd name="T17" fmla="*/ 325 h 759"/>
                  <a:gd name="T18" fmla="*/ 314 w 454"/>
                  <a:gd name="T19" fmla="*/ 311 h 759"/>
                  <a:gd name="T20" fmla="*/ 314 w 454"/>
                  <a:gd name="T21" fmla="*/ 106 h 759"/>
                  <a:gd name="T22" fmla="*/ 311 w 454"/>
                  <a:gd name="T23" fmla="*/ 91 h 759"/>
                  <a:gd name="T24" fmla="*/ 303 w 454"/>
                  <a:gd name="T25" fmla="*/ 79 h 759"/>
                  <a:gd name="T26" fmla="*/ 291 w 454"/>
                  <a:gd name="T27" fmla="*/ 71 h 759"/>
                  <a:gd name="T28" fmla="*/ 275 w 454"/>
                  <a:gd name="T29" fmla="*/ 64 h 759"/>
                  <a:gd name="T30" fmla="*/ 255 w 454"/>
                  <a:gd name="T31" fmla="*/ 62 h 759"/>
                  <a:gd name="T32" fmla="*/ 232 w 454"/>
                  <a:gd name="T33" fmla="*/ 59 h 759"/>
                  <a:gd name="T34" fmla="*/ 207 w 454"/>
                  <a:gd name="T35" fmla="*/ 59 h 759"/>
                  <a:gd name="T36" fmla="*/ 140 w 454"/>
                  <a:gd name="T37" fmla="*/ 59 h 759"/>
                  <a:gd name="T38" fmla="*/ 0 w 454"/>
                  <a:gd name="T39" fmla="*/ 0 h 759"/>
                  <a:gd name="T40" fmla="*/ 221 w 454"/>
                  <a:gd name="T41" fmla="*/ 0 h 759"/>
                  <a:gd name="T42" fmla="*/ 271 w 454"/>
                  <a:gd name="T43" fmla="*/ 0 h 759"/>
                  <a:gd name="T44" fmla="*/ 314 w 454"/>
                  <a:gd name="T45" fmla="*/ 4 h 759"/>
                  <a:gd name="T46" fmla="*/ 350 w 454"/>
                  <a:gd name="T47" fmla="*/ 8 h 759"/>
                  <a:gd name="T48" fmla="*/ 380 w 454"/>
                  <a:gd name="T49" fmla="*/ 16 h 759"/>
                  <a:gd name="T50" fmla="*/ 404 w 454"/>
                  <a:gd name="T51" fmla="*/ 26 h 759"/>
                  <a:gd name="T52" fmla="*/ 423 w 454"/>
                  <a:gd name="T53" fmla="*/ 38 h 759"/>
                  <a:gd name="T54" fmla="*/ 437 w 454"/>
                  <a:gd name="T55" fmla="*/ 52 h 759"/>
                  <a:gd name="T56" fmla="*/ 447 w 454"/>
                  <a:gd name="T57" fmla="*/ 70 h 759"/>
                  <a:gd name="T58" fmla="*/ 452 w 454"/>
                  <a:gd name="T59" fmla="*/ 91 h 759"/>
                  <a:gd name="T60" fmla="*/ 454 w 454"/>
                  <a:gd name="T61" fmla="*/ 115 h 759"/>
                  <a:gd name="T62" fmla="*/ 454 w 454"/>
                  <a:gd name="T63" fmla="*/ 301 h 759"/>
                  <a:gd name="T64" fmla="*/ 451 w 454"/>
                  <a:gd name="T65" fmla="*/ 325 h 759"/>
                  <a:gd name="T66" fmla="*/ 447 w 454"/>
                  <a:gd name="T67" fmla="*/ 347 h 759"/>
                  <a:gd name="T68" fmla="*/ 437 w 454"/>
                  <a:gd name="T69" fmla="*/ 364 h 759"/>
                  <a:gd name="T70" fmla="*/ 423 w 454"/>
                  <a:gd name="T71" fmla="*/ 379 h 759"/>
                  <a:gd name="T72" fmla="*/ 404 w 454"/>
                  <a:gd name="T73" fmla="*/ 391 h 759"/>
                  <a:gd name="T74" fmla="*/ 380 w 454"/>
                  <a:gd name="T75" fmla="*/ 402 h 759"/>
                  <a:gd name="T76" fmla="*/ 350 w 454"/>
                  <a:gd name="T77" fmla="*/ 408 h 759"/>
                  <a:gd name="T78" fmla="*/ 314 w 454"/>
                  <a:gd name="T79" fmla="*/ 414 h 759"/>
                  <a:gd name="T80" fmla="*/ 271 w 454"/>
                  <a:gd name="T81" fmla="*/ 416 h 759"/>
                  <a:gd name="T82" fmla="*/ 221 w 454"/>
                  <a:gd name="T83" fmla="*/ 416 h 759"/>
                  <a:gd name="T84" fmla="*/ 140 w 454"/>
                  <a:gd name="T85" fmla="*/ 416 h 759"/>
                  <a:gd name="T86" fmla="*/ 140 w 454"/>
                  <a:gd name="T87" fmla="*/ 759 h 759"/>
                  <a:gd name="T88" fmla="*/ 0 w 454"/>
                  <a:gd name="T89" fmla="*/ 759 h 759"/>
                  <a:gd name="T90" fmla="*/ 0 w 454"/>
                  <a:gd name="T91"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4" h="759">
                    <a:moveTo>
                      <a:pt x="140" y="59"/>
                    </a:moveTo>
                    <a:lnTo>
                      <a:pt x="140" y="358"/>
                    </a:lnTo>
                    <a:lnTo>
                      <a:pt x="207" y="358"/>
                    </a:lnTo>
                    <a:lnTo>
                      <a:pt x="232" y="358"/>
                    </a:lnTo>
                    <a:lnTo>
                      <a:pt x="255" y="355"/>
                    </a:lnTo>
                    <a:lnTo>
                      <a:pt x="275" y="352"/>
                    </a:lnTo>
                    <a:lnTo>
                      <a:pt x="291" y="346"/>
                    </a:lnTo>
                    <a:lnTo>
                      <a:pt x="303" y="337"/>
                    </a:lnTo>
                    <a:lnTo>
                      <a:pt x="311" y="325"/>
                    </a:lnTo>
                    <a:lnTo>
                      <a:pt x="314" y="311"/>
                    </a:lnTo>
                    <a:lnTo>
                      <a:pt x="314" y="106"/>
                    </a:lnTo>
                    <a:lnTo>
                      <a:pt x="311" y="91"/>
                    </a:lnTo>
                    <a:lnTo>
                      <a:pt x="303" y="79"/>
                    </a:lnTo>
                    <a:lnTo>
                      <a:pt x="291" y="71"/>
                    </a:lnTo>
                    <a:lnTo>
                      <a:pt x="275" y="64"/>
                    </a:lnTo>
                    <a:lnTo>
                      <a:pt x="255" y="62"/>
                    </a:lnTo>
                    <a:lnTo>
                      <a:pt x="232" y="59"/>
                    </a:lnTo>
                    <a:lnTo>
                      <a:pt x="207" y="59"/>
                    </a:lnTo>
                    <a:lnTo>
                      <a:pt x="140" y="59"/>
                    </a:lnTo>
                    <a:close/>
                    <a:moveTo>
                      <a:pt x="0" y="0"/>
                    </a:moveTo>
                    <a:lnTo>
                      <a:pt x="221" y="0"/>
                    </a:lnTo>
                    <a:lnTo>
                      <a:pt x="271" y="0"/>
                    </a:lnTo>
                    <a:lnTo>
                      <a:pt x="314" y="4"/>
                    </a:lnTo>
                    <a:lnTo>
                      <a:pt x="350" y="8"/>
                    </a:lnTo>
                    <a:lnTo>
                      <a:pt x="380" y="16"/>
                    </a:lnTo>
                    <a:lnTo>
                      <a:pt x="404" y="26"/>
                    </a:lnTo>
                    <a:lnTo>
                      <a:pt x="423" y="38"/>
                    </a:lnTo>
                    <a:lnTo>
                      <a:pt x="437" y="52"/>
                    </a:lnTo>
                    <a:lnTo>
                      <a:pt x="447" y="70"/>
                    </a:lnTo>
                    <a:lnTo>
                      <a:pt x="452" y="91"/>
                    </a:lnTo>
                    <a:lnTo>
                      <a:pt x="454" y="115"/>
                    </a:lnTo>
                    <a:lnTo>
                      <a:pt x="454" y="301"/>
                    </a:lnTo>
                    <a:lnTo>
                      <a:pt x="451" y="325"/>
                    </a:lnTo>
                    <a:lnTo>
                      <a:pt x="447" y="347"/>
                    </a:lnTo>
                    <a:lnTo>
                      <a:pt x="437" y="364"/>
                    </a:lnTo>
                    <a:lnTo>
                      <a:pt x="423" y="379"/>
                    </a:lnTo>
                    <a:lnTo>
                      <a:pt x="404" y="391"/>
                    </a:lnTo>
                    <a:lnTo>
                      <a:pt x="380" y="402"/>
                    </a:lnTo>
                    <a:lnTo>
                      <a:pt x="350" y="408"/>
                    </a:lnTo>
                    <a:lnTo>
                      <a:pt x="314" y="414"/>
                    </a:lnTo>
                    <a:lnTo>
                      <a:pt x="271" y="416"/>
                    </a:lnTo>
                    <a:lnTo>
                      <a:pt x="221" y="416"/>
                    </a:lnTo>
                    <a:lnTo>
                      <a:pt x="140" y="416"/>
                    </a:lnTo>
                    <a:lnTo>
                      <a:pt x="140"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7" name="Freeform 9">
                <a:extLst>
                  <a:ext uri="{FF2B5EF4-FFF2-40B4-BE49-F238E27FC236}">
                    <a16:creationId xmlns:a16="http://schemas.microsoft.com/office/drawing/2014/main" id="{8D961941-D9DC-44B7-B4B1-7160F7B31104}"/>
                  </a:ext>
                </a:extLst>
              </p:cNvPr>
              <p:cNvSpPr>
                <a:spLocks/>
              </p:cNvSpPr>
              <p:nvPr/>
            </p:nvSpPr>
            <p:spPr bwMode="auto">
              <a:xfrm>
                <a:off x="3121026" y="5000626"/>
                <a:ext cx="358775" cy="611188"/>
              </a:xfrm>
              <a:custGeom>
                <a:avLst/>
                <a:gdLst>
                  <a:gd name="T0" fmla="*/ 277 w 451"/>
                  <a:gd name="T1" fmla="*/ 2 h 772"/>
                  <a:gd name="T2" fmla="*/ 355 w 451"/>
                  <a:gd name="T3" fmla="*/ 12 h 772"/>
                  <a:gd name="T4" fmla="*/ 407 w 451"/>
                  <a:gd name="T5" fmla="*/ 34 h 772"/>
                  <a:gd name="T6" fmla="*/ 438 w 451"/>
                  <a:gd name="T7" fmla="*/ 65 h 772"/>
                  <a:gd name="T8" fmla="*/ 447 w 451"/>
                  <a:gd name="T9" fmla="*/ 106 h 772"/>
                  <a:gd name="T10" fmla="*/ 309 w 451"/>
                  <a:gd name="T11" fmla="*/ 204 h 772"/>
                  <a:gd name="T12" fmla="*/ 308 w 451"/>
                  <a:gd name="T13" fmla="*/ 98 h 772"/>
                  <a:gd name="T14" fmla="*/ 297 w 451"/>
                  <a:gd name="T15" fmla="*/ 78 h 772"/>
                  <a:gd name="T16" fmla="*/ 273 w 451"/>
                  <a:gd name="T17" fmla="*/ 65 h 772"/>
                  <a:gd name="T18" fmla="*/ 229 w 451"/>
                  <a:gd name="T19" fmla="*/ 59 h 772"/>
                  <a:gd name="T20" fmla="*/ 184 w 451"/>
                  <a:gd name="T21" fmla="*/ 65 h 772"/>
                  <a:gd name="T22" fmla="*/ 159 w 451"/>
                  <a:gd name="T23" fmla="*/ 78 h 772"/>
                  <a:gd name="T24" fmla="*/ 149 w 451"/>
                  <a:gd name="T25" fmla="*/ 98 h 772"/>
                  <a:gd name="T26" fmla="*/ 148 w 451"/>
                  <a:gd name="T27" fmla="*/ 191 h 772"/>
                  <a:gd name="T28" fmla="*/ 155 w 451"/>
                  <a:gd name="T29" fmla="*/ 227 h 772"/>
                  <a:gd name="T30" fmla="*/ 180 w 451"/>
                  <a:gd name="T31" fmla="*/ 259 h 772"/>
                  <a:gd name="T32" fmla="*/ 422 w 451"/>
                  <a:gd name="T33" fmla="*/ 469 h 772"/>
                  <a:gd name="T34" fmla="*/ 449 w 451"/>
                  <a:gd name="T35" fmla="*/ 516 h 772"/>
                  <a:gd name="T36" fmla="*/ 451 w 451"/>
                  <a:gd name="T37" fmla="*/ 660 h 772"/>
                  <a:gd name="T38" fmla="*/ 439 w 451"/>
                  <a:gd name="T39" fmla="*/ 703 h 772"/>
                  <a:gd name="T40" fmla="*/ 404 w 451"/>
                  <a:gd name="T41" fmla="*/ 737 h 772"/>
                  <a:gd name="T42" fmla="*/ 348 w 451"/>
                  <a:gd name="T43" fmla="*/ 760 h 772"/>
                  <a:gd name="T44" fmla="*/ 273 w 451"/>
                  <a:gd name="T45" fmla="*/ 770 h 772"/>
                  <a:gd name="T46" fmla="*/ 180 w 451"/>
                  <a:gd name="T47" fmla="*/ 770 h 772"/>
                  <a:gd name="T48" fmla="*/ 101 w 451"/>
                  <a:gd name="T49" fmla="*/ 760 h 772"/>
                  <a:gd name="T50" fmla="*/ 45 w 451"/>
                  <a:gd name="T51" fmla="*/ 738 h 772"/>
                  <a:gd name="T52" fmla="*/ 11 w 451"/>
                  <a:gd name="T53" fmla="*/ 706 h 772"/>
                  <a:gd name="T54" fmla="*/ 0 w 451"/>
                  <a:gd name="T55" fmla="*/ 660 h 772"/>
                  <a:gd name="T56" fmla="*/ 140 w 451"/>
                  <a:gd name="T57" fmla="*/ 556 h 772"/>
                  <a:gd name="T58" fmla="*/ 143 w 451"/>
                  <a:gd name="T59" fmla="*/ 672 h 772"/>
                  <a:gd name="T60" fmla="*/ 161 w 451"/>
                  <a:gd name="T61" fmla="*/ 698 h 772"/>
                  <a:gd name="T62" fmla="*/ 200 w 451"/>
                  <a:gd name="T63" fmla="*/ 711 h 772"/>
                  <a:gd name="T64" fmla="*/ 254 w 451"/>
                  <a:gd name="T65" fmla="*/ 711 h 772"/>
                  <a:gd name="T66" fmla="*/ 292 w 451"/>
                  <a:gd name="T67" fmla="*/ 698 h 772"/>
                  <a:gd name="T68" fmla="*/ 310 w 451"/>
                  <a:gd name="T69" fmla="*/ 672 h 772"/>
                  <a:gd name="T70" fmla="*/ 313 w 451"/>
                  <a:gd name="T71" fmla="*/ 551 h 772"/>
                  <a:gd name="T72" fmla="*/ 304 w 451"/>
                  <a:gd name="T73" fmla="*/ 513 h 772"/>
                  <a:gd name="T74" fmla="*/ 273 w 451"/>
                  <a:gd name="T75" fmla="*/ 477 h 772"/>
                  <a:gd name="T76" fmla="*/ 47 w 451"/>
                  <a:gd name="T77" fmla="*/ 282 h 772"/>
                  <a:gd name="T78" fmla="*/ 19 w 451"/>
                  <a:gd name="T79" fmla="*/ 244 h 772"/>
                  <a:gd name="T80" fmla="*/ 10 w 451"/>
                  <a:gd name="T81" fmla="*/ 204 h 772"/>
                  <a:gd name="T82" fmla="*/ 13 w 451"/>
                  <a:gd name="T83" fmla="*/ 89 h 772"/>
                  <a:gd name="T84" fmla="*/ 35 w 451"/>
                  <a:gd name="T85" fmla="*/ 50 h 772"/>
                  <a:gd name="T86" fmla="*/ 78 w 451"/>
                  <a:gd name="T87" fmla="*/ 22 h 772"/>
                  <a:gd name="T88" fmla="*/ 144 w 451"/>
                  <a:gd name="T89" fmla="*/ 6 h 772"/>
                  <a:gd name="T90" fmla="*/ 229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9" y="0"/>
                    </a:moveTo>
                    <a:lnTo>
                      <a:pt x="277" y="2"/>
                    </a:lnTo>
                    <a:lnTo>
                      <a:pt x="318" y="6"/>
                    </a:lnTo>
                    <a:lnTo>
                      <a:pt x="355" y="12"/>
                    </a:lnTo>
                    <a:lnTo>
                      <a:pt x="384" y="22"/>
                    </a:lnTo>
                    <a:lnTo>
                      <a:pt x="407" y="34"/>
                    </a:lnTo>
                    <a:lnTo>
                      <a:pt x="426" y="49"/>
                    </a:lnTo>
                    <a:lnTo>
                      <a:pt x="438" y="65"/>
                    </a:lnTo>
                    <a:lnTo>
                      <a:pt x="445" y="85"/>
                    </a:lnTo>
                    <a:lnTo>
                      <a:pt x="447" y="106"/>
                    </a:lnTo>
                    <a:lnTo>
                      <a:pt x="447" y="204"/>
                    </a:lnTo>
                    <a:lnTo>
                      <a:pt x="309" y="204"/>
                    </a:lnTo>
                    <a:lnTo>
                      <a:pt x="309" y="110"/>
                    </a:lnTo>
                    <a:lnTo>
                      <a:pt x="308" y="98"/>
                    </a:lnTo>
                    <a:lnTo>
                      <a:pt x="304" y="87"/>
                    </a:lnTo>
                    <a:lnTo>
                      <a:pt x="297" y="78"/>
                    </a:lnTo>
                    <a:lnTo>
                      <a:pt x="288" y="70"/>
                    </a:lnTo>
                    <a:lnTo>
                      <a:pt x="273" y="65"/>
                    </a:lnTo>
                    <a:lnTo>
                      <a:pt x="254" y="61"/>
                    </a:lnTo>
                    <a:lnTo>
                      <a:pt x="229" y="59"/>
                    </a:lnTo>
                    <a:lnTo>
                      <a:pt x="203" y="61"/>
                    </a:lnTo>
                    <a:lnTo>
                      <a:pt x="184" y="65"/>
                    </a:lnTo>
                    <a:lnTo>
                      <a:pt x="170" y="70"/>
                    </a:lnTo>
                    <a:lnTo>
                      <a:pt x="159" y="78"/>
                    </a:lnTo>
                    <a:lnTo>
                      <a:pt x="152" y="87"/>
                    </a:lnTo>
                    <a:lnTo>
                      <a:pt x="149" y="98"/>
                    </a:lnTo>
                    <a:lnTo>
                      <a:pt x="148" y="110"/>
                    </a:lnTo>
                    <a:lnTo>
                      <a:pt x="148" y="191"/>
                    </a:lnTo>
                    <a:lnTo>
                      <a:pt x="149" y="209"/>
                    </a:lnTo>
                    <a:lnTo>
                      <a:pt x="155" y="227"/>
                    </a:lnTo>
                    <a:lnTo>
                      <a:pt x="165" y="243"/>
                    </a:lnTo>
                    <a:lnTo>
                      <a:pt x="180" y="259"/>
                    </a:lnTo>
                    <a:lnTo>
                      <a:pt x="402" y="448"/>
                    </a:lnTo>
                    <a:lnTo>
                      <a:pt x="422" y="469"/>
                    </a:lnTo>
                    <a:lnTo>
                      <a:pt x="438" y="492"/>
                    </a:lnTo>
                    <a:lnTo>
                      <a:pt x="449" y="516"/>
                    </a:lnTo>
                    <a:lnTo>
                      <a:pt x="451" y="541"/>
                    </a:lnTo>
                    <a:lnTo>
                      <a:pt x="451" y="660"/>
                    </a:lnTo>
                    <a:lnTo>
                      <a:pt x="449" y="683"/>
                    </a:lnTo>
                    <a:lnTo>
                      <a:pt x="439" y="703"/>
                    </a:lnTo>
                    <a:lnTo>
                      <a:pt x="424" y="721"/>
                    </a:lnTo>
                    <a:lnTo>
                      <a:pt x="404" y="737"/>
                    </a:lnTo>
                    <a:lnTo>
                      <a:pt x="379" y="749"/>
                    </a:lnTo>
                    <a:lnTo>
                      <a:pt x="348" y="760"/>
                    </a:lnTo>
                    <a:lnTo>
                      <a:pt x="313" y="766"/>
                    </a:lnTo>
                    <a:lnTo>
                      <a:pt x="273" y="770"/>
                    </a:lnTo>
                    <a:lnTo>
                      <a:pt x="229" y="772"/>
                    </a:lnTo>
                    <a:lnTo>
                      <a:pt x="180" y="770"/>
                    </a:lnTo>
                    <a:lnTo>
                      <a:pt x="137" y="766"/>
                    </a:lnTo>
                    <a:lnTo>
                      <a:pt x="101" y="760"/>
                    </a:lnTo>
                    <a:lnTo>
                      <a:pt x="70" y="750"/>
                    </a:lnTo>
                    <a:lnTo>
                      <a:pt x="45" y="738"/>
                    </a:lnTo>
                    <a:lnTo>
                      <a:pt x="26" y="723"/>
                    </a:lnTo>
                    <a:lnTo>
                      <a:pt x="11" y="706"/>
                    </a:lnTo>
                    <a:lnTo>
                      <a:pt x="3" y="685"/>
                    </a:lnTo>
                    <a:lnTo>
                      <a:pt x="0" y="660"/>
                    </a:lnTo>
                    <a:lnTo>
                      <a:pt x="0" y="556"/>
                    </a:lnTo>
                    <a:lnTo>
                      <a:pt x="140" y="556"/>
                    </a:lnTo>
                    <a:lnTo>
                      <a:pt x="140" y="656"/>
                    </a:lnTo>
                    <a:lnTo>
                      <a:pt x="143" y="672"/>
                    </a:lnTo>
                    <a:lnTo>
                      <a:pt x="149" y="687"/>
                    </a:lnTo>
                    <a:lnTo>
                      <a:pt x="161" y="698"/>
                    </a:lnTo>
                    <a:lnTo>
                      <a:pt x="179" y="706"/>
                    </a:lnTo>
                    <a:lnTo>
                      <a:pt x="200" y="711"/>
                    </a:lnTo>
                    <a:lnTo>
                      <a:pt x="229" y="713"/>
                    </a:lnTo>
                    <a:lnTo>
                      <a:pt x="254" y="711"/>
                    </a:lnTo>
                    <a:lnTo>
                      <a:pt x="276" y="706"/>
                    </a:lnTo>
                    <a:lnTo>
                      <a:pt x="292" y="698"/>
                    </a:lnTo>
                    <a:lnTo>
                      <a:pt x="304" y="687"/>
                    </a:lnTo>
                    <a:lnTo>
                      <a:pt x="310" y="672"/>
                    </a:lnTo>
                    <a:lnTo>
                      <a:pt x="313" y="656"/>
                    </a:lnTo>
                    <a:lnTo>
                      <a:pt x="313" y="551"/>
                    </a:lnTo>
                    <a:lnTo>
                      <a:pt x="310" y="532"/>
                    </a:lnTo>
                    <a:lnTo>
                      <a:pt x="304" y="513"/>
                    </a:lnTo>
                    <a:lnTo>
                      <a:pt x="292" y="496"/>
                    </a:lnTo>
                    <a:lnTo>
                      <a:pt x="273" y="477"/>
                    </a:lnTo>
                    <a:lnTo>
                      <a:pt x="69" y="300"/>
                    </a:lnTo>
                    <a:lnTo>
                      <a:pt x="47" y="282"/>
                    </a:lnTo>
                    <a:lnTo>
                      <a:pt x="31" y="263"/>
                    </a:lnTo>
                    <a:lnTo>
                      <a:pt x="19" y="244"/>
                    </a:lnTo>
                    <a:lnTo>
                      <a:pt x="11" y="225"/>
                    </a:lnTo>
                    <a:lnTo>
                      <a:pt x="10" y="204"/>
                    </a:lnTo>
                    <a:lnTo>
                      <a:pt x="10" y="112"/>
                    </a:lnTo>
                    <a:lnTo>
                      <a:pt x="13" y="89"/>
                    </a:lnTo>
                    <a:lnTo>
                      <a:pt x="21" y="67"/>
                    </a:lnTo>
                    <a:lnTo>
                      <a:pt x="35" y="50"/>
                    </a:lnTo>
                    <a:lnTo>
                      <a:pt x="54" y="35"/>
                    </a:lnTo>
                    <a:lnTo>
                      <a:pt x="78" y="22"/>
                    </a:lnTo>
                    <a:lnTo>
                      <a:pt x="109" y="12"/>
                    </a:lnTo>
                    <a:lnTo>
                      <a:pt x="144" y="6"/>
                    </a:lnTo>
                    <a:lnTo>
                      <a:pt x="184" y="2"/>
                    </a:lnTo>
                    <a:lnTo>
                      <a:pt x="229"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8" name="Freeform 10">
                <a:extLst>
                  <a:ext uri="{FF2B5EF4-FFF2-40B4-BE49-F238E27FC236}">
                    <a16:creationId xmlns:a16="http://schemas.microsoft.com/office/drawing/2014/main" id="{B9363D07-27BC-4F61-90A5-DF8C3FB43323}"/>
                  </a:ext>
                </a:extLst>
              </p:cNvPr>
              <p:cNvSpPr>
                <a:spLocks/>
              </p:cNvSpPr>
              <p:nvPr/>
            </p:nvSpPr>
            <p:spPr bwMode="auto">
              <a:xfrm>
                <a:off x="3935413" y="5000626"/>
                <a:ext cx="358775" cy="611188"/>
              </a:xfrm>
              <a:custGeom>
                <a:avLst/>
                <a:gdLst>
                  <a:gd name="T0" fmla="*/ 276 w 451"/>
                  <a:gd name="T1" fmla="*/ 2 h 772"/>
                  <a:gd name="T2" fmla="*/ 354 w 451"/>
                  <a:gd name="T3" fmla="*/ 12 h 772"/>
                  <a:gd name="T4" fmla="*/ 407 w 451"/>
                  <a:gd name="T5" fmla="*/ 34 h 772"/>
                  <a:gd name="T6" fmla="*/ 437 w 451"/>
                  <a:gd name="T7" fmla="*/ 65 h 772"/>
                  <a:gd name="T8" fmla="*/ 447 w 451"/>
                  <a:gd name="T9" fmla="*/ 106 h 772"/>
                  <a:gd name="T10" fmla="*/ 307 w 451"/>
                  <a:gd name="T11" fmla="*/ 204 h 772"/>
                  <a:gd name="T12" fmla="*/ 307 w 451"/>
                  <a:gd name="T13" fmla="*/ 98 h 772"/>
                  <a:gd name="T14" fmla="*/ 296 w 451"/>
                  <a:gd name="T15" fmla="*/ 78 h 772"/>
                  <a:gd name="T16" fmla="*/ 272 w 451"/>
                  <a:gd name="T17" fmla="*/ 65 h 772"/>
                  <a:gd name="T18" fmla="*/ 228 w 451"/>
                  <a:gd name="T19" fmla="*/ 59 h 772"/>
                  <a:gd name="T20" fmla="*/ 182 w 451"/>
                  <a:gd name="T21" fmla="*/ 65 h 772"/>
                  <a:gd name="T22" fmla="*/ 158 w 451"/>
                  <a:gd name="T23" fmla="*/ 78 h 772"/>
                  <a:gd name="T24" fmla="*/ 149 w 451"/>
                  <a:gd name="T25" fmla="*/ 98 h 772"/>
                  <a:gd name="T26" fmla="*/ 148 w 451"/>
                  <a:gd name="T27" fmla="*/ 191 h 772"/>
                  <a:gd name="T28" fmla="*/ 154 w 451"/>
                  <a:gd name="T29" fmla="*/ 227 h 772"/>
                  <a:gd name="T30" fmla="*/ 178 w 451"/>
                  <a:gd name="T31" fmla="*/ 259 h 772"/>
                  <a:gd name="T32" fmla="*/ 421 w 451"/>
                  <a:gd name="T33" fmla="*/ 469 h 772"/>
                  <a:gd name="T34" fmla="*/ 447 w 451"/>
                  <a:gd name="T35" fmla="*/ 516 h 772"/>
                  <a:gd name="T36" fmla="*/ 451 w 451"/>
                  <a:gd name="T37" fmla="*/ 660 h 772"/>
                  <a:gd name="T38" fmla="*/ 439 w 451"/>
                  <a:gd name="T39" fmla="*/ 703 h 772"/>
                  <a:gd name="T40" fmla="*/ 404 w 451"/>
                  <a:gd name="T41" fmla="*/ 737 h 772"/>
                  <a:gd name="T42" fmla="*/ 347 w 451"/>
                  <a:gd name="T43" fmla="*/ 760 h 772"/>
                  <a:gd name="T44" fmla="*/ 272 w 451"/>
                  <a:gd name="T45" fmla="*/ 770 h 772"/>
                  <a:gd name="T46" fmla="*/ 180 w 451"/>
                  <a:gd name="T47" fmla="*/ 770 h 772"/>
                  <a:gd name="T48" fmla="*/ 101 w 451"/>
                  <a:gd name="T49" fmla="*/ 760 h 772"/>
                  <a:gd name="T50" fmla="*/ 44 w 451"/>
                  <a:gd name="T51" fmla="*/ 738 h 772"/>
                  <a:gd name="T52" fmla="*/ 11 w 451"/>
                  <a:gd name="T53" fmla="*/ 706 h 772"/>
                  <a:gd name="T54" fmla="*/ 0 w 451"/>
                  <a:gd name="T55" fmla="*/ 660 h 772"/>
                  <a:gd name="T56" fmla="*/ 139 w 451"/>
                  <a:gd name="T57" fmla="*/ 556 h 772"/>
                  <a:gd name="T58" fmla="*/ 141 w 451"/>
                  <a:gd name="T59" fmla="*/ 672 h 772"/>
                  <a:gd name="T60" fmla="*/ 160 w 451"/>
                  <a:gd name="T61" fmla="*/ 698 h 772"/>
                  <a:gd name="T62" fmla="*/ 200 w 451"/>
                  <a:gd name="T63" fmla="*/ 711 h 772"/>
                  <a:gd name="T64" fmla="*/ 254 w 451"/>
                  <a:gd name="T65" fmla="*/ 711 h 772"/>
                  <a:gd name="T66" fmla="*/ 291 w 451"/>
                  <a:gd name="T67" fmla="*/ 698 h 772"/>
                  <a:gd name="T68" fmla="*/ 310 w 451"/>
                  <a:gd name="T69" fmla="*/ 672 h 772"/>
                  <a:gd name="T70" fmla="*/ 311 w 451"/>
                  <a:gd name="T71" fmla="*/ 551 h 772"/>
                  <a:gd name="T72" fmla="*/ 303 w 451"/>
                  <a:gd name="T73" fmla="*/ 515 h 772"/>
                  <a:gd name="T74" fmla="*/ 271 w 451"/>
                  <a:gd name="T75" fmla="*/ 477 h 772"/>
                  <a:gd name="T76" fmla="*/ 47 w 451"/>
                  <a:gd name="T77" fmla="*/ 282 h 772"/>
                  <a:gd name="T78" fmla="*/ 19 w 451"/>
                  <a:gd name="T79" fmla="*/ 244 h 772"/>
                  <a:gd name="T80" fmla="*/ 8 w 451"/>
                  <a:gd name="T81" fmla="*/ 204 h 772"/>
                  <a:gd name="T82" fmla="*/ 11 w 451"/>
                  <a:gd name="T83" fmla="*/ 89 h 772"/>
                  <a:gd name="T84" fmla="*/ 33 w 451"/>
                  <a:gd name="T85" fmla="*/ 50 h 772"/>
                  <a:gd name="T86" fmla="*/ 78 w 451"/>
                  <a:gd name="T87" fmla="*/ 22 h 772"/>
                  <a:gd name="T88" fmla="*/ 144 w 451"/>
                  <a:gd name="T89" fmla="*/ 6 h 772"/>
                  <a:gd name="T90" fmla="*/ 228 w 451"/>
                  <a:gd name="T91" fmla="*/ 0 h 7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51" h="772">
                    <a:moveTo>
                      <a:pt x="228" y="0"/>
                    </a:moveTo>
                    <a:lnTo>
                      <a:pt x="276" y="2"/>
                    </a:lnTo>
                    <a:lnTo>
                      <a:pt x="318" y="6"/>
                    </a:lnTo>
                    <a:lnTo>
                      <a:pt x="354" y="12"/>
                    </a:lnTo>
                    <a:lnTo>
                      <a:pt x="382" y="22"/>
                    </a:lnTo>
                    <a:lnTo>
                      <a:pt x="407" y="34"/>
                    </a:lnTo>
                    <a:lnTo>
                      <a:pt x="424" y="49"/>
                    </a:lnTo>
                    <a:lnTo>
                      <a:pt x="437" y="65"/>
                    </a:lnTo>
                    <a:lnTo>
                      <a:pt x="444" y="85"/>
                    </a:lnTo>
                    <a:lnTo>
                      <a:pt x="447" y="106"/>
                    </a:lnTo>
                    <a:lnTo>
                      <a:pt x="447" y="204"/>
                    </a:lnTo>
                    <a:lnTo>
                      <a:pt x="307" y="204"/>
                    </a:lnTo>
                    <a:lnTo>
                      <a:pt x="307" y="110"/>
                    </a:lnTo>
                    <a:lnTo>
                      <a:pt x="307" y="98"/>
                    </a:lnTo>
                    <a:lnTo>
                      <a:pt x="303" y="87"/>
                    </a:lnTo>
                    <a:lnTo>
                      <a:pt x="296" y="78"/>
                    </a:lnTo>
                    <a:lnTo>
                      <a:pt x="286" y="70"/>
                    </a:lnTo>
                    <a:lnTo>
                      <a:pt x="272" y="65"/>
                    </a:lnTo>
                    <a:lnTo>
                      <a:pt x="252" y="61"/>
                    </a:lnTo>
                    <a:lnTo>
                      <a:pt x="228" y="59"/>
                    </a:lnTo>
                    <a:lnTo>
                      <a:pt x="203" y="61"/>
                    </a:lnTo>
                    <a:lnTo>
                      <a:pt x="182" y="65"/>
                    </a:lnTo>
                    <a:lnTo>
                      <a:pt x="169" y="70"/>
                    </a:lnTo>
                    <a:lnTo>
                      <a:pt x="158" y="78"/>
                    </a:lnTo>
                    <a:lnTo>
                      <a:pt x="152" y="87"/>
                    </a:lnTo>
                    <a:lnTo>
                      <a:pt x="149" y="98"/>
                    </a:lnTo>
                    <a:lnTo>
                      <a:pt x="148" y="110"/>
                    </a:lnTo>
                    <a:lnTo>
                      <a:pt x="148" y="191"/>
                    </a:lnTo>
                    <a:lnTo>
                      <a:pt x="149" y="209"/>
                    </a:lnTo>
                    <a:lnTo>
                      <a:pt x="154" y="227"/>
                    </a:lnTo>
                    <a:lnTo>
                      <a:pt x="164" y="243"/>
                    </a:lnTo>
                    <a:lnTo>
                      <a:pt x="178" y="259"/>
                    </a:lnTo>
                    <a:lnTo>
                      <a:pt x="400" y="448"/>
                    </a:lnTo>
                    <a:lnTo>
                      <a:pt x="421" y="469"/>
                    </a:lnTo>
                    <a:lnTo>
                      <a:pt x="437" y="492"/>
                    </a:lnTo>
                    <a:lnTo>
                      <a:pt x="447" y="516"/>
                    </a:lnTo>
                    <a:lnTo>
                      <a:pt x="451" y="541"/>
                    </a:lnTo>
                    <a:lnTo>
                      <a:pt x="451" y="660"/>
                    </a:lnTo>
                    <a:lnTo>
                      <a:pt x="448" y="683"/>
                    </a:lnTo>
                    <a:lnTo>
                      <a:pt x="439" y="703"/>
                    </a:lnTo>
                    <a:lnTo>
                      <a:pt x="424" y="721"/>
                    </a:lnTo>
                    <a:lnTo>
                      <a:pt x="404" y="737"/>
                    </a:lnTo>
                    <a:lnTo>
                      <a:pt x="378" y="749"/>
                    </a:lnTo>
                    <a:lnTo>
                      <a:pt x="347" y="760"/>
                    </a:lnTo>
                    <a:lnTo>
                      <a:pt x="311" y="766"/>
                    </a:lnTo>
                    <a:lnTo>
                      <a:pt x="272" y="770"/>
                    </a:lnTo>
                    <a:lnTo>
                      <a:pt x="228" y="772"/>
                    </a:lnTo>
                    <a:lnTo>
                      <a:pt x="180" y="770"/>
                    </a:lnTo>
                    <a:lnTo>
                      <a:pt x="137" y="766"/>
                    </a:lnTo>
                    <a:lnTo>
                      <a:pt x="101" y="760"/>
                    </a:lnTo>
                    <a:lnTo>
                      <a:pt x="70" y="750"/>
                    </a:lnTo>
                    <a:lnTo>
                      <a:pt x="44" y="738"/>
                    </a:lnTo>
                    <a:lnTo>
                      <a:pt x="24" y="723"/>
                    </a:lnTo>
                    <a:lnTo>
                      <a:pt x="11" y="706"/>
                    </a:lnTo>
                    <a:lnTo>
                      <a:pt x="3" y="685"/>
                    </a:lnTo>
                    <a:lnTo>
                      <a:pt x="0" y="660"/>
                    </a:lnTo>
                    <a:lnTo>
                      <a:pt x="0" y="556"/>
                    </a:lnTo>
                    <a:lnTo>
                      <a:pt x="139" y="556"/>
                    </a:lnTo>
                    <a:lnTo>
                      <a:pt x="139" y="656"/>
                    </a:lnTo>
                    <a:lnTo>
                      <a:pt x="141" y="672"/>
                    </a:lnTo>
                    <a:lnTo>
                      <a:pt x="149" y="687"/>
                    </a:lnTo>
                    <a:lnTo>
                      <a:pt x="160" y="698"/>
                    </a:lnTo>
                    <a:lnTo>
                      <a:pt x="177" y="706"/>
                    </a:lnTo>
                    <a:lnTo>
                      <a:pt x="200" y="711"/>
                    </a:lnTo>
                    <a:lnTo>
                      <a:pt x="228" y="713"/>
                    </a:lnTo>
                    <a:lnTo>
                      <a:pt x="254" y="711"/>
                    </a:lnTo>
                    <a:lnTo>
                      <a:pt x="275" y="706"/>
                    </a:lnTo>
                    <a:lnTo>
                      <a:pt x="291" y="698"/>
                    </a:lnTo>
                    <a:lnTo>
                      <a:pt x="302" y="687"/>
                    </a:lnTo>
                    <a:lnTo>
                      <a:pt x="310" y="672"/>
                    </a:lnTo>
                    <a:lnTo>
                      <a:pt x="311" y="656"/>
                    </a:lnTo>
                    <a:lnTo>
                      <a:pt x="311" y="551"/>
                    </a:lnTo>
                    <a:lnTo>
                      <a:pt x="310" y="532"/>
                    </a:lnTo>
                    <a:lnTo>
                      <a:pt x="303" y="515"/>
                    </a:lnTo>
                    <a:lnTo>
                      <a:pt x="290" y="496"/>
                    </a:lnTo>
                    <a:lnTo>
                      <a:pt x="271" y="477"/>
                    </a:lnTo>
                    <a:lnTo>
                      <a:pt x="67" y="300"/>
                    </a:lnTo>
                    <a:lnTo>
                      <a:pt x="47" y="282"/>
                    </a:lnTo>
                    <a:lnTo>
                      <a:pt x="31" y="263"/>
                    </a:lnTo>
                    <a:lnTo>
                      <a:pt x="19" y="244"/>
                    </a:lnTo>
                    <a:lnTo>
                      <a:pt x="11" y="225"/>
                    </a:lnTo>
                    <a:lnTo>
                      <a:pt x="8" y="204"/>
                    </a:lnTo>
                    <a:lnTo>
                      <a:pt x="8" y="112"/>
                    </a:lnTo>
                    <a:lnTo>
                      <a:pt x="11" y="89"/>
                    </a:lnTo>
                    <a:lnTo>
                      <a:pt x="20" y="67"/>
                    </a:lnTo>
                    <a:lnTo>
                      <a:pt x="33" y="50"/>
                    </a:lnTo>
                    <a:lnTo>
                      <a:pt x="54" y="35"/>
                    </a:lnTo>
                    <a:lnTo>
                      <a:pt x="78" y="22"/>
                    </a:lnTo>
                    <a:lnTo>
                      <a:pt x="107" y="12"/>
                    </a:lnTo>
                    <a:lnTo>
                      <a:pt x="144" y="6"/>
                    </a:lnTo>
                    <a:lnTo>
                      <a:pt x="182" y="2"/>
                    </a:lnTo>
                    <a:lnTo>
                      <a:pt x="228"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29" name="Freeform 11">
                <a:extLst>
                  <a:ext uri="{FF2B5EF4-FFF2-40B4-BE49-F238E27FC236}">
                    <a16:creationId xmlns:a16="http://schemas.microsoft.com/office/drawing/2014/main" id="{EE9DFF42-AE36-4CB3-AA29-2528A741DA5F}"/>
                  </a:ext>
                </a:extLst>
              </p:cNvPr>
              <p:cNvSpPr>
                <a:spLocks/>
              </p:cNvSpPr>
              <p:nvPr/>
            </p:nvSpPr>
            <p:spPr bwMode="auto">
              <a:xfrm>
                <a:off x="1430338" y="5005388"/>
                <a:ext cx="352425" cy="755650"/>
              </a:xfrm>
              <a:custGeom>
                <a:avLst/>
                <a:gdLst>
                  <a:gd name="T0" fmla="*/ 305 w 443"/>
                  <a:gd name="T1" fmla="*/ 0 h 952"/>
                  <a:gd name="T2" fmla="*/ 443 w 443"/>
                  <a:gd name="T3" fmla="*/ 0 h 952"/>
                  <a:gd name="T4" fmla="*/ 138 w 443"/>
                  <a:gd name="T5" fmla="*/ 952 h 952"/>
                  <a:gd name="T6" fmla="*/ 0 w 443"/>
                  <a:gd name="T7" fmla="*/ 952 h 952"/>
                  <a:gd name="T8" fmla="*/ 305 w 443"/>
                  <a:gd name="T9" fmla="*/ 0 h 952"/>
                </a:gdLst>
                <a:ahLst/>
                <a:cxnLst>
                  <a:cxn ang="0">
                    <a:pos x="T0" y="T1"/>
                  </a:cxn>
                  <a:cxn ang="0">
                    <a:pos x="T2" y="T3"/>
                  </a:cxn>
                  <a:cxn ang="0">
                    <a:pos x="T4" y="T5"/>
                  </a:cxn>
                  <a:cxn ang="0">
                    <a:pos x="T6" y="T7"/>
                  </a:cxn>
                  <a:cxn ang="0">
                    <a:pos x="T8" y="T9"/>
                  </a:cxn>
                </a:cxnLst>
                <a:rect l="0" t="0" r="r" b="b"/>
                <a:pathLst>
                  <a:path w="443" h="952">
                    <a:moveTo>
                      <a:pt x="305" y="0"/>
                    </a:moveTo>
                    <a:lnTo>
                      <a:pt x="443"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0" name="Freeform 12">
                <a:extLst>
                  <a:ext uri="{FF2B5EF4-FFF2-40B4-BE49-F238E27FC236}">
                    <a16:creationId xmlns:a16="http://schemas.microsoft.com/office/drawing/2014/main" id="{2DDF7598-C167-4733-90F9-E44E3AEF9F71}"/>
                  </a:ext>
                </a:extLst>
              </p:cNvPr>
              <p:cNvSpPr>
                <a:spLocks/>
              </p:cNvSpPr>
              <p:nvPr/>
            </p:nvSpPr>
            <p:spPr bwMode="auto">
              <a:xfrm>
                <a:off x="1349376" y="5006976"/>
                <a:ext cx="204788" cy="468313"/>
              </a:xfrm>
              <a:custGeom>
                <a:avLst/>
                <a:gdLst>
                  <a:gd name="T0" fmla="*/ 0 w 257"/>
                  <a:gd name="T1" fmla="*/ 0 h 591"/>
                  <a:gd name="T2" fmla="*/ 138 w 257"/>
                  <a:gd name="T3" fmla="*/ 0 h 591"/>
                  <a:gd name="T4" fmla="*/ 257 w 257"/>
                  <a:gd name="T5" fmla="*/ 373 h 591"/>
                  <a:gd name="T6" fmla="*/ 188 w 257"/>
                  <a:gd name="T7" fmla="*/ 591 h 591"/>
                  <a:gd name="T8" fmla="*/ 0 w 257"/>
                  <a:gd name="T9" fmla="*/ 0 h 591"/>
                </a:gdLst>
                <a:ahLst/>
                <a:cxnLst>
                  <a:cxn ang="0">
                    <a:pos x="T0" y="T1"/>
                  </a:cxn>
                  <a:cxn ang="0">
                    <a:pos x="T2" y="T3"/>
                  </a:cxn>
                  <a:cxn ang="0">
                    <a:pos x="T4" y="T5"/>
                  </a:cxn>
                  <a:cxn ang="0">
                    <a:pos x="T6" y="T7"/>
                  </a:cxn>
                  <a:cxn ang="0">
                    <a:pos x="T8" y="T9"/>
                  </a:cxn>
                </a:cxnLst>
                <a:rect l="0" t="0" r="r" b="b"/>
                <a:pathLst>
                  <a:path w="257" h="591">
                    <a:moveTo>
                      <a:pt x="0" y="0"/>
                    </a:moveTo>
                    <a:lnTo>
                      <a:pt x="138" y="0"/>
                    </a:lnTo>
                    <a:lnTo>
                      <a:pt x="257" y="373"/>
                    </a:lnTo>
                    <a:lnTo>
                      <a:pt x="188" y="591"/>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1" name="Freeform 13">
                <a:extLst>
                  <a:ext uri="{FF2B5EF4-FFF2-40B4-BE49-F238E27FC236}">
                    <a16:creationId xmlns:a16="http://schemas.microsoft.com/office/drawing/2014/main" id="{17250C49-24A3-4E87-8762-0B40D1B72FB9}"/>
                  </a:ext>
                </a:extLst>
              </p:cNvPr>
              <p:cNvSpPr>
                <a:spLocks/>
              </p:cNvSpPr>
              <p:nvPr/>
            </p:nvSpPr>
            <p:spPr bwMode="auto">
              <a:xfrm>
                <a:off x="3578226" y="5005388"/>
                <a:ext cx="352425" cy="755650"/>
              </a:xfrm>
              <a:custGeom>
                <a:avLst/>
                <a:gdLst>
                  <a:gd name="T0" fmla="*/ 305 w 444"/>
                  <a:gd name="T1" fmla="*/ 0 h 952"/>
                  <a:gd name="T2" fmla="*/ 444 w 444"/>
                  <a:gd name="T3" fmla="*/ 0 h 952"/>
                  <a:gd name="T4" fmla="*/ 138 w 444"/>
                  <a:gd name="T5" fmla="*/ 952 h 952"/>
                  <a:gd name="T6" fmla="*/ 0 w 444"/>
                  <a:gd name="T7" fmla="*/ 952 h 952"/>
                  <a:gd name="T8" fmla="*/ 305 w 444"/>
                  <a:gd name="T9" fmla="*/ 0 h 952"/>
                </a:gdLst>
                <a:ahLst/>
                <a:cxnLst>
                  <a:cxn ang="0">
                    <a:pos x="T0" y="T1"/>
                  </a:cxn>
                  <a:cxn ang="0">
                    <a:pos x="T2" y="T3"/>
                  </a:cxn>
                  <a:cxn ang="0">
                    <a:pos x="T4" y="T5"/>
                  </a:cxn>
                  <a:cxn ang="0">
                    <a:pos x="T6" y="T7"/>
                  </a:cxn>
                  <a:cxn ang="0">
                    <a:pos x="T8" y="T9"/>
                  </a:cxn>
                </a:cxnLst>
                <a:rect l="0" t="0" r="r" b="b"/>
                <a:pathLst>
                  <a:path w="444" h="952">
                    <a:moveTo>
                      <a:pt x="305" y="0"/>
                    </a:moveTo>
                    <a:lnTo>
                      <a:pt x="444" y="0"/>
                    </a:lnTo>
                    <a:lnTo>
                      <a:pt x="138" y="952"/>
                    </a:lnTo>
                    <a:lnTo>
                      <a:pt x="0" y="952"/>
                    </a:lnTo>
                    <a:lnTo>
                      <a:pt x="305"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2" name="Freeform 14">
                <a:extLst>
                  <a:ext uri="{FF2B5EF4-FFF2-40B4-BE49-F238E27FC236}">
                    <a16:creationId xmlns:a16="http://schemas.microsoft.com/office/drawing/2014/main" id="{11BB33A0-C3E9-4248-B1C8-1F04CA0972AA}"/>
                  </a:ext>
                </a:extLst>
              </p:cNvPr>
              <p:cNvSpPr>
                <a:spLocks/>
              </p:cNvSpPr>
              <p:nvPr/>
            </p:nvSpPr>
            <p:spPr bwMode="auto">
              <a:xfrm>
                <a:off x="3495676" y="5005388"/>
                <a:ext cx="206375" cy="468313"/>
              </a:xfrm>
              <a:custGeom>
                <a:avLst/>
                <a:gdLst>
                  <a:gd name="T0" fmla="*/ 0 w 259"/>
                  <a:gd name="T1" fmla="*/ 0 h 589"/>
                  <a:gd name="T2" fmla="*/ 139 w 259"/>
                  <a:gd name="T3" fmla="*/ 0 h 589"/>
                  <a:gd name="T4" fmla="*/ 259 w 259"/>
                  <a:gd name="T5" fmla="*/ 372 h 589"/>
                  <a:gd name="T6" fmla="*/ 189 w 259"/>
                  <a:gd name="T7" fmla="*/ 589 h 589"/>
                  <a:gd name="T8" fmla="*/ 0 w 259"/>
                  <a:gd name="T9" fmla="*/ 0 h 589"/>
                </a:gdLst>
                <a:ahLst/>
                <a:cxnLst>
                  <a:cxn ang="0">
                    <a:pos x="T0" y="T1"/>
                  </a:cxn>
                  <a:cxn ang="0">
                    <a:pos x="T2" y="T3"/>
                  </a:cxn>
                  <a:cxn ang="0">
                    <a:pos x="T4" y="T5"/>
                  </a:cxn>
                  <a:cxn ang="0">
                    <a:pos x="T6" y="T7"/>
                  </a:cxn>
                  <a:cxn ang="0">
                    <a:pos x="T8" y="T9"/>
                  </a:cxn>
                </a:cxnLst>
                <a:rect l="0" t="0" r="r" b="b"/>
                <a:pathLst>
                  <a:path w="259" h="589">
                    <a:moveTo>
                      <a:pt x="0" y="0"/>
                    </a:moveTo>
                    <a:lnTo>
                      <a:pt x="139" y="0"/>
                    </a:lnTo>
                    <a:lnTo>
                      <a:pt x="259" y="372"/>
                    </a:lnTo>
                    <a:lnTo>
                      <a:pt x="189" y="58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3" name="Freeform 15">
                <a:extLst>
                  <a:ext uri="{FF2B5EF4-FFF2-40B4-BE49-F238E27FC236}">
                    <a16:creationId xmlns:a16="http://schemas.microsoft.com/office/drawing/2014/main" id="{6F224309-A90E-4600-8714-4FF47A6FC856}"/>
                  </a:ext>
                </a:extLst>
              </p:cNvPr>
              <p:cNvSpPr>
                <a:spLocks/>
              </p:cNvSpPr>
              <p:nvPr/>
            </p:nvSpPr>
            <p:spPr bwMode="auto">
              <a:xfrm>
                <a:off x="1817688" y="5005388"/>
                <a:ext cx="396875" cy="603250"/>
              </a:xfrm>
              <a:custGeom>
                <a:avLst/>
                <a:gdLst>
                  <a:gd name="T0" fmla="*/ 0 w 499"/>
                  <a:gd name="T1" fmla="*/ 0 h 759"/>
                  <a:gd name="T2" fmla="*/ 268 w 499"/>
                  <a:gd name="T3" fmla="*/ 0 h 759"/>
                  <a:gd name="T4" fmla="*/ 318 w 499"/>
                  <a:gd name="T5" fmla="*/ 0 h 759"/>
                  <a:gd name="T6" fmla="*/ 361 w 499"/>
                  <a:gd name="T7" fmla="*/ 4 h 759"/>
                  <a:gd name="T8" fmla="*/ 397 w 499"/>
                  <a:gd name="T9" fmla="*/ 8 h 759"/>
                  <a:gd name="T10" fmla="*/ 427 w 499"/>
                  <a:gd name="T11" fmla="*/ 16 h 759"/>
                  <a:gd name="T12" fmla="*/ 451 w 499"/>
                  <a:gd name="T13" fmla="*/ 26 h 759"/>
                  <a:gd name="T14" fmla="*/ 470 w 499"/>
                  <a:gd name="T15" fmla="*/ 38 h 759"/>
                  <a:gd name="T16" fmla="*/ 483 w 499"/>
                  <a:gd name="T17" fmla="*/ 52 h 759"/>
                  <a:gd name="T18" fmla="*/ 493 w 499"/>
                  <a:gd name="T19" fmla="*/ 70 h 759"/>
                  <a:gd name="T20" fmla="*/ 498 w 499"/>
                  <a:gd name="T21" fmla="*/ 91 h 759"/>
                  <a:gd name="T22" fmla="*/ 499 w 499"/>
                  <a:gd name="T23" fmla="*/ 115 h 759"/>
                  <a:gd name="T24" fmla="*/ 499 w 499"/>
                  <a:gd name="T25" fmla="*/ 759 h 759"/>
                  <a:gd name="T26" fmla="*/ 361 w 499"/>
                  <a:gd name="T27" fmla="*/ 759 h 759"/>
                  <a:gd name="T28" fmla="*/ 361 w 499"/>
                  <a:gd name="T29" fmla="*/ 106 h 759"/>
                  <a:gd name="T30" fmla="*/ 358 w 499"/>
                  <a:gd name="T31" fmla="*/ 91 h 759"/>
                  <a:gd name="T32" fmla="*/ 350 w 499"/>
                  <a:gd name="T33" fmla="*/ 79 h 759"/>
                  <a:gd name="T34" fmla="*/ 338 w 499"/>
                  <a:gd name="T35" fmla="*/ 71 h 759"/>
                  <a:gd name="T36" fmla="*/ 322 w 499"/>
                  <a:gd name="T37" fmla="*/ 66 h 759"/>
                  <a:gd name="T38" fmla="*/ 302 w 499"/>
                  <a:gd name="T39" fmla="*/ 62 h 759"/>
                  <a:gd name="T40" fmla="*/ 279 w 499"/>
                  <a:gd name="T41" fmla="*/ 59 h 759"/>
                  <a:gd name="T42" fmla="*/ 254 w 499"/>
                  <a:gd name="T43" fmla="*/ 59 h 759"/>
                  <a:gd name="T44" fmla="*/ 138 w 499"/>
                  <a:gd name="T45" fmla="*/ 59 h 759"/>
                  <a:gd name="T46" fmla="*/ 138 w 499"/>
                  <a:gd name="T47" fmla="*/ 759 h 759"/>
                  <a:gd name="T48" fmla="*/ 138 w 499"/>
                  <a:gd name="T49" fmla="*/ 759 h 759"/>
                  <a:gd name="T50" fmla="*/ 0 w 499"/>
                  <a:gd name="T51" fmla="*/ 759 h 759"/>
                  <a:gd name="T52" fmla="*/ 0 w 499"/>
                  <a:gd name="T53" fmla="*/ 0 h 7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99" h="759">
                    <a:moveTo>
                      <a:pt x="0" y="0"/>
                    </a:moveTo>
                    <a:lnTo>
                      <a:pt x="268" y="0"/>
                    </a:lnTo>
                    <a:lnTo>
                      <a:pt x="318" y="0"/>
                    </a:lnTo>
                    <a:lnTo>
                      <a:pt x="361" y="4"/>
                    </a:lnTo>
                    <a:lnTo>
                      <a:pt x="397" y="8"/>
                    </a:lnTo>
                    <a:lnTo>
                      <a:pt x="427" y="16"/>
                    </a:lnTo>
                    <a:lnTo>
                      <a:pt x="451" y="26"/>
                    </a:lnTo>
                    <a:lnTo>
                      <a:pt x="470" y="38"/>
                    </a:lnTo>
                    <a:lnTo>
                      <a:pt x="483" y="52"/>
                    </a:lnTo>
                    <a:lnTo>
                      <a:pt x="493" y="70"/>
                    </a:lnTo>
                    <a:lnTo>
                      <a:pt x="498" y="91"/>
                    </a:lnTo>
                    <a:lnTo>
                      <a:pt x="499" y="115"/>
                    </a:lnTo>
                    <a:lnTo>
                      <a:pt x="499" y="759"/>
                    </a:lnTo>
                    <a:lnTo>
                      <a:pt x="361" y="759"/>
                    </a:lnTo>
                    <a:lnTo>
                      <a:pt x="361" y="106"/>
                    </a:lnTo>
                    <a:lnTo>
                      <a:pt x="358" y="91"/>
                    </a:lnTo>
                    <a:lnTo>
                      <a:pt x="350" y="79"/>
                    </a:lnTo>
                    <a:lnTo>
                      <a:pt x="338" y="71"/>
                    </a:lnTo>
                    <a:lnTo>
                      <a:pt x="322" y="66"/>
                    </a:lnTo>
                    <a:lnTo>
                      <a:pt x="302" y="62"/>
                    </a:lnTo>
                    <a:lnTo>
                      <a:pt x="279" y="59"/>
                    </a:lnTo>
                    <a:lnTo>
                      <a:pt x="254" y="59"/>
                    </a:lnTo>
                    <a:lnTo>
                      <a:pt x="138" y="59"/>
                    </a:lnTo>
                    <a:lnTo>
                      <a:pt x="138" y="759"/>
                    </a:lnTo>
                    <a:lnTo>
                      <a:pt x="138" y="759"/>
                    </a:lnTo>
                    <a:lnTo>
                      <a:pt x="0" y="759"/>
                    </a:lnTo>
                    <a:lnTo>
                      <a:pt x="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sp>
            <p:nvSpPr>
              <p:cNvPr id="34" name="Freeform 16">
                <a:extLst>
                  <a:ext uri="{FF2B5EF4-FFF2-40B4-BE49-F238E27FC236}">
                    <a16:creationId xmlns:a16="http://schemas.microsoft.com/office/drawing/2014/main" id="{538F60B4-8611-4079-A797-E62E8B431E6B}"/>
                  </a:ext>
                </a:extLst>
              </p:cNvPr>
              <p:cNvSpPr>
                <a:spLocks noEditPoints="1"/>
              </p:cNvSpPr>
              <p:nvPr/>
            </p:nvSpPr>
            <p:spPr bwMode="auto">
              <a:xfrm>
                <a:off x="4337051" y="5010151"/>
                <a:ext cx="142875" cy="139700"/>
              </a:xfrm>
              <a:custGeom>
                <a:avLst/>
                <a:gdLst>
                  <a:gd name="T0" fmla="*/ 72 w 180"/>
                  <a:gd name="T1" fmla="*/ 82 h 177"/>
                  <a:gd name="T2" fmla="*/ 100 w 180"/>
                  <a:gd name="T3" fmla="*/ 82 h 177"/>
                  <a:gd name="T4" fmla="*/ 113 w 180"/>
                  <a:gd name="T5" fmla="*/ 75 h 177"/>
                  <a:gd name="T6" fmla="*/ 113 w 180"/>
                  <a:gd name="T7" fmla="*/ 58 h 177"/>
                  <a:gd name="T8" fmla="*/ 101 w 180"/>
                  <a:gd name="T9" fmla="*/ 51 h 177"/>
                  <a:gd name="T10" fmla="*/ 72 w 180"/>
                  <a:gd name="T11" fmla="*/ 51 h 177"/>
                  <a:gd name="T12" fmla="*/ 96 w 180"/>
                  <a:gd name="T13" fmla="*/ 38 h 177"/>
                  <a:gd name="T14" fmla="*/ 123 w 180"/>
                  <a:gd name="T15" fmla="*/ 45 h 177"/>
                  <a:gd name="T16" fmla="*/ 132 w 180"/>
                  <a:gd name="T17" fmla="*/ 66 h 177"/>
                  <a:gd name="T18" fmla="*/ 124 w 180"/>
                  <a:gd name="T19" fmla="*/ 87 h 177"/>
                  <a:gd name="T20" fmla="*/ 105 w 180"/>
                  <a:gd name="T21" fmla="*/ 94 h 177"/>
                  <a:gd name="T22" fmla="*/ 117 w 180"/>
                  <a:gd name="T23" fmla="*/ 140 h 177"/>
                  <a:gd name="T24" fmla="*/ 72 w 180"/>
                  <a:gd name="T25" fmla="*/ 95 h 177"/>
                  <a:gd name="T26" fmla="*/ 57 w 180"/>
                  <a:gd name="T27" fmla="*/ 140 h 177"/>
                  <a:gd name="T28" fmla="*/ 90 w 180"/>
                  <a:gd name="T29" fmla="*/ 15 h 177"/>
                  <a:gd name="T30" fmla="*/ 47 w 180"/>
                  <a:gd name="T31" fmla="*/ 29 h 177"/>
                  <a:gd name="T32" fmla="*/ 22 w 180"/>
                  <a:gd name="T33" fmla="*/ 65 h 177"/>
                  <a:gd name="T34" fmla="*/ 22 w 180"/>
                  <a:gd name="T35" fmla="*/ 113 h 177"/>
                  <a:gd name="T36" fmla="*/ 47 w 180"/>
                  <a:gd name="T37" fmla="*/ 149 h 177"/>
                  <a:gd name="T38" fmla="*/ 90 w 180"/>
                  <a:gd name="T39" fmla="*/ 162 h 177"/>
                  <a:gd name="T40" fmla="*/ 133 w 180"/>
                  <a:gd name="T41" fmla="*/ 149 h 177"/>
                  <a:gd name="T42" fmla="*/ 159 w 180"/>
                  <a:gd name="T43" fmla="*/ 113 h 177"/>
                  <a:gd name="T44" fmla="*/ 159 w 180"/>
                  <a:gd name="T45" fmla="*/ 65 h 177"/>
                  <a:gd name="T46" fmla="*/ 133 w 180"/>
                  <a:gd name="T47" fmla="*/ 29 h 177"/>
                  <a:gd name="T48" fmla="*/ 90 w 180"/>
                  <a:gd name="T49" fmla="*/ 15 h 177"/>
                  <a:gd name="T50" fmla="*/ 115 w 180"/>
                  <a:gd name="T51" fmla="*/ 3 h 177"/>
                  <a:gd name="T52" fmla="*/ 153 w 180"/>
                  <a:gd name="T53" fmla="*/ 26 h 177"/>
                  <a:gd name="T54" fmla="*/ 176 w 180"/>
                  <a:gd name="T55" fmla="*/ 65 h 177"/>
                  <a:gd name="T56" fmla="*/ 176 w 180"/>
                  <a:gd name="T57" fmla="*/ 113 h 177"/>
                  <a:gd name="T58" fmla="*/ 153 w 180"/>
                  <a:gd name="T59" fmla="*/ 152 h 177"/>
                  <a:gd name="T60" fmla="*/ 115 w 180"/>
                  <a:gd name="T61" fmla="*/ 174 h 177"/>
                  <a:gd name="T62" fmla="*/ 68 w 180"/>
                  <a:gd name="T63" fmla="*/ 174 h 177"/>
                  <a:gd name="T64" fmla="*/ 27 w 180"/>
                  <a:gd name="T65" fmla="*/ 152 h 177"/>
                  <a:gd name="T66" fmla="*/ 4 w 180"/>
                  <a:gd name="T67" fmla="*/ 113 h 177"/>
                  <a:gd name="T68" fmla="*/ 4 w 180"/>
                  <a:gd name="T69" fmla="*/ 65 h 177"/>
                  <a:gd name="T70" fmla="*/ 27 w 180"/>
                  <a:gd name="T71" fmla="*/ 26 h 177"/>
                  <a:gd name="T72" fmla="*/ 68 w 180"/>
                  <a:gd name="T73" fmla="*/ 3 h 1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80" h="177">
                    <a:moveTo>
                      <a:pt x="72" y="51"/>
                    </a:moveTo>
                    <a:lnTo>
                      <a:pt x="72" y="82"/>
                    </a:lnTo>
                    <a:lnTo>
                      <a:pt x="90" y="82"/>
                    </a:lnTo>
                    <a:lnTo>
                      <a:pt x="100" y="82"/>
                    </a:lnTo>
                    <a:lnTo>
                      <a:pt x="108" y="79"/>
                    </a:lnTo>
                    <a:lnTo>
                      <a:pt x="113" y="75"/>
                    </a:lnTo>
                    <a:lnTo>
                      <a:pt x="116" y="66"/>
                    </a:lnTo>
                    <a:lnTo>
                      <a:pt x="113" y="58"/>
                    </a:lnTo>
                    <a:lnTo>
                      <a:pt x="108" y="54"/>
                    </a:lnTo>
                    <a:lnTo>
                      <a:pt x="101" y="51"/>
                    </a:lnTo>
                    <a:lnTo>
                      <a:pt x="93" y="51"/>
                    </a:lnTo>
                    <a:lnTo>
                      <a:pt x="72" y="51"/>
                    </a:lnTo>
                    <a:close/>
                    <a:moveTo>
                      <a:pt x="57" y="38"/>
                    </a:moveTo>
                    <a:lnTo>
                      <a:pt x="96" y="38"/>
                    </a:lnTo>
                    <a:lnTo>
                      <a:pt x="112" y="39"/>
                    </a:lnTo>
                    <a:lnTo>
                      <a:pt x="123" y="45"/>
                    </a:lnTo>
                    <a:lnTo>
                      <a:pt x="129" y="54"/>
                    </a:lnTo>
                    <a:lnTo>
                      <a:pt x="132" y="66"/>
                    </a:lnTo>
                    <a:lnTo>
                      <a:pt x="129" y="78"/>
                    </a:lnTo>
                    <a:lnTo>
                      <a:pt x="124" y="87"/>
                    </a:lnTo>
                    <a:lnTo>
                      <a:pt x="116" y="91"/>
                    </a:lnTo>
                    <a:lnTo>
                      <a:pt x="105" y="94"/>
                    </a:lnTo>
                    <a:lnTo>
                      <a:pt x="135" y="140"/>
                    </a:lnTo>
                    <a:lnTo>
                      <a:pt x="117" y="140"/>
                    </a:lnTo>
                    <a:lnTo>
                      <a:pt x="90" y="95"/>
                    </a:lnTo>
                    <a:lnTo>
                      <a:pt x="72" y="95"/>
                    </a:lnTo>
                    <a:lnTo>
                      <a:pt x="72" y="140"/>
                    </a:lnTo>
                    <a:lnTo>
                      <a:pt x="57" y="140"/>
                    </a:lnTo>
                    <a:lnTo>
                      <a:pt x="57" y="38"/>
                    </a:lnTo>
                    <a:close/>
                    <a:moveTo>
                      <a:pt x="90" y="15"/>
                    </a:moveTo>
                    <a:lnTo>
                      <a:pt x="68" y="19"/>
                    </a:lnTo>
                    <a:lnTo>
                      <a:pt x="47" y="29"/>
                    </a:lnTo>
                    <a:lnTo>
                      <a:pt x="33" y="45"/>
                    </a:lnTo>
                    <a:lnTo>
                      <a:pt x="22" y="65"/>
                    </a:lnTo>
                    <a:lnTo>
                      <a:pt x="18" y="89"/>
                    </a:lnTo>
                    <a:lnTo>
                      <a:pt x="22" y="113"/>
                    </a:lnTo>
                    <a:lnTo>
                      <a:pt x="33" y="133"/>
                    </a:lnTo>
                    <a:lnTo>
                      <a:pt x="47" y="149"/>
                    </a:lnTo>
                    <a:lnTo>
                      <a:pt x="68" y="158"/>
                    </a:lnTo>
                    <a:lnTo>
                      <a:pt x="90" y="162"/>
                    </a:lnTo>
                    <a:lnTo>
                      <a:pt x="113" y="158"/>
                    </a:lnTo>
                    <a:lnTo>
                      <a:pt x="133" y="149"/>
                    </a:lnTo>
                    <a:lnTo>
                      <a:pt x="148" y="133"/>
                    </a:lnTo>
                    <a:lnTo>
                      <a:pt x="159" y="113"/>
                    </a:lnTo>
                    <a:lnTo>
                      <a:pt x="163" y="89"/>
                    </a:lnTo>
                    <a:lnTo>
                      <a:pt x="159" y="65"/>
                    </a:lnTo>
                    <a:lnTo>
                      <a:pt x="148" y="45"/>
                    </a:lnTo>
                    <a:lnTo>
                      <a:pt x="133" y="29"/>
                    </a:lnTo>
                    <a:lnTo>
                      <a:pt x="113" y="19"/>
                    </a:lnTo>
                    <a:lnTo>
                      <a:pt x="90" y="15"/>
                    </a:lnTo>
                    <a:close/>
                    <a:moveTo>
                      <a:pt x="90" y="0"/>
                    </a:moveTo>
                    <a:lnTo>
                      <a:pt x="115" y="3"/>
                    </a:lnTo>
                    <a:lnTo>
                      <a:pt x="136" y="12"/>
                    </a:lnTo>
                    <a:lnTo>
                      <a:pt x="153" y="26"/>
                    </a:lnTo>
                    <a:lnTo>
                      <a:pt x="168" y="43"/>
                    </a:lnTo>
                    <a:lnTo>
                      <a:pt x="176" y="65"/>
                    </a:lnTo>
                    <a:lnTo>
                      <a:pt x="180" y="89"/>
                    </a:lnTo>
                    <a:lnTo>
                      <a:pt x="176" y="113"/>
                    </a:lnTo>
                    <a:lnTo>
                      <a:pt x="168" y="134"/>
                    </a:lnTo>
                    <a:lnTo>
                      <a:pt x="153" y="152"/>
                    </a:lnTo>
                    <a:lnTo>
                      <a:pt x="136" y="165"/>
                    </a:lnTo>
                    <a:lnTo>
                      <a:pt x="115" y="174"/>
                    </a:lnTo>
                    <a:lnTo>
                      <a:pt x="90" y="177"/>
                    </a:lnTo>
                    <a:lnTo>
                      <a:pt x="68" y="174"/>
                    </a:lnTo>
                    <a:lnTo>
                      <a:pt x="46" y="165"/>
                    </a:lnTo>
                    <a:lnTo>
                      <a:pt x="27" y="152"/>
                    </a:lnTo>
                    <a:lnTo>
                      <a:pt x="14" y="134"/>
                    </a:lnTo>
                    <a:lnTo>
                      <a:pt x="4" y="113"/>
                    </a:lnTo>
                    <a:lnTo>
                      <a:pt x="0" y="89"/>
                    </a:lnTo>
                    <a:lnTo>
                      <a:pt x="4" y="65"/>
                    </a:lnTo>
                    <a:lnTo>
                      <a:pt x="14" y="43"/>
                    </a:lnTo>
                    <a:lnTo>
                      <a:pt x="27" y="26"/>
                    </a:lnTo>
                    <a:lnTo>
                      <a:pt x="46" y="12"/>
                    </a:lnTo>
                    <a:lnTo>
                      <a:pt x="68" y="3"/>
                    </a:lnTo>
                    <a:lnTo>
                      <a:pt x="90" y="0"/>
                    </a:lnTo>
                    <a:close/>
                  </a:path>
                </a:pathLst>
              </a:custGeom>
              <a:grpFill/>
              <a:ln w="0">
                <a:noFill/>
                <a:prstDash val="solid"/>
                <a:round/>
                <a:headEnd/>
                <a:tailEnd/>
              </a:ln>
            </p:spPr>
            <p:txBody>
              <a:bodyPr vert="horz" wrap="square" lIns="91440" tIns="45720" rIns="91440" bIns="45720" numCol="1" anchor="t" anchorCtr="0" compatLnSpc="1">
                <a:prstTxWarp prst="textNoShape">
                  <a:avLst/>
                </a:prstTxWarp>
              </a:bodyPr>
              <a:lstStyle/>
              <a:p>
                <a:endParaRPr/>
              </a:p>
            </p:txBody>
          </p:sp>
        </p:grpSp>
      </p:grpSp>
      <p:sp>
        <p:nvSpPr>
          <p:cNvPr id="20" name="ConStatement"/>
          <p:cNvSpPr txBox="1"/>
          <p:nvPr userDrawn="1">
            <p:custDataLst>
              <p:tags r:id="rId6"/>
            </p:custDataLst>
          </p:nvPr>
        </p:nvSpPr>
        <p:spPr>
          <a:xfrm>
            <a:off x="126373" y="0"/>
            <a:ext cx="254000" cy="6858000"/>
          </a:xfrm>
          <a:prstGeom prst="rect">
            <a:avLst/>
          </a:prstGeom>
          <a:noFill/>
        </p:spPr>
        <p:txBody>
          <a:bodyPr vert="mongolianVert" wrap="none" lIns="91440" tIns="45720" rIns="91440" bIns="45720" rtlCol="0" anchor="ctr">
            <a:noAutofit/>
          </a:bodyPr>
          <a:lstStyle/>
          <a:p>
            <a:pPr algn="ctr"/>
            <a:r>
              <a:rPr lang="en-US" sz="900">
                <a:solidFill>
                  <a:srgbClr val="7F7F7F"/>
                </a:solidFill>
                <a:latin typeface="Arial"/>
              </a:rPr>
              <a:t>Synopsys Confidential Information</a:t>
            </a:r>
          </a:p>
        </p:txBody>
      </p:sp>
    </p:spTree>
    <p:extLst>
      <p:ext uri="{BB962C8B-B14F-4D97-AF65-F5344CB8AC3E}">
        <p14:creationId xmlns:p14="http://schemas.microsoft.com/office/powerpoint/2010/main" val="2269970331"/>
      </p:ext>
    </p:extLst>
  </p:cSld>
  <p:clrMapOvr>
    <a:masterClrMapping/>
  </p:clrMapOvr>
  <p:extLst>
    <p:ext uri="{DCECCB84-F9BA-43D5-87BE-67443E8EF086}">
      <p15:sldGuideLst xmlns:p15="http://schemas.microsoft.com/office/powerpoint/2012/main">
        <p15:guide id="1" pos="288">
          <p15:clr>
            <a:srgbClr val="5ACBF0"/>
          </p15:clr>
        </p15:guide>
        <p15:guide id="2" pos="6192">
          <p15:clr>
            <a:srgbClr val="5ACBF0"/>
          </p15:clr>
        </p15:guide>
        <p15:guide id="3" pos="6312">
          <p15:clr>
            <a:srgbClr val="5ACBF0"/>
          </p15:clr>
        </p15:guide>
        <p15:guide id="4" orient="horz" pos="288">
          <p15:clr>
            <a:srgbClr val="5ACBF0"/>
          </p15:clr>
        </p15:guide>
        <p15:guide id="5" orient="horz" pos="4032">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lternate Title Slid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D4E8F61E-8F8D-404F-9D1D-7C47EA2E81A2}"/>
              </a:ext>
            </a:extLst>
          </p:cNvPr>
          <p:cNvPicPr>
            <a:picLocks noChangeAspect="1"/>
          </p:cNvPicPr>
          <p:nvPr>
            <p:custDataLst>
              <p:tags r:id="rId1"/>
            </p:custDataLst>
          </p:nvPr>
        </p:nvPicPr>
        <p:blipFill>
          <a:blip r:embed="rId8" cstate="screen">
            <a:extLst>
              <a:ext uri="{28A0092B-C50C-407E-A947-70E740481C1C}">
                <a14:useLocalDpi xmlns:a14="http://schemas.microsoft.com/office/drawing/2010/main"/>
              </a:ext>
            </a:extLst>
          </a:blip>
          <a:stretch>
            <a:fillRect/>
          </a:stretch>
        </p:blipFill>
        <p:spPr>
          <a:xfrm>
            <a:off x="0" y="3909847"/>
            <a:ext cx="12192000" cy="2948153"/>
          </a:xfrm>
          <a:prstGeom prst="rect">
            <a:avLst/>
          </a:prstGeom>
        </p:spPr>
      </p:pic>
      <p:sp>
        <p:nvSpPr>
          <p:cNvPr id="8" name="Text Placeholder 15"/>
          <p:cNvSpPr>
            <a:spLocks noGrp="1"/>
          </p:cNvSpPr>
          <p:nvPr>
            <p:ph type="body" sz="quarter" idx="10" hasCustomPrompt="1"/>
            <p:custDataLst>
              <p:tags r:id="rId2"/>
            </p:custDataLst>
          </p:nvPr>
        </p:nvSpPr>
        <p:spPr>
          <a:xfrm>
            <a:off x="456698" y="3970142"/>
            <a:ext cx="5524972" cy="731520"/>
          </a:xfrm>
        </p:spPr>
        <p:txBody>
          <a:bodyPr anchor="b">
            <a:normAutofit/>
          </a:bodyPr>
          <a:lstStyle>
            <a:lvl1pPr marL="0" indent="0" algn="l">
              <a:buNone/>
              <a:defRPr sz="2400" baseline="0">
                <a:solidFill>
                  <a:schemeClr val="tx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t>Click to Add Name and Title</a:t>
            </a:r>
          </a:p>
        </p:txBody>
      </p:sp>
      <p:sp>
        <p:nvSpPr>
          <p:cNvPr id="9" name="Text Placeholder 18"/>
          <p:cNvSpPr>
            <a:spLocks noGrp="1"/>
          </p:cNvSpPr>
          <p:nvPr>
            <p:ph type="body" sz="quarter" idx="11" hasCustomPrompt="1"/>
            <p:custDataLst>
              <p:tags r:id="rId3"/>
            </p:custDataLst>
          </p:nvPr>
        </p:nvSpPr>
        <p:spPr>
          <a:xfrm>
            <a:off x="456555" y="4701662"/>
            <a:ext cx="5525117" cy="396815"/>
          </a:xfrm>
        </p:spPr>
        <p:txBody>
          <a:bodyPr anchor="b">
            <a:normAutofit/>
          </a:bodyPr>
          <a:lstStyle>
            <a:lvl1pPr algn="l">
              <a:buNone/>
              <a:defRPr sz="2000">
                <a:solidFill>
                  <a:schemeClr val="tx1"/>
                </a:solidFill>
                <a:effectLst/>
              </a:defRPr>
            </a:lvl1pPr>
          </a:lstStyle>
          <a:p>
            <a:pPr lvl="0"/>
            <a:r>
              <a:t>Click to Add Date</a:t>
            </a:r>
          </a:p>
        </p:txBody>
      </p:sp>
      <p:sp>
        <p:nvSpPr>
          <p:cNvPr id="21" name="Subtitle 2"/>
          <p:cNvSpPr>
            <a:spLocks noGrp="1"/>
          </p:cNvSpPr>
          <p:nvPr>
            <p:ph type="subTitle" idx="1" hasCustomPrompt="1"/>
            <p:custDataLst>
              <p:tags r:id="rId4"/>
            </p:custDataLst>
          </p:nvPr>
        </p:nvSpPr>
        <p:spPr>
          <a:xfrm>
            <a:off x="456556" y="2982484"/>
            <a:ext cx="11278565" cy="990600"/>
          </a:xfrm>
        </p:spPr>
        <p:txBody>
          <a:bodyPr/>
          <a:lstStyle>
            <a:lvl1pPr marL="0" indent="0" algn="l">
              <a:buNone/>
              <a:defRPr sz="2800" b="0">
                <a:solidFill>
                  <a:schemeClr val="tx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 Subtitle</a:t>
            </a:r>
          </a:p>
        </p:txBody>
      </p:sp>
      <p:sp>
        <p:nvSpPr>
          <p:cNvPr id="22" name="Title 1"/>
          <p:cNvSpPr>
            <a:spLocks noGrp="1"/>
          </p:cNvSpPr>
          <p:nvPr>
            <p:ph type="ctrTitle" hasCustomPrompt="1"/>
            <p:custDataLst>
              <p:tags r:id="rId5"/>
            </p:custDataLst>
          </p:nvPr>
        </p:nvSpPr>
        <p:spPr>
          <a:xfrm>
            <a:off x="456555" y="1147394"/>
            <a:ext cx="11278567" cy="1828800"/>
          </a:xfrm>
        </p:spPr>
        <p:txBody>
          <a:bodyPr anchor="b">
            <a:noAutofit/>
          </a:bodyPr>
          <a:lstStyle>
            <a:lvl1pPr algn="l">
              <a:defRPr sz="3600">
                <a:solidFill>
                  <a:schemeClr val="accent1"/>
                </a:solidFill>
                <a:effectLst/>
              </a:defRPr>
            </a:lvl1pPr>
          </a:lstStyle>
          <a:p>
            <a:r>
              <a:t>Click to Add a Title</a:t>
            </a: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6"/>
            </p:custDataLst>
          </p:nvPr>
        </p:nvPicPr>
        <p:blipFill>
          <a:blip r:embed="rId9">
            <a:extLst>
              <a:ext uri="{96DAC541-7B7A-43D3-8B79-37D633B846F1}">
                <asvg:svgBlip xmlns:asvg="http://schemas.microsoft.com/office/drawing/2016/SVG/main" r:embed="rId10"/>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459426145"/>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86561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A7D297B-DE10-A84D-B636-3028F48863F8}"/>
              </a:ext>
            </a:extLst>
          </p:cNvPr>
          <p:cNvGrpSpPr/>
          <p:nvPr userDrawn="1"/>
        </p:nvGrpSpPr>
        <p:grpSpPr>
          <a:xfrm>
            <a:off x="1" y="1246636"/>
            <a:ext cx="11735122" cy="4754113"/>
            <a:chOff x="-3182145" y="-5169663"/>
            <a:chExt cx="11799257" cy="4780095"/>
          </a:xfrm>
        </p:grpSpPr>
        <p:sp>
          <p:nvSpPr>
            <p:cNvPr id="2" name="Rectangle 1">
              <a:extLst>
                <a:ext uri="{FF2B5EF4-FFF2-40B4-BE49-F238E27FC236}">
                  <a16:creationId xmlns:a16="http://schemas.microsoft.com/office/drawing/2014/main" id="{5BA3680E-48F9-C94E-8BA7-80D6E42CF04F}"/>
                </a:ext>
              </a:extLst>
            </p:cNvPr>
            <p:cNvSpPr/>
            <p:nvPr userDrawn="1"/>
          </p:nvSpPr>
          <p:spPr>
            <a:xfrm>
              <a:off x="-3182145" y="-5169662"/>
              <a:ext cx="11780199" cy="4780094"/>
            </a:xfrm>
            <a:custGeom>
              <a:avLst/>
              <a:gdLst>
                <a:gd name="connsiteX0" fmla="*/ 0 w 10554495"/>
                <a:gd name="connsiteY0" fmla="*/ 0 h 3897360"/>
                <a:gd name="connsiteX1" fmla="*/ 10554495 w 10554495"/>
                <a:gd name="connsiteY1" fmla="*/ 0 h 3897360"/>
                <a:gd name="connsiteX2" fmla="*/ 10554495 w 10554495"/>
                <a:gd name="connsiteY2" fmla="*/ 3897360 h 3897360"/>
                <a:gd name="connsiteX3" fmla="*/ 0 w 10554495"/>
                <a:gd name="connsiteY3" fmla="*/ 3897360 h 3897360"/>
                <a:gd name="connsiteX4" fmla="*/ 0 w 10554495"/>
                <a:gd name="connsiteY4" fmla="*/ 0 h 3897360"/>
                <a:gd name="connsiteX0" fmla="*/ 0 w 11735595"/>
                <a:gd name="connsiteY0" fmla="*/ 0 h 3897360"/>
                <a:gd name="connsiteX1" fmla="*/ 11735595 w 11735595"/>
                <a:gd name="connsiteY1" fmla="*/ 3810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554495 w 11735595"/>
                <a:gd name="connsiteY2" fmla="*/ 3897360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376075 w 11735595"/>
                <a:gd name="connsiteY2" fmla="*/ 3860992 h 3897360"/>
                <a:gd name="connsiteX3" fmla="*/ 0 w 11735595"/>
                <a:gd name="connsiteY3" fmla="*/ 3897360 h 3897360"/>
                <a:gd name="connsiteX4" fmla="*/ 0 w 11735595"/>
                <a:gd name="connsiteY4" fmla="*/ 0 h 3897360"/>
                <a:gd name="connsiteX0" fmla="*/ 0 w 11735595"/>
                <a:gd name="connsiteY0" fmla="*/ 0 h 3924636"/>
                <a:gd name="connsiteX1" fmla="*/ 11735595 w 11735595"/>
                <a:gd name="connsiteY1" fmla="*/ 19050 h 3924636"/>
                <a:gd name="connsiteX2" fmla="*/ 10208807 w 11735595"/>
                <a:gd name="connsiteY2" fmla="*/ 3924636 h 3924636"/>
                <a:gd name="connsiteX3" fmla="*/ 0 w 11735595"/>
                <a:gd name="connsiteY3" fmla="*/ 3897360 h 3924636"/>
                <a:gd name="connsiteX4" fmla="*/ 0 w 11735595"/>
                <a:gd name="connsiteY4" fmla="*/ 0 h 3924636"/>
                <a:gd name="connsiteX0" fmla="*/ 0 w 11735595"/>
                <a:gd name="connsiteY0" fmla="*/ 0 h 3897360"/>
                <a:gd name="connsiteX1" fmla="*/ 11735595 w 11735595"/>
                <a:gd name="connsiteY1" fmla="*/ 19050 h 3897360"/>
                <a:gd name="connsiteX2" fmla="*/ 10041539 w 11735595"/>
                <a:gd name="connsiteY2" fmla="*/ 3697338 h 3897360"/>
                <a:gd name="connsiteX3" fmla="*/ 0 w 11735595"/>
                <a:gd name="connsiteY3" fmla="*/ 3897360 h 3897360"/>
                <a:gd name="connsiteX4" fmla="*/ 0 w 11735595"/>
                <a:gd name="connsiteY4" fmla="*/ 0 h 3897360"/>
                <a:gd name="connsiteX0" fmla="*/ 0 w 11735595"/>
                <a:gd name="connsiteY0" fmla="*/ 0 h 3897360"/>
                <a:gd name="connsiteX1" fmla="*/ 11735595 w 11735595"/>
                <a:gd name="connsiteY1" fmla="*/ 19050 h 3897360"/>
                <a:gd name="connsiteX2" fmla="*/ 10264563 w 11735595"/>
                <a:gd name="connsiteY2" fmla="*/ 3888268 h 3897360"/>
                <a:gd name="connsiteX3" fmla="*/ 0 w 11735595"/>
                <a:gd name="connsiteY3" fmla="*/ 3897360 h 3897360"/>
                <a:gd name="connsiteX4" fmla="*/ 0 w 11735595"/>
                <a:gd name="connsiteY4" fmla="*/ 0 h 3897360"/>
                <a:gd name="connsiteX0" fmla="*/ 0 w 11200336"/>
                <a:gd name="connsiteY0" fmla="*/ 0 h 3897360"/>
                <a:gd name="connsiteX1" fmla="*/ 11200336 w 11200336"/>
                <a:gd name="connsiteY1" fmla="*/ 82694 h 3897360"/>
                <a:gd name="connsiteX2" fmla="*/ 10264563 w 11200336"/>
                <a:gd name="connsiteY2" fmla="*/ 3888268 h 3897360"/>
                <a:gd name="connsiteX3" fmla="*/ 0 w 11200336"/>
                <a:gd name="connsiteY3" fmla="*/ 3897360 h 3897360"/>
                <a:gd name="connsiteX4" fmla="*/ 0 w 11200336"/>
                <a:gd name="connsiteY4" fmla="*/ 0 h 3897360"/>
                <a:gd name="connsiteX0" fmla="*/ 0 w 11780199"/>
                <a:gd name="connsiteY0" fmla="*/ 0 h 3897360"/>
                <a:gd name="connsiteX1" fmla="*/ 11780199 w 11780199"/>
                <a:gd name="connsiteY1" fmla="*/ 867 h 3897360"/>
                <a:gd name="connsiteX2" fmla="*/ 10264563 w 11780199"/>
                <a:gd name="connsiteY2" fmla="*/ 3888268 h 3897360"/>
                <a:gd name="connsiteX3" fmla="*/ 0 w 11780199"/>
                <a:gd name="connsiteY3" fmla="*/ 3897360 h 3897360"/>
                <a:gd name="connsiteX4" fmla="*/ 0 w 11780199"/>
                <a:gd name="connsiteY4" fmla="*/ 0 h 38973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780199" h="3897360">
                  <a:moveTo>
                    <a:pt x="0" y="0"/>
                  </a:moveTo>
                  <a:lnTo>
                    <a:pt x="11780199" y="867"/>
                  </a:lnTo>
                  <a:lnTo>
                    <a:pt x="10264563" y="3888268"/>
                  </a:lnTo>
                  <a:lnTo>
                    <a:pt x="0" y="3897360"/>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800"/>
            </a:p>
          </p:txBody>
        </p:sp>
        <p:pic>
          <p:nvPicPr>
            <p:cNvPr id="29" name="Picture 28">
              <a:extLst>
                <a:ext uri="{FF2B5EF4-FFF2-40B4-BE49-F238E27FC236}">
                  <a16:creationId xmlns:a16="http://schemas.microsoft.com/office/drawing/2014/main" id="{AC59BDFE-3580-F349-8D96-F5979F88E547}"/>
                </a:ext>
              </a:extLst>
            </p:cNvPr>
            <p:cNvPicPr>
              <a:picLocks noChangeAspect="1"/>
            </p:cNvPicPr>
            <p:nvPr userDrawn="1"/>
          </p:nvPicPr>
          <p:blipFill rotWithShape="1">
            <a:blip r:embed="rId6" cstate="hqprint">
              <a:extLst>
                <a:ext uri="{28A0092B-C50C-407E-A947-70E740481C1C}">
                  <a14:useLocalDpi xmlns:a14="http://schemas.microsoft.com/office/drawing/2010/main"/>
                </a:ext>
              </a:extLst>
            </a:blip>
            <a:srcRect/>
            <a:stretch/>
          </p:blipFill>
          <p:spPr>
            <a:xfrm>
              <a:off x="-3182145" y="-5169663"/>
              <a:ext cx="11799257" cy="4780095"/>
            </a:xfrm>
            <a:prstGeom prst="rect">
              <a:avLst/>
            </a:prstGeom>
          </p:spPr>
        </p:pic>
      </p:grpSp>
      <p:sp>
        <p:nvSpPr>
          <p:cNvPr id="8" name="Text Placeholder 15"/>
          <p:cNvSpPr>
            <a:spLocks noGrp="1"/>
          </p:cNvSpPr>
          <p:nvPr>
            <p:ph type="body" sz="quarter" idx="10" hasCustomPrompt="1"/>
            <p:custDataLst>
              <p:tags r:id="rId1"/>
            </p:custDataLst>
          </p:nvPr>
        </p:nvSpPr>
        <p:spPr>
          <a:xfrm>
            <a:off x="456698" y="4526198"/>
            <a:ext cx="8141202" cy="731520"/>
          </a:xfrm>
        </p:spPr>
        <p:txBody>
          <a:bodyPr anchor="b">
            <a:normAutofit/>
          </a:bodyPr>
          <a:lstStyle>
            <a:lvl1pPr marL="0" indent="0" algn="l">
              <a:buNone/>
              <a:defRPr sz="2400" baseline="0">
                <a:solidFill>
                  <a:schemeClr val="bg1"/>
                </a:solidFill>
                <a:effectLst/>
              </a:defRPr>
            </a:lvl1pPr>
            <a:lvl2pPr marL="0" indent="0" algn="ctr">
              <a:buNone/>
              <a:defRPr>
                <a:solidFill>
                  <a:schemeClr val="tx1">
                    <a:lumMod val="65000"/>
                    <a:lumOff val="35000"/>
                  </a:schemeClr>
                </a:solidFill>
              </a:defRPr>
            </a:lvl2pPr>
            <a:lvl3pPr algn="ctr">
              <a:defRPr>
                <a:solidFill>
                  <a:schemeClr val="tx1">
                    <a:lumMod val="65000"/>
                    <a:lumOff val="35000"/>
                  </a:schemeClr>
                </a:solidFill>
              </a:defRPr>
            </a:lvl3pPr>
            <a:lvl4pPr algn="ctr">
              <a:defRPr>
                <a:solidFill>
                  <a:schemeClr val="tx1">
                    <a:lumMod val="65000"/>
                    <a:lumOff val="35000"/>
                  </a:schemeClr>
                </a:solidFill>
              </a:defRPr>
            </a:lvl4pPr>
            <a:lvl5pPr algn="ctr">
              <a:defRPr>
                <a:solidFill>
                  <a:schemeClr val="tx1">
                    <a:lumMod val="65000"/>
                    <a:lumOff val="35000"/>
                  </a:schemeClr>
                </a:solidFill>
              </a:defRPr>
            </a:lvl5pPr>
          </a:lstStyle>
          <a:p>
            <a:pPr lvl="0"/>
            <a:r>
              <a:rPr lang="en-US"/>
              <a:t>Synopsys Customer Education Services</a:t>
            </a:r>
            <a:endParaRPr/>
          </a:p>
        </p:txBody>
      </p:sp>
      <p:sp>
        <p:nvSpPr>
          <p:cNvPr id="21" name="Subtitle 2"/>
          <p:cNvSpPr>
            <a:spLocks noGrp="1"/>
          </p:cNvSpPr>
          <p:nvPr>
            <p:ph type="subTitle" idx="1" hasCustomPrompt="1"/>
            <p:custDataLst>
              <p:tags r:id="rId2"/>
            </p:custDataLst>
          </p:nvPr>
        </p:nvSpPr>
        <p:spPr>
          <a:xfrm>
            <a:off x="456557" y="3522681"/>
            <a:ext cx="10417770" cy="990600"/>
          </a:xfrm>
        </p:spPr>
        <p:txBody>
          <a:bodyPr>
            <a:normAutofit/>
          </a:bodyPr>
          <a:lstStyle>
            <a:lvl1pPr marL="0" indent="0" algn="l">
              <a:buNone/>
              <a:defRPr sz="3200" b="0">
                <a:solidFill>
                  <a:schemeClr val="bg1"/>
                </a:solidFill>
                <a:effectLs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Add </a:t>
            </a:r>
            <a:r>
              <a:rPr lang="en-US"/>
              <a:t>Course Version</a:t>
            </a:r>
            <a:endParaRPr/>
          </a:p>
        </p:txBody>
      </p:sp>
      <p:sp>
        <p:nvSpPr>
          <p:cNvPr id="22" name="Title 1"/>
          <p:cNvSpPr>
            <a:spLocks noGrp="1"/>
          </p:cNvSpPr>
          <p:nvPr>
            <p:ph type="ctrTitle" hasCustomPrompt="1"/>
            <p:custDataLst>
              <p:tags r:id="rId3"/>
            </p:custDataLst>
          </p:nvPr>
        </p:nvSpPr>
        <p:spPr>
          <a:xfrm>
            <a:off x="456555" y="1687591"/>
            <a:ext cx="10763895" cy="1828800"/>
          </a:xfrm>
        </p:spPr>
        <p:txBody>
          <a:bodyPr anchor="b">
            <a:noAutofit/>
          </a:bodyPr>
          <a:lstStyle>
            <a:lvl1pPr algn="l">
              <a:defRPr sz="5000">
                <a:solidFill>
                  <a:schemeClr val="bg1"/>
                </a:solidFill>
                <a:effectLst/>
              </a:defRPr>
            </a:lvl1pPr>
          </a:lstStyle>
          <a:p>
            <a:r>
              <a:t>Click to Add </a:t>
            </a:r>
            <a:r>
              <a:rPr lang="en-US"/>
              <a:t>Course Name</a:t>
            </a:r>
            <a:endParaRPr/>
          </a:p>
        </p:txBody>
      </p:sp>
      <p:pic>
        <p:nvPicPr>
          <p:cNvPr id="10" name="Graphic 9">
            <a:extLst>
              <a:ext uri="{FF2B5EF4-FFF2-40B4-BE49-F238E27FC236}">
                <a16:creationId xmlns:a16="http://schemas.microsoft.com/office/drawing/2014/main" id="{9889C713-0D9F-4617-8B3E-E5631E10483A}"/>
              </a:ext>
            </a:extLst>
          </p:cNvPr>
          <p:cNvPicPr>
            <a:picLocks noChangeAspect="1"/>
          </p:cNvPicPr>
          <p:nvPr>
            <p:custDataLst>
              <p:tags r:id="rId4"/>
            </p:custDataLst>
          </p:nvPr>
        </p:nvPicPr>
        <p:blipFill>
          <a:blip r:embed="rId7">
            <a:extLst>
              <a:ext uri="{96DAC541-7B7A-43D3-8B79-37D633B846F1}">
                <asvg:svgBlip xmlns:asvg="http://schemas.microsoft.com/office/drawing/2016/SVG/main" r:embed="rId8"/>
              </a:ext>
            </a:extLst>
          </a:blip>
          <a:stretch>
            <a:fillRect/>
          </a:stretch>
        </p:blipFill>
        <p:spPr>
          <a:xfrm>
            <a:off x="9905927" y="453166"/>
            <a:ext cx="1829195" cy="584326"/>
          </a:xfrm>
          <a:prstGeom prst="rect">
            <a:avLst/>
          </a:prstGeom>
        </p:spPr>
      </p:pic>
    </p:spTree>
    <p:extLst>
      <p:ext uri="{BB962C8B-B14F-4D97-AF65-F5344CB8AC3E}">
        <p14:creationId xmlns:p14="http://schemas.microsoft.com/office/powerpoint/2010/main" val="1035110512"/>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Scope">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10" name="Picture 9">
            <a:extLst>
              <a:ext uri="{FF2B5EF4-FFF2-40B4-BE49-F238E27FC236}">
                <a16:creationId xmlns:a16="http://schemas.microsoft.com/office/drawing/2014/main" id="{377B05DB-A977-4DFB-8026-0C01E80D3A1C}"/>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sp>
        <p:nvSpPr>
          <p:cNvPr id="11" name="Title 4">
            <a:extLst>
              <a:ext uri="{FF2B5EF4-FFF2-40B4-BE49-F238E27FC236}">
                <a16:creationId xmlns:a16="http://schemas.microsoft.com/office/drawing/2014/main" id="{AA3CB389-48A5-49BB-A30B-013A5B53EFCD}"/>
              </a:ext>
            </a:extLst>
          </p:cNvPr>
          <p:cNvSpPr>
            <a:spLocks noGrp="1"/>
          </p:cNvSpPr>
          <p:nvPr>
            <p:ph type="title" hasCustomPrompt="1"/>
            <p:custDataLst>
              <p:tags r:id="rId1"/>
            </p:custDataLst>
          </p:nvPr>
        </p:nvSpPr>
        <p:spPr bwMode="gray">
          <a:xfrm>
            <a:off x="1498175" y="172006"/>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1678356663"/>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Scope with backgroun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1E873832-813A-459B-8A37-2E752C411F04}"/>
              </a:ext>
              <a:ext uri="{C183D7F6-B498-43B3-948B-1728B52AA6E4}">
                <adec:decorative xmlns:adec="http://schemas.microsoft.com/office/drawing/2017/decorative" val="1"/>
              </a:ext>
            </a:extLst>
          </p:cNvPr>
          <p:cNvPicPr>
            <a:picLocks noChangeAspect="1"/>
          </p:cNvPicPr>
          <p:nvPr userDrawn="1"/>
        </p:nvPicPr>
        <p:blipFill>
          <a:blip r:embed="rId3"/>
          <a:stretch>
            <a:fillRect/>
          </a:stretch>
        </p:blipFill>
        <p:spPr bwMode="ltGray">
          <a:xfrm>
            <a:off x="0" y="178203"/>
            <a:ext cx="5258534" cy="1095528"/>
          </a:xfrm>
          <a:prstGeom prst="rect">
            <a:avLst/>
          </a:prstGeom>
        </p:spPr>
      </p:pic>
      <p:pic>
        <p:nvPicPr>
          <p:cNvPr id="18" name="Picture 17">
            <a:extLst>
              <a:ext uri="{FF2B5EF4-FFF2-40B4-BE49-F238E27FC236}">
                <a16:creationId xmlns:a16="http://schemas.microsoft.com/office/drawing/2014/main" id="{F5F87E6C-9108-4445-AF14-EE92CFEB3452}"/>
              </a:ext>
            </a:extLst>
          </p:cNvPr>
          <p:cNvPicPr>
            <a:picLocks noChangeAspect="1"/>
          </p:cNvPicPr>
          <p:nvPr userDrawn="1"/>
        </p:nvPicPr>
        <p:blipFill rotWithShape="1">
          <a:blip r:embed="rId4" cstate="email">
            <a:extLst>
              <a:ext uri="{28A0092B-C50C-407E-A947-70E740481C1C}">
                <a14:useLocalDpi xmlns:a14="http://schemas.microsoft.com/office/drawing/2010/main"/>
              </a:ext>
            </a:extLst>
          </a:blip>
          <a:srcRect/>
          <a:stretch/>
        </p:blipFill>
        <p:spPr>
          <a:xfrm>
            <a:off x="0" y="1310092"/>
            <a:ext cx="12192000" cy="5217460"/>
          </a:xfrm>
          <a:prstGeom prst="rect">
            <a:avLst/>
          </a:prstGeom>
        </p:spPr>
      </p:pic>
      <p:sp>
        <p:nvSpPr>
          <p:cNvPr id="19" name="Text Placeholder 3">
            <a:extLst>
              <a:ext uri="{FF2B5EF4-FFF2-40B4-BE49-F238E27FC236}">
                <a16:creationId xmlns:a16="http://schemas.microsoft.com/office/drawing/2014/main" id="{F2E28495-B0B3-4070-BB83-3FB14AB729F0}"/>
              </a:ext>
            </a:extLst>
          </p:cNvPr>
          <p:cNvSpPr>
            <a:spLocks noGrp="1"/>
          </p:cNvSpPr>
          <p:nvPr>
            <p:ph type="body" sz="quarter" idx="10"/>
          </p:nvPr>
        </p:nvSpPr>
        <p:spPr>
          <a:xfrm>
            <a:off x="457200" y="1737755"/>
            <a:ext cx="11277922" cy="4430232"/>
          </a:xfrm>
          <a:solidFill>
            <a:schemeClr val="bg1">
              <a:alpha val="70000"/>
            </a:schemeClr>
          </a:solidFill>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20" name="Title 4">
            <a:extLst>
              <a:ext uri="{FF2B5EF4-FFF2-40B4-BE49-F238E27FC236}">
                <a16:creationId xmlns:a16="http://schemas.microsoft.com/office/drawing/2014/main" id="{BE7312B4-ABE7-4B7B-A96F-2CD31471F816}"/>
              </a:ext>
            </a:extLst>
          </p:cNvPr>
          <p:cNvSpPr>
            <a:spLocks noGrp="1"/>
          </p:cNvSpPr>
          <p:nvPr>
            <p:ph type="title" hasCustomPrompt="1"/>
            <p:custDataLst>
              <p:tags r:id="rId1"/>
            </p:custDataLst>
          </p:nvPr>
        </p:nvSpPr>
        <p:spPr bwMode="gray">
          <a:xfrm>
            <a:off x="1498175" y="178356"/>
            <a:ext cx="3279102" cy="1078992"/>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Tree>
    <p:extLst>
      <p:ext uri="{BB962C8B-B14F-4D97-AF65-F5344CB8AC3E}">
        <p14:creationId xmlns:p14="http://schemas.microsoft.com/office/powerpoint/2010/main" val="3972575490"/>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Quiz">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9ACD3E-DBDC-4D0E-A88F-26A04005602E}"/>
              </a:ext>
            </a:extLst>
          </p:cNvPr>
          <p:cNvPicPr>
            <a:picLocks noChangeAspect="1"/>
          </p:cNvPicPr>
          <p:nvPr userDrawn="1"/>
        </p:nvPicPr>
        <p:blipFill>
          <a:blip r:embed="rId3"/>
          <a:stretch>
            <a:fillRect/>
          </a:stretch>
        </p:blipFill>
        <p:spPr>
          <a:xfrm>
            <a:off x="0" y="182880"/>
            <a:ext cx="3748443" cy="1097280"/>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p:ph type="body" sz="quarter" idx="10"/>
          </p:nvPr>
        </p:nvSpPr>
        <p:spPr>
          <a:xfrm>
            <a:off x="457200" y="1737754"/>
            <a:ext cx="11277922"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
        <p:nvSpPr>
          <p:cNvPr id="41" name="Title 4">
            <a:extLst>
              <a:ext uri="{FF2B5EF4-FFF2-40B4-BE49-F238E27FC236}">
                <a16:creationId xmlns:a16="http://schemas.microsoft.com/office/drawing/2014/main" id="{D1F73CD5-AFE0-49A0-80CB-BDF8A7D1A0DC}"/>
              </a:ext>
            </a:extLst>
          </p:cNvPr>
          <p:cNvSpPr txBox="1">
            <a:spLocks/>
          </p:cNvSpPr>
          <p:nvPr userDrawn="1">
            <p:custDataLst>
              <p:tags r:id="rId1"/>
            </p:custDataLst>
          </p:nvPr>
        </p:nvSpPr>
        <p:spPr>
          <a:xfrm>
            <a:off x="1655492" y="226637"/>
            <a:ext cx="1422825" cy="1005840"/>
          </a:xfrm>
          <a:prstGeom prst="rect">
            <a:avLst/>
          </a:prstGeom>
          <a:noFill/>
          <a:ln w="12700" cap="flat" cmpd="sng" algn="ctr">
            <a:noFill/>
            <a:prstDash val="solid"/>
            <a:miter lim="800000"/>
          </a:ln>
        </p:spPr>
        <p:style>
          <a:lnRef idx="2">
            <a:schemeClr val="accent1">
              <a:shade val="50000"/>
            </a:schemeClr>
          </a:lnRef>
          <a:fillRef idx="1">
            <a:schemeClr val="accent1"/>
          </a:fillRef>
          <a:effectRef idx="0">
            <a:schemeClr val="accent1"/>
          </a:effectRef>
          <a:fontRef idx="minor">
            <a:schemeClr val="lt1"/>
          </a:fontRef>
        </p:style>
        <p:txBody>
          <a:bodyPr vert="horz" lIns="182880" tIns="45720" rIns="91440" bIns="45720" rtlCol="0" anchor="ctr">
            <a:normAutofit/>
          </a:bodyPr>
          <a:lstStyle>
            <a:lvl1pPr algn="l" defTabSz="914400" rtl="0" eaLnBrk="1" latinLnBrk="0" hangingPunct="1">
              <a:lnSpc>
                <a:spcPct val="100000"/>
              </a:lnSpc>
              <a:spcBef>
                <a:spcPct val="0"/>
              </a:spcBef>
              <a:buNone/>
              <a:defRPr sz="3200" b="0" kern="1200" dirty="0">
                <a:solidFill>
                  <a:schemeClr val="lt1"/>
                </a:solidFill>
                <a:latin typeface="+mj-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defTabSz="457200"/>
            <a:r>
              <a:rPr lang="en-US"/>
              <a:t>Quiz</a:t>
            </a:r>
          </a:p>
        </p:txBody>
      </p:sp>
      <p:pic>
        <p:nvPicPr>
          <p:cNvPr id="42" name="Picture 41" descr="Icon&#10;&#10;Description automatically generated">
            <a:extLst>
              <a:ext uri="{FF2B5EF4-FFF2-40B4-BE49-F238E27FC236}">
                <a16:creationId xmlns:a16="http://schemas.microsoft.com/office/drawing/2014/main" id="{DD38C84F-5193-4955-901F-6299B8236D9B}"/>
              </a:ext>
            </a:extLst>
          </p:cNvPr>
          <p:cNvPicPr>
            <a:picLocks noChangeAspect="1"/>
          </p:cNvPicPr>
          <p:nvPr userDrawn="1"/>
        </p:nvPicPr>
        <p:blipFill>
          <a:blip r:embed="rId4"/>
          <a:stretch>
            <a:fillRect/>
          </a:stretch>
        </p:blipFill>
        <p:spPr>
          <a:xfrm>
            <a:off x="553417" y="355597"/>
            <a:ext cx="896190" cy="816935"/>
          </a:xfrm>
          <a:prstGeom prst="rect">
            <a:avLst/>
          </a:prstGeom>
        </p:spPr>
      </p:pic>
    </p:spTree>
    <p:extLst>
      <p:ext uri="{BB962C8B-B14F-4D97-AF65-F5344CB8AC3E}">
        <p14:creationId xmlns:p14="http://schemas.microsoft.com/office/powerpoint/2010/main" val="1279930535"/>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Objectives en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0144ACF8-D142-4EA6-904C-F3059944D168}"/>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bwMode="ltGray">
          <a:xfrm>
            <a:off x="0" y="178203"/>
            <a:ext cx="5258534" cy="1095528"/>
          </a:xfrm>
          <a:prstGeom prst="rect">
            <a:avLst/>
          </a:prstGeom>
        </p:spPr>
      </p:pic>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737754"/>
            <a:ext cx="5638800" cy="4663045"/>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pic>
        <p:nvPicPr>
          <p:cNvPr id="7" name="Picture 6">
            <a:extLst>
              <a:ext uri="{FF2B5EF4-FFF2-40B4-BE49-F238E27FC236}">
                <a16:creationId xmlns:a16="http://schemas.microsoft.com/office/drawing/2014/main" id="{20EB06D5-E8E9-40AF-A2B8-743D9359C9C2}"/>
              </a:ext>
            </a:extLst>
          </p:cNvPr>
          <p:cNvPicPr>
            <a:picLocks noChangeAspect="1"/>
          </p:cNvPicPr>
          <p:nvPr userDrawn="1"/>
        </p:nvPicPr>
        <p:blipFill>
          <a:blip r:embed="rId5"/>
          <a:stretch>
            <a:fillRect/>
          </a:stretch>
        </p:blipFill>
        <p:spPr>
          <a:xfrm>
            <a:off x="362164" y="259001"/>
            <a:ext cx="926672" cy="926672"/>
          </a:xfrm>
          <a:prstGeom prst="rect">
            <a:avLst/>
          </a:prstGeom>
        </p:spPr>
      </p:pic>
      <p:sp>
        <p:nvSpPr>
          <p:cNvPr id="9" name="Title 4">
            <a:extLst>
              <a:ext uri="{FF2B5EF4-FFF2-40B4-BE49-F238E27FC236}">
                <a16:creationId xmlns:a16="http://schemas.microsoft.com/office/drawing/2014/main" id="{7B3316A4-5E32-46E9-B90B-EE77B07D3533}"/>
              </a:ext>
            </a:extLst>
          </p:cNvPr>
          <p:cNvSpPr>
            <a:spLocks noGrp="1"/>
          </p:cNvSpPr>
          <p:nvPr userDrawn="1">
            <p:ph type="title" hasCustomPrompt="1"/>
            <p:custDataLst>
              <p:tags r:id="rId1"/>
            </p:custDataLst>
          </p:nvPr>
        </p:nvSpPr>
        <p:spPr bwMode="gray">
          <a:xfrm>
            <a:off x="1498175" y="182880"/>
            <a:ext cx="3279102" cy="1087755"/>
          </a:xfrm>
          <a:noFill/>
          <a:ln>
            <a:noFill/>
          </a:ln>
        </p:spPr>
        <p:style>
          <a:lnRef idx="2">
            <a:schemeClr val="accent1">
              <a:shade val="50000"/>
            </a:schemeClr>
          </a:lnRef>
          <a:fillRef idx="1">
            <a:schemeClr val="accent1"/>
          </a:fillRef>
          <a:effectRef idx="0">
            <a:schemeClr val="accent1"/>
          </a:effectRef>
          <a:fontRef idx="minor">
            <a:schemeClr val="lt1"/>
          </a:fontRef>
        </p:style>
        <p:txBody>
          <a:bodyPr lIns="18288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8" name="ConStatement">
            <a:extLst>
              <a:ext uri="{FF2B5EF4-FFF2-40B4-BE49-F238E27FC236}">
                <a16:creationId xmlns:a16="http://schemas.microsoft.com/office/drawing/2014/main" id="{DF604FF0-2DB9-449C-BFEA-2BBAB8E5CAFB}"/>
              </a:ext>
            </a:extLst>
          </p:cNvPr>
          <p:cNvSpPr txBox="1"/>
          <p:nvPr userDrawn="1">
            <p:custDataLst>
              <p:tags r:id="rId2"/>
            </p:custDataLst>
          </p:nvPr>
        </p:nvSpPr>
        <p:spPr>
          <a:xfrm>
            <a:off x="4200525" y="6605464"/>
            <a:ext cx="3790950" cy="245794"/>
          </a:xfrm>
          <a:prstGeom prst="rect">
            <a:avLst/>
          </a:prstGeom>
          <a:solidFill>
            <a:schemeClr val="bg1"/>
          </a:solidFill>
        </p:spPr>
        <p:txBody>
          <a:bodyPr vert="horz" wrap="none" lIns="91440" tIns="45720" rIns="91440" bIns="45720" rtlCol="0" anchor="ctr">
            <a:noAutofit/>
          </a:bodyPr>
          <a:lstStyle/>
          <a:p>
            <a:pPr algn="ctr"/>
            <a:endParaRPr sz="800">
              <a:solidFill>
                <a:srgbClr val="7F7F7F"/>
              </a:solidFill>
              <a:latin typeface="Arial"/>
            </a:endParaRPr>
          </a:p>
        </p:txBody>
      </p:sp>
    </p:spTree>
    <p:extLst>
      <p:ext uri="{BB962C8B-B14F-4D97-AF65-F5344CB8AC3E}">
        <p14:creationId xmlns:p14="http://schemas.microsoft.com/office/powerpoint/2010/main" val="1261447088"/>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C4FDD83-45EE-4570-BDB4-2BCC3000CD23}"/>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5" name="Title 4">
            <a:extLst>
              <a:ext uri="{FF2B5EF4-FFF2-40B4-BE49-F238E27FC236}">
                <a16:creationId xmlns:a16="http://schemas.microsoft.com/office/drawing/2014/main" id="{13AB35E0-AD47-4AD2-A594-DF7D8B2173E4}"/>
              </a:ext>
            </a:extLst>
          </p:cNvPr>
          <p:cNvSpPr>
            <a:spLocks noGrp="1"/>
          </p:cNvSpPr>
          <p:nvPr userDrawn="1">
            <p:ph type="title" hasCustomPrompt="1"/>
            <p:custDataLst>
              <p:tags r:id="rId1"/>
            </p:custDataLst>
          </p:nvPr>
        </p:nvSpPr>
        <p:spPr>
          <a:xfrm>
            <a:off x="-1" y="183402"/>
            <a:ext cx="11612880"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lIns="457200" rtlCol="0" anchor="ctr">
            <a:normAutofit/>
          </a:bodyPr>
          <a:lstStyle>
            <a:lvl1pPr>
              <a:defRPr sz="3200" dirty="0">
                <a:solidFill>
                  <a:schemeClr val="lt1"/>
                </a:solidFill>
                <a:latin typeface="+mj-lt"/>
                <a:ea typeface="+mn-ea"/>
                <a:cs typeface="+mn-cs"/>
              </a:defRPr>
            </a:lvl1pPr>
          </a:lstStyle>
          <a:p>
            <a:pPr marL="0" lvl="0" defTabSz="457200"/>
            <a:r>
              <a:rPr lang="en-US"/>
              <a:t>Click to Add a Title</a:t>
            </a:r>
            <a:endParaRPr/>
          </a:p>
        </p:txBody>
      </p:sp>
      <p:sp>
        <p:nvSpPr>
          <p:cNvPr id="4" name="Text Placeholder 3">
            <a:extLst>
              <a:ext uri="{FF2B5EF4-FFF2-40B4-BE49-F238E27FC236}">
                <a16:creationId xmlns:a16="http://schemas.microsoft.com/office/drawing/2014/main" id="{05B211E6-87BE-4EC7-8E86-4064596A0E69}"/>
              </a:ext>
            </a:extLst>
          </p:cNvPr>
          <p:cNvSpPr>
            <a:spLocks noGrp="1"/>
          </p:cNvSpPr>
          <p:nvPr userDrawn="1">
            <p:ph type="body" sz="quarter" idx="10"/>
          </p:nvPr>
        </p:nvSpPr>
        <p:spPr>
          <a:xfrm>
            <a:off x="457200" y="1188720"/>
            <a:ext cx="11277922" cy="5185186"/>
          </a:xfrm>
        </p:spPr>
        <p:txBody>
          <a:bodyPr/>
          <a:lstStyle>
            <a:lvl1pPr marL="365760" indent="-365760">
              <a:spcBef>
                <a:spcPts val="600"/>
              </a:spcBef>
              <a:spcAft>
                <a:spcPts val="600"/>
              </a:spcAft>
              <a:defRPr/>
            </a:lvl1pPr>
            <a:lvl2pPr marL="640080" indent="-274320">
              <a:defRPr/>
            </a:lvl2pPr>
            <a:lvl3pPr marL="914400" indent="-274320">
              <a:defRPr/>
            </a:lvl3pPr>
            <a:lvl4pPr marL="1188720" indent="-274320">
              <a:defRPr/>
            </a:lvl4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516746064"/>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F51924-A24A-489C-BBC3-DABEE7760686}"/>
              </a:ext>
            </a:extLst>
          </p:cNvPr>
          <p:cNvPicPr>
            <a:picLocks noChangeAspect="1"/>
          </p:cNvPicPr>
          <p:nvPr userDrawn="1"/>
        </p:nvPicPr>
        <p:blipFill>
          <a:blip r:embed="rId3"/>
          <a:stretch>
            <a:fillRect/>
          </a:stretch>
        </p:blipFill>
        <p:spPr>
          <a:xfrm>
            <a:off x="1" y="183401"/>
            <a:ext cx="11995149" cy="713232"/>
          </a:xfrm>
          <a:prstGeom prst="rect">
            <a:avLst/>
          </a:prstGeom>
        </p:spPr>
      </p:pic>
      <p:sp>
        <p:nvSpPr>
          <p:cNvPr id="2" name="Title 1"/>
          <p:cNvSpPr>
            <a:spLocks noGrp="1"/>
          </p:cNvSpPr>
          <p:nvPr>
            <p:ph type="title" hasCustomPrompt="1"/>
            <p:custDataLst>
              <p:tags r:id="rId1"/>
            </p:custDataLst>
          </p:nvPr>
        </p:nvSpPr>
        <p:spPr>
          <a:xfrm>
            <a:off x="0" y="183402"/>
            <a:ext cx="11615351" cy="704088"/>
          </a:xfrm>
          <a:noFill/>
          <a:ln>
            <a:noFill/>
          </a:ln>
        </p:spPr>
        <p:style>
          <a:lnRef idx="2">
            <a:schemeClr val="accent1">
              <a:shade val="50000"/>
            </a:schemeClr>
          </a:lnRef>
          <a:fillRef idx="1">
            <a:schemeClr val="accent1"/>
          </a:fillRef>
          <a:effectRef idx="0">
            <a:schemeClr val="accent1"/>
          </a:effectRef>
          <a:fontRef idx="minor">
            <a:schemeClr val="lt1"/>
          </a:fontRef>
        </p:style>
        <p:txBody>
          <a:bodyPr vert="horz" lIns="457200" tIns="45720" rIns="91440" bIns="45720" rtlCol="0" anchor="ctr">
            <a:normAutofit/>
          </a:bodyPr>
          <a:lstStyle>
            <a:lvl1pPr>
              <a:defRPr dirty="0">
                <a:solidFill>
                  <a:schemeClr val="lt1"/>
                </a:solidFill>
                <a:ea typeface="+mn-ea"/>
                <a:cs typeface="+mn-cs"/>
              </a:defRPr>
            </a:lvl1pPr>
          </a:lstStyle>
          <a:p>
            <a:pPr marL="0" lvl="0" defTabSz="457200"/>
            <a:r>
              <a:t>Click to Add a Title</a:t>
            </a:r>
          </a:p>
        </p:txBody>
      </p:sp>
      <p:sp>
        <p:nvSpPr>
          <p:cNvPr id="9" name="Text Placeholder 8">
            <a:extLst>
              <a:ext uri="{FF2B5EF4-FFF2-40B4-BE49-F238E27FC236}">
                <a16:creationId xmlns:a16="http://schemas.microsoft.com/office/drawing/2014/main" id="{E9214336-643F-45BB-8453-2539A84E7CFF}"/>
              </a:ext>
            </a:extLst>
          </p:cNvPr>
          <p:cNvSpPr>
            <a:spLocks noGrp="1"/>
          </p:cNvSpPr>
          <p:nvPr userDrawn="1">
            <p:ph type="body" sz="quarter" idx="13"/>
          </p:nvPr>
        </p:nvSpPr>
        <p:spPr>
          <a:xfrm>
            <a:off x="457200" y="1188720"/>
            <a:ext cx="5524500" cy="5238974"/>
          </a:xfrm>
        </p:spPr>
        <p:txBody>
          <a:bodyPr/>
          <a:lstStyle>
            <a:lvl1pPr>
              <a:spcBef>
                <a:spcPts val="600"/>
              </a:spcBef>
              <a:spcAft>
                <a:spcPts val="600"/>
              </a:spcAft>
              <a:defRPr/>
            </a:lvl1pPr>
          </a:lstStyle>
          <a:p>
            <a:pPr lvl="0"/>
            <a:r>
              <a:rPr lang="en-US"/>
              <a:t>Edit Master text styles</a:t>
            </a:r>
          </a:p>
          <a:p>
            <a:pPr lvl="1"/>
            <a:r>
              <a:rPr lang="en-US"/>
              <a:t>Second level</a:t>
            </a:r>
          </a:p>
          <a:p>
            <a:pPr lvl="2"/>
            <a:r>
              <a:rPr lang="en-US"/>
              <a:t>Third level</a:t>
            </a:r>
          </a:p>
          <a:p>
            <a:pPr lvl="3"/>
            <a:r>
              <a:rPr lang="en-US"/>
              <a:t>Fourth level</a:t>
            </a:r>
          </a:p>
        </p:txBody>
      </p:sp>
      <p:sp>
        <p:nvSpPr>
          <p:cNvPr id="11" name="Text Placeholder 10">
            <a:extLst>
              <a:ext uri="{FF2B5EF4-FFF2-40B4-BE49-F238E27FC236}">
                <a16:creationId xmlns:a16="http://schemas.microsoft.com/office/drawing/2014/main" id="{88639FF6-ED59-4B79-AD58-17FB714FC4D6}"/>
              </a:ext>
            </a:extLst>
          </p:cNvPr>
          <p:cNvSpPr>
            <a:spLocks noGrp="1"/>
          </p:cNvSpPr>
          <p:nvPr userDrawn="1">
            <p:ph type="body" sz="quarter" idx="14"/>
          </p:nvPr>
        </p:nvSpPr>
        <p:spPr>
          <a:xfrm>
            <a:off x="6210300" y="1188720"/>
            <a:ext cx="5524500" cy="5238974"/>
          </a:xfrm>
        </p:spPr>
        <p:txBody>
          <a:bodyPr/>
          <a:lstStyle>
            <a:lvl1pPr>
              <a:spcBef>
                <a:spcPts val="600"/>
              </a:spcBef>
              <a:spcAft>
                <a:spcPts val="600"/>
              </a:spcAft>
              <a:defRPr lang="en-US" sz="2400" kern="1200" baseline="0" smtClean="0">
                <a:solidFill>
                  <a:schemeClr val="tx1"/>
                </a:solidFill>
                <a:latin typeface="+mn-lt"/>
                <a:ea typeface="+mn-ea"/>
                <a:cs typeface="+mn-cs"/>
              </a:defRPr>
            </a:lvl1pPr>
          </a:lstStyle>
          <a:p>
            <a:pPr lvl="0"/>
            <a:r>
              <a:rPr lang="en-US"/>
              <a:t>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84175187"/>
      </p:ext>
    </p:extLst>
  </p:cSld>
  <p:clrMapOvr>
    <a:masterClrMapping/>
  </p:clrMapOvr>
  <p:extLst>
    <p:ext uri="{DCECCB84-F9BA-43D5-87BE-67443E8EF086}">
      <p15:sldGuideLst xmlns:p15="http://schemas.microsoft.com/office/powerpoint/2012/main">
        <p15:guide id="3" orient="horz" pos="1152">
          <p15:clr>
            <a:srgbClr val="5ACBF0"/>
          </p15:clr>
        </p15:guide>
        <p15:guide id="4" orient="horz" pos="720">
          <p15:clr>
            <a:srgbClr val="5ACBF0"/>
          </p15:clr>
        </p15:guide>
        <p15:guide id="5" orient="horz" pos="3888">
          <p15:clr>
            <a:srgbClr val="5ACBF0"/>
          </p15:clr>
        </p15:guide>
        <p15:guide id="6" pos="7392">
          <p15:clr>
            <a:srgbClr val="5ACBF0"/>
          </p15:clr>
        </p15:guide>
        <p15:guide id="7" pos="288">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Table Placeholder 2"/>
          <p:cNvSpPr>
            <a:spLocks noGrp="1"/>
          </p:cNvSpPr>
          <p:nvPr>
            <p:ph type="tbl" idx="1"/>
          </p:nvPr>
        </p:nvSpPr>
        <p:spPr>
          <a:xfrm>
            <a:off x="609600" y="1600200"/>
            <a:ext cx="10972800" cy="4211638"/>
          </a:xfrm>
        </p:spPr>
        <p:txBody>
          <a:bodyPr/>
          <a:lstStyle/>
          <a:p>
            <a:pPr lvl="0"/>
            <a:endParaRPr lang="en-US" noProof="0"/>
          </a:p>
        </p:txBody>
      </p:sp>
    </p:spTree>
    <p:extLst>
      <p:ext uri="{BB962C8B-B14F-4D97-AF65-F5344CB8AC3E}">
        <p14:creationId xmlns:p14="http://schemas.microsoft.com/office/powerpoint/2010/main" val="30683219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custDataLst>
              <p:tags r:id="rId1"/>
            </p:custDataLst>
          </p:nvPr>
        </p:nvSpPr>
        <p:spPr>
          <a:xfrm>
            <a:off x="456555" y="1554480"/>
            <a:ext cx="11278244" cy="4846320"/>
          </a:xfrm>
        </p:spPr>
        <p:txBody>
          <a:bodyPr vert="horz" lIns="91440" tIns="45720" rIns="91440" bIns="45720" rtlCol="0">
            <a:normAutofit/>
          </a:bodyPr>
          <a:lstStyle>
            <a:lvl1pPr>
              <a:defRPr baseline="0"/>
            </a:lvl1pPr>
            <a:lvl2pPr>
              <a:defRPr/>
            </a:lvl2pPr>
            <a:lvl3pPr>
              <a:defRPr/>
            </a:lvl3pPr>
            <a:lvl4pPr>
              <a:defRPr/>
            </a:lvl4pPr>
            <a:lvl5pPr>
              <a:defRPr/>
            </a:lvl5pPr>
            <a:lvl6pPr>
              <a:defRPr/>
            </a:lvl6pPr>
          </a:lstStyle>
          <a:p>
            <a:pPr lvl="0"/>
            <a:r>
              <a:t>Click to add text or choose an icon below to insert other content</a:t>
            </a:r>
          </a:p>
          <a:p>
            <a:pPr lvl="1"/>
            <a:r>
              <a:t>Second level</a:t>
            </a:r>
          </a:p>
          <a:p>
            <a:pPr lvl="2"/>
            <a:r>
              <a:t>Third level</a:t>
            </a:r>
          </a:p>
          <a:p>
            <a:pPr lvl="3"/>
            <a:r>
              <a:t>Fourth level</a:t>
            </a:r>
          </a:p>
          <a:p>
            <a:pPr lvl="4"/>
            <a:r>
              <a:t>Fifth level</a:t>
            </a:r>
          </a:p>
        </p:txBody>
      </p:sp>
      <p:sp>
        <p:nvSpPr>
          <p:cNvPr id="4" name="Text Placeholder 6"/>
          <p:cNvSpPr>
            <a:spLocks noGrp="1"/>
          </p:cNvSpPr>
          <p:nvPr>
            <p:ph type="body" sz="quarter" idx="12" hasCustomPrompt="1"/>
            <p:custDataLst>
              <p:tags r:id="rId2"/>
            </p:custDataLst>
          </p:nvPr>
        </p:nvSpPr>
        <p:spPr>
          <a:xfrm>
            <a:off x="456555" y="1005839"/>
            <a:ext cx="11278244" cy="365760"/>
          </a:xfrm>
        </p:spPr>
        <p:txBody>
          <a:bodyPr>
            <a:noAutofit/>
          </a:bodyPr>
          <a:lstStyle>
            <a:lvl1pPr marL="0" indent="0">
              <a:spcBef>
                <a:spcPts val="0"/>
              </a:spcBef>
              <a:buFont typeface="Arial" panose="020B0604020202020204" pitchFamily="34" charset="0"/>
              <a:buNone/>
              <a:defRPr sz="1650" i="0">
                <a:solidFill>
                  <a:schemeClr val="tx1"/>
                </a:solidFill>
              </a:defRPr>
            </a:lvl1pPr>
            <a:lvl2pPr marL="0" indent="0">
              <a:spcBef>
                <a:spcPts val="0"/>
              </a:spcBef>
              <a:buNone/>
              <a:defRPr sz="1800">
                <a:solidFill>
                  <a:schemeClr val="tx1">
                    <a:lumMod val="65000"/>
                    <a:lumOff val="35000"/>
                  </a:schemeClr>
                </a:solidFill>
              </a:defRPr>
            </a:lvl2pPr>
            <a:lvl3pPr marL="0" indent="0">
              <a:spcBef>
                <a:spcPts val="0"/>
              </a:spcBef>
              <a:buNone/>
              <a:defRPr sz="1800">
                <a:solidFill>
                  <a:schemeClr val="tx1">
                    <a:lumMod val="65000"/>
                    <a:lumOff val="35000"/>
                  </a:schemeClr>
                </a:solidFill>
              </a:defRPr>
            </a:lvl3pPr>
            <a:lvl4pPr marL="0" indent="0">
              <a:spcBef>
                <a:spcPts val="0"/>
              </a:spcBef>
              <a:buNone/>
              <a:defRPr sz="1800">
                <a:solidFill>
                  <a:schemeClr val="tx1">
                    <a:lumMod val="65000"/>
                    <a:lumOff val="35000"/>
                  </a:schemeClr>
                </a:solidFill>
              </a:defRPr>
            </a:lvl4pPr>
            <a:lvl5pPr marL="0" indent="0">
              <a:spcBef>
                <a:spcPts val="0"/>
              </a:spcBef>
              <a:buNone/>
              <a:defRPr sz="1800">
                <a:solidFill>
                  <a:schemeClr val="tx1">
                    <a:lumMod val="65000"/>
                    <a:lumOff val="35000"/>
                  </a:schemeClr>
                </a:solidFill>
              </a:defRPr>
            </a:lvl5pPr>
            <a:lvl6pPr marL="0" indent="0">
              <a:spcBef>
                <a:spcPts val="0"/>
              </a:spcBef>
              <a:buNone/>
              <a:defRPr sz="1800">
                <a:solidFill>
                  <a:schemeClr val="tx1">
                    <a:lumMod val="65000"/>
                    <a:lumOff val="35000"/>
                  </a:schemeClr>
                </a:solidFill>
              </a:defRPr>
            </a:lvl6pPr>
            <a:lvl7pPr marL="0" indent="0">
              <a:spcBef>
                <a:spcPts val="0"/>
              </a:spcBef>
              <a:buNone/>
              <a:defRPr sz="1800">
                <a:solidFill>
                  <a:schemeClr val="tx1">
                    <a:lumMod val="65000"/>
                    <a:lumOff val="35000"/>
                  </a:schemeClr>
                </a:solidFill>
              </a:defRPr>
            </a:lvl7pPr>
            <a:lvl8pPr marL="0" indent="0">
              <a:spcBef>
                <a:spcPts val="0"/>
              </a:spcBef>
              <a:buNone/>
              <a:defRPr sz="1800">
                <a:solidFill>
                  <a:schemeClr val="tx1">
                    <a:lumMod val="65000"/>
                    <a:lumOff val="35000"/>
                  </a:schemeClr>
                </a:solidFill>
              </a:defRPr>
            </a:lvl8pPr>
            <a:lvl9pPr marL="0" indent="0">
              <a:spcBef>
                <a:spcPts val="0"/>
              </a:spcBef>
              <a:buNone/>
              <a:defRPr sz="1800">
                <a:solidFill>
                  <a:schemeClr val="tx1">
                    <a:lumMod val="65000"/>
                    <a:lumOff val="35000"/>
                  </a:schemeClr>
                </a:solidFill>
              </a:defRPr>
            </a:lvl9pPr>
          </a:lstStyle>
          <a:p>
            <a:pPr lvl="0"/>
            <a:r>
              <a:t>Click to Add a Subtitle</a:t>
            </a:r>
          </a:p>
        </p:txBody>
      </p:sp>
      <p:sp>
        <p:nvSpPr>
          <p:cNvPr id="5" name="Title 4">
            <a:extLst>
              <a:ext uri="{FF2B5EF4-FFF2-40B4-BE49-F238E27FC236}">
                <a16:creationId xmlns:a16="http://schemas.microsoft.com/office/drawing/2014/main" id="{13AB35E0-AD47-4AD2-A594-DF7D8B2173E4}"/>
              </a:ext>
            </a:extLst>
          </p:cNvPr>
          <p:cNvSpPr>
            <a:spLocks noGrp="1"/>
          </p:cNvSpPr>
          <p:nvPr>
            <p:ph type="title" hasCustomPrompt="1"/>
            <p:custDataLst>
              <p:tags r:id="rId3"/>
            </p:custDataLst>
          </p:nvPr>
        </p:nvSpPr>
        <p:spPr/>
        <p:txBody>
          <a:bodyPr/>
          <a:lstStyle>
            <a:lvl1pPr>
              <a:defRPr/>
            </a:lvl1pPr>
          </a:lstStyle>
          <a:p>
            <a:r>
              <a:t>Click to Add a Title</a:t>
            </a:r>
          </a:p>
        </p:txBody>
      </p:sp>
      <p:sp>
        <p:nvSpPr>
          <p:cNvPr id="6" name="ConStatement"/>
          <p:cNvSpPr txBox="1"/>
          <p:nvPr userDrawn="1">
            <p:custDataLst>
              <p:tags r:id="rId4"/>
            </p:custDataLst>
          </p:nvPr>
        </p:nvSpPr>
        <p:spPr>
          <a:xfrm>
            <a:off x="2921000" y="6590224"/>
            <a:ext cx="6350000" cy="245794"/>
          </a:xfrm>
          <a:prstGeom prst="rect">
            <a:avLst/>
          </a:prstGeom>
          <a:noFill/>
        </p:spPr>
        <p:txBody>
          <a:bodyPr vert="horz" wrap="none" lIns="68580" tIns="34290" rIns="68580" bIns="34290" rtlCol="0" anchor="ctr">
            <a:noAutofit/>
          </a:bodyPr>
          <a:lstStyle/>
          <a:p>
            <a:pPr algn="ctr"/>
            <a:r>
              <a:rPr lang="en-US" sz="600">
                <a:solidFill>
                  <a:srgbClr val="7F7F7F"/>
                </a:solidFill>
                <a:latin typeface="Arial"/>
              </a:rPr>
              <a:t>Synopsys Confidential Information</a:t>
            </a:r>
          </a:p>
        </p:txBody>
      </p:sp>
    </p:spTree>
    <p:extLst>
      <p:ext uri="{BB962C8B-B14F-4D97-AF65-F5344CB8AC3E}">
        <p14:creationId xmlns:p14="http://schemas.microsoft.com/office/powerpoint/2010/main" val="1524049979"/>
      </p:ext>
    </p:extLst>
  </p:cSld>
  <p:clrMapOvr>
    <a:masterClrMapping/>
  </p:clrMapOvr>
  <p:extLst>
    <p:ext uri="{DCECCB84-F9BA-43D5-87BE-67443E8EF086}">
      <p15:sldGuideLst xmlns:p15="http://schemas.microsoft.com/office/powerpoint/2012/main">
        <p15:guide id="1" pos="288">
          <p15:clr>
            <a:srgbClr val="5ACBF0"/>
          </p15:clr>
        </p15:guide>
        <p15:guide id="2" pos="7392">
          <p15:clr>
            <a:srgbClr val="5ACBF0"/>
          </p15:clr>
        </p15:guide>
        <p15:guide id="3" orient="horz" pos="1152">
          <p15:clr>
            <a:srgbClr val="5ACBF0"/>
          </p15:clr>
        </p15:guide>
        <p15:guide id="4" orient="horz" pos="3888">
          <p15:clr>
            <a:srgbClr val="5ACBF0"/>
          </p15:clr>
        </p15:guide>
        <p15:guide id="5" orient="horz" pos="720">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atin typeface="Arial" pitchFamily="34" charset="0"/>
                <a:cs typeface="Arial" pitchFamily="34" charset="0"/>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atin typeface="Arial" pitchFamily="34" charset="0"/>
                <a:cs typeface="Arial"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atin typeface="Arial" pitchFamily="34" charset="0"/>
                <a:cs typeface="Arial" pitchFamily="34" charset="0"/>
              </a:defRPr>
            </a:lvl1pPr>
            <a:lvl2pPr>
              <a:defRPr sz="2000">
                <a:latin typeface="Arial" pitchFamily="34" charset="0"/>
                <a:cs typeface="Arial" pitchFamily="34" charset="0"/>
              </a:defRPr>
            </a:lvl2pPr>
            <a:lvl3pPr>
              <a:defRPr sz="1800">
                <a:latin typeface="Arial" pitchFamily="34" charset="0"/>
                <a:cs typeface="Arial" pitchFamily="34" charset="0"/>
              </a:defRPr>
            </a:lvl3pPr>
            <a:lvl4pPr>
              <a:defRPr sz="1600">
                <a:latin typeface="Arial" pitchFamily="34" charset="0"/>
                <a:cs typeface="Arial" pitchFamily="34" charset="0"/>
              </a:defRPr>
            </a:lvl4pPr>
            <a:lvl5pPr>
              <a:defRPr sz="1600">
                <a:latin typeface="Arial" pitchFamily="34" charset="0"/>
                <a:cs typeface="Arial" pitchFamily="34" charset="0"/>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5060519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a:lstStyle/>
          <a:p>
            <a:r>
              <a:rPr lang="en-US"/>
              <a:t>Click to edit Master title style</a:t>
            </a:r>
          </a:p>
        </p:txBody>
      </p:sp>
      <p:sp>
        <p:nvSpPr>
          <p:cNvPr id="2" name="Footer Placeholder 4">
            <a:extLst>
              <a:ext uri="{FF2B5EF4-FFF2-40B4-BE49-F238E27FC236}">
                <a16:creationId xmlns:a16="http://schemas.microsoft.com/office/drawing/2014/main" id="{6335CEF0-32BE-8FD2-3A80-D2CD97B9AA22}"/>
              </a:ext>
            </a:extLst>
          </p:cNvPr>
          <p:cNvSpPr>
            <a:spLocks noGrp="1"/>
          </p:cNvSpPr>
          <p:nvPr>
            <p:ph type="ftr" sz="quarter" idx="10"/>
          </p:nvPr>
        </p:nvSpPr>
        <p:spPr>
          <a:xfrm>
            <a:off x="4165600" y="6416676"/>
            <a:ext cx="3860800" cy="365125"/>
          </a:xfrm>
          <a:prstGeom prst="rect">
            <a:avLst/>
          </a:prstGeom>
        </p:spPr>
        <p:txBody>
          <a:bodyPr/>
          <a:lstStyle>
            <a:lvl1pPr algn="ctr" eaLnBrk="0" hangingPunct="0">
              <a:defRPr>
                <a:cs typeface="+mn-cs"/>
              </a:defRPr>
            </a:lvl1pPr>
          </a:lstStyle>
          <a:p>
            <a:pPr>
              <a:defRPr/>
            </a:pPr>
            <a:r>
              <a:rPr lang="en-US"/>
              <a:t>Synopsys Confidential and Proprietary</a:t>
            </a:r>
          </a:p>
        </p:txBody>
      </p:sp>
    </p:spTree>
    <p:extLst>
      <p:ext uri="{BB962C8B-B14F-4D97-AF65-F5344CB8AC3E}">
        <p14:creationId xmlns:p14="http://schemas.microsoft.com/office/powerpoint/2010/main" val="1972121390"/>
      </p:ext>
    </p:extLst>
  </p:cSld>
  <p:clrMapOvr>
    <a:masterClrMapping/>
  </p:clrMapOvr>
  <p:hf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3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8209067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4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6279429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5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946857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6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948643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7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0433186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8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9087853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9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7666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0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10911003"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7863526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cSld name="Title Sub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Add a Title</a:t>
            </a:r>
          </a:p>
        </p:txBody>
      </p:sp>
      <p:sp>
        <p:nvSpPr>
          <p:cNvPr id="3" name="Text Placeholder 6"/>
          <p:cNvSpPr>
            <a:spLocks noGrp="1"/>
          </p:cNvSpPr>
          <p:nvPr>
            <p:ph type="body" sz="quarter" idx="12" hasCustomPrompt="1"/>
          </p:nvPr>
        </p:nvSpPr>
        <p:spPr>
          <a:xfrm>
            <a:off x="609600" y="838200"/>
            <a:ext cx="11582400" cy="457200"/>
          </a:xfrm>
        </p:spPr>
        <p:txBody>
          <a:bodyPr/>
          <a:lstStyle>
            <a:lvl1pPr marL="0" indent="0">
              <a:buNone/>
              <a:defRPr sz="2400" i="1"/>
            </a:lvl1pPr>
          </a:lstStyle>
          <a:p>
            <a:pPr lvl="0"/>
            <a:r>
              <a:rPr lang="en-US"/>
              <a:t>Click to Add a Subtitle</a:t>
            </a:r>
          </a:p>
        </p:txBody>
      </p:sp>
      <p:sp>
        <p:nvSpPr>
          <p:cNvPr id="4" name="Footer Placeholder 3"/>
          <p:cNvSpPr>
            <a:spLocks noGrp="1"/>
          </p:cNvSpPr>
          <p:nvPr>
            <p:ph type="ftr" sz="quarter" idx="13"/>
          </p:nvPr>
        </p:nvSpPr>
        <p:spPr>
          <a:xfrm>
            <a:off x="2895600" y="6475624"/>
            <a:ext cx="6400800" cy="365125"/>
          </a:xfrm>
          <a:prstGeom prst="rect">
            <a:avLst/>
          </a:prstGeom>
        </p:spPr>
        <p:txBody>
          <a:bodyPr/>
          <a:lstStyle/>
          <a:p>
            <a:r>
              <a:rPr lang="en-US"/>
              <a:t>Confidential</a:t>
            </a:r>
          </a:p>
        </p:txBody>
      </p:sp>
    </p:spTree>
    <p:extLst>
      <p:ext uri="{BB962C8B-B14F-4D97-AF65-F5344CB8AC3E}">
        <p14:creationId xmlns:p14="http://schemas.microsoft.com/office/powerpoint/2010/main" val="392523561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4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244074920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36302107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6420719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405732730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hasCustomPrompt="1"/>
          </p:nvPr>
        </p:nvSpPr>
        <p:spPr/>
        <p:txBody>
          <a:bodyPr/>
          <a:lstStyle/>
          <a:p>
            <a:r>
              <a:rPr lang="en-US"/>
              <a:t>Click To Edit Master Title Style</a:t>
            </a:r>
          </a:p>
        </p:txBody>
      </p:sp>
      <p:sp>
        <p:nvSpPr>
          <p:cNvPr id="4" name="Footer Placeholder 4"/>
          <p:cNvSpPr>
            <a:spLocks noGrp="1"/>
          </p:cNvSpPr>
          <p:nvPr>
            <p:ph type="ftr" sz="quarter" idx="11"/>
          </p:nvPr>
        </p:nvSpPr>
        <p:spPr>
          <a:xfrm>
            <a:off x="4165600" y="6416676"/>
            <a:ext cx="3860800" cy="365125"/>
          </a:xfrm>
          <a:prstGeom prst="rect">
            <a:avLst/>
          </a:prstGeom>
        </p:spPr>
        <p:txBody>
          <a:bodyPr/>
          <a:lstStyle>
            <a:lvl1pPr algn="ctr">
              <a:defRPr/>
            </a:lvl1pPr>
          </a:lstStyle>
          <a:p>
            <a:endParaRPr lang="en-US"/>
          </a:p>
        </p:txBody>
      </p:sp>
    </p:spTree>
    <p:extLst>
      <p:ext uri="{BB962C8B-B14F-4D97-AF65-F5344CB8AC3E}">
        <p14:creationId xmlns:p14="http://schemas.microsoft.com/office/powerpoint/2010/main" val="340026404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itle">
  <p:cSld name="2_Title Slide">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C8BA8C8F-8E95-A488-630C-25AF6A7D252E}"/>
              </a:ext>
            </a:extLst>
          </p:cNvPr>
          <p:cNvSpPr>
            <a:spLocks noChangeArrowheads="1"/>
          </p:cNvSpPr>
          <p:nvPr userDrawn="1"/>
        </p:nvSpPr>
        <p:spPr bwMode="auto">
          <a:xfrm>
            <a:off x="812800" y="1219200"/>
            <a:ext cx="105664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rgbClr val="000099"/>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sz="1800"/>
          </a:p>
        </p:txBody>
      </p:sp>
      <p:sp>
        <p:nvSpPr>
          <p:cNvPr id="3" name="Line 8">
            <a:extLst>
              <a:ext uri="{FF2B5EF4-FFF2-40B4-BE49-F238E27FC236}">
                <a16:creationId xmlns:a16="http://schemas.microsoft.com/office/drawing/2014/main" id="{9C59F1B6-E109-DFB1-4D8A-72AA687849F9}"/>
              </a:ext>
            </a:extLst>
          </p:cNvPr>
          <p:cNvSpPr>
            <a:spLocks noChangeShapeType="1"/>
          </p:cNvSpPr>
          <p:nvPr userDrawn="1"/>
        </p:nvSpPr>
        <p:spPr bwMode="auto">
          <a:xfrm>
            <a:off x="2641601" y="3962400"/>
            <a:ext cx="8682567" cy="0"/>
          </a:xfrm>
          <a:prstGeom prst="line">
            <a:avLst/>
          </a:prstGeom>
          <a:noFill/>
          <a:ln w="19050">
            <a:solidFill>
              <a:srgbClr val="000099"/>
            </a:solidFill>
            <a:round/>
            <a:headEnd/>
            <a:tailEnd/>
          </a:ln>
          <a:extLst>
            <a:ext uri="{909E8E84-426E-40DD-AFC4-6F175D3DCCD1}">
              <a14:hiddenFill xmlns:a14="http://schemas.microsoft.com/office/drawing/2010/main">
                <a:noFill/>
              </a14:hiddenFill>
            </a:ext>
          </a:extLst>
        </p:spPr>
        <p:txBody>
          <a:bodyPr/>
          <a:lstStyle/>
          <a:p>
            <a:endParaRPr lang="en-US" sz="1800"/>
          </a:p>
        </p:txBody>
      </p:sp>
      <p:pic>
        <p:nvPicPr>
          <p:cNvPr id="4" name="Picture 12" descr="Synopsys_color">
            <a:extLst>
              <a:ext uri="{FF2B5EF4-FFF2-40B4-BE49-F238E27FC236}">
                <a16:creationId xmlns:a16="http://schemas.microsoft.com/office/drawing/2014/main" id="{1B76921F-7A8A-1973-1D3E-C0BAD2E579B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29167" y="6083300"/>
            <a:ext cx="1856317"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14">
            <a:extLst>
              <a:ext uri="{FF2B5EF4-FFF2-40B4-BE49-F238E27FC236}">
                <a16:creationId xmlns:a16="http://schemas.microsoft.com/office/drawing/2014/main" id="{EA71B6DC-4379-AD95-28BE-38CB8909AB78}"/>
              </a:ext>
            </a:extLst>
          </p:cNvPr>
          <p:cNvSpPr>
            <a:spLocks noChangeArrowheads="1"/>
          </p:cNvSpPr>
          <p:nvPr userDrawn="1"/>
        </p:nvSpPr>
        <p:spPr bwMode="auto">
          <a:xfrm>
            <a:off x="3009900" y="6032501"/>
            <a:ext cx="6096000" cy="784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algn="ctr" eaLnBrk="1" hangingPunct="1"/>
            <a:r>
              <a:rPr lang="en-US" altLang="en-US" sz="900">
                <a:latin typeface="Arial" panose="020B0604020202020204" pitchFamily="34" charset="0"/>
              </a:rPr>
              <a:t>Synopsys University Courseware </a:t>
            </a:r>
          </a:p>
          <a:p>
            <a:pPr algn="ctr" eaLnBrk="1" hangingPunct="1"/>
            <a:r>
              <a:rPr lang="en-US" altLang="en-US" sz="900">
                <a:latin typeface="Arial" panose="020B0604020202020204" pitchFamily="34" charset="0"/>
              </a:rPr>
              <a:t>Copyright © 2018 Synopsys, Inc. All rights reserved.</a:t>
            </a:r>
          </a:p>
          <a:p>
            <a:pPr algn="ctr" eaLnBrk="1" hangingPunct="1"/>
            <a:r>
              <a:rPr lang="en-US" altLang="en-US" sz="900">
                <a:latin typeface="Arial" panose="020B0604020202020204" pitchFamily="34" charset="0"/>
              </a:rPr>
              <a:t>Computer Language Engineering</a:t>
            </a:r>
          </a:p>
          <a:p>
            <a:pPr algn="ctr" eaLnBrk="1" hangingPunct="1"/>
            <a:r>
              <a:rPr lang="en-US" altLang="en-US" sz="900">
                <a:latin typeface="Arial" panose="020B0604020202020204" pitchFamily="34" charset="0"/>
              </a:rPr>
              <a:t>Lecture - 1</a:t>
            </a:r>
          </a:p>
          <a:p>
            <a:pPr algn="ctr" eaLnBrk="1" hangingPunct="1"/>
            <a:r>
              <a:rPr lang="en-US" altLang="en-US" sz="900">
                <a:latin typeface="Arial" panose="020B0604020202020204" pitchFamily="34" charset="0"/>
              </a:rPr>
              <a:t>Developed By: Vazgen Melikyan</a:t>
            </a:r>
          </a:p>
        </p:txBody>
      </p:sp>
      <p:sp>
        <p:nvSpPr>
          <p:cNvPr id="6" name="TextBox 5">
            <a:extLst>
              <a:ext uri="{FF2B5EF4-FFF2-40B4-BE49-F238E27FC236}">
                <a16:creationId xmlns:a16="http://schemas.microsoft.com/office/drawing/2014/main" id="{22C1E5BD-2BA2-E38F-0CB3-B096E6757B81}"/>
              </a:ext>
            </a:extLst>
          </p:cNvPr>
          <p:cNvSpPr txBox="1">
            <a:spLocks noChangeArrowheads="1"/>
          </p:cNvSpPr>
          <p:nvPr userDrawn="1"/>
        </p:nvSpPr>
        <p:spPr bwMode="auto">
          <a:xfrm>
            <a:off x="3048000" y="6521450"/>
            <a:ext cx="508000" cy="247650"/>
          </a:xfrm>
          <a:prstGeom prst="rect">
            <a:avLst/>
          </a:prstGeom>
          <a:noFill/>
          <a:ln>
            <a:noFill/>
          </a:ln>
        </p:spPr>
        <p:txBody>
          <a:bodyPr>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eaLnBrk="1" hangingPunct="1"/>
            <a:fld id="{9DAD6B06-40C0-4549-A7E6-4DCA97AEFB2E}" type="slidenum">
              <a:rPr lang="en-US" altLang="en-US" sz="1000">
                <a:solidFill>
                  <a:srgbClr val="595959"/>
                </a:solidFill>
                <a:latin typeface="Arial" panose="020B0604020202020204" pitchFamily="34" charset="0"/>
              </a:rPr>
              <a:pPr eaLnBrk="1" hangingPunct="1"/>
              <a:t>‹#›</a:t>
            </a:fld>
            <a:endParaRPr lang="en-US" altLang="en-US" sz="1000">
              <a:solidFill>
                <a:srgbClr val="595959"/>
              </a:solidFill>
              <a:latin typeface="Arial" panose="020B0604020202020204" pitchFamily="34" charset="0"/>
            </a:endParaRPr>
          </a:p>
        </p:txBody>
      </p:sp>
      <p:pic>
        <p:nvPicPr>
          <p:cNvPr id="7" name="Picture 16" descr="D:\Users\User\Desktop\My Documents\AcCouncil\Logo_NPUA\LogoPolytech_1.png">
            <a:extLst>
              <a:ext uri="{FF2B5EF4-FFF2-40B4-BE49-F238E27FC236}">
                <a16:creationId xmlns:a16="http://schemas.microsoft.com/office/drawing/2014/main" id="{F0595EB0-6C60-D943-7E5F-0374C827BCC5}"/>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398001" y="5932488"/>
            <a:ext cx="2205567"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69890" name="Rectangle 2"/>
          <p:cNvSpPr>
            <a:spLocks noGrp="1" noChangeArrowheads="1"/>
          </p:cNvSpPr>
          <p:nvPr>
            <p:ph type="ctrTitle"/>
          </p:nvPr>
        </p:nvSpPr>
        <p:spPr>
          <a:xfrm>
            <a:off x="1219201" y="1524000"/>
            <a:ext cx="10164233" cy="1752600"/>
          </a:xfrm>
        </p:spPr>
        <p:txBody>
          <a:bodyPr/>
          <a:lstStyle>
            <a:lvl1pPr>
              <a:defRPr sz="4000">
                <a:latin typeface="Arial" pitchFamily="34" charset="0"/>
                <a:cs typeface="Arial" pitchFamily="34" charset="0"/>
              </a:defRPr>
            </a:lvl1pPr>
          </a:lstStyle>
          <a:p>
            <a:endParaRPr lang="en-US" altLang="en-US"/>
          </a:p>
        </p:txBody>
      </p:sp>
      <p:sp>
        <p:nvSpPr>
          <p:cNvPr id="2469891"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atin typeface="Arial" pitchFamily="34" charset="0"/>
                <a:cs typeface="Arial" pitchFamily="34" charset="0"/>
              </a:defRPr>
            </a:lvl1pPr>
          </a:lstStyle>
          <a:p>
            <a:endParaRPr lang="en-US" altLang="en-US"/>
          </a:p>
        </p:txBody>
      </p:sp>
    </p:spTree>
    <p:extLst>
      <p:ext uri="{BB962C8B-B14F-4D97-AF65-F5344CB8AC3E}">
        <p14:creationId xmlns:p14="http://schemas.microsoft.com/office/powerpoint/2010/main" val="351788025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cSld name="2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0"/>
            <a:ext cx="5384800" cy="42116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908408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cSld name="Title, Conten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7814"/>
            <a:ext cx="10972800" cy="1139825"/>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197600" y="1600201"/>
            <a:ext cx="53848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197600" y="3941763"/>
            <a:ext cx="53848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6">
            <a:extLst>
              <a:ext uri="{FF2B5EF4-FFF2-40B4-BE49-F238E27FC236}">
                <a16:creationId xmlns:a16="http://schemas.microsoft.com/office/drawing/2014/main" id="{887662A0-256C-D7CA-68EF-D69458ACB3D0}"/>
              </a:ext>
            </a:extLst>
          </p:cNvPr>
          <p:cNvSpPr>
            <a:spLocks noGrp="1" noChangeArrowheads="1"/>
          </p:cNvSpPr>
          <p:nvPr>
            <p:ph type="ftr" sz="quarter" idx="10"/>
          </p:nvPr>
        </p:nvSpPr>
        <p:spPr>
          <a:xfrm>
            <a:off x="3839634" y="6415088"/>
            <a:ext cx="4906433" cy="442912"/>
          </a:xfrm>
          <a:prstGeom prst="rect">
            <a:avLst/>
          </a:prstGeom>
        </p:spPr>
        <p:txBody>
          <a:bodyPr/>
          <a:lstStyle>
            <a:lvl1pPr algn="ctr" eaLnBrk="1" hangingPunct="1">
              <a:defRPr>
                <a:latin typeface="Arial" pitchFamily="34" charset="0"/>
                <a:cs typeface="Arial" charset="0"/>
              </a:defRPr>
            </a:lvl1pPr>
          </a:lstStyle>
          <a:p>
            <a:pPr>
              <a:defRPr/>
            </a:pPr>
            <a:r>
              <a:rPr lang="en-US" altLang="en-US"/>
              <a:t>Synopsys University Courseware – EE XXX</a:t>
            </a:r>
          </a:p>
          <a:p>
            <a:pPr>
              <a:defRPr/>
            </a:pPr>
            <a:r>
              <a:rPr lang="en-US" altLang="en-US"/>
              <a:t> IC Testing</a:t>
            </a:r>
          </a:p>
          <a:p>
            <a:pPr>
              <a:defRPr/>
            </a:pPr>
            <a:r>
              <a:rPr lang="en-US" altLang="en-US"/>
              <a:t>Topic: IC Testing Process and Equipment</a:t>
            </a:r>
          </a:p>
          <a:p>
            <a:pPr>
              <a:defRPr/>
            </a:pPr>
            <a:r>
              <a:rPr lang="en-US" altLang="en-US"/>
              <a:t>© 2007 Synopsys, Inc.</a:t>
            </a:r>
          </a:p>
          <a:p>
            <a:pPr>
              <a:defRPr/>
            </a:pPr>
            <a:r>
              <a:rPr lang="en-US" altLang="en-US"/>
              <a:t>Developed By: Vazgen Melikyan</a:t>
            </a:r>
          </a:p>
        </p:txBody>
      </p:sp>
    </p:spTree>
    <p:extLst>
      <p:ext uri="{BB962C8B-B14F-4D97-AF65-F5344CB8AC3E}">
        <p14:creationId xmlns:p14="http://schemas.microsoft.com/office/powerpoint/2010/main" val="155504078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6F864-5E47-CBE7-BC2B-D8DF0EA753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F3CBBC6-6702-8542-F713-8331F35B8B0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589DBE-B6C5-EEDF-EE0B-870A19BE50F1}"/>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0C4CC655-528A-B4CD-B231-2CFF5AF1B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D85087-E3A0-AACE-58BF-82ACBA8D7610}"/>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1643282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FAC29-1205-BF56-2123-7CA231CC36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1CE3DE-0568-1424-72DE-789324F6D4E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35EB76-5625-5842-BD96-2502419E37C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7402CFB-EE67-E4D7-335B-E3A2A21BF4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5AC425-08F2-53BE-11E2-E85528AB938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81663655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EBDC2-BDC8-DD13-576A-5AEBF41B895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852A7A-9F5D-C71F-5866-CC450BE765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5819F44-6C0F-69B4-BE94-2713E0AEE268}"/>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857E62B-8FE6-F545-248D-2C985B04B2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F44CDC-1CB1-C93E-1C69-6EE1112116AE}"/>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1071782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A8C5-0745-D355-9175-0B7390DAC2B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8AF0E70-3D5F-1D52-ACCD-410B855C4D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C3235AB-5800-0D54-A980-11B16A389F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65216A7-8E0F-2E45-5ACE-2F6A118C675A}"/>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9468FA53-E88F-E9BA-D3D3-C5AAA1B1AD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C3C96-A0A7-954D-E717-D844E14C59AD}"/>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49333293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F2EAB-2A91-DA52-B898-D2199DA4C46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80A1F96-37F5-4177-FB5E-F3BA71A9CE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FCD7C3-9F67-61BE-6079-E6AAE9D62E4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16598F-2169-02EF-6EDD-D65DD1B3E26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CC9AD2-BC37-4881-DECC-A2AD3554B89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1763B53-BA8E-56A1-7322-D6D07707CB5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8" name="Footer Placeholder 7">
            <a:extLst>
              <a:ext uri="{FF2B5EF4-FFF2-40B4-BE49-F238E27FC236}">
                <a16:creationId xmlns:a16="http://schemas.microsoft.com/office/drawing/2014/main" id="{B5909EB9-3309-D00A-589C-F8E5CCCC9BA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0C82FCC-91F4-6C0B-507F-52877A136493}"/>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09561320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909FE-8C3F-459B-3A02-F5943828FB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BDFAF2D-3FA2-DAB0-256A-07473760DF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4" name="Footer Placeholder 3">
            <a:extLst>
              <a:ext uri="{FF2B5EF4-FFF2-40B4-BE49-F238E27FC236}">
                <a16:creationId xmlns:a16="http://schemas.microsoft.com/office/drawing/2014/main" id="{BD02C9CA-C4A5-0A1E-3094-E11E6C55EEE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E9E96D-7309-286B-9469-22C62AAE6A58}"/>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31937128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057B0A3-081B-F016-AB51-CB6179C7943D}"/>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3" name="Footer Placeholder 2">
            <a:extLst>
              <a:ext uri="{FF2B5EF4-FFF2-40B4-BE49-F238E27FC236}">
                <a16:creationId xmlns:a16="http://schemas.microsoft.com/office/drawing/2014/main" id="{CC2DF5CA-A85C-DE18-8321-946BBA06E76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8E4F835-4896-E0CA-A28D-E871FB4B998F}"/>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6415183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032A4-C094-4A6E-ACCE-11761B06D6E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87C87A6-43AB-D859-AE9F-D2E73348A7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2214E0C-12B6-633B-33A5-F834545CFF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B11855-81AC-5B7B-0069-6310903A23AF}"/>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38924365-B0DF-E909-5712-ECB7EA74A3E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00EADC-AA67-4770-89E6-764FE2835E52}"/>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423724739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F970-9411-32EF-3FB0-2AC469E80A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0AC4E2-A6A2-B622-4247-49D23C9AB4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49E7B4-CB3F-639C-BCAF-A87031E9B2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D33439-B276-C04F-D0C2-6D76089BA1F2}"/>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6" name="Footer Placeholder 5">
            <a:extLst>
              <a:ext uri="{FF2B5EF4-FFF2-40B4-BE49-F238E27FC236}">
                <a16:creationId xmlns:a16="http://schemas.microsoft.com/office/drawing/2014/main" id="{51D16CBB-BF67-CA6C-54A5-DA79854F1B8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C58E6C-10DA-E9AD-5F18-2D095CE05006}"/>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83616417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33AC8-5EB8-5FF6-87EF-31ED4AD8BEF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DD216E-0D54-53D1-58A5-23A1164103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54AD10-4017-3EA5-A9FE-BA89B1AE686C}"/>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D10EEF40-4745-FF38-3206-11D79D6EED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57C770-EAB0-4C36-8BEA-6103B764FF7C}"/>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294516261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21AB39-F7C8-F4C7-166E-912656FBC90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D90A689-EC2A-E507-74E1-71CD0805A7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B033C9-5992-4711-EDBA-A748E2F14FCB}"/>
              </a:ext>
            </a:extLst>
          </p:cNvPr>
          <p:cNvSpPr>
            <a:spLocks noGrp="1"/>
          </p:cNvSpPr>
          <p:nvPr>
            <p:ph type="dt" sz="half" idx="10"/>
          </p:nvPr>
        </p:nvSpPr>
        <p:spPr/>
        <p:txBody>
          <a:body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88DE4844-7F3C-1A50-562A-143A80D4C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913717-791F-3853-A9A4-E2F8F80B2655}"/>
              </a:ext>
            </a:extLst>
          </p:cNvPr>
          <p:cNvSpPr>
            <a:spLocks noGrp="1"/>
          </p:cNvSpPr>
          <p:nvPr>
            <p:ph type="sldNum" sz="quarter" idx="12"/>
          </p:nvPr>
        </p:nvSpPr>
        <p:spPr/>
        <p:txBody>
          <a:bodyPr/>
          <a:lstStyle/>
          <a:p>
            <a:fld id="{8E875563-B00C-4814-AE8E-CF56921A0DE6}" type="slidenum">
              <a:rPr lang="en-US" smtClean="0"/>
              <a:t>‹#›</a:t>
            </a:fld>
            <a:endParaRPr lang="en-US"/>
          </a:p>
        </p:txBody>
      </p:sp>
    </p:spTree>
    <p:extLst>
      <p:ext uri="{BB962C8B-B14F-4D97-AF65-F5344CB8AC3E}">
        <p14:creationId xmlns:p14="http://schemas.microsoft.com/office/powerpoint/2010/main" val="150133359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2.xml"/><Relationship Id="rId50" Type="http://schemas.openxmlformats.org/officeDocument/2006/relationships/tags" Target="../tags/tag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54"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ags" Target="../tags/tag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3.xml"/><Relationship Id="rId8" Type="http://schemas.openxmlformats.org/officeDocument/2006/relationships/slideLayout" Target="../slideLayouts/slideLayout8.xml"/><Relationship Id="rId51" Type="http://schemas.openxmlformats.org/officeDocument/2006/relationships/tags" Target="../tags/tag6.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2.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custDataLst>
              <p:tags r:id="rId47"/>
            </p:custDataLst>
          </p:nvPr>
        </p:nvSpPr>
        <p:spPr>
          <a:xfrm>
            <a:off x="457200" y="0"/>
            <a:ext cx="11277922" cy="100584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custDataLst>
              <p:tags r:id="rId48"/>
            </p:custDataLst>
          </p:nvPr>
        </p:nvSpPr>
        <p:spPr>
          <a:xfrm>
            <a:off x="456555" y="1554480"/>
            <a:ext cx="11278244" cy="4846320"/>
          </a:xfrm>
          <a:prstGeom prst="rect">
            <a:avLst/>
          </a:prstGeom>
        </p:spPr>
        <p:txBody>
          <a:bodyPr vert="horz" lIns="91440" tIns="45720" rIns="91440" bIns="45720" rtlCol="0">
            <a:noAutofit/>
          </a:bodyPr>
          <a:lstStyle/>
          <a:p>
            <a:pPr marL="288925" lvl="0" indent="-288925">
              <a:spcBef>
                <a:spcPts val="0"/>
              </a:spcBef>
              <a:spcAft>
                <a:spcPts val="600"/>
              </a:spcAft>
              <a:tabLst/>
            </a:pPr>
            <a:r>
              <a:t>Edit Master text styles</a:t>
            </a:r>
            <a:endParaRPr lang="en-US"/>
          </a:p>
          <a:p>
            <a:pPr marL="690563" lvl="1" indent="-327025">
              <a:tabLst/>
            </a:pPr>
            <a:r>
              <a:rPr lang="en-US"/>
              <a:t>Second level</a:t>
            </a:r>
          </a:p>
          <a:p>
            <a:pPr marL="914400" lvl="2" indent="-223838">
              <a:tabLst>
                <a:tab pos="736600" algn="l"/>
              </a:tabLst>
            </a:pPr>
            <a:r>
              <a:t>Third level</a:t>
            </a:r>
          </a:p>
          <a:p>
            <a:pPr lvl="3"/>
            <a:r>
              <a:t>Fourth level</a:t>
            </a:r>
          </a:p>
        </p:txBody>
      </p:sp>
      <p:sp>
        <p:nvSpPr>
          <p:cNvPr id="26" name="TaggedShape" hidden="1"/>
          <p:cNvSpPr/>
          <p:nvPr>
            <p:custDataLst>
              <p:tags r:id="rId49"/>
            </p:custDataLst>
          </p:nvPr>
        </p:nvSpPr>
        <p:spPr>
          <a:xfrm>
            <a:off x="0" y="0"/>
            <a:ext cx="12700" cy="127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4" name="Freeform: Shape 23">
            <a:extLst>
              <a:ext uri="{FF2B5EF4-FFF2-40B4-BE49-F238E27FC236}">
                <a16:creationId xmlns:a16="http://schemas.microsoft.com/office/drawing/2014/main" id="{82E1CD3D-0785-471B-BAE5-08555AEDFFE1}"/>
              </a:ext>
            </a:extLst>
          </p:cNvPr>
          <p:cNvSpPr/>
          <p:nvPr>
            <p:custDataLst>
              <p:tags r:id="rId50"/>
            </p:custDataLst>
          </p:nvPr>
        </p:nvSpPr>
        <p:spPr>
          <a:xfrm>
            <a:off x="-1588" y="6629402"/>
            <a:ext cx="458788" cy="228599"/>
          </a:xfrm>
          <a:custGeom>
            <a:avLst/>
            <a:gdLst>
              <a:gd name="connsiteX0" fmla="*/ 0 w 458788"/>
              <a:gd name="connsiteY0" fmla="*/ 0 h 228599"/>
              <a:gd name="connsiteX1" fmla="*/ 458788 w 458788"/>
              <a:gd name="connsiteY1" fmla="*/ 0 h 228599"/>
              <a:gd name="connsiteX2" fmla="*/ 375500 w 458788"/>
              <a:gd name="connsiteY2" fmla="*/ 228599 h 228599"/>
              <a:gd name="connsiteX3" fmla="*/ 0 w 458788"/>
              <a:gd name="connsiteY3" fmla="*/ 228599 h 228599"/>
              <a:gd name="connsiteX4" fmla="*/ 0 w 458788"/>
              <a:gd name="connsiteY4" fmla="*/ 0 h 228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8788" h="228599">
                <a:moveTo>
                  <a:pt x="0" y="0"/>
                </a:moveTo>
                <a:lnTo>
                  <a:pt x="458788" y="0"/>
                </a:lnTo>
                <a:lnTo>
                  <a:pt x="375500" y="228599"/>
                </a:lnTo>
                <a:lnTo>
                  <a:pt x="0" y="228599"/>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5" name="TextBox 24">
            <a:extLst>
              <a:ext uri="{FF2B5EF4-FFF2-40B4-BE49-F238E27FC236}">
                <a16:creationId xmlns:a16="http://schemas.microsoft.com/office/drawing/2014/main" id="{B3A2F83E-0A95-4F8C-83F7-96DB28AE052D}"/>
              </a:ext>
            </a:extLst>
          </p:cNvPr>
          <p:cNvSpPr txBox="1"/>
          <p:nvPr userDrawn="1"/>
        </p:nvSpPr>
        <p:spPr>
          <a:xfrm>
            <a:off x="11734800" y="6546025"/>
            <a:ext cx="637769" cy="252862"/>
          </a:xfrm>
          <a:prstGeom prst="rect">
            <a:avLst/>
          </a:prstGeom>
          <a:noFill/>
        </p:spPr>
        <p:txBody>
          <a:bodyPr wrap="square" lIns="0" bIns="0" rtlCol="0" anchor="b" anchorCtr="0">
            <a:noAutofit/>
          </a:bodyPr>
          <a:lstStyle/>
          <a:p>
            <a:pPr marL="0" marR="0" lvl="0" indent="0" defTabSz="914400" eaLnBrk="1" fontAlgn="auto" latinLnBrk="0" hangingPunct="1">
              <a:lnSpc>
                <a:spcPct val="100000"/>
              </a:lnSpc>
              <a:spcBef>
                <a:spcPts val="0"/>
              </a:spcBef>
              <a:spcAft>
                <a:spcPts val="0"/>
              </a:spcAft>
              <a:buClrTx/>
              <a:buSzTx/>
              <a:buFontTx/>
              <a:buNone/>
              <a:tabLst/>
              <a:defRPr/>
            </a:pPr>
            <a:fld id="{E25CA445-514E-4DFF-A2F5-DA1F4FE7C8A4}" type="slidenum">
              <a:rPr kumimoji="0" lang="en-US" sz="1600" b="1" i="0" u="none" strike="noStrike" kern="0" cap="none" spc="0" normalizeH="0" baseline="0" noProof="0" smtClean="0">
                <a:ln>
                  <a:noFill/>
                </a:ln>
                <a:solidFill>
                  <a:schemeClr val="tx1">
                    <a:lumMod val="50000"/>
                    <a:lumOff val="50000"/>
                  </a:schemeClr>
                </a:solidFill>
                <a:effectLst/>
                <a:uLnTx/>
                <a:uFillTx/>
              </a:rPr>
              <a:pPr marL="0" marR="0" lvl="0" indent="0" defTabSz="914400" eaLnBrk="1" fontAlgn="auto" latinLnBrk="0" hangingPunct="1">
                <a:lnSpc>
                  <a:spcPct val="100000"/>
                </a:lnSpc>
                <a:spcBef>
                  <a:spcPts val="0"/>
                </a:spcBef>
                <a:spcAft>
                  <a:spcPts val="0"/>
                </a:spcAft>
                <a:buClrTx/>
                <a:buSzTx/>
                <a:buFontTx/>
                <a:buNone/>
                <a:tabLst/>
                <a:defRPr/>
              </a:pPr>
              <a:t>‹#›</a:t>
            </a:fld>
            <a:endParaRPr kumimoji="0" lang="en-US" sz="1600" b="1" i="0" u="none" strike="noStrike" kern="0" cap="none" spc="0" normalizeH="0" baseline="0" noProof="0">
              <a:ln>
                <a:noFill/>
              </a:ln>
              <a:solidFill>
                <a:schemeClr val="tx1">
                  <a:lumMod val="50000"/>
                  <a:lumOff val="50000"/>
                </a:schemeClr>
              </a:solidFill>
              <a:effectLst/>
              <a:uLnTx/>
              <a:uFillTx/>
            </a:endParaRPr>
          </a:p>
        </p:txBody>
      </p:sp>
      <p:pic>
        <p:nvPicPr>
          <p:cNvPr id="5" name="Picture 4">
            <a:extLst>
              <a:ext uri="{FF2B5EF4-FFF2-40B4-BE49-F238E27FC236}">
                <a16:creationId xmlns:a16="http://schemas.microsoft.com/office/drawing/2014/main" id="{0E06A84C-8E1E-43BB-9946-7D7858A92078}"/>
              </a:ext>
            </a:extLst>
          </p:cNvPr>
          <p:cNvPicPr>
            <a:picLocks noChangeAspect="1"/>
          </p:cNvPicPr>
          <p:nvPr userDrawn="1"/>
        </p:nvPicPr>
        <p:blipFill>
          <a:blip r:embed="rId53"/>
          <a:stretch>
            <a:fillRect/>
          </a:stretch>
        </p:blipFill>
        <p:spPr>
          <a:xfrm>
            <a:off x="521037" y="6689589"/>
            <a:ext cx="634039" cy="134124"/>
          </a:xfrm>
          <a:prstGeom prst="rect">
            <a:avLst/>
          </a:prstGeom>
        </p:spPr>
      </p:pic>
      <p:sp>
        <p:nvSpPr>
          <p:cNvPr id="9" name="ConStatement">
            <a:extLst>
              <a:ext uri="{FF2B5EF4-FFF2-40B4-BE49-F238E27FC236}">
                <a16:creationId xmlns:a16="http://schemas.microsoft.com/office/drawing/2014/main" id="{B9E42BCE-96A2-4259-9F28-FB818DA0D285}"/>
              </a:ext>
            </a:extLst>
          </p:cNvPr>
          <p:cNvSpPr txBox="1"/>
          <p:nvPr userDrawn="1">
            <p:custDataLst>
              <p:tags r:id="rId51"/>
            </p:custDataLst>
          </p:nvPr>
        </p:nvSpPr>
        <p:spPr>
          <a:xfrm>
            <a:off x="5086350" y="6605464"/>
            <a:ext cx="2019300" cy="245794"/>
          </a:xfrm>
          <a:prstGeom prst="rect">
            <a:avLst/>
          </a:prstGeom>
          <a:noFill/>
        </p:spPr>
        <p:txBody>
          <a:bodyPr vert="horz" wrap="none" lIns="91440" tIns="45720" rIns="91440" bIns="45720" rtlCol="0" anchor="ctr">
            <a:noAutofit/>
          </a:bodyPr>
          <a:lstStyle/>
          <a:p>
            <a:pPr algn="ctr"/>
            <a:r>
              <a:rPr sz="800">
                <a:solidFill>
                  <a:schemeClr val="bg1">
                    <a:lumMod val="65000"/>
                  </a:schemeClr>
                </a:solidFill>
                <a:latin typeface="Arial"/>
              </a:rPr>
              <a:t>Synopsys </a:t>
            </a:r>
            <a:r>
              <a:rPr lang="en-US" sz="800">
                <a:solidFill>
                  <a:schemeClr val="bg1">
                    <a:lumMod val="65000"/>
                  </a:schemeClr>
                </a:solidFill>
                <a:latin typeface="Arial"/>
              </a:rPr>
              <a:t>University Courseware</a:t>
            </a:r>
            <a:br>
              <a:rPr lang="en-US" sz="800">
                <a:solidFill>
                  <a:schemeClr val="bg1">
                    <a:lumMod val="65000"/>
                  </a:schemeClr>
                </a:solidFill>
                <a:latin typeface="Arial"/>
              </a:rPr>
            </a:br>
            <a:r>
              <a:rPr lang="en-US" sz="800">
                <a:solidFill>
                  <a:schemeClr val="bg1">
                    <a:lumMod val="65000"/>
                  </a:schemeClr>
                </a:solidFill>
                <a:latin typeface="Arial"/>
              </a:rPr>
              <a:t>Developed by: </a:t>
            </a:r>
            <a:r>
              <a:rPr lang="en-US" sz="800" err="1">
                <a:solidFill>
                  <a:schemeClr val="bg1">
                    <a:lumMod val="65000"/>
                  </a:schemeClr>
                </a:solidFill>
                <a:latin typeface="Arial"/>
              </a:rPr>
              <a:t>Vazgen</a:t>
            </a:r>
            <a:r>
              <a:rPr lang="en-US" sz="800">
                <a:solidFill>
                  <a:schemeClr val="bg1">
                    <a:lumMod val="65000"/>
                  </a:schemeClr>
                </a:solidFill>
                <a:latin typeface="Arial"/>
              </a:rPr>
              <a:t> </a:t>
            </a:r>
            <a:r>
              <a:rPr lang="en-US" sz="800" err="1">
                <a:solidFill>
                  <a:schemeClr val="bg1">
                    <a:lumMod val="65000"/>
                  </a:schemeClr>
                </a:solidFill>
                <a:latin typeface="Arial"/>
              </a:rPr>
              <a:t>Melikyan</a:t>
            </a:r>
            <a:endParaRPr sz="800">
              <a:solidFill>
                <a:schemeClr val="bg1">
                  <a:lumMod val="65000"/>
                </a:schemeClr>
              </a:solidFill>
              <a:latin typeface="Arial"/>
            </a:endParaRPr>
          </a:p>
        </p:txBody>
      </p:sp>
      <p:sp>
        <p:nvSpPr>
          <p:cNvPr id="10" name="ConStatement">
            <a:extLst>
              <a:ext uri="{FF2B5EF4-FFF2-40B4-BE49-F238E27FC236}">
                <a16:creationId xmlns:a16="http://schemas.microsoft.com/office/drawing/2014/main" id="{0E3FE523-B587-4715-8B86-1BEC0FA2C878}"/>
              </a:ext>
            </a:extLst>
          </p:cNvPr>
          <p:cNvSpPr txBox="1"/>
          <p:nvPr userDrawn="1">
            <p:custDataLst>
              <p:tags r:id="rId52"/>
            </p:custDataLst>
          </p:nvPr>
        </p:nvSpPr>
        <p:spPr>
          <a:xfrm>
            <a:off x="9852658" y="6605463"/>
            <a:ext cx="1386842" cy="245794"/>
          </a:xfrm>
          <a:prstGeom prst="rect">
            <a:avLst/>
          </a:prstGeom>
          <a:noFill/>
        </p:spPr>
        <p:txBody>
          <a:bodyPr vert="horz" wrap="none" lIns="91440" tIns="45720" rIns="91440" bIns="45720" rtlCol="0" anchor="ctr">
            <a:noAutofit/>
          </a:bodyPr>
          <a:lstStyle/>
          <a:p>
            <a:pPr algn="ctr"/>
            <a:r>
              <a:rPr lang="en-US" sz="800">
                <a:solidFill>
                  <a:schemeClr val="bg1">
                    <a:lumMod val="65000"/>
                  </a:schemeClr>
                </a:solidFill>
              </a:rPr>
              <a:t>© 2023 All rights reserved..</a:t>
            </a:r>
          </a:p>
        </p:txBody>
      </p:sp>
      <p:pic>
        <p:nvPicPr>
          <p:cNvPr id="11" name="Picture 10">
            <a:extLst>
              <a:ext uri="{FF2B5EF4-FFF2-40B4-BE49-F238E27FC236}">
                <a16:creationId xmlns:a16="http://schemas.microsoft.com/office/drawing/2014/main" id="{AB9DE700-3DB5-446B-B590-7D6007F7DD5B}"/>
              </a:ext>
            </a:extLst>
          </p:cNvPr>
          <p:cNvPicPr/>
          <p:nvPr userDrawn="1"/>
        </p:nvPicPr>
        <p:blipFill>
          <a:blip r:embed="rId54">
            <a:extLst>
              <a:ext uri="{28A0092B-C50C-407E-A947-70E740481C1C}">
                <a14:useLocalDpi xmlns:a14="http://schemas.microsoft.com/office/drawing/2010/main" val="0"/>
              </a:ext>
            </a:extLst>
          </a:blip>
          <a:srcRect/>
          <a:stretch>
            <a:fillRect/>
          </a:stretch>
        </p:blipFill>
        <p:spPr bwMode="auto">
          <a:xfrm>
            <a:off x="1322704" y="6605463"/>
            <a:ext cx="508000" cy="197485"/>
          </a:xfrm>
          <a:prstGeom prst="rect">
            <a:avLst/>
          </a:prstGeom>
          <a:noFill/>
          <a:ln>
            <a:noFill/>
          </a:ln>
        </p:spPr>
      </p:pic>
      <p:cxnSp>
        <p:nvCxnSpPr>
          <p:cNvPr id="6" name="Straight Connector 5">
            <a:extLst>
              <a:ext uri="{FF2B5EF4-FFF2-40B4-BE49-F238E27FC236}">
                <a16:creationId xmlns:a16="http://schemas.microsoft.com/office/drawing/2014/main" id="{FFD62681-087E-4747-9D5B-1C2EE9038396}"/>
              </a:ext>
            </a:extLst>
          </p:cNvPr>
          <p:cNvCxnSpPr>
            <a:cxnSpLocks/>
          </p:cNvCxnSpPr>
          <p:nvPr userDrawn="1"/>
        </p:nvCxnSpPr>
        <p:spPr>
          <a:xfrm>
            <a:off x="1245327" y="6546025"/>
            <a:ext cx="0" cy="252862"/>
          </a:xfrm>
          <a:prstGeom prst="line">
            <a:avLst/>
          </a:prstGeom>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9936984"/>
      </p:ext>
    </p:extLst>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 id="2147483740" r:id="rId12"/>
    <p:sldLayoutId id="2147483741" r:id="rId13"/>
    <p:sldLayoutId id="2147483742" r:id="rId14"/>
    <p:sldLayoutId id="2147483743" r:id="rId15"/>
    <p:sldLayoutId id="2147483744" r:id="rId16"/>
    <p:sldLayoutId id="2147483745" r:id="rId17"/>
    <p:sldLayoutId id="2147483746" r:id="rId18"/>
    <p:sldLayoutId id="2147483747" r:id="rId19"/>
    <p:sldLayoutId id="2147483748" r:id="rId20"/>
    <p:sldLayoutId id="2147483749" r:id="rId21"/>
    <p:sldLayoutId id="2147483750" r:id="rId22"/>
    <p:sldLayoutId id="2147483751" r:id="rId23"/>
    <p:sldLayoutId id="2147483752" r:id="rId24"/>
    <p:sldLayoutId id="2147483754" r:id="rId25"/>
    <p:sldLayoutId id="2147483756"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4" r:id="rId38"/>
    <p:sldLayoutId id="2147483785" r:id="rId39"/>
    <p:sldLayoutId id="2147483786" r:id="rId40"/>
    <p:sldLayoutId id="2147483787" r:id="rId41"/>
    <p:sldLayoutId id="2147483788" r:id="rId42"/>
    <p:sldLayoutId id="2147483789" r:id="rId43"/>
    <p:sldLayoutId id="2147483790" r:id="rId44"/>
    <p:sldLayoutId id="2147483791" r:id="rId45"/>
  </p:sldLayoutIdLst>
  <p:txStyles>
    <p:titleStyle>
      <a:lvl1pPr algn="l" defTabSz="914400" rtl="0" eaLnBrk="1" latinLnBrk="0" hangingPunct="1">
        <a:lnSpc>
          <a:spcPct val="100000"/>
        </a:lnSpc>
        <a:spcBef>
          <a:spcPct val="0"/>
        </a:spcBef>
        <a:buNone/>
        <a:defRPr sz="3200" b="0" kern="1200">
          <a:solidFill>
            <a:schemeClr val="tx1"/>
          </a:solidFill>
          <a:latin typeface="+mj-lt"/>
          <a:ea typeface="+mj-ea"/>
          <a:cs typeface="+mj-cs"/>
        </a:defRPr>
      </a:lvl1pPr>
    </p:titleStyle>
    <p:body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3" pos="3840">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046FA1-A20F-2F07-D73A-B69B48D171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7291EC3-C41A-E87B-D2E2-393D50812AA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8559F0-5B42-7FDF-3F10-1A135A5DE3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E7CB6E-7B6F-4FAD-BDD4-9D0CE79861DD}" type="datetimeFigureOut">
              <a:rPr lang="en-US" smtClean="0"/>
              <a:t>12/27/2023</a:t>
            </a:fld>
            <a:endParaRPr lang="en-US"/>
          </a:p>
        </p:txBody>
      </p:sp>
      <p:sp>
        <p:nvSpPr>
          <p:cNvPr id="5" name="Footer Placeholder 4">
            <a:extLst>
              <a:ext uri="{FF2B5EF4-FFF2-40B4-BE49-F238E27FC236}">
                <a16:creationId xmlns:a16="http://schemas.microsoft.com/office/drawing/2014/main" id="{E724034B-01CB-5600-CA84-7B07976A58C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D86DB71-E41A-D4BE-A634-C903E7D60D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75563-B00C-4814-AE8E-CF56921A0DE6}" type="slidenum">
              <a:rPr lang="en-US" smtClean="0"/>
              <a:t>‹#›</a:t>
            </a:fld>
            <a:endParaRPr lang="en-US"/>
          </a:p>
        </p:txBody>
      </p:sp>
    </p:spTree>
    <p:extLst>
      <p:ext uri="{BB962C8B-B14F-4D97-AF65-F5344CB8AC3E}">
        <p14:creationId xmlns:p14="http://schemas.microsoft.com/office/powerpoint/2010/main" val="3595432142"/>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57029A5-06D2-3C49-B4AC-21E19BD240D1}"/>
              </a:ext>
            </a:extLst>
          </p:cNvPr>
          <p:cNvSpPr>
            <a:spLocks noGrp="1"/>
          </p:cNvSpPr>
          <p:nvPr>
            <p:ph type="body" sz="quarter" idx="10"/>
          </p:nvPr>
        </p:nvSpPr>
        <p:spPr/>
        <p:txBody>
          <a:bodyPr/>
          <a:lstStyle/>
          <a:p>
            <a:r>
              <a:rPr lang="en-US"/>
              <a:t>Synopsys Armenia Educational Department</a:t>
            </a:r>
          </a:p>
        </p:txBody>
      </p:sp>
      <p:sp>
        <p:nvSpPr>
          <p:cNvPr id="4" name="Title 3">
            <a:extLst>
              <a:ext uri="{FF2B5EF4-FFF2-40B4-BE49-F238E27FC236}">
                <a16:creationId xmlns:a16="http://schemas.microsoft.com/office/drawing/2014/main" id="{E4708717-478B-BB4E-8370-FD75D01999A2}"/>
              </a:ext>
            </a:extLst>
          </p:cNvPr>
          <p:cNvSpPr>
            <a:spLocks noGrp="1"/>
          </p:cNvSpPr>
          <p:nvPr>
            <p:ph type="ctrTitle"/>
          </p:nvPr>
        </p:nvSpPr>
        <p:spPr/>
        <p:txBody>
          <a:bodyPr/>
          <a:lstStyle/>
          <a:p>
            <a:r>
              <a:rPr lang="en-US" altLang="en-US" sz="4700" dirty="0"/>
              <a:t>Logic Design</a:t>
            </a:r>
            <a:endParaRPr lang="en-US" sz="4700" dirty="0"/>
          </a:p>
        </p:txBody>
      </p:sp>
      <p:sp>
        <p:nvSpPr>
          <p:cNvPr id="3" name="Subtitle 2">
            <a:extLst>
              <a:ext uri="{FF2B5EF4-FFF2-40B4-BE49-F238E27FC236}">
                <a16:creationId xmlns:a16="http://schemas.microsoft.com/office/drawing/2014/main" id="{7D6F7999-21FE-8ED6-CF90-D51899D36629}"/>
              </a:ext>
            </a:extLst>
          </p:cNvPr>
          <p:cNvSpPr>
            <a:spLocks noGrp="1"/>
          </p:cNvSpPr>
          <p:nvPr>
            <p:ph type="subTitle" idx="1"/>
          </p:nvPr>
        </p:nvSpPr>
        <p:spPr/>
        <p:txBody>
          <a:bodyPr>
            <a:normAutofit/>
          </a:bodyPr>
          <a:lstStyle/>
          <a:p>
            <a:r>
              <a:rPr lang="nb-NO"/>
              <a:t>Sci.D.Professor Vazgen Melikyan</a:t>
            </a:r>
          </a:p>
        </p:txBody>
      </p:sp>
    </p:spTree>
    <p:extLst>
      <p:ext uri="{BB962C8B-B14F-4D97-AF65-F5344CB8AC3E}">
        <p14:creationId xmlns:p14="http://schemas.microsoft.com/office/powerpoint/2010/main" val="4145301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5">
            <a:extLst>
              <a:ext uri="{FF2B5EF4-FFF2-40B4-BE49-F238E27FC236}">
                <a16:creationId xmlns:a16="http://schemas.microsoft.com/office/drawing/2014/main" id="{6BC15FEB-FFEE-72B8-2B95-390B2ABA8D75}"/>
              </a:ext>
            </a:extLst>
          </p:cNvPr>
          <p:cNvSpPr>
            <a:spLocks noGrp="1" noChangeArrowheads="1"/>
          </p:cNvSpPr>
          <p:nvPr>
            <p:ph type="title"/>
          </p:nvPr>
        </p:nvSpPr>
        <p:spPr/>
        <p:txBody>
          <a:bodyPr/>
          <a:lstStyle/>
          <a:p>
            <a:r>
              <a:rPr lang="en-US" altLang="en-US"/>
              <a:t>Course Overview</a:t>
            </a:r>
            <a:endParaRPr lang="ru-RU" altLang="en-US"/>
          </a:p>
        </p:txBody>
      </p:sp>
      <p:sp>
        <p:nvSpPr>
          <p:cNvPr id="7" name="Content Placeholder 3">
            <a:extLst>
              <a:ext uri="{FF2B5EF4-FFF2-40B4-BE49-F238E27FC236}">
                <a16:creationId xmlns:a16="http://schemas.microsoft.com/office/drawing/2014/main" id="{C7FE07B7-6903-19C5-FF63-BD2012C32DEC}"/>
              </a:ext>
            </a:extLst>
          </p:cNvPr>
          <p:cNvSpPr txBox="1">
            <a:spLocks noChangeArrowheads="1"/>
          </p:cNvSpPr>
          <p:nvPr/>
        </p:nvSpPr>
        <p:spPr>
          <a:xfrm>
            <a:off x="456876"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Boolean Functions</a:t>
            </a:r>
          </a:p>
          <a:p>
            <a:pPr lvl="1"/>
            <a:r>
              <a:rPr lang="en-US" altLang="en-US" sz="1130" dirty="0"/>
              <a:t>3 lectures</a:t>
            </a:r>
          </a:p>
          <a:p>
            <a:r>
              <a:rPr lang="en-US" altLang="en-US" sz="1400" dirty="0"/>
              <a:t>Boolean Functions Minimization.                         Combinational Logic  Design Principles</a:t>
            </a:r>
          </a:p>
          <a:p>
            <a:pPr lvl="1"/>
            <a:r>
              <a:rPr lang="en-US" altLang="en-US" sz="1130" dirty="0"/>
              <a:t>4 lectures</a:t>
            </a:r>
          </a:p>
          <a:p>
            <a:r>
              <a:rPr lang="en-US" altLang="en-US" sz="1600" dirty="0"/>
              <a:t> </a:t>
            </a:r>
            <a:r>
              <a:rPr lang="en-US" altLang="en-US" sz="1400" dirty="0"/>
              <a:t>Introduction to Verilog</a:t>
            </a:r>
          </a:p>
          <a:p>
            <a:pPr lvl="1"/>
            <a:r>
              <a:rPr lang="en-US" altLang="en-US" sz="1130" dirty="0"/>
              <a:t>3 lectures</a:t>
            </a:r>
          </a:p>
          <a:p>
            <a:r>
              <a:rPr lang="en-US" altLang="en-US" sz="1400" dirty="0"/>
              <a:t>Basic Combinational Circuits</a:t>
            </a:r>
          </a:p>
          <a:p>
            <a:pPr lvl="1"/>
            <a:r>
              <a:rPr lang="en-US" altLang="en-US" sz="1130" dirty="0"/>
              <a:t>4 lectures</a:t>
            </a:r>
          </a:p>
          <a:p>
            <a:r>
              <a:rPr lang="en-US" altLang="en-US" sz="1400" dirty="0"/>
              <a:t>Finite States Machines (FSM)</a:t>
            </a:r>
          </a:p>
          <a:p>
            <a:pPr lvl="1"/>
            <a:r>
              <a:rPr lang="en-US" altLang="en-US" sz="1130" dirty="0"/>
              <a:t>3 lectures</a:t>
            </a:r>
          </a:p>
          <a:p>
            <a:r>
              <a:rPr lang="en-US" altLang="en-US" sz="1400" dirty="0"/>
              <a:t>Synthesis of Synchronous FSM</a:t>
            </a:r>
          </a:p>
          <a:p>
            <a:pPr lvl="1"/>
            <a:r>
              <a:rPr lang="en-US" altLang="en-US" sz="1130" dirty="0"/>
              <a:t>5 lectures</a:t>
            </a:r>
          </a:p>
          <a:p>
            <a:endParaRPr lang="ru-RU" altLang="en-US" sz="1600" dirty="0"/>
          </a:p>
          <a:p>
            <a:endParaRPr lang="en-US" altLang="en-US" sz="1600" dirty="0"/>
          </a:p>
        </p:txBody>
      </p:sp>
      <p:sp>
        <p:nvSpPr>
          <p:cNvPr id="8" name="Content Placeholder 3">
            <a:extLst>
              <a:ext uri="{FF2B5EF4-FFF2-40B4-BE49-F238E27FC236}">
                <a16:creationId xmlns:a16="http://schemas.microsoft.com/office/drawing/2014/main" id="{CBA6F462-5FC2-D65E-853F-4D46D3E95DE1}"/>
              </a:ext>
            </a:extLst>
          </p:cNvPr>
          <p:cNvSpPr txBox="1">
            <a:spLocks noChangeArrowheads="1"/>
          </p:cNvSpPr>
          <p:nvPr/>
        </p:nvSpPr>
        <p:spPr>
          <a:xfrm>
            <a:off x="6807200" y="2289721"/>
            <a:ext cx="5384800" cy="4211638"/>
          </a:xfrm>
          <a:prstGeom prst="rect">
            <a:avLst/>
          </a:prstGeom>
        </p:spPr>
        <p:txBody>
          <a:bodyPr vert="horz" lIns="91440" tIns="45720" rIns="91440" bIns="45720" rtlCol="0">
            <a:noAutofit/>
          </a:bodyPr>
          <a:lstStyle>
            <a:lvl1pPr marL="365760" indent="-365760" algn="l" defTabSz="914400" rtl="0" eaLnBrk="1" latinLnBrk="0" hangingPunct="1">
              <a:lnSpc>
                <a:spcPct val="100000"/>
              </a:lnSpc>
              <a:spcBef>
                <a:spcPts val="600"/>
              </a:spcBef>
              <a:spcAft>
                <a:spcPts val="1200"/>
              </a:spcAft>
              <a:buClr>
                <a:schemeClr val="accent6"/>
              </a:buClr>
              <a:buSzPct val="75000"/>
              <a:buFont typeface="Wingdings" panose="05000000000000000000" pitchFamily="2" charset="2"/>
              <a:buChar char=""/>
              <a:defRPr sz="2400" kern="1200" baseline="0" dirty="0">
                <a:solidFill>
                  <a:schemeClr val="tx1"/>
                </a:solidFill>
                <a:latin typeface="+mn-lt"/>
                <a:ea typeface="+mn-ea"/>
                <a:cs typeface="+mn-cs"/>
              </a:defRPr>
            </a:lvl1pPr>
            <a:lvl2pPr marL="706438" indent="-342900" algn="l" defTabSz="914400" rtl="0" eaLnBrk="1" latinLnBrk="0" hangingPunct="1">
              <a:lnSpc>
                <a:spcPct val="100000"/>
              </a:lnSpc>
              <a:spcBef>
                <a:spcPts val="0"/>
              </a:spcBef>
              <a:spcAft>
                <a:spcPts val="600"/>
              </a:spcAft>
              <a:buClr>
                <a:schemeClr val="tx1"/>
              </a:buClr>
              <a:buSzPct val="70000"/>
              <a:buFont typeface="Wingdings" panose="05000000000000000000" pitchFamily="2" charset="2"/>
              <a:buChar char=""/>
              <a:defRPr sz="2000" kern="1200" dirty="0">
                <a:solidFill>
                  <a:schemeClr val="tx1"/>
                </a:solidFill>
                <a:latin typeface="+mn-lt"/>
                <a:ea typeface="+mn-ea"/>
                <a:cs typeface="+mn-cs"/>
              </a:defRPr>
            </a:lvl2pPr>
            <a:lvl3pPr marL="914400" indent="-274320" algn="l" defTabSz="914400" rtl="0" eaLnBrk="1" latinLnBrk="0" hangingPunct="1">
              <a:lnSpc>
                <a:spcPct val="100000"/>
              </a:lnSpc>
              <a:spcBef>
                <a:spcPts val="0"/>
              </a:spcBef>
              <a:spcAft>
                <a:spcPts val="600"/>
              </a:spcAft>
              <a:buClr>
                <a:schemeClr val="tx1"/>
              </a:buClr>
              <a:buSzPct val="60000"/>
              <a:buFont typeface="Wingdings" panose="05000000000000000000" pitchFamily="2" charset="2"/>
              <a:buChar char=""/>
              <a:defRPr sz="1800" kern="1200" dirty="0">
                <a:solidFill>
                  <a:schemeClr val="tx1"/>
                </a:solidFill>
                <a:latin typeface="+mn-lt"/>
                <a:ea typeface="+mn-ea"/>
                <a:cs typeface="+mn-cs"/>
              </a:defRPr>
            </a:lvl3pPr>
            <a:lvl4pPr marL="1097280" indent="-274320" algn="l" defTabSz="914400" rtl="0" eaLnBrk="1" latinLnBrk="0" hangingPunct="1">
              <a:lnSpc>
                <a:spcPct val="100000"/>
              </a:lnSpc>
              <a:spcBef>
                <a:spcPts val="0"/>
              </a:spcBef>
              <a:spcAft>
                <a:spcPts val="600"/>
              </a:spcAft>
              <a:buClr>
                <a:schemeClr val="tx1"/>
              </a:buClr>
              <a:buFont typeface="Arial" panose="020B0604020202020204" pitchFamily="34" charset="0"/>
              <a:buChar char="–"/>
              <a:tabLst/>
              <a:defRPr sz="1600" kern="1200" dirty="0">
                <a:solidFill>
                  <a:schemeClr val="tx1"/>
                </a:solidFill>
                <a:latin typeface="+mn-lt"/>
                <a:ea typeface="+mn-ea"/>
                <a:cs typeface="+mn-cs"/>
              </a:defRPr>
            </a:lvl4pPr>
            <a:lvl5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600" kern="1200" dirty="0">
                <a:solidFill>
                  <a:schemeClr val="tx1"/>
                </a:solidFill>
                <a:latin typeface="+mn-lt"/>
                <a:ea typeface="+mn-ea"/>
                <a:cs typeface="+mn-cs"/>
              </a:defRPr>
            </a:lvl5pPr>
            <a:lvl6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6pPr>
            <a:lvl7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7pPr>
            <a:lvl8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8pPr>
            <a:lvl9pPr marL="1088136" indent="-219456" algn="l" defTabSz="914400" rtl="0" eaLnBrk="1" latinLnBrk="0" hangingPunct="1">
              <a:lnSpc>
                <a:spcPct val="100000"/>
              </a:lnSpc>
              <a:spcBef>
                <a:spcPts val="336"/>
              </a:spcBef>
              <a:spcAft>
                <a:spcPts val="1200"/>
              </a:spcAft>
              <a:buClr>
                <a:schemeClr val="tx1"/>
              </a:buClr>
              <a:buFont typeface="Arial" panose="020B0604020202020204" pitchFamily="34" charset="0"/>
              <a:buChar char="–"/>
              <a:defRPr sz="1400" kern="1200" dirty="0">
                <a:solidFill>
                  <a:schemeClr val="tx1"/>
                </a:solidFill>
                <a:latin typeface="+mn-lt"/>
                <a:ea typeface="+mn-ea"/>
                <a:cs typeface="+mn-cs"/>
              </a:defRPr>
            </a:lvl9pPr>
          </a:lstStyle>
          <a:p>
            <a:r>
              <a:rPr lang="en-US" altLang="en-US" sz="1400" dirty="0"/>
              <a:t>Basic Sequential Circuits</a:t>
            </a:r>
          </a:p>
          <a:p>
            <a:pPr lvl="1"/>
            <a:r>
              <a:rPr lang="en-US" altLang="en-US" sz="1130" dirty="0"/>
              <a:t>3 lectures</a:t>
            </a:r>
          </a:p>
          <a:p>
            <a:r>
              <a:rPr lang="en-US" altLang="en-US" sz="1400" dirty="0"/>
              <a:t>Problems of Synchronous Design</a:t>
            </a:r>
          </a:p>
          <a:p>
            <a:pPr lvl="1"/>
            <a:r>
              <a:rPr lang="en-US" altLang="en-US" sz="1130" dirty="0"/>
              <a:t>3 lectures</a:t>
            </a:r>
          </a:p>
          <a:p>
            <a:r>
              <a:rPr lang="en-US" altLang="en-US" sz="1600" dirty="0"/>
              <a:t> </a:t>
            </a:r>
            <a:r>
              <a:rPr lang="en-US" altLang="en-US" sz="1400" dirty="0"/>
              <a:t> Asynchronous FSM. Self-Timed Circuits</a:t>
            </a:r>
          </a:p>
          <a:p>
            <a:pPr lvl="1"/>
            <a:r>
              <a:rPr lang="en-US" altLang="en-US" sz="1130" dirty="0"/>
              <a:t>3 lectures</a:t>
            </a:r>
          </a:p>
          <a:p>
            <a:r>
              <a:rPr lang="en-US" altLang="en-US" sz="1400" dirty="0">
                <a:solidFill>
                  <a:srgbClr val="0000FF"/>
                </a:solidFill>
              </a:rPr>
              <a:t>Arithmetic Units</a:t>
            </a:r>
          </a:p>
          <a:p>
            <a:pPr lvl="1"/>
            <a:r>
              <a:rPr lang="en-US" altLang="en-US" sz="1130" dirty="0">
                <a:solidFill>
                  <a:srgbClr val="0000FF"/>
                </a:solidFill>
              </a:rPr>
              <a:t>4 lectures</a:t>
            </a:r>
          </a:p>
          <a:p>
            <a:r>
              <a:rPr lang="en-US" altLang="en-US" sz="1400" dirty="0"/>
              <a:t>Programmable Logical Integrated Circuits (PLDs)</a:t>
            </a:r>
          </a:p>
          <a:p>
            <a:pPr lvl="1"/>
            <a:r>
              <a:rPr lang="en-US" altLang="en-US" sz="1130" dirty="0"/>
              <a:t>3 lectures</a:t>
            </a:r>
          </a:p>
          <a:p>
            <a:r>
              <a:rPr lang="en-US" altLang="en-US" sz="1400" dirty="0"/>
              <a:t>Memory Devices</a:t>
            </a:r>
          </a:p>
          <a:p>
            <a:pPr lvl="1"/>
            <a:r>
              <a:rPr lang="en-US" altLang="en-US" sz="1130" dirty="0"/>
              <a:t>3 lectures</a:t>
            </a:r>
          </a:p>
          <a:p>
            <a:endParaRPr lang="ru-RU" altLang="en-US" sz="1600" dirty="0"/>
          </a:p>
          <a:p>
            <a:endParaRPr lang="en-US" altLang="en-US" sz="160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3">
            <a:extLst>
              <a:ext uri="{FF2B5EF4-FFF2-40B4-BE49-F238E27FC236}">
                <a16:creationId xmlns:a16="http://schemas.microsoft.com/office/drawing/2014/main" id="{5610F08D-D4C4-ACC4-2A35-D3F2F363AA46}"/>
              </a:ext>
            </a:extLst>
          </p:cNvPr>
          <p:cNvSpPr>
            <a:spLocks noGrp="1" noChangeArrowheads="1"/>
          </p:cNvSpPr>
          <p:nvPr>
            <p:ph type="title"/>
          </p:nvPr>
        </p:nvSpPr>
        <p:spPr/>
        <p:txBody>
          <a:bodyPr/>
          <a:lstStyle/>
          <a:p>
            <a:r>
              <a:rPr lang="en-US" altLang="en-US" dirty="0"/>
              <a:t>Arithmetic Units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Заголовок 1">
            <a:extLst>
              <a:ext uri="{FF2B5EF4-FFF2-40B4-BE49-F238E27FC236}">
                <a16:creationId xmlns:a16="http://schemas.microsoft.com/office/drawing/2014/main" id="{39B68B8E-4557-8015-435C-C3147EEEEDE3}"/>
              </a:ext>
            </a:extLst>
          </p:cNvPr>
          <p:cNvSpPr>
            <a:spLocks noGrp="1" noChangeArrowheads="1"/>
          </p:cNvSpPr>
          <p:nvPr>
            <p:ph type="title"/>
          </p:nvPr>
        </p:nvSpPr>
        <p:spPr/>
        <p:txBody>
          <a:bodyPr>
            <a:normAutofit/>
          </a:bodyPr>
          <a:lstStyle/>
          <a:p>
            <a:r>
              <a:rPr lang="en-US" altLang="en-US" dirty="0"/>
              <a:t>Unsigned Numbers</a:t>
            </a:r>
            <a:endParaRPr lang="ru-RU" altLang="en-US" dirty="0"/>
          </a:p>
        </p:txBody>
      </p:sp>
      <p:sp>
        <p:nvSpPr>
          <p:cNvPr id="12291" name="Объект 2">
            <a:extLst>
              <a:ext uri="{FF2B5EF4-FFF2-40B4-BE49-F238E27FC236}">
                <a16:creationId xmlns:a16="http://schemas.microsoft.com/office/drawing/2014/main" id="{B3BF9B79-F2FF-F246-AC78-DABD02B391B3}"/>
              </a:ext>
            </a:extLst>
          </p:cNvPr>
          <p:cNvSpPr>
            <a:spLocks noGrp="1" noChangeArrowheads="1"/>
          </p:cNvSpPr>
          <p:nvPr>
            <p:ph type="body" sz="quarter" idx="10"/>
          </p:nvPr>
        </p:nvSpPr>
        <p:spPr/>
        <p:txBody>
          <a:bodyPr/>
          <a:lstStyle/>
          <a:p>
            <a:r>
              <a:rPr lang="en-US" altLang="en-US"/>
              <a:t>Positional Number Systems</a:t>
            </a:r>
          </a:p>
          <a:p>
            <a:r>
              <a:rPr lang="ru-RU" altLang="en-US"/>
              <a:t> </a:t>
            </a:r>
            <a:r>
              <a:rPr lang="en-US" altLang="en-US"/>
              <a:t>Decimal – base or radix=10</a:t>
            </a:r>
          </a:p>
          <a:p>
            <a:r>
              <a:rPr lang="ru-RU" altLang="en-US"/>
              <a:t> </a:t>
            </a:r>
            <a:r>
              <a:rPr lang="en-US" altLang="en-US"/>
              <a:t>Binary – radix=2</a:t>
            </a:r>
          </a:p>
          <a:p>
            <a:r>
              <a:rPr lang="en-US" altLang="en-US"/>
              <a:t>А=an-1an-2an-3  . . . a1a0,a-1a-2 . . .а-m ;   a</a:t>
            </a:r>
            <a:r>
              <a:rPr lang="en-US" altLang="en-US">
                <a:sym typeface="Symbol" panose="05050102010706020507" pitchFamily="18" charset="2"/>
              </a:rPr>
              <a:t>{0,1}</a:t>
            </a:r>
          </a:p>
          <a:p>
            <a:r>
              <a:rPr lang="en-US" altLang="en-US"/>
              <a:t>There are n digits to the left of the point  and m digits to the right of the point.</a:t>
            </a:r>
          </a:p>
          <a:p>
            <a:r>
              <a:rPr lang="en-US" altLang="en-US"/>
              <a:t>A=an-1·2n-1+an-2·2n-2+. . .+a1·21+a0·20+a-1·2-1+a-2·2-2+. . .+ a-m·2-m.</a:t>
            </a:r>
          </a:p>
          <a:p>
            <a:r>
              <a:rPr lang="en-US" altLang="en-US"/>
              <a:t>Unsigned integer number</a:t>
            </a:r>
          </a:p>
          <a:p>
            <a:endParaRPr lang="en-US" altLang="en-US"/>
          </a:p>
          <a:p>
            <a:endParaRPr lang="en-US" altLang="en-US"/>
          </a:p>
          <a:p>
            <a:r>
              <a:rPr lang="en-US" altLang="en-US"/>
              <a:t>Range  (0 to 2n-1)</a:t>
            </a:r>
            <a:endParaRPr lang="ru-RU" altLang="en-US"/>
          </a:p>
          <a:p>
            <a:endParaRPr lang="ru-RU" altLang="en-US"/>
          </a:p>
          <a:p>
            <a:endParaRPr lang="ru-RU" altLang="en-US"/>
          </a:p>
        </p:txBody>
      </p:sp>
      <p:grpSp>
        <p:nvGrpSpPr>
          <p:cNvPr id="12292" name="Group 11">
            <a:extLst>
              <a:ext uri="{FF2B5EF4-FFF2-40B4-BE49-F238E27FC236}">
                <a16:creationId xmlns:a16="http://schemas.microsoft.com/office/drawing/2014/main" id="{A1FC3A39-9BC1-AFDD-C691-5BD0A4E7D52F}"/>
              </a:ext>
            </a:extLst>
          </p:cNvPr>
          <p:cNvGrpSpPr>
            <a:grpSpLocks/>
          </p:cNvGrpSpPr>
          <p:nvPr/>
        </p:nvGrpSpPr>
        <p:grpSpPr bwMode="auto">
          <a:xfrm>
            <a:off x="3200400" y="4876800"/>
            <a:ext cx="3048000" cy="458788"/>
            <a:chOff x="1676400" y="4572000"/>
            <a:chExt cx="3048000" cy="457994"/>
          </a:xfrm>
        </p:grpSpPr>
        <p:grpSp>
          <p:nvGrpSpPr>
            <p:cNvPr id="12293" name="Group 9">
              <a:extLst>
                <a:ext uri="{FF2B5EF4-FFF2-40B4-BE49-F238E27FC236}">
                  <a16:creationId xmlns:a16="http://schemas.microsoft.com/office/drawing/2014/main" id="{D7CD6651-D120-3BF2-F5BF-A08372D53845}"/>
                </a:ext>
              </a:extLst>
            </p:cNvPr>
            <p:cNvGrpSpPr>
              <a:grpSpLocks/>
            </p:cNvGrpSpPr>
            <p:nvPr/>
          </p:nvGrpSpPr>
          <p:grpSpPr bwMode="auto">
            <a:xfrm>
              <a:off x="1676400" y="4572000"/>
              <a:ext cx="3048000" cy="457200"/>
              <a:chOff x="480" y="2864"/>
              <a:chExt cx="1920" cy="288"/>
            </a:xfrm>
          </p:grpSpPr>
          <p:sp>
            <p:nvSpPr>
              <p:cNvPr id="7" name="Rectangle 4">
                <a:extLst>
                  <a:ext uri="{FF2B5EF4-FFF2-40B4-BE49-F238E27FC236}">
                    <a16:creationId xmlns:a16="http://schemas.microsoft.com/office/drawing/2014/main" id="{3164CB92-2BF0-4061-A5E0-CCE32C9A2989}"/>
                  </a:ext>
                </a:extLst>
              </p:cNvPr>
              <p:cNvSpPr>
                <a:spLocks noChangeArrowheads="1"/>
              </p:cNvSpPr>
              <p:nvPr/>
            </p:nvSpPr>
            <p:spPr bwMode="auto">
              <a:xfrm>
                <a:off x="511" y="2864"/>
                <a:ext cx="1824" cy="288"/>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latin typeface="+mj-lt"/>
                  <a:cs typeface="Arial" charset="0"/>
                </a:endParaRPr>
              </a:p>
            </p:txBody>
          </p:sp>
          <p:sp>
            <p:nvSpPr>
              <p:cNvPr id="8" name="Text Box 5">
                <a:extLst>
                  <a:ext uri="{FF2B5EF4-FFF2-40B4-BE49-F238E27FC236}">
                    <a16:creationId xmlns:a16="http://schemas.microsoft.com/office/drawing/2014/main" id="{C3D85CE8-CEA9-4AC8-9275-A91E537FF4B4}"/>
                  </a:ext>
                </a:extLst>
              </p:cNvPr>
              <p:cNvSpPr txBox="1">
                <a:spLocks noChangeArrowheads="1"/>
              </p:cNvSpPr>
              <p:nvPr/>
            </p:nvSpPr>
            <p:spPr bwMode="auto">
              <a:xfrm>
                <a:off x="480" y="2864"/>
                <a:ext cx="1920" cy="231"/>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spcBef>
                    <a:spcPct val="50000"/>
                  </a:spcBef>
                  <a:defRPr/>
                </a:pPr>
                <a:r>
                  <a:rPr lang="en-US" dirty="0">
                    <a:latin typeface="+mj-lt"/>
                  </a:rPr>
                  <a:t>n-1		             0</a:t>
                </a:r>
              </a:p>
            </p:txBody>
          </p:sp>
        </p:grpSp>
        <p:cxnSp>
          <p:nvCxnSpPr>
            <p:cNvPr id="12294" name="Straight Connector 9">
              <a:extLst>
                <a:ext uri="{FF2B5EF4-FFF2-40B4-BE49-F238E27FC236}">
                  <a16:creationId xmlns:a16="http://schemas.microsoft.com/office/drawing/2014/main" id="{00A80BA7-A2FA-82D3-E381-960AAF5F6A95}"/>
                </a:ext>
              </a:extLst>
            </p:cNvPr>
            <p:cNvCxnSpPr>
              <a:cxnSpLocks noChangeShapeType="1"/>
            </p:cNvCxnSpPr>
            <p:nvPr/>
          </p:nvCxnSpPr>
          <p:spPr bwMode="auto">
            <a:xfrm rot="5400000">
              <a:off x="4031670" y="4800600"/>
              <a:ext cx="4572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12295" name="Straight Connector 10">
              <a:extLst>
                <a:ext uri="{FF2B5EF4-FFF2-40B4-BE49-F238E27FC236}">
                  <a16:creationId xmlns:a16="http://schemas.microsoft.com/office/drawing/2014/main" id="{6513DF93-69F1-1CFB-8192-CAFE387AFE03}"/>
                </a:ext>
              </a:extLst>
            </p:cNvPr>
            <p:cNvCxnSpPr>
              <a:cxnSpLocks noChangeShapeType="1"/>
            </p:cNvCxnSpPr>
            <p:nvPr/>
          </p:nvCxnSpPr>
          <p:spPr bwMode="auto">
            <a:xfrm rot="5400000">
              <a:off x="1905794" y="4799806"/>
              <a:ext cx="4572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Заголовок 2">
            <a:extLst>
              <a:ext uri="{FF2B5EF4-FFF2-40B4-BE49-F238E27FC236}">
                <a16:creationId xmlns:a16="http://schemas.microsoft.com/office/drawing/2014/main" id="{31793CDC-D648-6248-4DA6-3F69BAD29A08}"/>
              </a:ext>
            </a:extLst>
          </p:cNvPr>
          <p:cNvSpPr>
            <a:spLocks noGrp="1" noChangeArrowheads="1"/>
          </p:cNvSpPr>
          <p:nvPr>
            <p:ph type="title"/>
          </p:nvPr>
        </p:nvSpPr>
        <p:spPr/>
        <p:txBody>
          <a:bodyPr/>
          <a:lstStyle/>
          <a:p>
            <a:r>
              <a:rPr lang="en-US" altLang="en-US"/>
              <a:t>Signed Numbers</a:t>
            </a:r>
            <a:endParaRPr lang="ru-RU" altLang="en-US"/>
          </a:p>
        </p:txBody>
      </p:sp>
      <p:sp>
        <p:nvSpPr>
          <p:cNvPr id="13315" name="Объект 3">
            <a:extLst>
              <a:ext uri="{FF2B5EF4-FFF2-40B4-BE49-F238E27FC236}">
                <a16:creationId xmlns:a16="http://schemas.microsoft.com/office/drawing/2014/main" id="{B5793E3F-5424-2B99-0193-59D735E9E45C}"/>
              </a:ext>
            </a:extLst>
          </p:cNvPr>
          <p:cNvSpPr>
            <a:spLocks noGrp="1" noChangeArrowheads="1"/>
          </p:cNvSpPr>
          <p:nvPr>
            <p:ph type="body" sz="quarter" idx="10"/>
          </p:nvPr>
        </p:nvSpPr>
        <p:spPr/>
        <p:txBody>
          <a:bodyPr/>
          <a:lstStyle/>
          <a:p>
            <a:endParaRPr lang="en-US" altLang="en-US"/>
          </a:p>
          <a:p>
            <a:endParaRPr lang="en-US" altLang="en-US"/>
          </a:p>
          <a:p>
            <a:endParaRPr lang="en-US" altLang="en-US"/>
          </a:p>
          <a:p>
            <a:r>
              <a:rPr lang="en-US" altLang="en-US"/>
              <a:t>S = 0 –  positive number (or zero)</a:t>
            </a:r>
          </a:p>
          <a:p>
            <a:r>
              <a:rPr lang="en-US" altLang="en-US"/>
              <a:t>S = 1 – negative number</a:t>
            </a:r>
            <a:br>
              <a:rPr lang="en-US" altLang="en-US"/>
            </a:br>
            <a:r>
              <a:rPr lang="en-US" altLang="en-US"/>
              <a:t>Negative numbers representation</a:t>
            </a:r>
          </a:p>
          <a:p>
            <a:r>
              <a:rPr lang="en-US" altLang="en-US"/>
              <a:t>Three major schemes:</a:t>
            </a:r>
          </a:p>
          <a:p>
            <a:pPr lvl="1"/>
            <a:r>
              <a:rPr lang="en-US" altLang="en-US"/>
              <a:t>Sign and magnitude  - direct code</a:t>
            </a:r>
          </a:p>
          <a:p>
            <a:pPr lvl="1"/>
            <a:r>
              <a:rPr lang="en-US" altLang="en-US"/>
              <a:t>One’s complement </a:t>
            </a:r>
          </a:p>
          <a:p>
            <a:pPr lvl="1"/>
            <a:r>
              <a:rPr lang="en-US" altLang="en-US"/>
              <a:t>Two’s complement</a:t>
            </a:r>
          </a:p>
          <a:p>
            <a:endParaRPr lang="ru-RU" altLang="en-US"/>
          </a:p>
        </p:txBody>
      </p:sp>
      <p:grpSp>
        <p:nvGrpSpPr>
          <p:cNvPr id="13316" name="Группа 4">
            <a:extLst>
              <a:ext uri="{FF2B5EF4-FFF2-40B4-BE49-F238E27FC236}">
                <a16:creationId xmlns:a16="http://schemas.microsoft.com/office/drawing/2014/main" id="{862AC804-C9E4-60CE-A502-9C9DC97607C1}"/>
              </a:ext>
            </a:extLst>
          </p:cNvPr>
          <p:cNvGrpSpPr>
            <a:grpSpLocks/>
          </p:cNvGrpSpPr>
          <p:nvPr/>
        </p:nvGrpSpPr>
        <p:grpSpPr bwMode="auto">
          <a:xfrm>
            <a:off x="4508500" y="1812926"/>
            <a:ext cx="3048000" cy="854075"/>
            <a:chOff x="3041650" y="1630363"/>
            <a:chExt cx="3048000" cy="854075"/>
          </a:xfrm>
        </p:grpSpPr>
        <p:sp>
          <p:nvSpPr>
            <p:cNvPr id="6" name="Rectangle 3">
              <a:extLst>
                <a:ext uri="{FF2B5EF4-FFF2-40B4-BE49-F238E27FC236}">
                  <a16:creationId xmlns:a16="http://schemas.microsoft.com/office/drawing/2014/main" id="{66E54562-E637-4CD2-9B80-E4F9BA86B16C}"/>
                </a:ext>
              </a:extLst>
            </p:cNvPr>
            <p:cNvSpPr>
              <a:spLocks noChangeArrowheads="1"/>
            </p:cNvSpPr>
            <p:nvPr/>
          </p:nvSpPr>
          <p:spPr bwMode="auto">
            <a:xfrm>
              <a:off x="3111500" y="1630363"/>
              <a:ext cx="2895600" cy="457200"/>
            </a:xfrm>
            <a:prstGeom prst="rect">
              <a:avLst/>
            </a:prstGeom>
            <a:solidFill>
              <a:schemeClr val="accent1">
                <a:lumMod val="60000"/>
                <a:lumOff val="40000"/>
                <a:alpha val="97000"/>
              </a:schemeClr>
            </a:solidFill>
            <a:ln w="31750">
              <a:solidFill>
                <a:schemeClr val="tx1"/>
              </a:solidFill>
              <a:miter lim="800000"/>
              <a:headEnd/>
              <a:tailEnd/>
            </a:ln>
          </p:spPr>
          <p:txBody>
            <a:bodyPr wrap="none" anchor="ctr"/>
            <a:lstStyle/>
            <a:p>
              <a:pPr eaLnBrk="1" hangingPunct="1">
                <a:defRPr/>
              </a:pPr>
              <a:r>
                <a:rPr lang="en-US" sz="2400" dirty="0"/>
                <a:t>S</a:t>
              </a:r>
            </a:p>
          </p:txBody>
        </p:sp>
        <p:sp>
          <p:nvSpPr>
            <p:cNvPr id="13318" name="Line 4">
              <a:extLst>
                <a:ext uri="{FF2B5EF4-FFF2-40B4-BE49-F238E27FC236}">
                  <a16:creationId xmlns:a16="http://schemas.microsoft.com/office/drawing/2014/main" id="{0D128703-3532-DF9C-D8B9-6C2036F79302}"/>
                </a:ext>
              </a:extLst>
            </p:cNvPr>
            <p:cNvSpPr>
              <a:spLocks noChangeShapeType="1"/>
            </p:cNvSpPr>
            <p:nvPr/>
          </p:nvSpPr>
          <p:spPr bwMode="auto">
            <a:xfrm>
              <a:off x="3524250" y="1632146"/>
              <a:ext cx="0" cy="45720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319" name="Text Box 5">
              <a:extLst>
                <a:ext uri="{FF2B5EF4-FFF2-40B4-BE49-F238E27FC236}">
                  <a16:creationId xmlns:a16="http://schemas.microsoft.com/office/drawing/2014/main" id="{0C6C16A8-3461-5272-3F93-DE18D80C3AB2}"/>
                </a:ext>
              </a:extLst>
            </p:cNvPr>
            <p:cNvSpPr txBox="1">
              <a:spLocks noChangeArrowheads="1"/>
            </p:cNvSpPr>
            <p:nvPr/>
          </p:nvSpPr>
          <p:spPr bwMode="auto">
            <a:xfrm>
              <a:off x="3041650" y="2087563"/>
              <a:ext cx="3048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latin typeface="Arial Unicode MS"/>
                </a:rPr>
                <a:t>n-1		            0</a:t>
              </a: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2">
            <a:extLst>
              <a:ext uri="{FF2B5EF4-FFF2-40B4-BE49-F238E27FC236}">
                <a16:creationId xmlns:a16="http://schemas.microsoft.com/office/drawing/2014/main" id="{FC5142D4-F728-0278-7180-897E31580431}"/>
              </a:ext>
            </a:extLst>
          </p:cNvPr>
          <p:cNvSpPr>
            <a:spLocks noGrp="1" noChangeArrowheads="1"/>
          </p:cNvSpPr>
          <p:nvPr>
            <p:ph type="title"/>
          </p:nvPr>
        </p:nvSpPr>
        <p:spPr/>
        <p:txBody>
          <a:bodyPr/>
          <a:lstStyle/>
          <a:p>
            <a:r>
              <a:rPr lang="en-US" altLang="en-US"/>
              <a:t>Sign and Magnitude</a:t>
            </a:r>
          </a:p>
        </p:txBody>
      </p:sp>
      <p:sp>
        <p:nvSpPr>
          <p:cNvPr id="14339" name="Content Placeholder 3">
            <a:extLst>
              <a:ext uri="{FF2B5EF4-FFF2-40B4-BE49-F238E27FC236}">
                <a16:creationId xmlns:a16="http://schemas.microsoft.com/office/drawing/2014/main" id="{97F745C3-3FD5-35CA-C7CB-5F33726EB13F}"/>
              </a:ext>
            </a:extLst>
          </p:cNvPr>
          <p:cNvSpPr>
            <a:spLocks noGrp="1" noChangeArrowheads="1"/>
          </p:cNvSpPr>
          <p:nvPr>
            <p:ph type="body" sz="quarter" idx="10"/>
          </p:nvPr>
        </p:nvSpPr>
        <p:spPr/>
        <p:txBody>
          <a:bodyPr/>
          <a:lstStyle/>
          <a:p>
            <a:r>
              <a:rPr lang="en-US" altLang="en-US"/>
              <a:t>A=-an-2an-3 . . .a1a0</a:t>
            </a:r>
          </a:p>
          <a:p>
            <a:r>
              <a:rPr lang="en-US" altLang="en-US"/>
              <a:t>Asign&amp;magn=1an-2an-3…a1a0</a:t>
            </a:r>
          </a:p>
          <a:p>
            <a:r>
              <a:rPr lang="en-US" altLang="en-US"/>
              <a:t>Example:</a:t>
            </a:r>
          </a:p>
          <a:p>
            <a:r>
              <a:rPr lang="en-US" altLang="en-US"/>
              <a:t>+5  –  0101</a:t>
            </a:r>
          </a:p>
          <a:p>
            <a:r>
              <a:rPr lang="en-US" altLang="en-US"/>
              <a:t>-5   –  1101 </a:t>
            </a:r>
            <a:endParaRPr lang="ru-RU" altLang="en-US"/>
          </a:p>
          <a:p>
            <a:r>
              <a:rPr lang="en-US" altLang="en-US"/>
              <a:t>Range –(2n-1- 1) to 2n-1-1</a:t>
            </a:r>
          </a:p>
          <a:p>
            <a:r>
              <a:rPr lang="en-US" altLang="en-US"/>
              <a:t>Two representations for 0</a:t>
            </a:r>
            <a:endParaRPr lang="ru-RU" altLang="en-US"/>
          </a:p>
          <a:p>
            <a:r>
              <a:rPr lang="en-US" altLang="en-US"/>
              <a:t>Operands have different signs  - subtract smaller (by magnitude) from larger and keep sign of the larger</a:t>
            </a:r>
            <a:endParaRPr lang="ru-RU" altLang="en-US"/>
          </a:p>
          <a:p>
            <a:endParaRPr lang="en-US"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3">
            <a:extLst>
              <a:ext uri="{FF2B5EF4-FFF2-40B4-BE49-F238E27FC236}">
                <a16:creationId xmlns:a16="http://schemas.microsoft.com/office/drawing/2014/main" id="{543ECF45-ECA0-716F-E768-96AB29357640}"/>
              </a:ext>
            </a:extLst>
          </p:cNvPr>
          <p:cNvSpPr>
            <a:spLocks noChangeArrowheads="1"/>
          </p:cNvSpPr>
          <p:nvPr/>
        </p:nvSpPr>
        <p:spPr bwMode="auto">
          <a:xfrm>
            <a:off x="6096000" y="1524000"/>
            <a:ext cx="4267200" cy="326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3" name="Rectangle 5">
            <a:extLst>
              <a:ext uri="{FF2B5EF4-FFF2-40B4-BE49-F238E27FC236}">
                <a16:creationId xmlns:a16="http://schemas.microsoft.com/office/drawing/2014/main" id="{89345E07-3C81-743B-AA0E-A9BC1A70B09D}"/>
              </a:ext>
            </a:extLst>
          </p:cNvPr>
          <p:cNvSpPr>
            <a:spLocks noChangeArrowheads="1"/>
          </p:cNvSpPr>
          <p:nvPr/>
        </p:nvSpPr>
        <p:spPr bwMode="auto">
          <a:xfrm>
            <a:off x="1752600" y="1524000"/>
            <a:ext cx="4046538"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5364" name="Text Box 3">
            <a:extLst>
              <a:ext uri="{FF2B5EF4-FFF2-40B4-BE49-F238E27FC236}">
                <a16:creationId xmlns:a16="http://schemas.microsoft.com/office/drawing/2014/main" id="{E6AE9281-9207-2568-80FE-B31F3E29E7EB}"/>
              </a:ext>
            </a:extLst>
          </p:cNvPr>
          <p:cNvSpPr txBox="1">
            <a:spLocks noChangeArrowheads="1"/>
          </p:cNvSpPr>
          <p:nvPr/>
        </p:nvSpPr>
        <p:spPr bwMode="auto">
          <a:xfrm>
            <a:off x="1849438" y="1600201"/>
            <a:ext cx="4017962" cy="291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a:spAutoFit/>
          </a:bodyPr>
          <a:lstStyle>
            <a:lvl1pPr marL="342900" indent="-342900">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000"/>
              <a:t>A= - a</a:t>
            </a:r>
            <a:r>
              <a:rPr lang="en-US" altLang="en-US" sz="2000" baseline="-25000"/>
              <a:t>n-2</a:t>
            </a:r>
            <a:r>
              <a:rPr lang="en-US" altLang="en-US" sz="2000"/>
              <a:t>a</a:t>
            </a:r>
            <a:r>
              <a:rPr lang="en-US" altLang="en-US" sz="2000" baseline="-25000"/>
              <a:t>n-3</a:t>
            </a:r>
            <a:r>
              <a:rPr lang="en-US" altLang="en-US" sz="2000"/>
              <a:t> … a</a:t>
            </a:r>
            <a:r>
              <a:rPr lang="en-US" altLang="en-US" sz="2000" baseline="-25000"/>
              <a:t>1</a:t>
            </a:r>
            <a:r>
              <a:rPr lang="en-US" altLang="en-US" sz="2000"/>
              <a:t>a</a:t>
            </a:r>
            <a:r>
              <a:rPr lang="en-US" altLang="en-US" sz="2000" baseline="-25000"/>
              <a:t>0</a:t>
            </a:r>
            <a:endParaRPr lang="en-US" altLang="en-US" sz="2000"/>
          </a:p>
          <a:p>
            <a:r>
              <a:rPr lang="en-US" altLang="en-US" sz="2000"/>
              <a:t>A</a:t>
            </a:r>
            <a:r>
              <a:rPr lang="en-US" altLang="en-US" sz="2000" baseline="-25000"/>
              <a:t>1’scom</a:t>
            </a:r>
            <a:r>
              <a:rPr lang="en-US" altLang="en-US" sz="2000"/>
              <a:t>= </a:t>
            </a:r>
            <a:r>
              <a:rPr lang="en-US" altLang="en-US" sz="2000" u="sng"/>
              <a:t>1</a:t>
            </a:r>
            <a:r>
              <a:rPr lang="en-US" altLang="en-US" sz="2000" u="sng">
                <a:sym typeface="Symbol" panose="05050102010706020507" pitchFamily="18" charset="2"/>
              </a:rPr>
              <a:t></a:t>
            </a:r>
            <a:r>
              <a:rPr lang="en-US" altLang="en-US" sz="2000">
                <a:sym typeface="Symbol" panose="05050102010706020507" pitchFamily="18" charset="2"/>
              </a:rPr>
              <a:t>a</a:t>
            </a:r>
            <a:r>
              <a:rPr lang="en-US" altLang="en-US" sz="2000" baseline="-25000">
                <a:sym typeface="Symbol" panose="05050102010706020507" pitchFamily="18" charset="2"/>
              </a:rPr>
              <a:t>n-2</a:t>
            </a:r>
            <a:r>
              <a:rPr lang="en-US" altLang="en-US" sz="2000">
                <a:sym typeface="Symbol" panose="05050102010706020507" pitchFamily="18" charset="2"/>
              </a:rPr>
              <a:t>a</a:t>
            </a:r>
            <a:r>
              <a:rPr lang="en-US" altLang="en-US" sz="2000" baseline="-25000">
                <a:sym typeface="Symbol" panose="05050102010706020507" pitchFamily="18" charset="2"/>
              </a:rPr>
              <a:t>n-3 </a:t>
            </a:r>
            <a:r>
              <a:rPr lang="en-US" altLang="en-US" sz="2000">
                <a:sym typeface="Symbol" panose="05050102010706020507" pitchFamily="18" charset="2"/>
              </a:rPr>
              <a:t>… a</a:t>
            </a:r>
            <a:r>
              <a:rPr lang="en-US" altLang="en-US" sz="2000" baseline="-25000">
                <a:sym typeface="Symbol" panose="05050102010706020507" pitchFamily="18" charset="2"/>
              </a:rPr>
              <a:t>1</a:t>
            </a:r>
            <a:r>
              <a:rPr lang="en-US" altLang="en-US" sz="2000">
                <a:sym typeface="Symbol" panose="05050102010706020507" pitchFamily="18" charset="2"/>
              </a:rPr>
              <a:t>a</a:t>
            </a:r>
            <a:r>
              <a:rPr lang="en-US" altLang="en-US" sz="2000" baseline="-25000">
                <a:sym typeface="Symbol" panose="05050102010706020507" pitchFamily="18" charset="2"/>
              </a:rPr>
              <a:t>0</a:t>
            </a:r>
          </a:p>
          <a:p>
            <a:endParaRPr lang="en-US" altLang="en-US" sz="2000" baseline="-25000">
              <a:sym typeface="Symbol" panose="05050102010706020507" pitchFamily="18" charset="2"/>
            </a:endParaRPr>
          </a:p>
          <a:p>
            <a:r>
              <a:rPr lang="en-US" altLang="en-US" sz="2000">
                <a:sym typeface="Symbol" panose="05050102010706020507" pitchFamily="18" charset="2"/>
              </a:rPr>
              <a:t>Example:</a:t>
            </a:r>
          </a:p>
          <a:p>
            <a:endParaRPr lang="en-US" altLang="en-US" sz="2000">
              <a:sym typeface="Symbol" panose="05050102010706020507" pitchFamily="18" charset="2"/>
            </a:endParaRPr>
          </a:p>
          <a:p>
            <a:r>
              <a:rPr lang="en-US" altLang="en-US" sz="2000"/>
              <a:t>+5  -   </a:t>
            </a:r>
            <a:r>
              <a:rPr lang="en-US" altLang="en-US" sz="2000" u="sng"/>
              <a:t>0</a:t>
            </a:r>
            <a:r>
              <a:rPr lang="en-US" altLang="en-US" sz="2000"/>
              <a:t>101</a:t>
            </a:r>
          </a:p>
          <a:p>
            <a:r>
              <a:rPr lang="en-US" altLang="en-US" sz="2000"/>
              <a:t> -5  -   </a:t>
            </a:r>
            <a:r>
              <a:rPr lang="en-US" altLang="en-US" sz="2000" u="sng"/>
              <a:t>1</a:t>
            </a:r>
            <a:r>
              <a:rPr lang="en-US" altLang="en-US" sz="2000"/>
              <a:t>010</a:t>
            </a:r>
          </a:p>
          <a:p>
            <a:pPr>
              <a:spcAft>
                <a:spcPct val="50000"/>
              </a:spcAft>
            </a:pPr>
            <a:r>
              <a:rPr lang="en-US" altLang="en-US" sz="2000"/>
              <a:t>A</a:t>
            </a:r>
            <a:r>
              <a:rPr lang="en-US" altLang="en-US" sz="2000" baseline="-25000"/>
              <a:t>1’scom</a:t>
            </a:r>
            <a:r>
              <a:rPr lang="en-US" altLang="en-US" sz="2000"/>
              <a:t>= 2</a:t>
            </a:r>
            <a:r>
              <a:rPr lang="en-US" altLang="en-US" sz="2000" baseline="30000"/>
              <a:t>n</a:t>
            </a:r>
            <a:r>
              <a:rPr lang="en-US" altLang="en-US" sz="2000"/>
              <a:t>- 1- |A|</a:t>
            </a:r>
          </a:p>
          <a:p>
            <a:r>
              <a:rPr lang="en-US" altLang="en-US" sz="2000">
                <a:solidFill>
                  <a:srgbClr val="0000FF"/>
                </a:solidFill>
              </a:rPr>
              <a:t>Range   -(2</a:t>
            </a:r>
            <a:r>
              <a:rPr lang="en-US" altLang="en-US" sz="2000" baseline="30000">
                <a:solidFill>
                  <a:srgbClr val="0000FF"/>
                </a:solidFill>
              </a:rPr>
              <a:t>n-1</a:t>
            </a:r>
            <a:r>
              <a:rPr lang="en-US" altLang="en-US" sz="2000" baseline="-25000">
                <a:solidFill>
                  <a:srgbClr val="0000FF"/>
                </a:solidFill>
              </a:rPr>
              <a:t> </a:t>
            </a:r>
            <a:r>
              <a:rPr lang="en-US" altLang="en-US" sz="2000">
                <a:solidFill>
                  <a:srgbClr val="0000FF"/>
                </a:solidFill>
              </a:rPr>
              <a:t>-1) to 2</a:t>
            </a:r>
            <a:r>
              <a:rPr lang="en-US" altLang="en-US" sz="2000" baseline="30000">
                <a:solidFill>
                  <a:srgbClr val="0000FF"/>
                </a:solidFill>
              </a:rPr>
              <a:t>n-1</a:t>
            </a:r>
            <a:r>
              <a:rPr lang="en-US" altLang="en-US" sz="2000">
                <a:solidFill>
                  <a:srgbClr val="0000FF"/>
                </a:solidFill>
              </a:rPr>
              <a:t>-1</a:t>
            </a:r>
            <a:endParaRPr lang="ru-RU" altLang="en-US" sz="2000" baseline="-25000">
              <a:solidFill>
                <a:srgbClr val="0000FF"/>
              </a:solidFill>
            </a:endParaRPr>
          </a:p>
        </p:txBody>
      </p:sp>
      <p:sp>
        <p:nvSpPr>
          <p:cNvPr id="4" name="Rectangle 2">
            <a:extLst>
              <a:ext uri="{FF2B5EF4-FFF2-40B4-BE49-F238E27FC236}">
                <a16:creationId xmlns:a16="http://schemas.microsoft.com/office/drawing/2014/main" id="{E684914D-3874-44B3-A9E8-D6364A84D8B3}"/>
              </a:ext>
            </a:extLst>
          </p:cNvPr>
          <p:cNvSpPr txBox="1">
            <a:spLocks noChangeArrowheads="1"/>
          </p:cNvSpPr>
          <p:nvPr/>
        </p:nvSpPr>
        <p:spPr bwMode="auto">
          <a:xfrm>
            <a:off x="315685" y="1032746"/>
            <a:ext cx="3962400" cy="1139825"/>
          </a:xfrm>
          <a:prstGeom prst="rect">
            <a:avLst/>
          </a:prstGeom>
          <a:noFill/>
          <a:ln w="9525">
            <a:noFill/>
            <a:miter lim="800000"/>
            <a:headEnd/>
            <a:tailEnd/>
          </a:ln>
        </p:spPr>
        <p:txBody>
          <a:bodyPr/>
          <a:lstStyle/>
          <a:p>
            <a:pPr eaLnBrk="1" hangingPunct="1">
              <a:defRPr/>
            </a:pPr>
            <a:endParaRPr lang="ru-RU" sz="3200" b="1" kern="0" dirty="0">
              <a:latin typeface="+mj-lt"/>
              <a:ea typeface="+mj-ea"/>
              <a:cs typeface="+mj-cs"/>
            </a:endParaRPr>
          </a:p>
        </p:txBody>
      </p:sp>
      <p:sp>
        <p:nvSpPr>
          <p:cNvPr id="15366" name="Line 7">
            <a:extLst>
              <a:ext uri="{FF2B5EF4-FFF2-40B4-BE49-F238E27FC236}">
                <a16:creationId xmlns:a16="http://schemas.microsoft.com/office/drawing/2014/main" id="{55AD9133-7982-9622-92E6-C3BCF334EED6}"/>
              </a:ext>
            </a:extLst>
          </p:cNvPr>
          <p:cNvSpPr>
            <a:spLocks noChangeShapeType="1"/>
          </p:cNvSpPr>
          <p:nvPr/>
        </p:nvSpPr>
        <p:spPr bwMode="auto">
          <a:xfrm>
            <a:off x="5867400" y="1600201"/>
            <a:ext cx="0" cy="434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7" name="Text Box 8">
            <a:extLst>
              <a:ext uri="{FF2B5EF4-FFF2-40B4-BE49-F238E27FC236}">
                <a16:creationId xmlns:a16="http://schemas.microsoft.com/office/drawing/2014/main" id="{CA553403-AE90-B499-8320-5EEF4D3727E2}"/>
              </a:ext>
            </a:extLst>
          </p:cNvPr>
          <p:cNvSpPr txBox="1">
            <a:spLocks noChangeArrowheads="1"/>
          </p:cNvSpPr>
          <p:nvPr/>
        </p:nvSpPr>
        <p:spPr bwMode="auto">
          <a:xfrm>
            <a:off x="6172200" y="1524001"/>
            <a:ext cx="4114800" cy="298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 - a</a:t>
            </a:r>
            <a:r>
              <a:rPr lang="en-US" altLang="en-US" sz="2000" baseline="-25000"/>
              <a:t>n-2</a:t>
            </a:r>
            <a:r>
              <a:rPr lang="en-US" altLang="en-US" sz="2000"/>
              <a:t>a</a:t>
            </a:r>
            <a:r>
              <a:rPr lang="en-US" altLang="en-US" sz="2000" baseline="-25000"/>
              <a:t>n-3</a:t>
            </a:r>
            <a:r>
              <a:rPr lang="en-US" altLang="en-US" sz="2000"/>
              <a:t> … a</a:t>
            </a:r>
            <a:r>
              <a:rPr lang="en-US" altLang="en-US" sz="2000" baseline="-25000"/>
              <a:t>1</a:t>
            </a:r>
            <a:r>
              <a:rPr lang="en-US" altLang="en-US" sz="2000"/>
              <a:t>a</a:t>
            </a:r>
            <a:r>
              <a:rPr lang="en-US" altLang="en-US" sz="2000" baseline="-25000"/>
              <a:t>0</a:t>
            </a:r>
          </a:p>
          <a:p>
            <a:pPr eaLnBrk="1" hangingPunct="1"/>
            <a:r>
              <a:rPr lang="en-US" altLang="en-US" sz="2000"/>
              <a:t>A</a:t>
            </a:r>
            <a:r>
              <a:rPr lang="en-US" altLang="en-US" sz="2000" baseline="-25000"/>
              <a:t>2’scom</a:t>
            </a:r>
            <a:r>
              <a:rPr lang="en-US" altLang="en-US" sz="2000"/>
              <a:t>= </a:t>
            </a:r>
            <a:r>
              <a:rPr lang="en-US" altLang="en-US" sz="2000" u="sng"/>
              <a:t>1</a:t>
            </a:r>
            <a:r>
              <a:rPr lang="en-US" altLang="en-US" sz="2000" u="sng">
                <a:sym typeface="Symbol" panose="05050102010706020507" pitchFamily="18" charset="2"/>
              </a:rPr>
              <a:t></a:t>
            </a:r>
            <a:r>
              <a:rPr lang="en-US" altLang="en-US" sz="2000">
                <a:sym typeface="Symbol" panose="05050102010706020507" pitchFamily="18" charset="2"/>
              </a:rPr>
              <a:t>a</a:t>
            </a:r>
            <a:r>
              <a:rPr lang="en-US" altLang="en-US" sz="2000" baseline="-25000">
                <a:sym typeface="Symbol" panose="05050102010706020507" pitchFamily="18" charset="2"/>
              </a:rPr>
              <a:t>n-2</a:t>
            </a:r>
            <a:r>
              <a:rPr lang="en-US" altLang="en-US" sz="2000">
                <a:sym typeface="Symbol" panose="05050102010706020507" pitchFamily="18" charset="2"/>
              </a:rPr>
              <a:t>a</a:t>
            </a:r>
            <a:r>
              <a:rPr lang="en-US" altLang="en-US" sz="2000" baseline="-25000">
                <a:sym typeface="Symbol" panose="05050102010706020507" pitchFamily="18" charset="2"/>
              </a:rPr>
              <a:t>n-3</a:t>
            </a:r>
            <a:r>
              <a:rPr lang="en-US" altLang="en-US" sz="2000">
                <a:sym typeface="Symbol" panose="05050102010706020507" pitchFamily="18" charset="2"/>
              </a:rPr>
              <a:t> … a</a:t>
            </a:r>
            <a:r>
              <a:rPr lang="en-US" altLang="en-US" sz="2000" baseline="-25000">
                <a:sym typeface="Symbol" panose="05050102010706020507" pitchFamily="18" charset="2"/>
              </a:rPr>
              <a:t>1</a:t>
            </a:r>
            <a:r>
              <a:rPr lang="en-US" altLang="en-US" sz="2000">
                <a:sym typeface="Symbol" panose="05050102010706020507" pitchFamily="18" charset="2"/>
              </a:rPr>
              <a:t> a0 + 1</a:t>
            </a:r>
          </a:p>
          <a:p>
            <a:pPr eaLnBrk="1" hangingPunct="1"/>
            <a:endParaRPr lang="en-US" altLang="en-US" sz="2000">
              <a:sym typeface="Symbol" panose="05050102010706020507" pitchFamily="18" charset="2"/>
            </a:endParaRPr>
          </a:p>
          <a:p>
            <a:pPr eaLnBrk="1" hangingPunct="1"/>
            <a:r>
              <a:rPr lang="en-US" altLang="en-US" sz="2000">
                <a:sym typeface="Symbol" panose="05050102010706020507" pitchFamily="18" charset="2"/>
              </a:rPr>
              <a:t>Example:</a:t>
            </a:r>
          </a:p>
          <a:p>
            <a:pPr eaLnBrk="1" hangingPunct="1"/>
            <a:endParaRPr lang="en-US" altLang="en-US" sz="2000">
              <a:sym typeface="Symbol" panose="05050102010706020507" pitchFamily="18" charset="2"/>
            </a:endParaRPr>
          </a:p>
          <a:p>
            <a:pPr eaLnBrk="1" hangingPunct="1"/>
            <a:r>
              <a:rPr lang="en-US" altLang="en-US" sz="2000"/>
              <a:t>+5  -  </a:t>
            </a:r>
            <a:r>
              <a:rPr lang="en-US" altLang="en-US" sz="2000" u="sng"/>
              <a:t>0</a:t>
            </a:r>
            <a:r>
              <a:rPr lang="en-US" altLang="en-US" sz="2000"/>
              <a:t>101</a:t>
            </a:r>
          </a:p>
          <a:p>
            <a:pPr eaLnBrk="1" hangingPunct="1"/>
            <a:r>
              <a:rPr lang="en-US" altLang="en-US" sz="2000"/>
              <a:t> -5  -  </a:t>
            </a:r>
            <a:r>
              <a:rPr lang="en-US" altLang="en-US" sz="2000" u="sng"/>
              <a:t>1</a:t>
            </a:r>
            <a:r>
              <a:rPr lang="en-US" altLang="en-US" sz="2000"/>
              <a:t>011</a:t>
            </a:r>
          </a:p>
          <a:p>
            <a:pPr eaLnBrk="1" hangingPunct="1">
              <a:spcAft>
                <a:spcPct val="50000"/>
              </a:spcAft>
            </a:pPr>
            <a:r>
              <a:rPr lang="en-US" altLang="en-US" sz="2000"/>
              <a:t>A</a:t>
            </a:r>
            <a:r>
              <a:rPr lang="en-US" altLang="en-US" sz="2000" baseline="-25000"/>
              <a:t>2’scom</a:t>
            </a:r>
            <a:r>
              <a:rPr lang="en-US" altLang="en-US" sz="2000"/>
              <a:t>= 2</a:t>
            </a:r>
            <a:r>
              <a:rPr lang="en-US" altLang="en-US" sz="2000" baseline="30000"/>
              <a:t>n </a:t>
            </a:r>
            <a:r>
              <a:rPr lang="en-US" altLang="en-US" sz="2000"/>
              <a:t>-  |A|</a:t>
            </a:r>
          </a:p>
          <a:p>
            <a:pPr rtl="1" eaLnBrk="1" hangingPunct="1"/>
            <a:r>
              <a:rPr lang="en-US" altLang="en-US" sz="2000">
                <a:solidFill>
                  <a:srgbClr val="0000FF"/>
                </a:solidFill>
              </a:rPr>
              <a:t>Range   -(2</a:t>
            </a:r>
            <a:r>
              <a:rPr lang="en-US" altLang="en-US" sz="2000" baseline="30000">
                <a:solidFill>
                  <a:srgbClr val="0000FF"/>
                </a:solidFill>
              </a:rPr>
              <a:t>n-1</a:t>
            </a:r>
            <a:r>
              <a:rPr lang="en-US" altLang="en-US" sz="2000">
                <a:solidFill>
                  <a:srgbClr val="0000FF"/>
                </a:solidFill>
              </a:rPr>
              <a:t>)  to  2</a:t>
            </a:r>
            <a:r>
              <a:rPr lang="en-US" altLang="en-US" sz="2000" baseline="30000">
                <a:solidFill>
                  <a:srgbClr val="0000FF"/>
                </a:solidFill>
              </a:rPr>
              <a:t>n-1</a:t>
            </a:r>
            <a:r>
              <a:rPr lang="en-US" altLang="en-US" sz="2000">
                <a:solidFill>
                  <a:srgbClr val="0000FF"/>
                </a:solidFill>
              </a:rPr>
              <a:t>-1</a:t>
            </a:r>
            <a:endParaRPr lang="ru-RU" altLang="en-US" sz="2000"/>
          </a:p>
        </p:txBody>
      </p:sp>
      <p:sp>
        <p:nvSpPr>
          <p:cNvPr id="15368" name="Rectangle 9">
            <a:extLst>
              <a:ext uri="{FF2B5EF4-FFF2-40B4-BE49-F238E27FC236}">
                <a16:creationId xmlns:a16="http://schemas.microsoft.com/office/drawing/2014/main" id="{214D334F-06C6-1447-4719-9FD6D9ACE248}"/>
              </a:ext>
            </a:extLst>
          </p:cNvPr>
          <p:cNvSpPr>
            <a:spLocks noGrp="1" noChangeArrowheads="1"/>
          </p:cNvSpPr>
          <p:nvPr>
            <p:ph type="title"/>
          </p:nvPr>
        </p:nvSpPr>
        <p:spPr/>
        <p:txBody>
          <a:bodyPr>
            <a:normAutofit/>
          </a:bodyPr>
          <a:lstStyle/>
          <a:p>
            <a:r>
              <a:rPr lang="en-US" altLang="en-US" dirty="0"/>
              <a:t>One’s Complement 			  Two’s Complement</a:t>
            </a:r>
            <a:endParaRPr lang="ru-RU"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4">
            <a:extLst>
              <a:ext uri="{FF2B5EF4-FFF2-40B4-BE49-F238E27FC236}">
                <a16:creationId xmlns:a16="http://schemas.microsoft.com/office/drawing/2014/main" id="{D1BD53A8-E7E8-8920-7485-D3DA9A56C167}"/>
              </a:ext>
            </a:extLst>
          </p:cNvPr>
          <p:cNvSpPr>
            <a:spLocks noGrp="1" noChangeArrowheads="1"/>
          </p:cNvSpPr>
          <p:nvPr>
            <p:ph type="title"/>
          </p:nvPr>
        </p:nvSpPr>
        <p:spPr/>
        <p:txBody>
          <a:bodyPr/>
          <a:lstStyle/>
          <a:p>
            <a:r>
              <a:rPr lang="en-US" altLang="en-US"/>
              <a:t>Example: Tables of Codes (n=8)</a:t>
            </a:r>
            <a:endParaRPr lang="ru-RU" altLang="en-US"/>
          </a:p>
        </p:txBody>
      </p:sp>
      <p:graphicFrame>
        <p:nvGraphicFramePr>
          <p:cNvPr id="4" name="Table 3">
            <a:extLst>
              <a:ext uri="{FF2B5EF4-FFF2-40B4-BE49-F238E27FC236}">
                <a16:creationId xmlns:a16="http://schemas.microsoft.com/office/drawing/2014/main" id="{DB7F1241-27B3-45E0-B2DB-EC9EB342CD75}"/>
              </a:ext>
            </a:extLst>
          </p:cNvPr>
          <p:cNvGraphicFramePr>
            <a:graphicFrameLocks noGrp="1"/>
          </p:cNvGraphicFramePr>
          <p:nvPr>
            <p:extLst>
              <p:ext uri="{D42A27DB-BD31-4B8C-83A1-F6EECF244321}">
                <p14:modId xmlns:p14="http://schemas.microsoft.com/office/powerpoint/2010/main" val="3480562234"/>
              </p:ext>
            </p:extLst>
          </p:nvPr>
        </p:nvGraphicFramePr>
        <p:xfrm>
          <a:off x="1981200" y="1585913"/>
          <a:ext cx="8229600" cy="3992563"/>
        </p:xfrm>
        <a:graphic>
          <a:graphicData uri="http://schemas.openxmlformats.org/drawingml/2006/table">
            <a:tbl>
              <a:tblPr firstRow="1" bandRow="1">
                <a:tableStyleId>{5C22544A-7EE6-4342-B048-85BDC9FD1C3A}</a:tableStyleId>
              </a:tblPr>
              <a:tblGrid>
                <a:gridCol w="2003729">
                  <a:extLst>
                    <a:ext uri="{9D8B030D-6E8A-4147-A177-3AD203B41FA5}">
                      <a16:colId xmlns:a16="http://schemas.microsoft.com/office/drawing/2014/main" val="20000"/>
                    </a:ext>
                  </a:extLst>
                </a:gridCol>
                <a:gridCol w="1288111">
                  <a:extLst>
                    <a:ext uri="{9D8B030D-6E8A-4147-A177-3AD203B41FA5}">
                      <a16:colId xmlns:a16="http://schemas.microsoft.com/office/drawing/2014/main" val="20001"/>
                    </a:ext>
                  </a:extLst>
                </a:gridCol>
                <a:gridCol w="1502797">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789043">
                  <a:extLst>
                    <a:ext uri="{9D8B030D-6E8A-4147-A177-3AD203B41FA5}">
                      <a16:colId xmlns:a16="http://schemas.microsoft.com/office/drawing/2014/main" val="20004"/>
                    </a:ext>
                  </a:extLst>
                </a:gridCol>
              </a:tblGrid>
              <a:tr h="655921">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7</a:t>
                      </a: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6</a:t>
                      </a: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5</a:t>
                      </a: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4</a:t>
                      </a: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3</a:t>
                      </a: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2</a:t>
                      </a: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1</a:t>
                      </a:r>
                      <a:r>
                        <a:rPr kumimoji="0" lang="en-US" sz="1800" b="0" i="0" u="none" strike="noStrike" cap="none" normalizeH="0" baseline="0" dirty="0">
                          <a:ln>
                            <a:noFill/>
                          </a:ln>
                          <a:solidFill>
                            <a:schemeClr val="bg1"/>
                          </a:solidFill>
                          <a:effectLst/>
                          <a:latin typeface="Arial" charset="0"/>
                          <a:cs typeface="Arial" charset="0"/>
                        </a:rPr>
                        <a:t>а</a:t>
                      </a:r>
                      <a:r>
                        <a:rPr kumimoji="0" lang="en-US" sz="1800" b="0" i="0" u="none" strike="noStrike" cap="none" normalizeH="0" baseline="-25000" dirty="0">
                          <a:ln>
                            <a:noFill/>
                          </a:ln>
                          <a:solidFill>
                            <a:schemeClr val="bg1"/>
                          </a:solidFill>
                          <a:effectLst/>
                          <a:latin typeface="Arial" charset="0"/>
                          <a:cs typeface="Arial" charset="0"/>
                        </a:rPr>
                        <a:t>0</a:t>
                      </a:r>
                      <a:r>
                        <a:rPr kumimoji="0" lang="ru-RU" sz="1800" b="0" i="0" u="none" strike="noStrike" cap="none" normalizeH="0" baseline="0" dirty="0">
                          <a:ln>
                            <a:noFill/>
                          </a:ln>
                          <a:solidFill>
                            <a:schemeClr val="bg1"/>
                          </a:solidFill>
                          <a:effectLst/>
                          <a:latin typeface="Arial" charset="0"/>
                          <a:cs typeface="Arial" charset="0"/>
                        </a:rPr>
                        <a:t> </a:t>
                      </a:r>
                    </a:p>
                  </a:txBody>
                  <a:tcP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bg1"/>
                          </a:solidFill>
                          <a:effectLst/>
                          <a:latin typeface="Arial" charset="0"/>
                          <a:cs typeface="Arial" charset="0"/>
                        </a:rPr>
                        <a:t>Unsigned</a:t>
                      </a:r>
                      <a:endParaRPr kumimoji="0" lang="ru-RU" sz="1800" b="0" i="0" u="none" strike="noStrike" cap="none" normalizeH="0" baseline="0" dirty="0">
                        <a:ln>
                          <a:noFill/>
                        </a:ln>
                        <a:solidFill>
                          <a:schemeClr val="bg1"/>
                        </a:solidFill>
                        <a:effectLst/>
                        <a:latin typeface="Arial" charset="0"/>
                        <a:cs typeface="Arial" charset="0"/>
                      </a:endParaRPr>
                    </a:p>
                  </a:txBody>
                  <a:tcP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err="1">
                          <a:ln>
                            <a:noFill/>
                          </a:ln>
                          <a:solidFill>
                            <a:schemeClr val="bg1"/>
                          </a:solidFill>
                          <a:effectLst/>
                          <a:latin typeface="Arial" charset="0"/>
                          <a:cs typeface="Arial" charset="0"/>
                        </a:rPr>
                        <a:t>Sign&amp;Magn</a:t>
                      </a:r>
                      <a:endParaRPr kumimoji="0" lang="ru-RU" sz="1800" b="0" i="0" u="none" strike="noStrike" cap="none" normalizeH="0" baseline="0" dirty="0">
                        <a:ln>
                          <a:noFill/>
                        </a:ln>
                        <a:solidFill>
                          <a:schemeClr val="bg1"/>
                        </a:solidFill>
                        <a:effectLst/>
                        <a:latin typeface="Arial" charset="0"/>
                        <a:cs typeface="Arial" charset="0"/>
                      </a:endParaRPr>
                    </a:p>
                  </a:txBody>
                  <a:tcP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bg1"/>
                          </a:solidFill>
                          <a:effectLst/>
                          <a:latin typeface="Arial" charset="0"/>
                          <a:cs typeface="Arial" charset="0"/>
                        </a:rPr>
                        <a:t>One’s </a:t>
                      </a:r>
                      <a:r>
                        <a:rPr kumimoji="0" lang="en-US" sz="1800" b="0" i="0" u="none" strike="noStrike" cap="none" normalizeH="0" baseline="0" dirty="0" err="1">
                          <a:ln>
                            <a:noFill/>
                          </a:ln>
                          <a:solidFill>
                            <a:schemeClr val="bg1"/>
                          </a:solidFill>
                          <a:effectLst/>
                          <a:latin typeface="Arial" charset="0"/>
                          <a:cs typeface="Arial" charset="0"/>
                        </a:rPr>
                        <a:t>compl</a:t>
                      </a:r>
                      <a:r>
                        <a:rPr kumimoji="0" lang="en-US" sz="1800" b="0" i="0" u="none" strike="noStrike" cap="none" normalizeH="0" baseline="0" dirty="0">
                          <a:ln>
                            <a:noFill/>
                          </a:ln>
                          <a:solidFill>
                            <a:schemeClr val="bg1"/>
                          </a:solidFill>
                          <a:effectLst/>
                          <a:latin typeface="Arial" charset="0"/>
                          <a:cs typeface="Arial" charset="0"/>
                        </a:rPr>
                        <a:t>.</a:t>
                      </a:r>
                      <a:endParaRPr kumimoji="0" lang="ru-RU" sz="1800" b="0" i="0" u="none" strike="noStrike" cap="none" normalizeH="0" baseline="0" dirty="0">
                        <a:ln>
                          <a:noFill/>
                        </a:ln>
                        <a:solidFill>
                          <a:schemeClr val="bg1"/>
                        </a:solidFill>
                        <a:effectLst/>
                        <a:latin typeface="Arial" charset="0"/>
                        <a:cs typeface="Arial" charset="0"/>
                      </a:endParaRPr>
                    </a:p>
                  </a:txBody>
                  <a:tcPr horzOverflow="overflow">
                    <a:lnT w="12700" cap="flat" cmpd="sng" algn="ctr">
                      <a:solidFill>
                        <a:schemeClr val="tx1"/>
                      </a:solidFill>
                      <a:prstDash val="solid"/>
                      <a:round/>
                      <a:headEnd type="none" w="med" len="med"/>
                      <a:tailEnd type="none" w="med" len="med"/>
                    </a:lnT>
                  </a:tcPr>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bg1"/>
                          </a:solidFill>
                          <a:effectLst/>
                          <a:latin typeface="Arial" charset="0"/>
                          <a:cs typeface="Arial" charset="0"/>
                        </a:rPr>
                        <a:t>Two’s </a:t>
                      </a:r>
                      <a:r>
                        <a:rPr kumimoji="0" lang="en-US" sz="1800" b="0" i="0" u="none" strike="noStrike" cap="none" normalizeH="0" baseline="0" dirty="0" err="1">
                          <a:ln>
                            <a:noFill/>
                          </a:ln>
                          <a:solidFill>
                            <a:schemeClr val="bg1"/>
                          </a:solidFill>
                          <a:effectLst/>
                          <a:latin typeface="Arial" charset="0"/>
                          <a:cs typeface="Arial" charset="0"/>
                        </a:rPr>
                        <a:t>compl</a:t>
                      </a:r>
                      <a:r>
                        <a:rPr kumimoji="0" lang="en-US" sz="1800" b="0" i="0" u="none" strike="noStrike" cap="none" normalizeH="0" baseline="0" dirty="0">
                          <a:ln>
                            <a:noFill/>
                          </a:ln>
                          <a:solidFill>
                            <a:schemeClr val="bg1"/>
                          </a:solidFill>
                          <a:effectLst/>
                          <a:latin typeface="Arial" charset="0"/>
                          <a:cs typeface="Arial" charset="0"/>
                        </a:rPr>
                        <a:t>.</a:t>
                      </a:r>
                      <a:endParaRPr kumimoji="0" lang="ru-RU" sz="1800" b="0" i="0" u="none" strike="noStrike" cap="none" normalizeH="0" baseline="0" dirty="0">
                        <a:ln>
                          <a:noFill/>
                        </a:ln>
                        <a:solidFill>
                          <a:schemeClr val="bg1"/>
                        </a:solidFill>
                        <a:effectLst/>
                        <a:latin typeface="Arial" charset="0"/>
                        <a:cs typeface="Arial" charset="0"/>
                      </a:endParaRPr>
                    </a:p>
                  </a:txBody>
                  <a:tcPr horzOverflow="overflow">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0"/>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00000000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1"/>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00000001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2"/>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a:ln>
                            <a:noFill/>
                          </a:ln>
                          <a:solidFill>
                            <a:schemeClr val="tx1"/>
                          </a:solidFill>
                          <a:effectLst/>
                          <a:latin typeface="Arial" charset="0"/>
                          <a:cs typeface="Arial" charset="0"/>
                        </a:rPr>
                        <a:t>.  .  . </a:t>
                      </a:r>
                      <a:endParaRPr kumimoji="0" lang="ru-RU" sz="1800" b="1"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dirty="0">
                          <a:ln>
                            <a:noFill/>
                          </a:ln>
                          <a:solidFill>
                            <a:schemeClr val="tx1"/>
                          </a:solidFill>
                          <a:effectLst/>
                          <a:latin typeface="Arial" charset="0"/>
                          <a:cs typeface="Arial" charset="0"/>
                        </a:rPr>
                        <a:t>.  .  . </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a:ln>
                            <a:noFill/>
                          </a:ln>
                          <a:solidFill>
                            <a:schemeClr val="tx1"/>
                          </a:solidFill>
                          <a:effectLst/>
                          <a:latin typeface="Arial" charset="0"/>
                          <a:cs typeface="Arial" charset="0"/>
                        </a:rPr>
                        <a:t>.  .  . </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a:ln>
                            <a:noFill/>
                          </a:ln>
                          <a:solidFill>
                            <a:schemeClr val="tx1"/>
                          </a:solidFill>
                          <a:effectLst/>
                          <a:latin typeface="Arial" charset="0"/>
                          <a:cs typeface="Arial" charset="0"/>
                        </a:rPr>
                        <a:t>.  .  . </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dirty="0">
                          <a:ln>
                            <a:noFill/>
                          </a:ln>
                          <a:solidFill>
                            <a:schemeClr val="tx1"/>
                          </a:solidFill>
                          <a:effectLst/>
                          <a:latin typeface="Arial" charset="0"/>
                          <a:cs typeface="Arial" charset="0"/>
                        </a:rPr>
                        <a:t>.  .  . </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3"/>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01111111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127</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127</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127</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127</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4"/>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10000000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128</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- 127</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-128</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5"/>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10000001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129</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- 1 </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- 126</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- 127</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6"/>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a:ln>
                            <a:noFill/>
                          </a:ln>
                          <a:solidFill>
                            <a:schemeClr val="tx1"/>
                          </a:solidFill>
                          <a:effectLst/>
                          <a:latin typeface="Arial" charset="0"/>
                          <a:cs typeface="Arial" charset="0"/>
                        </a:rPr>
                        <a:t>.  .  . </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a:ln>
                            <a:noFill/>
                          </a:ln>
                          <a:solidFill>
                            <a:schemeClr val="tx1"/>
                          </a:solidFill>
                          <a:effectLst/>
                          <a:latin typeface="Arial" charset="0"/>
                          <a:cs typeface="Arial" charset="0"/>
                        </a:rPr>
                        <a:t>.  .  . </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a:ln>
                            <a:noFill/>
                          </a:ln>
                          <a:solidFill>
                            <a:schemeClr val="tx1"/>
                          </a:solidFill>
                          <a:effectLst/>
                          <a:latin typeface="Arial" charset="0"/>
                          <a:cs typeface="Arial" charset="0"/>
                        </a:rPr>
                        <a:t>.  .  . </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a:ln>
                            <a:noFill/>
                          </a:ln>
                          <a:solidFill>
                            <a:schemeClr val="tx1"/>
                          </a:solidFill>
                          <a:effectLst/>
                          <a:latin typeface="Arial" charset="0"/>
                          <a:cs typeface="Arial" charset="0"/>
                        </a:rPr>
                        <a:t>.  .  . </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1" i="0" u="none" strike="noStrike" cap="none" normalizeH="0" baseline="0" dirty="0">
                          <a:ln>
                            <a:noFill/>
                          </a:ln>
                          <a:solidFill>
                            <a:schemeClr val="tx1"/>
                          </a:solidFill>
                          <a:effectLst/>
                          <a:latin typeface="Arial" charset="0"/>
                          <a:cs typeface="Arial" charset="0"/>
                        </a:rPr>
                        <a:t>.  .  . </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7"/>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11111110</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254</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- 126</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- 2</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8"/>
                  </a:ext>
                </a:extLst>
              </a:tr>
              <a:tr h="370738">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11111111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255</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- 127</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- 0</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9"/>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F74A8AE-6D46-B48E-D869-5F80DA0EA37A}"/>
              </a:ext>
            </a:extLst>
          </p:cNvPr>
          <p:cNvSpPr>
            <a:spLocks noGrp="1"/>
          </p:cNvSpPr>
          <p:nvPr>
            <p:ph type="body" sz="quarter" idx="10"/>
          </p:nvPr>
        </p:nvSpPr>
        <p:spPr/>
        <p:txBody>
          <a:bodyPr/>
          <a:lstStyle/>
          <a:p>
            <a:pPr eaLnBrk="1" hangingPunct="1"/>
            <a:r>
              <a:rPr lang="en-US" altLang="en-US" sz="2400" dirty="0">
                <a:solidFill>
                  <a:srgbClr val="0000FF"/>
                </a:solidFill>
              </a:rPr>
              <a:t>Addition:</a:t>
            </a:r>
          </a:p>
          <a:p>
            <a:pPr lvl="1"/>
            <a:r>
              <a:rPr lang="en-US" altLang="en-US" dirty="0"/>
              <a:t>C</a:t>
            </a:r>
            <a:r>
              <a:rPr lang="ru-RU" altLang="en-US" dirty="0"/>
              <a:t> = </a:t>
            </a:r>
            <a:r>
              <a:rPr lang="en-US" altLang="en-US" dirty="0"/>
              <a:t>A</a:t>
            </a:r>
            <a:r>
              <a:rPr lang="ru-RU" altLang="en-US" dirty="0"/>
              <a:t> + </a:t>
            </a:r>
            <a:r>
              <a:rPr lang="en-US" altLang="en-US" dirty="0"/>
              <a:t>B</a:t>
            </a:r>
          </a:p>
          <a:p>
            <a:pPr lvl="1"/>
            <a:r>
              <a:rPr lang="en-US" altLang="en-US" dirty="0"/>
              <a:t>A</a:t>
            </a:r>
            <a:r>
              <a:rPr lang="en-US" altLang="en-US" dirty="0">
                <a:sym typeface="Symbol" panose="05050102010706020507" pitchFamily="18" charset="2"/>
              </a:rPr>
              <a:t></a:t>
            </a:r>
            <a:r>
              <a:rPr lang="en-US" altLang="en-US" dirty="0"/>
              <a:t> 0,   B </a:t>
            </a:r>
            <a:r>
              <a:rPr lang="en-US" altLang="en-US" dirty="0">
                <a:sym typeface="Symbol" panose="05050102010706020507" pitchFamily="18" charset="2"/>
              </a:rPr>
              <a:t></a:t>
            </a:r>
            <a:r>
              <a:rPr lang="en-US" altLang="en-US" dirty="0"/>
              <a:t> 0,   </a:t>
            </a:r>
            <a:r>
              <a:rPr lang="en-US" altLang="en-US" dirty="0">
                <a:sym typeface="Symbol" panose="05050102010706020507" pitchFamily="18" charset="2"/>
              </a:rPr>
              <a:t>|</a:t>
            </a:r>
            <a:r>
              <a:rPr lang="en-US" altLang="en-US" dirty="0"/>
              <a:t>A| </a:t>
            </a:r>
            <a:r>
              <a:rPr lang="en-US" altLang="en-US" dirty="0">
                <a:sym typeface="Symbol" panose="05050102010706020507" pitchFamily="18" charset="2"/>
              </a:rPr>
              <a:t></a:t>
            </a:r>
            <a:r>
              <a:rPr lang="en-US" altLang="en-US" dirty="0"/>
              <a:t> B</a:t>
            </a:r>
          </a:p>
          <a:p>
            <a:pPr lvl="1"/>
            <a:r>
              <a:rPr lang="en-US" altLang="en-US" dirty="0"/>
              <a:t>A</a:t>
            </a:r>
            <a:r>
              <a:rPr lang="en-US" altLang="en-US" baseline="-25000" dirty="0"/>
              <a:t>2’ </a:t>
            </a:r>
            <a:r>
              <a:rPr lang="en-US" altLang="en-US" sz="1600" baseline="-25000" dirty="0" err="1"/>
              <a:t>s</a:t>
            </a:r>
            <a:r>
              <a:rPr lang="en-US" altLang="en-US" baseline="-25000" dirty="0" err="1"/>
              <a:t>com</a:t>
            </a:r>
            <a:r>
              <a:rPr lang="en-US" altLang="en-US" dirty="0"/>
              <a:t> + B = 2</a:t>
            </a:r>
            <a:r>
              <a:rPr lang="en-US" altLang="en-US" baseline="30000" dirty="0"/>
              <a:t>n</a:t>
            </a:r>
            <a:r>
              <a:rPr lang="en-US" altLang="en-US" dirty="0"/>
              <a:t> </a:t>
            </a:r>
            <a:r>
              <a:rPr lang="en-US" altLang="en-US" dirty="0">
                <a:sym typeface="Symbol" panose="05050102010706020507" pitchFamily="18" charset="2"/>
              </a:rPr>
              <a:t></a:t>
            </a:r>
            <a:r>
              <a:rPr lang="en-US" altLang="en-US" dirty="0"/>
              <a:t> |A| + B = B </a:t>
            </a:r>
            <a:r>
              <a:rPr lang="en-US" altLang="en-US" dirty="0">
                <a:sym typeface="Symbol" panose="05050102010706020507" pitchFamily="18" charset="2"/>
              </a:rPr>
              <a:t></a:t>
            </a:r>
            <a:r>
              <a:rPr lang="en-US" altLang="en-US" dirty="0"/>
              <a:t> |A|</a:t>
            </a:r>
          </a:p>
          <a:p>
            <a:pPr eaLnBrk="1" hangingPunct="1"/>
            <a:endParaRPr lang="en-US" altLang="en-US" sz="2400" dirty="0">
              <a:solidFill>
                <a:srgbClr val="0000FF"/>
              </a:solidFill>
            </a:endParaRPr>
          </a:p>
          <a:p>
            <a:pPr eaLnBrk="1" hangingPunct="1"/>
            <a:endParaRPr lang="en-US" altLang="en-US" dirty="0">
              <a:solidFill>
                <a:srgbClr val="0000FF"/>
              </a:solidFill>
            </a:endParaRPr>
          </a:p>
          <a:p>
            <a:pPr eaLnBrk="1" hangingPunct="1"/>
            <a:r>
              <a:rPr lang="en-US" altLang="en-US" sz="2400" dirty="0">
                <a:solidFill>
                  <a:srgbClr val="0000FF"/>
                </a:solidFill>
              </a:rPr>
              <a:t>The result </a:t>
            </a:r>
            <a:r>
              <a:rPr lang="ru-RU" altLang="en-US" sz="2400" dirty="0">
                <a:solidFill>
                  <a:srgbClr val="0000FF"/>
                </a:solidFill>
              </a:rPr>
              <a:t> </a:t>
            </a:r>
            <a:r>
              <a:rPr lang="en-US" altLang="en-US" sz="2400" dirty="0">
                <a:solidFill>
                  <a:srgbClr val="0000FF"/>
                </a:solidFill>
              </a:rPr>
              <a:t>is positive and carry from sign bit (2</a:t>
            </a:r>
            <a:r>
              <a:rPr lang="en-US" altLang="en-US" sz="2400" baseline="30000" dirty="0">
                <a:solidFill>
                  <a:srgbClr val="0000FF"/>
                </a:solidFill>
              </a:rPr>
              <a:t>n</a:t>
            </a:r>
            <a:r>
              <a:rPr lang="en-US" altLang="en-US" sz="2400" dirty="0">
                <a:solidFill>
                  <a:srgbClr val="0000FF"/>
                </a:solidFill>
              </a:rPr>
              <a:t>) is discarded</a:t>
            </a:r>
            <a:r>
              <a:rPr lang="en-US" altLang="en-US" sz="2400" dirty="0">
                <a:solidFill>
                  <a:srgbClr val="0033CC"/>
                </a:solidFill>
              </a:rPr>
              <a:t>.</a:t>
            </a:r>
          </a:p>
          <a:p>
            <a:pPr lvl="1"/>
            <a:r>
              <a:rPr lang="en-US" altLang="en-US" dirty="0"/>
              <a:t> А </a:t>
            </a:r>
            <a:r>
              <a:rPr lang="en-US" altLang="en-US" dirty="0">
                <a:sym typeface="Symbol" panose="05050102010706020507" pitchFamily="18" charset="2"/>
              </a:rPr>
              <a:t></a:t>
            </a:r>
            <a:r>
              <a:rPr lang="en-US" altLang="en-US" dirty="0"/>
              <a:t> 0,   B</a:t>
            </a:r>
            <a:r>
              <a:rPr lang="en-US" altLang="en-US" dirty="0">
                <a:sym typeface="Symbol" panose="05050102010706020507" pitchFamily="18" charset="2"/>
              </a:rPr>
              <a:t></a:t>
            </a:r>
            <a:r>
              <a:rPr lang="en-US" altLang="en-US" dirty="0"/>
              <a:t> 0,   </a:t>
            </a:r>
            <a:r>
              <a:rPr lang="en-US" altLang="en-US" dirty="0">
                <a:sym typeface="Symbol" panose="05050102010706020507" pitchFamily="18" charset="2"/>
              </a:rPr>
              <a:t>|</a:t>
            </a:r>
            <a:r>
              <a:rPr lang="en-US" altLang="en-US" dirty="0"/>
              <a:t>A| </a:t>
            </a:r>
            <a:r>
              <a:rPr lang="en-US" altLang="en-US" dirty="0">
                <a:sym typeface="Symbol" panose="05050102010706020507" pitchFamily="18" charset="2"/>
              </a:rPr>
              <a:t></a:t>
            </a:r>
            <a:r>
              <a:rPr lang="en-US" altLang="en-US" dirty="0"/>
              <a:t> B.</a:t>
            </a:r>
          </a:p>
          <a:p>
            <a:pPr lvl="1"/>
            <a:r>
              <a:rPr lang="en-US" altLang="en-US" dirty="0"/>
              <a:t>A</a:t>
            </a:r>
            <a:r>
              <a:rPr lang="en-US" altLang="en-US" baseline="-25000" dirty="0"/>
              <a:t>2’scom</a:t>
            </a:r>
            <a:r>
              <a:rPr lang="en-US" altLang="en-US" dirty="0"/>
              <a:t> + B = 2</a:t>
            </a:r>
            <a:r>
              <a:rPr lang="en-US" altLang="en-US" baseline="30000" dirty="0"/>
              <a:t>n</a:t>
            </a:r>
            <a:r>
              <a:rPr lang="en-US" altLang="en-US" dirty="0"/>
              <a:t> </a:t>
            </a:r>
            <a:r>
              <a:rPr lang="en-US" altLang="en-US" dirty="0">
                <a:sym typeface="Symbol" panose="05050102010706020507" pitchFamily="18" charset="2"/>
              </a:rPr>
              <a:t></a:t>
            </a:r>
            <a:r>
              <a:rPr lang="en-US" altLang="en-US" dirty="0"/>
              <a:t> (</a:t>
            </a:r>
            <a:r>
              <a:rPr lang="en-US" altLang="en-US" dirty="0">
                <a:sym typeface="Symbol" panose="05050102010706020507" pitchFamily="18" charset="2"/>
              </a:rPr>
              <a:t>|</a:t>
            </a:r>
            <a:r>
              <a:rPr lang="en-US" altLang="en-US" dirty="0"/>
              <a:t>A|</a:t>
            </a:r>
            <a:r>
              <a:rPr lang="en-US" altLang="en-US" dirty="0">
                <a:sym typeface="Symbol" panose="05050102010706020507" pitchFamily="18" charset="2"/>
              </a:rPr>
              <a:t></a:t>
            </a:r>
            <a:r>
              <a:rPr lang="en-US" altLang="en-US" dirty="0"/>
              <a:t>B)= 2</a:t>
            </a:r>
            <a:r>
              <a:rPr lang="en-US" altLang="en-US" baseline="30000" dirty="0"/>
              <a:t>n </a:t>
            </a:r>
            <a:r>
              <a:rPr lang="en-US" altLang="en-US" dirty="0">
                <a:sym typeface="Symbol" panose="05050102010706020507" pitchFamily="18" charset="2"/>
              </a:rPr>
              <a:t></a:t>
            </a:r>
            <a:r>
              <a:rPr lang="en-US" altLang="en-US" dirty="0"/>
              <a:t> |C|= C</a:t>
            </a:r>
            <a:r>
              <a:rPr lang="en-US" altLang="en-US" baseline="-25000" dirty="0"/>
              <a:t>2’scom</a:t>
            </a:r>
            <a:endParaRPr lang="en-US" altLang="en-US" dirty="0"/>
          </a:p>
          <a:p>
            <a:endParaRPr lang="en-US" dirty="0"/>
          </a:p>
        </p:txBody>
      </p:sp>
      <p:sp>
        <p:nvSpPr>
          <p:cNvPr id="17410" name="Rectangle 2">
            <a:extLst>
              <a:ext uri="{FF2B5EF4-FFF2-40B4-BE49-F238E27FC236}">
                <a16:creationId xmlns:a16="http://schemas.microsoft.com/office/drawing/2014/main" id="{6F83D9B8-A386-DF50-1C0F-C16521B0FF46}"/>
              </a:ext>
            </a:extLst>
          </p:cNvPr>
          <p:cNvSpPr>
            <a:spLocks noGrp="1" noChangeArrowheads="1"/>
          </p:cNvSpPr>
          <p:nvPr>
            <p:ph type="title"/>
          </p:nvPr>
        </p:nvSpPr>
        <p:spPr/>
        <p:txBody>
          <a:bodyPr/>
          <a:lstStyle/>
          <a:p>
            <a:r>
              <a:rPr lang="en-US" altLang="en-US"/>
              <a:t>Two’s Complement Addition </a:t>
            </a:r>
            <a:endParaRPr lang="ru-RU" altLang="en-US"/>
          </a:p>
        </p:txBody>
      </p:sp>
      <p:grpSp>
        <p:nvGrpSpPr>
          <p:cNvPr id="17413" name="Group 16">
            <a:extLst>
              <a:ext uri="{FF2B5EF4-FFF2-40B4-BE49-F238E27FC236}">
                <a16:creationId xmlns:a16="http://schemas.microsoft.com/office/drawing/2014/main" id="{723C90B0-5919-40D5-B08F-99FBC46F13F9}"/>
              </a:ext>
            </a:extLst>
          </p:cNvPr>
          <p:cNvGrpSpPr>
            <a:grpSpLocks/>
          </p:cNvGrpSpPr>
          <p:nvPr/>
        </p:nvGrpSpPr>
        <p:grpSpPr bwMode="auto">
          <a:xfrm>
            <a:off x="1005839" y="5372320"/>
            <a:ext cx="4800600" cy="1006475"/>
            <a:chOff x="1152" y="3213"/>
            <a:chExt cx="3024" cy="634"/>
          </a:xfrm>
          <a:solidFill>
            <a:schemeClr val="accent1">
              <a:lumMod val="20000"/>
              <a:lumOff val="80000"/>
            </a:schemeClr>
          </a:solidFill>
        </p:grpSpPr>
        <p:grpSp>
          <p:nvGrpSpPr>
            <p:cNvPr id="17415" name="Group 10">
              <a:extLst>
                <a:ext uri="{FF2B5EF4-FFF2-40B4-BE49-F238E27FC236}">
                  <a16:creationId xmlns:a16="http://schemas.microsoft.com/office/drawing/2014/main" id="{E3D89C75-41DB-49B8-A977-1E564FBBE7BE}"/>
                </a:ext>
              </a:extLst>
            </p:cNvPr>
            <p:cNvGrpSpPr>
              <a:grpSpLocks/>
            </p:cNvGrpSpPr>
            <p:nvPr/>
          </p:nvGrpSpPr>
          <p:grpSpPr bwMode="auto">
            <a:xfrm>
              <a:off x="1152" y="3213"/>
              <a:ext cx="3024" cy="634"/>
              <a:chOff x="192" y="3213"/>
              <a:chExt cx="3024" cy="634"/>
            </a:xfrm>
            <a:grpFill/>
          </p:grpSpPr>
          <p:sp>
            <p:nvSpPr>
              <p:cNvPr id="17418" name="Rectangle 9">
                <a:extLst>
                  <a:ext uri="{FF2B5EF4-FFF2-40B4-BE49-F238E27FC236}">
                    <a16:creationId xmlns:a16="http://schemas.microsoft.com/office/drawing/2014/main" id="{4D56ED67-F95C-49CE-B280-1869904FEDE1}"/>
                  </a:ext>
                </a:extLst>
              </p:cNvPr>
              <p:cNvSpPr>
                <a:spLocks noChangeArrowheads="1"/>
              </p:cNvSpPr>
              <p:nvPr/>
            </p:nvSpPr>
            <p:spPr bwMode="auto">
              <a:xfrm>
                <a:off x="192" y="3216"/>
                <a:ext cx="2976" cy="62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defRPr/>
                </a:pPr>
                <a:endParaRPr lang="ru-RU" altLang="en-US" sz="1800"/>
              </a:p>
            </p:txBody>
          </p:sp>
          <p:sp>
            <p:nvSpPr>
              <p:cNvPr id="13320" name="Text Box 8">
                <a:extLst>
                  <a:ext uri="{FF2B5EF4-FFF2-40B4-BE49-F238E27FC236}">
                    <a16:creationId xmlns:a16="http://schemas.microsoft.com/office/drawing/2014/main" id="{8E6024EB-1FDB-4499-86CD-E7C602BBAF06}"/>
                  </a:ext>
                </a:extLst>
              </p:cNvPr>
              <p:cNvSpPr txBox="1">
                <a:spLocks noChangeArrowheads="1"/>
              </p:cNvSpPr>
              <p:nvPr/>
            </p:nvSpPr>
            <p:spPr bwMode="auto">
              <a:xfrm>
                <a:off x="192" y="3213"/>
                <a:ext cx="3024" cy="634"/>
              </a:xfrm>
              <a:prstGeom prst="rect">
                <a:avLst/>
              </a:prstGeom>
              <a:grpFill/>
              <a:ln w="9525">
                <a:noFill/>
                <a:miter lim="800000"/>
                <a:headEnd/>
                <a:tailEnd/>
              </a:ln>
              <a:effectLst/>
            </p:spPr>
            <p:txBody>
              <a:bodyPr>
                <a:spAutoFit/>
              </a:bodyPr>
              <a:lstStyle/>
              <a:p>
                <a:pPr eaLnBrk="1" hangingPunct="1">
                  <a:defRPr/>
                </a:pPr>
                <a:r>
                  <a:rPr lang="en-US" sz="2000" dirty="0">
                    <a:solidFill>
                      <a:srgbClr val="0000FF"/>
                    </a:solidFill>
                    <a:latin typeface="Arial" charset="0"/>
                    <a:cs typeface="Arial" charset="0"/>
                  </a:rPr>
                  <a:t>Example</a:t>
                </a:r>
                <a:r>
                  <a:rPr lang="ru-RU" sz="2000" dirty="0">
                    <a:solidFill>
                      <a:srgbClr val="0000FF"/>
                    </a:solidFill>
                    <a:latin typeface="Arial" charset="0"/>
                    <a:cs typeface="Arial" charset="0"/>
                  </a:rPr>
                  <a:t>:</a:t>
                </a:r>
                <a:r>
                  <a:rPr lang="en-US" sz="2000" dirty="0">
                    <a:solidFill>
                      <a:srgbClr val="0000FF"/>
                    </a:solidFill>
                    <a:latin typeface="Arial" charset="0"/>
                    <a:cs typeface="Arial" charset="0"/>
                  </a:rPr>
                  <a:t> </a:t>
                </a:r>
                <a:r>
                  <a:rPr lang="en-US" sz="2000" dirty="0">
                    <a:latin typeface="Arial" charset="0"/>
                    <a:cs typeface="Arial" charset="0"/>
                    <a:sym typeface="Symbol" pitchFamily="18" charset="2"/>
                  </a:rPr>
                  <a:t></a:t>
                </a:r>
                <a:r>
                  <a:rPr lang="en-US" sz="2000" dirty="0">
                    <a:latin typeface="Arial" charset="0"/>
                    <a:cs typeface="Arial" charset="0"/>
                  </a:rPr>
                  <a:t> 0011100   =</a:t>
                </a:r>
                <a:r>
                  <a:rPr lang="ru-RU" sz="2000" dirty="0">
                    <a:latin typeface="Arial" charset="0"/>
                    <a:cs typeface="Arial" charset="0"/>
                  </a:rPr>
                  <a:t>	</a:t>
                </a:r>
                <a:r>
                  <a:rPr lang="en-US" sz="2000" dirty="0">
                    <a:latin typeface="Arial" charset="0"/>
                    <a:cs typeface="Arial" charset="0"/>
                  </a:rPr>
                  <a:t>+</a:t>
                </a:r>
                <a:r>
                  <a:rPr lang="ru-RU" sz="2000" u="sng" dirty="0">
                    <a:latin typeface="Arial" charset="0"/>
                    <a:cs typeface="Arial" charset="0"/>
                  </a:rPr>
                  <a:t>1</a:t>
                </a:r>
                <a:r>
                  <a:rPr lang="ru-RU" sz="2000" dirty="0">
                    <a:latin typeface="Arial" charset="0"/>
                    <a:cs typeface="Arial" charset="0"/>
                  </a:rPr>
                  <a:t> 1100100</a:t>
                </a:r>
              </a:p>
              <a:p>
                <a:pPr eaLnBrk="1" hangingPunct="1">
                  <a:defRPr/>
                </a:pPr>
                <a:r>
                  <a:rPr lang="ru-RU" sz="2000" dirty="0">
                    <a:latin typeface="Arial" charset="0"/>
                    <a:cs typeface="Arial" charset="0"/>
                  </a:rPr>
                  <a:t>	</a:t>
                </a:r>
                <a:r>
                  <a:rPr lang="en-US" sz="2000" dirty="0">
                    <a:latin typeface="Arial" charset="0"/>
                    <a:cs typeface="Arial" charset="0"/>
                  </a:rPr>
                  <a:t>  +  0000100   </a:t>
                </a:r>
                <a:r>
                  <a:rPr lang="ru-RU" sz="2000" dirty="0">
                    <a:latin typeface="Arial" charset="0"/>
                    <a:cs typeface="Arial" charset="0"/>
                  </a:rPr>
                  <a:t>	  </a:t>
                </a:r>
                <a:r>
                  <a:rPr lang="ru-RU" sz="2000" u="sng" dirty="0">
                    <a:latin typeface="Arial" charset="0"/>
                    <a:cs typeface="Arial" charset="0"/>
                  </a:rPr>
                  <a:t>0</a:t>
                </a:r>
                <a:r>
                  <a:rPr lang="ru-RU" sz="2000" dirty="0">
                    <a:latin typeface="Arial" charset="0"/>
                    <a:cs typeface="Arial" charset="0"/>
                  </a:rPr>
                  <a:t> 0000100</a:t>
                </a:r>
              </a:p>
              <a:p>
                <a:pPr eaLnBrk="1" hangingPunct="1">
                  <a:defRPr/>
                </a:pPr>
                <a:r>
                  <a:rPr lang="ru-RU" sz="2000" dirty="0">
                    <a:latin typeface="Arial" charset="0"/>
                    <a:cs typeface="Arial" charset="0"/>
                  </a:rPr>
                  <a:t>	</a:t>
                </a:r>
                <a:r>
                  <a:rPr lang="en-US" sz="2000" dirty="0">
                    <a:latin typeface="Arial" charset="0"/>
                    <a:cs typeface="Arial" charset="0"/>
                  </a:rPr>
                  <a:t>   </a:t>
                </a:r>
                <a:r>
                  <a:rPr lang="en-US" sz="2000" dirty="0">
                    <a:latin typeface="Arial" charset="0"/>
                    <a:cs typeface="Arial" charset="0"/>
                    <a:sym typeface="Symbol" pitchFamily="18" charset="2"/>
                  </a:rPr>
                  <a:t></a:t>
                </a:r>
                <a:r>
                  <a:rPr lang="en-US" sz="2000" dirty="0">
                    <a:latin typeface="Arial" charset="0"/>
                    <a:cs typeface="Arial" charset="0"/>
                  </a:rPr>
                  <a:t> 0011000</a:t>
                </a:r>
                <a:r>
                  <a:rPr lang="ru-RU" sz="2000" dirty="0">
                    <a:latin typeface="Arial" charset="0"/>
                    <a:cs typeface="Arial" charset="0"/>
                  </a:rPr>
                  <a:t>	  </a:t>
                </a:r>
                <a:r>
                  <a:rPr lang="ru-RU" sz="2000" u="sng" dirty="0">
                    <a:latin typeface="Arial" charset="0"/>
                    <a:cs typeface="Arial" charset="0"/>
                  </a:rPr>
                  <a:t>1</a:t>
                </a:r>
                <a:r>
                  <a:rPr lang="ru-RU" sz="2000" dirty="0">
                    <a:latin typeface="Arial" charset="0"/>
                    <a:cs typeface="Arial" charset="0"/>
                  </a:rPr>
                  <a:t> 1101000</a:t>
                </a:r>
              </a:p>
            </p:txBody>
          </p:sp>
        </p:grpSp>
        <p:sp>
          <p:nvSpPr>
            <p:cNvPr id="17416" name="Line 13">
              <a:extLst>
                <a:ext uri="{FF2B5EF4-FFF2-40B4-BE49-F238E27FC236}">
                  <a16:creationId xmlns:a16="http://schemas.microsoft.com/office/drawing/2014/main" id="{3099DBE1-839C-429A-8A93-61B92652E875}"/>
                </a:ext>
              </a:extLst>
            </p:cNvPr>
            <p:cNvSpPr>
              <a:spLocks noChangeShapeType="1"/>
            </p:cNvSpPr>
            <p:nvPr/>
          </p:nvSpPr>
          <p:spPr bwMode="auto">
            <a:xfrm>
              <a:off x="2976" y="3648"/>
              <a:ext cx="816" cy="0"/>
            </a:xfrm>
            <a:prstGeom prst="line">
              <a:avLst/>
            </a:prstGeom>
            <a:grpFill/>
            <a:ln w="9525">
              <a:solidFill>
                <a:schemeClr val="tx1"/>
              </a:solidFill>
              <a:round/>
              <a:headEnd/>
              <a:tailEnd/>
            </a:ln>
          </p:spPr>
          <p:txBody>
            <a:bodyPr/>
            <a:lstStyle/>
            <a:p>
              <a:pPr>
                <a:defRPr/>
              </a:pPr>
              <a:endParaRPr lang="en-US"/>
            </a:p>
          </p:txBody>
        </p:sp>
        <p:sp>
          <p:nvSpPr>
            <p:cNvPr id="17417" name="Line 13">
              <a:extLst>
                <a:ext uri="{FF2B5EF4-FFF2-40B4-BE49-F238E27FC236}">
                  <a16:creationId xmlns:a16="http://schemas.microsoft.com/office/drawing/2014/main" id="{0CE13D0C-5109-47E6-88B3-9369D1E164BB}"/>
                </a:ext>
              </a:extLst>
            </p:cNvPr>
            <p:cNvSpPr>
              <a:spLocks noChangeShapeType="1"/>
            </p:cNvSpPr>
            <p:nvPr/>
          </p:nvSpPr>
          <p:spPr bwMode="auto">
            <a:xfrm>
              <a:off x="1920" y="3634"/>
              <a:ext cx="816" cy="0"/>
            </a:xfrm>
            <a:prstGeom prst="line">
              <a:avLst/>
            </a:prstGeom>
            <a:grpFill/>
            <a:ln w="9525">
              <a:solidFill>
                <a:schemeClr val="tx1"/>
              </a:solidFill>
              <a:round/>
              <a:headEnd/>
              <a:tailEnd/>
            </a:ln>
          </p:spPr>
          <p:txBody>
            <a:bodyPr/>
            <a:lstStyle/>
            <a:p>
              <a:pPr>
                <a:defRPr/>
              </a:pPr>
              <a:endParaRPr lang="en-US"/>
            </a:p>
          </p:txBody>
        </p:sp>
      </p:grpSp>
      <p:grpSp>
        <p:nvGrpSpPr>
          <p:cNvPr id="4" name="Group 15">
            <a:extLst>
              <a:ext uri="{FF2B5EF4-FFF2-40B4-BE49-F238E27FC236}">
                <a16:creationId xmlns:a16="http://schemas.microsoft.com/office/drawing/2014/main" id="{A9B6CA00-951F-423E-8C78-3396DC30C45B}"/>
              </a:ext>
            </a:extLst>
          </p:cNvPr>
          <p:cNvGrpSpPr>
            <a:grpSpLocks/>
          </p:cNvGrpSpPr>
          <p:nvPr/>
        </p:nvGrpSpPr>
        <p:grpSpPr bwMode="auto">
          <a:xfrm>
            <a:off x="985157" y="2921190"/>
            <a:ext cx="4648200" cy="1015619"/>
            <a:chOff x="1104" y="1968"/>
            <a:chExt cx="2928" cy="727"/>
          </a:xfrm>
          <a:solidFill>
            <a:schemeClr val="accent1">
              <a:lumMod val="60000"/>
              <a:lumOff val="40000"/>
            </a:schemeClr>
          </a:solidFill>
        </p:grpSpPr>
        <p:grpSp>
          <p:nvGrpSpPr>
            <p:cNvPr id="5" name="Group 12">
              <a:extLst>
                <a:ext uri="{FF2B5EF4-FFF2-40B4-BE49-F238E27FC236}">
                  <a16:creationId xmlns:a16="http://schemas.microsoft.com/office/drawing/2014/main" id="{7A7C2DA0-4068-4D34-9764-582C801A11CE}"/>
                </a:ext>
              </a:extLst>
            </p:cNvPr>
            <p:cNvGrpSpPr>
              <a:grpSpLocks/>
            </p:cNvGrpSpPr>
            <p:nvPr/>
          </p:nvGrpSpPr>
          <p:grpSpPr bwMode="auto">
            <a:xfrm>
              <a:off x="1104" y="1968"/>
              <a:ext cx="2928" cy="727"/>
              <a:chOff x="240" y="1968"/>
              <a:chExt cx="2928" cy="727"/>
            </a:xfrm>
            <a:grpFill/>
          </p:grpSpPr>
          <p:sp>
            <p:nvSpPr>
              <p:cNvPr id="13323" name="Rectangle 11">
                <a:extLst>
                  <a:ext uri="{FF2B5EF4-FFF2-40B4-BE49-F238E27FC236}">
                    <a16:creationId xmlns:a16="http://schemas.microsoft.com/office/drawing/2014/main" id="{8D0F28D7-EE04-424E-8FF9-31E6DE1F24DF}"/>
                  </a:ext>
                </a:extLst>
              </p:cNvPr>
              <p:cNvSpPr>
                <a:spLocks noChangeArrowheads="1"/>
              </p:cNvSpPr>
              <p:nvPr/>
            </p:nvSpPr>
            <p:spPr bwMode="auto">
              <a:xfrm>
                <a:off x="240" y="1968"/>
                <a:ext cx="2928" cy="720"/>
              </a:xfrm>
              <a:prstGeom prst="rect">
                <a:avLst/>
              </a:prstGeom>
              <a:grpFill/>
              <a:ln w="9525">
                <a:noFill/>
                <a:miter lim="800000"/>
                <a:headEnd/>
                <a:tailEnd/>
              </a:ln>
              <a:effectLst/>
            </p:spPr>
            <p:txBody>
              <a:bodyPr wrap="none" anchor="ctr"/>
              <a:lstStyle/>
              <a:p>
                <a:pPr eaLnBrk="1" hangingPunct="1">
                  <a:defRPr/>
                </a:pPr>
                <a:endParaRPr lang="en-GB">
                  <a:latin typeface="Arial" charset="0"/>
                  <a:cs typeface="Arial" charset="0"/>
                </a:endParaRPr>
              </a:p>
            </p:txBody>
          </p:sp>
          <p:sp>
            <p:nvSpPr>
              <p:cNvPr id="13318" name="Text Box 6">
                <a:extLst>
                  <a:ext uri="{FF2B5EF4-FFF2-40B4-BE49-F238E27FC236}">
                    <a16:creationId xmlns:a16="http://schemas.microsoft.com/office/drawing/2014/main" id="{ABC5F5EB-A8DA-47DD-B193-BFD6CA99ED50}"/>
                  </a:ext>
                </a:extLst>
              </p:cNvPr>
              <p:cNvSpPr txBox="1">
                <a:spLocks noChangeArrowheads="1"/>
              </p:cNvSpPr>
              <p:nvPr/>
            </p:nvSpPr>
            <p:spPr bwMode="auto">
              <a:xfrm>
                <a:off x="240" y="1968"/>
                <a:ext cx="2928" cy="727"/>
              </a:xfrm>
              <a:prstGeom prst="rect">
                <a:avLst/>
              </a:prstGeom>
              <a:solidFill>
                <a:schemeClr val="accent1">
                  <a:lumMod val="20000"/>
                  <a:lumOff val="80000"/>
                </a:schemeClr>
              </a:solidFill>
              <a:ln w="9525">
                <a:noFill/>
                <a:miter lim="800000"/>
                <a:headEnd/>
                <a:tailEnd/>
              </a:ln>
              <a:effectLst/>
            </p:spPr>
            <p:txBody>
              <a:bodyPr>
                <a:spAutoFit/>
              </a:bodyPr>
              <a:lstStyle/>
              <a:p>
                <a:pPr eaLnBrk="1" hangingPunct="1">
                  <a:defRPr/>
                </a:pPr>
                <a:r>
                  <a:rPr lang="en-US" sz="2000" dirty="0">
                    <a:solidFill>
                      <a:srgbClr val="0000FF"/>
                    </a:solidFill>
                    <a:latin typeface="Arial" charset="0"/>
                    <a:cs typeface="Arial" charset="0"/>
                  </a:rPr>
                  <a:t>Example</a:t>
                </a:r>
                <a:r>
                  <a:rPr lang="ru-RU" sz="2000" dirty="0">
                    <a:solidFill>
                      <a:srgbClr val="0000FF"/>
                    </a:solidFill>
                    <a:latin typeface="Arial" charset="0"/>
                    <a:cs typeface="Arial" charset="0"/>
                  </a:rPr>
                  <a:t> :</a:t>
                </a:r>
                <a:r>
                  <a:rPr lang="en-US" sz="2000" dirty="0">
                    <a:solidFill>
                      <a:srgbClr val="0000FF"/>
                    </a:solidFill>
                    <a:latin typeface="Arial" charset="0"/>
                    <a:cs typeface="Arial" charset="0"/>
                  </a:rPr>
                  <a:t>  </a:t>
                </a:r>
                <a:r>
                  <a:rPr lang="en-US" sz="2000" dirty="0">
                    <a:latin typeface="Arial" charset="0"/>
                    <a:cs typeface="Arial" charset="0"/>
                  </a:rPr>
                  <a:t>+ 0011111  = +</a:t>
                </a:r>
                <a:r>
                  <a:rPr lang="ru-RU" sz="2000" u="sng" dirty="0">
                    <a:latin typeface="Arial" charset="0"/>
                    <a:cs typeface="Arial" charset="0"/>
                  </a:rPr>
                  <a:t>0</a:t>
                </a:r>
                <a:r>
                  <a:rPr lang="ru-RU" sz="2000" dirty="0">
                    <a:latin typeface="Arial" charset="0"/>
                    <a:cs typeface="Arial" charset="0"/>
                  </a:rPr>
                  <a:t> 0011111</a:t>
                </a:r>
                <a:endParaRPr lang="en-US" sz="2000" dirty="0">
                  <a:latin typeface="Arial" charset="0"/>
                  <a:cs typeface="Arial" charset="0"/>
                </a:endParaRPr>
              </a:p>
              <a:p>
                <a:pPr eaLnBrk="1" hangingPunct="1">
                  <a:defRPr/>
                </a:pPr>
                <a:r>
                  <a:rPr lang="en-US" sz="2000" dirty="0">
                    <a:latin typeface="Arial" charset="0"/>
                    <a:cs typeface="Arial" charset="0"/>
                    <a:sym typeface="Symbol" pitchFamily="18" charset="2"/>
                  </a:rPr>
                  <a:t>	       0000111       </a:t>
                </a:r>
                <a:r>
                  <a:rPr lang="ru-RU" sz="2000" u="sng" dirty="0">
                    <a:latin typeface="Arial" charset="0"/>
                    <a:cs typeface="Arial" charset="0"/>
                  </a:rPr>
                  <a:t>1</a:t>
                </a:r>
                <a:r>
                  <a:rPr lang="ru-RU" sz="2000" dirty="0">
                    <a:latin typeface="Arial" charset="0"/>
                    <a:cs typeface="Arial" charset="0"/>
                  </a:rPr>
                  <a:t> 1111001</a:t>
                </a:r>
              </a:p>
              <a:p>
                <a:pPr eaLnBrk="1" hangingPunct="1">
                  <a:defRPr/>
                </a:pPr>
                <a:r>
                  <a:rPr lang="en-US" sz="2000" dirty="0">
                    <a:latin typeface="Arial" charset="0"/>
                    <a:cs typeface="Arial" charset="0"/>
                  </a:rPr>
                  <a:t>                   + 0011000    1</a:t>
                </a:r>
                <a:r>
                  <a:rPr lang="ru-RU" sz="2000" u="sng" dirty="0">
                    <a:latin typeface="Arial" charset="0"/>
                    <a:cs typeface="Arial" charset="0"/>
                  </a:rPr>
                  <a:t>0</a:t>
                </a:r>
                <a:r>
                  <a:rPr lang="ru-RU" sz="2000" dirty="0">
                    <a:latin typeface="Arial" charset="0"/>
                    <a:cs typeface="Arial" charset="0"/>
                  </a:rPr>
                  <a:t> 0011000</a:t>
                </a:r>
                <a:r>
                  <a:rPr lang="en-US" sz="2000" dirty="0">
                    <a:latin typeface="Arial" charset="0"/>
                    <a:cs typeface="Arial" charset="0"/>
                  </a:rPr>
                  <a:t> </a:t>
                </a:r>
                <a:endParaRPr lang="ru-RU" sz="2000" dirty="0">
                  <a:latin typeface="Arial" charset="0"/>
                  <a:cs typeface="Arial" charset="0"/>
                </a:endParaRPr>
              </a:p>
            </p:txBody>
          </p:sp>
        </p:grpSp>
        <p:sp>
          <p:nvSpPr>
            <p:cNvPr id="13326" name="Line 14">
              <a:extLst>
                <a:ext uri="{FF2B5EF4-FFF2-40B4-BE49-F238E27FC236}">
                  <a16:creationId xmlns:a16="http://schemas.microsoft.com/office/drawing/2014/main" id="{CD87B87B-BF47-4787-8630-2C1CB372C8D8}"/>
                </a:ext>
              </a:extLst>
            </p:cNvPr>
            <p:cNvSpPr>
              <a:spLocks noChangeShapeType="1"/>
            </p:cNvSpPr>
            <p:nvPr/>
          </p:nvSpPr>
          <p:spPr bwMode="auto">
            <a:xfrm>
              <a:off x="2928" y="2493"/>
              <a:ext cx="816" cy="0"/>
            </a:xfrm>
            <a:prstGeom prst="line">
              <a:avLst/>
            </a:prstGeom>
            <a:grpFill/>
            <a:ln w="9525">
              <a:solidFill>
                <a:schemeClr val="tx1"/>
              </a:solidFill>
              <a:round/>
              <a:headEnd/>
              <a:tailEnd/>
            </a:ln>
            <a:effectLst/>
          </p:spPr>
          <p:txBody>
            <a:bodyPr/>
            <a:lstStyle/>
            <a:p>
              <a:pPr eaLnBrk="1" hangingPunct="1">
                <a:defRPr/>
              </a:pPr>
              <a:endParaRPr lang="en-GB">
                <a:latin typeface="Arial" charset="0"/>
                <a:cs typeface="Arial" charset="0"/>
              </a:endParaRPr>
            </a:p>
          </p:txBody>
        </p:sp>
        <p:sp>
          <p:nvSpPr>
            <p:cNvPr id="15" name="Line 14">
              <a:extLst>
                <a:ext uri="{FF2B5EF4-FFF2-40B4-BE49-F238E27FC236}">
                  <a16:creationId xmlns:a16="http://schemas.microsoft.com/office/drawing/2014/main" id="{0A14F3BB-E6B2-4374-8FC4-C4DE62DAC82D}"/>
                </a:ext>
              </a:extLst>
            </p:cNvPr>
            <p:cNvSpPr>
              <a:spLocks noChangeShapeType="1"/>
            </p:cNvSpPr>
            <p:nvPr/>
          </p:nvSpPr>
          <p:spPr bwMode="auto">
            <a:xfrm>
              <a:off x="1968" y="2489"/>
              <a:ext cx="816" cy="0"/>
            </a:xfrm>
            <a:prstGeom prst="line">
              <a:avLst/>
            </a:prstGeom>
            <a:grpFill/>
            <a:ln w="9525">
              <a:solidFill>
                <a:schemeClr val="tx1"/>
              </a:solidFill>
              <a:round/>
              <a:headEnd/>
              <a:tailEnd/>
            </a:ln>
            <a:effectLst/>
          </p:spPr>
          <p:txBody>
            <a:bodyPr/>
            <a:lstStyle/>
            <a:p>
              <a:pPr eaLnBrk="1" hangingPunct="1">
                <a:defRPr/>
              </a:pPr>
              <a:endParaRPr lang="en-GB">
                <a:latin typeface="Arial" charset="0"/>
                <a:cs typeface="Arial" charset="0"/>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51605EF-6632-BC27-0582-39E869A4FF0F}"/>
              </a:ext>
            </a:extLst>
          </p:cNvPr>
          <p:cNvSpPr>
            <a:spLocks noGrp="1" noChangeArrowheads="1"/>
          </p:cNvSpPr>
          <p:nvPr>
            <p:ph type="title"/>
          </p:nvPr>
        </p:nvSpPr>
        <p:spPr/>
        <p:txBody>
          <a:bodyPr/>
          <a:lstStyle/>
          <a:p>
            <a:r>
              <a:rPr lang="en-US" altLang="en-US"/>
              <a:t>Two’s Complement Addition (2)</a:t>
            </a:r>
            <a:endParaRPr lang="ru-RU" altLang="en-US"/>
          </a:p>
        </p:txBody>
      </p:sp>
      <p:sp>
        <p:nvSpPr>
          <p:cNvPr id="5" name="Text Placeholder 4">
            <a:extLst>
              <a:ext uri="{FF2B5EF4-FFF2-40B4-BE49-F238E27FC236}">
                <a16:creationId xmlns:a16="http://schemas.microsoft.com/office/drawing/2014/main" id="{DCD484FA-0C36-B1A7-662F-A6E196F42032}"/>
              </a:ext>
            </a:extLst>
          </p:cNvPr>
          <p:cNvSpPr>
            <a:spLocks noGrp="1"/>
          </p:cNvSpPr>
          <p:nvPr>
            <p:ph type="body" sz="quarter" idx="10"/>
          </p:nvPr>
        </p:nvSpPr>
        <p:spPr/>
        <p:txBody>
          <a:bodyPr/>
          <a:lstStyle/>
          <a:p>
            <a:pPr>
              <a:buClr>
                <a:srgbClr val="00638A"/>
              </a:buClr>
              <a:defRPr/>
            </a:pPr>
            <a:r>
              <a:rPr lang="en-US" altLang="en-US" sz="2400" dirty="0"/>
              <a:t>A </a:t>
            </a:r>
            <a:r>
              <a:rPr lang="en-US" altLang="en-US" sz="2400" dirty="0">
                <a:sym typeface="Symbol" panose="05050102010706020507" pitchFamily="18" charset="2"/>
              </a:rPr>
              <a:t></a:t>
            </a:r>
            <a:r>
              <a:rPr lang="en-US" altLang="en-US" sz="2400" dirty="0"/>
              <a:t> 0,   B </a:t>
            </a:r>
            <a:r>
              <a:rPr lang="en-US" altLang="en-US" sz="2400" dirty="0">
                <a:sym typeface="Symbol" panose="05050102010706020507" pitchFamily="18" charset="2"/>
              </a:rPr>
              <a:t></a:t>
            </a:r>
            <a:r>
              <a:rPr lang="en-US" altLang="en-US" sz="2400" dirty="0"/>
              <a:t> 0</a:t>
            </a:r>
            <a:r>
              <a:rPr kumimoji="0" lang="en-US" altLang="en-US" sz="2400" b="0" i="0" u="none" strike="noStrike" kern="1200" cap="none" spc="0" normalizeH="0" baseline="0" noProof="0" dirty="0">
                <a:ln>
                  <a:noFill/>
                </a:ln>
                <a:solidFill>
                  <a:srgbClr val="0000FF"/>
                </a:solidFill>
                <a:effectLst/>
                <a:uLnTx/>
                <a:uFillTx/>
                <a:latin typeface="Arial" panose="020B0604020202020204"/>
                <a:ea typeface="+mn-ea"/>
                <a:cs typeface="+mn-cs"/>
              </a:rPr>
              <a:t>:</a:t>
            </a:r>
            <a:r>
              <a:rPr lang="en-US" altLang="en-US" sz="2400" dirty="0"/>
              <a:t>	</a:t>
            </a:r>
          </a:p>
          <a:p>
            <a:pPr eaLnBrk="1" hangingPunct="1"/>
            <a:r>
              <a:rPr lang="en-US" altLang="en-US" sz="2400" dirty="0"/>
              <a:t>2</a:t>
            </a:r>
            <a:r>
              <a:rPr lang="en-US" altLang="en-US" sz="2400" baseline="30000" dirty="0"/>
              <a:t>n</a:t>
            </a:r>
            <a:r>
              <a:rPr lang="en-US" altLang="en-US" sz="2400" dirty="0"/>
              <a:t> </a:t>
            </a:r>
            <a:r>
              <a:rPr lang="en-US" altLang="en-US" sz="2400" dirty="0">
                <a:sym typeface="Symbol" panose="05050102010706020507" pitchFamily="18" charset="2"/>
              </a:rPr>
              <a:t></a:t>
            </a:r>
            <a:r>
              <a:rPr lang="en-US" altLang="en-US" sz="2400" dirty="0"/>
              <a:t> |A| + 2</a:t>
            </a:r>
            <a:r>
              <a:rPr lang="en-US" altLang="en-US" sz="2400" baseline="30000" dirty="0"/>
              <a:t>n</a:t>
            </a:r>
            <a:r>
              <a:rPr lang="en-US" altLang="en-US" sz="2400" dirty="0"/>
              <a:t> </a:t>
            </a:r>
            <a:r>
              <a:rPr lang="en-US" altLang="en-US" sz="2400" dirty="0">
                <a:sym typeface="Symbol" panose="05050102010706020507" pitchFamily="18" charset="2"/>
              </a:rPr>
              <a:t></a:t>
            </a:r>
            <a:r>
              <a:rPr lang="en-US" altLang="en-US" sz="2400" dirty="0"/>
              <a:t> |B|= 2</a:t>
            </a:r>
            <a:r>
              <a:rPr lang="en-US" altLang="en-US" sz="2400" baseline="30000" dirty="0"/>
              <a:t>n</a:t>
            </a:r>
            <a:r>
              <a:rPr lang="en-US" altLang="en-US" sz="2400" dirty="0"/>
              <a:t> </a:t>
            </a:r>
            <a:r>
              <a:rPr lang="en-US" altLang="en-US" sz="2400" dirty="0">
                <a:sym typeface="Symbol" panose="05050102010706020507" pitchFamily="18" charset="2"/>
              </a:rPr>
              <a:t></a:t>
            </a:r>
            <a:r>
              <a:rPr lang="en-US" altLang="en-US" sz="2400" dirty="0"/>
              <a:t> (|A| + </a:t>
            </a:r>
            <a:r>
              <a:rPr lang="en-US" altLang="en-US" sz="2400" dirty="0">
                <a:sym typeface="Symbol" panose="05050102010706020507" pitchFamily="18" charset="2"/>
              </a:rPr>
              <a:t>|</a:t>
            </a:r>
            <a:r>
              <a:rPr lang="en-US" altLang="en-US" sz="2400" dirty="0"/>
              <a:t>B|) + 2</a:t>
            </a:r>
            <a:r>
              <a:rPr lang="en-US" altLang="en-US" sz="2400" baseline="30000" dirty="0"/>
              <a:t>n</a:t>
            </a:r>
            <a:r>
              <a:rPr lang="en-US" altLang="en-US" sz="2400" dirty="0"/>
              <a:t>  = 2</a:t>
            </a:r>
            <a:r>
              <a:rPr lang="en-US" altLang="en-US" sz="2400" baseline="30000" dirty="0"/>
              <a:t>n</a:t>
            </a:r>
            <a:r>
              <a:rPr lang="en-US" altLang="en-US" sz="2400" dirty="0"/>
              <a:t> </a:t>
            </a:r>
            <a:r>
              <a:rPr lang="en-US" altLang="en-US" sz="2400" dirty="0">
                <a:sym typeface="Symbol" panose="05050102010706020507" pitchFamily="18" charset="2"/>
              </a:rPr>
              <a:t></a:t>
            </a:r>
            <a:r>
              <a:rPr lang="en-US" altLang="en-US" sz="2400" dirty="0"/>
              <a:t> |C| = C</a:t>
            </a:r>
            <a:r>
              <a:rPr lang="en-US" altLang="en-US" sz="2400" baseline="-25000" dirty="0"/>
              <a:t>2’com</a:t>
            </a:r>
            <a:endParaRPr lang="ru-RU" altLang="en-US" sz="2400" baseline="-25000" dirty="0"/>
          </a:p>
          <a:p>
            <a:pPr eaLnBrk="1" hangingPunct="1"/>
            <a:r>
              <a:rPr lang="en-US" altLang="en-US" sz="2400" dirty="0">
                <a:solidFill>
                  <a:srgbClr val="0000FF"/>
                </a:solidFill>
              </a:rPr>
              <a:t>The result </a:t>
            </a:r>
            <a:r>
              <a:rPr lang="ru-RU" altLang="en-US" sz="2400" dirty="0">
                <a:solidFill>
                  <a:srgbClr val="0000FF"/>
                </a:solidFill>
              </a:rPr>
              <a:t> </a:t>
            </a:r>
            <a:r>
              <a:rPr lang="en-US" altLang="en-US" sz="2400" dirty="0">
                <a:solidFill>
                  <a:srgbClr val="0000FF"/>
                </a:solidFill>
              </a:rPr>
              <a:t>is negative and carry from sign bit (2</a:t>
            </a:r>
            <a:r>
              <a:rPr lang="en-US" altLang="en-US" sz="2400" baseline="30000" dirty="0">
                <a:solidFill>
                  <a:srgbClr val="0000FF"/>
                </a:solidFill>
              </a:rPr>
              <a:t>n</a:t>
            </a:r>
            <a:r>
              <a:rPr lang="en-US" altLang="en-US" sz="2400" dirty="0">
                <a:solidFill>
                  <a:srgbClr val="0000FF"/>
                </a:solidFill>
              </a:rPr>
              <a:t>) is discarded</a:t>
            </a:r>
            <a:r>
              <a:rPr lang="en-US" altLang="en-US" sz="2400" dirty="0">
                <a:solidFill>
                  <a:srgbClr val="0033CC"/>
                </a:solidFill>
              </a:rPr>
              <a:t>.</a:t>
            </a:r>
          </a:p>
          <a:p>
            <a:pPr eaLnBrk="1" hangingPunct="1"/>
            <a:endParaRPr lang="en-US" altLang="en-US" sz="900" dirty="0">
              <a:solidFill>
                <a:srgbClr val="0033CC"/>
              </a:solidFill>
            </a:endParaRPr>
          </a:p>
          <a:p>
            <a:pPr eaLnBrk="1" hangingPunct="1"/>
            <a:endParaRPr lang="en-US" altLang="en-US" sz="900" dirty="0">
              <a:solidFill>
                <a:srgbClr val="0033CC"/>
              </a:solidFill>
            </a:endParaRPr>
          </a:p>
          <a:p>
            <a:pPr eaLnBrk="1" hangingPunct="1"/>
            <a:endParaRPr lang="en-US" altLang="en-US" sz="900" dirty="0">
              <a:solidFill>
                <a:srgbClr val="0033CC"/>
              </a:solidFill>
            </a:endParaRPr>
          </a:p>
          <a:p>
            <a:pPr eaLnBrk="1" hangingPunct="1"/>
            <a:endParaRPr lang="en-US" altLang="en-US" sz="900" dirty="0">
              <a:solidFill>
                <a:srgbClr val="0033CC"/>
              </a:solidFill>
            </a:endParaRPr>
          </a:p>
          <a:p>
            <a:pPr eaLnBrk="1" hangingPunct="1"/>
            <a:r>
              <a:rPr lang="en-US" altLang="en-US" sz="2400" dirty="0">
                <a:solidFill>
                  <a:srgbClr val="0000FF"/>
                </a:solidFill>
              </a:rPr>
              <a:t>Summary:</a:t>
            </a:r>
          </a:p>
          <a:p>
            <a:pPr lvl="1"/>
            <a:r>
              <a:rPr lang="en-US" altLang="en-US" dirty="0">
                <a:solidFill>
                  <a:srgbClr val="0000FF"/>
                </a:solidFill>
              </a:rPr>
              <a:t> </a:t>
            </a:r>
            <a:r>
              <a:rPr lang="en-US" altLang="en-US" dirty="0"/>
              <a:t>The sign bit participates in operation like other bits.</a:t>
            </a:r>
            <a:endParaRPr lang="en-US" altLang="en-US" sz="2400" dirty="0"/>
          </a:p>
          <a:p>
            <a:pPr lvl="1"/>
            <a:r>
              <a:rPr lang="en-US" altLang="en-US" dirty="0"/>
              <a:t>The negative result is represented in two’s complement form.</a:t>
            </a:r>
          </a:p>
          <a:p>
            <a:pPr lvl="1"/>
            <a:r>
              <a:rPr lang="en-US" altLang="en-US" dirty="0"/>
              <a:t>The carry from the sign bit is ignored</a:t>
            </a:r>
            <a:r>
              <a:rPr lang="ru-RU" altLang="en-US" sz="2400" dirty="0"/>
              <a:t>	</a:t>
            </a:r>
            <a:endParaRPr lang="en-US" altLang="en-US" sz="2400" dirty="0"/>
          </a:p>
          <a:p>
            <a:pPr eaLnBrk="1" hangingPunct="1"/>
            <a:r>
              <a:rPr lang="en-US" altLang="en-US" sz="2400" dirty="0"/>
              <a:t>Subtraction:  C = A-B = A + (-B) = A + Complemented B</a:t>
            </a:r>
            <a:endParaRPr lang="ru-RU" altLang="en-US" sz="2400" dirty="0"/>
          </a:p>
          <a:p>
            <a:endParaRPr lang="en-US" dirty="0"/>
          </a:p>
        </p:txBody>
      </p:sp>
      <p:grpSp>
        <p:nvGrpSpPr>
          <p:cNvPr id="18435" name="Group 9">
            <a:extLst>
              <a:ext uri="{FF2B5EF4-FFF2-40B4-BE49-F238E27FC236}">
                <a16:creationId xmlns:a16="http://schemas.microsoft.com/office/drawing/2014/main" id="{9C176F10-4932-22D0-B354-EDE20CE59DD3}"/>
              </a:ext>
            </a:extLst>
          </p:cNvPr>
          <p:cNvGrpSpPr>
            <a:grpSpLocks/>
          </p:cNvGrpSpPr>
          <p:nvPr/>
        </p:nvGrpSpPr>
        <p:grpSpPr bwMode="auto">
          <a:xfrm>
            <a:off x="2209800" y="1431927"/>
            <a:ext cx="7239000" cy="728663"/>
            <a:chOff x="336" y="981"/>
            <a:chExt cx="4560" cy="459"/>
          </a:xfrm>
        </p:grpSpPr>
        <p:sp>
          <p:nvSpPr>
            <p:cNvPr id="18438" name="Text Box 3">
              <a:extLst>
                <a:ext uri="{FF2B5EF4-FFF2-40B4-BE49-F238E27FC236}">
                  <a16:creationId xmlns:a16="http://schemas.microsoft.com/office/drawing/2014/main" id="{14F9E347-384F-9591-887D-317EAD7A24F9}"/>
                </a:ext>
              </a:extLst>
            </p:cNvPr>
            <p:cNvSpPr txBox="1">
              <a:spLocks noChangeArrowheads="1"/>
            </p:cNvSpPr>
            <p:nvPr/>
          </p:nvSpPr>
          <p:spPr bwMode="auto">
            <a:xfrm>
              <a:off x="336" y="982"/>
              <a:ext cx="4560"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marL="344488" indent="-344488">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US" altLang="en-US" sz="800" dirty="0">
                <a:solidFill>
                  <a:srgbClr val="0033CC"/>
                </a:solidFill>
              </a:endParaRPr>
            </a:p>
          </p:txBody>
        </p:sp>
        <p:sp>
          <p:nvSpPr>
            <p:cNvPr id="2" name="Line 4">
              <a:extLst>
                <a:ext uri="{FF2B5EF4-FFF2-40B4-BE49-F238E27FC236}">
                  <a16:creationId xmlns:a16="http://schemas.microsoft.com/office/drawing/2014/main" id="{1A295E17-0D28-A208-49EE-7D503CD4AC43}"/>
                </a:ext>
              </a:extLst>
            </p:cNvPr>
            <p:cNvSpPr>
              <a:spLocks noChangeShapeType="1"/>
            </p:cNvSpPr>
            <p:nvPr/>
          </p:nvSpPr>
          <p:spPr bwMode="auto">
            <a:xfrm flipV="1">
              <a:off x="2928" y="1152"/>
              <a:ext cx="128" cy="288"/>
            </a:xfrm>
            <a:prstGeom prst="line">
              <a:avLst/>
            </a:prstGeom>
            <a:noFill/>
            <a:ln w="12700">
              <a:solidFill>
                <a:schemeClr val="tx1"/>
              </a:solidFill>
              <a:round/>
              <a:headEnd/>
              <a:tailEnd type="triangle" w="med" len="med"/>
            </a:ln>
            <a:extLst>
              <a:ext uri="{909E8E84-426E-40DD-AFC4-6F175D3DCCD1}">
                <a14:hiddenFill xmlns:a14="http://schemas.microsoft.com/office/drawing/2010/main">
                  <a:noFill/>
                </a14:hiddenFill>
              </a:ext>
            </a:extLst>
          </p:spPr>
          <p:txBody>
            <a:bodyPr>
              <a:spAutoFit/>
            </a:bodyPr>
            <a:lstStyle/>
            <a:p>
              <a:endParaRPr lang="en-US"/>
            </a:p>
          </p:txBody>
        </p:sp>
        <p:sp>
          <p:nvSpPr>
            <p:cNvPr id="3" name="Text Box 8">
              <a:extLst>
                <a:ext uri="{FF2B5EF4-FFF2-40B4-BE49-F238E27FC236}">
                  <a16:creationId xmlns:a16="http://schemas.microsoft.com/office/drawing/2014/main" id="{70539C75-6AC6-A5B3-43B9-0D514E5C10DC}"/>
                </a:ext>
              </a:extLst>
            </p:cNvPr>
            <p:cNvSpPr txBox="1">
              <a:spLocks noChangeArrowheads="1"/>
            </p:cNvSpPr>
            <p:nvPr/>
          </p:nvSpPr>
          <p:spPr bwMode="auto">
            <a:xfrm>
              <a:off x="2973" y="981"/>
              <a:ext cx="28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grpSp>
      <p:sp>
        <p:nvSpPr>
          <p:cNvPr id="18436" name="Text Box 11">
            <a:extLst>
              <a:ext uri="{FF2B5EF4-FFF2-40B4-BE49-F238E27FC236}">
                <a16:creationId xmlns:a16="http://schemas.microsoft.com/office/drawing/2014/main" id="{BFE8939C-01D3-9746-7F4C-06048F9ABE5C}"/>
              </a:ext>
            </a:extLst>
          </p:cNvPr>
          <p:cNvSpPr txBox="1">
            <a:spLocks noChangeArrowheads="1"/>
          </p:cNvSpPr>
          <p:nvPr/>
        </p:nvSpPr>
        <p:spPr bwMode="auto">
          <a:xfrm>
            <a:off x="2133600" y="4098926"/>
            <a:ext cx="7620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dirty="0"/>
          </a:p>
        </p:txBody>
      </p:sp>
      <p:grpSp>
        <p:nvGrpSpPr>
          <p:cNvPr id="18437" name="Group 13">
            <a:extLst>
              <a:ext uri="{FF2B5EF4-FFF2-40B4-BE49-F238E27FC236}">
                <a16:creationId xmlns:a16="http://schemas.microsoft.com/office/drawing/2014/main" id="{AD84CA7C-9C29-450F-A817-B2DA7DABEE14}"/>
              </a:ext>
            </a:extLst>
          </p:cNvPr>
          <p:cNvGrpSpPr>
            <a:grpSpLocks/>
          </p:cNvGrpSpPr>
          <p:nvPr/>
        </p:nvGrpSpPr>
        <p:grpSpPr bwMode="auto">
          <a:xfrm>
            <a:off x="3276600" y="2803525"/>
            <a:ext cx="5105400" cy="1189038"/>
            <a:chOff x="1600200" y="2743200"/>
            <a:chExt cx="5105400" cy="1188720"/>
          </a:xfrm>
          <a:solidFill>
            <a:schemeClr val="accent1">
              <a:lumMod val="20000"/>
              <a:lumOff val="80000"/>
            </a:schemeClr>
          </a:solidFill>
        </p:grpSpPr>
        <p:sp>
          <p:nvSpPr>
            <p:cNvPr id="14348" name="Rectangle 12">
              <a:extLst>
                <a:ext uri="{FF2B5EF4-FFF2-40B4-BE49-F238E27FC236}">
                  <a16:creationId xmlns:a16="http://schemas.microsoft.com/office/drawing/2014/main" id="{9CB9F5B4-FE6E-4FE8-A677-0C628A649886}"/>
                </a:ext>
              </a:extLst>
            </p:cNvPr>
            <p:cNvSpPr>
              <a:spLocks noChangeArrowheads="1"/>
            </p:cNvSpPr>
            <p:nvPr/>
          </p:nvSpPr>
          <p:spPr bwMode="auto">
            <a:xfrm>
              <a:off x="1600200" y="2743200"/>
              <a:ext cx="5105400" cy="1188720"/>
            </a:xfrm>
            <a:prstGeom prst="rect">
              <a:avLst/>
            </a:prstGeom>
            <a:grpFill/>
            <a:ln w="9525">
              <a:noFill/>
              <a:miter lim="800000"/>
              <a:headEnd/>
              <a:tailEnd/>
            </a:ln>
            <a:effectLst/>
          </p:spPr>
          <p:txBody>
            <a:bodyPr wrap="none" anchor="ctr"/>
            <a:lstStyle/>
            <a:p>
              <a:pPr eaLnBrk="1" hangingPunct="1">
                <a:defRPr/>
              </a:pPr>
              <a:endParaRPr lang="en-GB">
                <a:latin typeface="Arial" charset="0"/>
                <a:cs typeface="Arial" charset="0"/>
              </a:endParaRPr>
            </a:p>
          </p:txBody>
        </p:sp>
        <p:sp>
          <p:nvSpPr>
            <p:cNvPr id="18439" name="AutoShape 5">
              <a:extLst>
                <a:ext uri="{FF2B5EF4-FFF2-40B4-BE49-F238E27FC236}">
                  <a16:creationId xmlns:a16="http://schemas.microsoft.com/office/drawing/2014/main" id="{98BFD3BF-A4F9-4843-9090-4C115D3C6129}"/>
                </a:ext>
              </a:extLst>
            </p:cNvPr>
            <p:cNvSpPr>
              <a:spLocks/>
            </p:cNvSpPr>
            <p:nvPr/>
          </p:nvSpPr>
          <p:spPr bwMode="auto">
            <a:xfrm>
              <a:off x="4848225" y="3548063"/>
              <a:ext cx="123825" cy="304800"/>
            </a:xfrm>
            <a:prstGeom prst="rightBracket">
              <a:avLst>
                <a:gd name="adj" fmla="val 20513"/>
              </a:avLst>
            </a:prstGeom>
            <a:grpFill/>
            <a:ln w="9525">
              <a:solidFill>
                <a:schemeClr val="tx1"/>
              </a:solidFill>
              <a:round/>
              <a:headEnd/>
              <a:tailEnd/>
            </a:ln>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defRPr/>
              </a:pPr>
              <a:endParaRPr lang="ru-RU" altLang="en-US" sz="1800"/>
            </a:p>
          </p:txBody>
        </p:sp>
        <p:sp>
          <p:nvSpPr>
            <p:cNvPr id="18440" name="Text Box 10">
              <a:extLst>
                <a:ext uri="{FF2B5EF4-FFF2-40B4-BE49-F238E27FC236}">
                  <a16:creationId xmlns:a16="http://schemas.microsoft.com/office/drawing/2014/main" id="{C6B57B46-1A01-4E8C-83E0-2B0236FE8221}"/>
                </a:ext>
              </a:extLst>
            </p:cNvPr>
            <p:cNvSpPr txBox="1">
              <a:spLocks noChangeArrowheads="1"/>
            </p:cNvSpPr>
            <p:nvPr/>
          </p:nvSpPr>
          <p:spPr bwMode="auto">
            <a:xfrm>
              <a:off x="1981200" y="2895600"/>
              <a:ext cx="4648200" cy="100647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2000" dirty="0">
                  <a:solidFill>
                    <a:srgbClr val="0000FF"/>
                  </a:solidFill>
                </a:rPr>
                <a:t>Example</a:t>
              </a:r>
              <a:r>
                <a:rPr lang="ru-RU" altLang="en-US" sz="2000" dirty="0">
                  <a:solidFill>
                    <a:srgbClr val="0000FF"/>
                  </a:solidFill>
                </a:rPr>
                <a:t> : </a:t>
              </a:r>
              <a:r>
                <a:rPr lang="en-US" altLang="en-US" sz="2000" dirty="0">
                  <a:sym typeface="Symbol" panose="05050102010706020507" pitchFamily="18" charset="2"/>
                </a:rPr>
                <a:t> 0001101      </a:t>
              </a:r>
              <a:r>
                <a:rPr lang="en-US" altLang="en-US" sz="2000" baseline="-25000" dirty="0">
                  <a:sym typeface="Symbol" panose="05050102010706020507" pitchFamily="18" charset="2"/>
                </a:rPr>
                <a:t>+</a:t>
              </a:r>
              <a:r>
                <a:rPr lang="en-US" altLang="en-US" sz="2000" dirty="0">
                  <a:sym typeface="Symbol" panose="05050102010706020507" pitchFamily="18" charset="2"/>
                </a:rPr>
                <a:t> </a:t>
              </a:r>
              <a:r>
                <a:rPr lang="ru-RU" altLang="en-US" sz="2000" u="sng" dirty="0"/>
                <a:t>1</a:t>
              </a:r>
              <a:r>
                <a:rPr lang="ru-RU" altLang="en-US" sz="2000" dirty="0"/>
                <a:t> 1110011</a:t>
              </a:r>
            </a:p>
            <a:p>
              <a:pPr eaLnBrk="1" hangingPunct="1">
                <a:defRPr/>
              </a:pPr>
              <a:r>
                <a:rPr lang="ru-RU" altLang="en-US" sz="2000" dirty="0"/>
                <a:t>	</a:t>
              </a:r>
              <a:r>
                <a:rPr lang="en-US" altLang="en-US" sz="2000" dirty="0"/>
                <a:t>    </a:t>
              </a:r>
              <a:r>
                <a:rPr lang="en-US" altLang="en-US" sz="2000" dirty="0">
                  <a:sym typeface="Symbol" panose="05050102010706020507" pitchFamily="18" charset="2"/>
                </a:rPr>
                <a:t> </a:t>
              </a:r>
              <a:r>
                <a:rPr lang="en-US" altLang="en-US" sz="2000" dirty="0"/>
                <a:t>0011001        </a:t>
              </a:r>
              <a:r>
                <a:rPr lang="ru-RU" altLang="en-US" sz="2000" u="sng" dirty="0"/>
                <a:t>1</a:t>
              </a:r>
              <a:r>
                <a:rPr lang="ru-RU" altLang="en-US" sz="2000" dirty="0"/>
                <a:t> 1100111</a:t>
              </a:r>
            </a:p>
            <a:p>
              <a:pPr eaLnBrk="1" hangingPunct="1">
                <a:defRPr/>
              </a:pPr>
              <a:r>
                <a:rPr lang="en-US" altLang="en-US" sz="2000" dirty="0"/>
                <a:t>                 </a:t>
              </a:r>
              <a:r>
                <a:rPr lang="en-US" altLang="en-US" sz="2000" dirty="0">
                  <a:sym typeface="Symbol" panose="05050102010706020507" pitchFamily="18" charset="2"/>
                </a:rPr>
                <a:t></a:t>
              </a:r>
              <a:r>
                <a:rPr lang="en-US" altLang="en-US" sz="2000" dirty="0"/>
                <a:t> 0100110     </a:t>
              </a:r>
              <a:r>
                <a:rPr lang="ru-RU" altLang="en-US" sz="2000" dirty="0"/>
                <a:t> 1</a:t>
              </a:r>
              <a:r>
                <a:rPr lang="ru-RU" altLang="en-US" sz="2000" u="sng" dirty="0"/>
                <a:t>1</a:t>
              </a:r>
              <a:r>
                <a:rPr lang="ru-RU" altLang="en-US" sz="2000" dirty="0"/>
                <a:t> </a:t>
              </a:r>
              <a:r>
                <a:rPr lang="en-US" altLang="en-US" sz="2000" dirty="0"/>
                <a:t> </a:t>
              </a:r>
              <a:r>
                <a:rPr lang="ru-RU" altLang="en-US" sz="2000" dirty="0"/>
                <a:t>011010</a:t>
              </a:r>
            </a:p>
          </p:txBody>
        </p:sp>
        <p:sp>
          <p:nvSpPr>
            <p:cNvPr id="18441" name="Line 14">
              <a:extLst>
                <a:ext uri="{FF2B5EF4-FFF2-40B4-BE49-F238E27FC236}">
                  <a16:creationId xmlns:a16="http://schemas.microsoft.com/office/drawing/2014/main" id="{89C3E74D-2723-4CA0-8CCA-2E0910D8BF6B}"/>
                </a:ext>
              </a:extLst>
            </p:cNvPr>
            <p:cNvSpPr>
              <a:spLocks noChangeShapeType="1"/>
            </p:cNvSpPr>
            <p:nvPr/>
          </p:nvSpPr>
          <p:spPr bwMode="auto">
            <a:xfrm>
              <a:off x="4876800" y="3569525"/>
              <a:ext cx="1219200" cy="0"/>
            </a:xfrm>
            <a:prstGeom prst="line">
              <a:avLst/>
            </a:prstGeom>
            <a:grpFill/>
            <a:ln w="9525">
              <a:solidFill>
                <a:schemeClr val="tx1"/>
              </a:solidFill>
              <a:round/>
              <a:headEnd/>
              <a:tailEnd/>
            </a:ln>
          </p:spPr>
          <p:txBody>
            <a:bodyPr/>
            <a:lstStyle/>
            <a:p>
              <a:pPr>
                <a:defRPr/>
              </a:pPr>
              <a:endParaRPr lang="en-US"/>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9BC7332A-EBB4-3372-2B83-ED2D0387B026}"/>
              </a:ext>
            </a:extLst>
          </p:cNvPr>
          <p:cNvSpPr>
            <a:spLocks noGrp="1" noChangeArrowheads="1"/>
          </p:cNvSpPr>
          <p:nvPr>
            <p:ph type="title"/>
          </p:nvPr>
        </p:nvSpPr>
        <p:spPr/>
        <p:txBody>
          <a:bodyPr/>
          <a:lstStyle/>
          <a:p>
            <a:r>
              <a:rPr lang="en-US" altLang="en-US"/>
              <a:t>Example</a:t>
            </a:r>
          </a:p>
        </p:txBody>
      </p:sp>
      <p:grpSp>
        <p:nvGrpSpPr>
          <p:cNvPr id="19459" name="Group 1">
            <a:extLst>
              <a:ext uri="{FF2B5EF4-FFF2-40B4-BE49-F238E27FC236}">
                <a16:creationId xmlns:a16="http://schemas.microsoft.com/office/drawing/2014/main" id="{28488BDA-3963-BDF4-6007-D02C8377D072}"/>
              </a:ext>
            </a:extLst>
          </p:cNvPr>
          <p:cNvGrpSpPr>
            <a:grpSpLocks/>
          </p:cNvGrpSpPr>
          <p:nvPr/>
        </p:nvGrpSpPr>
        <p:grpSpPr bwMode="auto">
          <a:xfrm>
            <a:off x="2057400" y="1571626"/>
            <a:ext cx="8153400" cy="4524375"/>
            <a:chOff x="350838" y="1190625"/>
            <a:chExt cx="8153400" cy="4524375"/>
          </a:xfrm>
        </p:grpSpPr>
        <p:sp>
          <p:nvSpPr>
            <p:cNvPr id="19460" name="TextBox 2">
              <a:extLst>
                <a:ext uri="{FF2B5EF4-FFF2-40B4-BE49-F238E27FC236}">
                  <a16:creationId xmlns:a16="http://schemas.microsoft.com/office/drawing/2014/main" id="{DA253DF2-6D12-8ABD-83D2-5305ECB50E50}"/>
                </a:ext>
              </a:extLst>
            </p:cNvPr>
            <p:cNvSpPr txBox="1">
              <a:spLocks noChangeArrowheads="1"/>
            </p:cNvSpPr>
            <p:nvPr/>
          </p:nvSpPr>
          <p:spPr bwMode="auto">
            <a:xfrm>
              <a:off x="350838" y="1190625"/>
              <a:ext cx="81534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dirty="0"/>
                <a:t>C=A+B;</a:t>
              </a:r>
            </a:p>
            <a:p>
              <a:pPr eaLnBrk="1" hangingPunct="1"/>
              <a:r>
                <a:rPr lang="en-US" altLang="en-US" sz="2400" dirty="0"/>
                <a:t>A=-15;</a:t>
              </a:r>
            </a:p>
            <a:p>
              <a:pPr eaLnBrk="1" hangingPunct="1"/>
              <a:r>
                <a:rPr lang="en-US" altLang="en-US" sz="2400" dirty="0"/>
                <a:t>B=-64;</a:t>
              </a:r>
            </a:p>
            <a:p>
              <a:pPr eaLnBrk="1" hangingPunct="1"/>
              <a:r>
                <a:rPr lang="en-US" altLang="en-US" sz="2400" dirty="0"/>
                <a:t>|A|= 00001111;  A</a:t>
              </a:r>
              <a:r>
                <a:rPr lang="en-US" altLang="en-US" sz="2400" baseline="-25000" dirty="0"/>
                <a:t>2’comp</a:t>
              </a:r>
              <a:r>
                <a:rPr lang="en-US" altLang="en-US" sz="2400" dirty="0"/>
                <a:t>= </a:t>
              </a:r>
              <a:r>
                <a:rPr lang="en-US" altLang="en-US" sz="2400" u="sng" dirty="0"/>
                <a:t>1</a:t>
              </a:r>
              <a:r>
                <a:rPr lang="en-US" altLang="en-US" sz="2400" dirty="0"/>
                <a:t>1110001</a:t>
              </a:r>
            </a:p>
            <a:p>
              <a:pPr eaLnBrk="1" hangingPunct="1"/>
              <a:r>
                <a:rPr lang="en-US" altLang="en-US" sz="2400" dirty="0"/>
                <a:t>|B| =01000000; B</a:t>
              </a:r>
              <a:r>
                <a:rPr lang="en-US" altLang="en-US" sz="2400" baseline="-25000" dirty="0"/>
                <a:t>2’comp</a:t>
              </a:r>
              <a:r>
                <a:rPr lang="en-US" altLang="en-US" sz="2400" dirty="0"/>
                <a:t>=</a:t>
              </a:r>
              <a:r>
                <a:rPr lang="en-US" altLang="en-US" sz="2400" u="sng" dirty="0"/>
                <a:t>1</a:t>
              </a:r>
              <a:r>
                <a:rPr lang="en-US" altLang="en-US" sz="2400" dirty="0"/>
                <a:t>1000000</a:t>
              </a:r>
            </a:p>
            <a:p>
              <a:pPr eaLnBrk="1" hangingPunct="1"/>
              <a:r>
                <a:rPr lang="en-US" altLang="en-US" sz="2400" baseline="-25000" dirty="0"/>
                <a:t>+</a:t>
              </a:r>
              <a:r>
                <a:rPr lang="en-US" altLang="en-US" sz="2400" u="sng" dirty="0"/>
                <a:t>1</a:t>
              </a:r>
              <a:r>
                <a:rPr lang="en-US" altLang="en-US" sz="2400" dirty="0"/>
                <a:t>1110001</a:t>
              </a:r>
            </a:p>
            <a:p>
              <a:pPr eaLnBrk="1" hangingPunct="1"/>
              <a:r>
                <a:rPr lang="en-US" altLang="en-US" sz="2400" dirty="0"/>
                <a:t> </a:t>
              </a:r>
              <a:r>
                <a:rPr lang="en-US" altLang="en-US" sz="2400" u="sng" dirty="0"/>
                <a:t>1</a:t>
              </a:r>
              <a:r>
                <a:rPr lang="en-US" altLang="en-US" sz="2400" dirty="0"/>
                <a:t>1000000</a:t>
              </a:r>
            </a:p>
            <a:p>
              <a:pPr eaLnBrk="1" hangingPunct="1"/>
              <a:r>
                <a:rPr lang="en-US" altLang="en-US" sz="2400" dirty="0"/>
                <a:t>1</a:t>
              </a:r>
              <a:r>
                <a:rPr lang="en-US" altLang="en-US" sz="2400" u="sng" dirty="0"/>
                <a:t>1</a:t>
              </a:r>
              <a:r>
                <a:rPr lang="en-US" altLang="en-US" sz="2400" dirty="0"/>
                <a:t>0110001</a:t>
              </a:r>
            </a:p>
            <a:p>
              <a:pPr eaLnBrk="1" hangingPunct="1"/>
              <a:r>
                <a:rPr lang="en-US" altLang="en-US" sz="2400" dirty="0"/>
                <a:t>C</a:t>
              </a:r>
              <a:r>
                <a:rPr lang="en-US" altLang="en-US" sz="2400" baseline="-25000" dirty="0"/>
                <a:t>2’comp </a:t>
              </a:r>
              <a:r>
                <a:rPr lang="en-US" altLang="en-US" sz="2400" dirty="0"/>
                <a:t>=</a:t>
              </a:r>
              <a:r>
                <a:rPr lang="en-US" altLang="en-US" sz="2400" u="sng" dirty="0"/>
                <a:t>1</a:t>
              </a:r>
              <a:r>
                <a:rPr lang="en-US" altLang="en-US" sz="2400" dirty="0"/>
                <a:t>0110001</a:t>
              </a:r>
            </a:p>
            <a:p>
              <a:pPr eaLnBrk="1" hangingPunct="1"/>
              <a:r>
                <a:rPr lang="en-US" altLang="en-US" sz="2400" dirty="0"/>
                <a:t>|C|=</a:t>
              </a:r>
              <a:r>
                <a:rPr lang="en-US" altLang="en-US" sz="2400" u="sng" dirty="0"/>
                <a:t>0</a:t>
              </a:r>
              <a:r>
                <a:rPr lang="en-US" altLang="en-US" sz="2400" dirty="0"/>
                <a:t>1001111</a:t>
              </a:r>
              <a:r>
                <a:rPr lang="en-US" altLang="en-US" sz="2400" dirty="0">
                  <a:sym typeface="Symbol" panose="05050102010706020507" pitchFamily="18" charset="2"/>
                </a:rPr>
                <a:t>79;  C=-79</a:t>
              </a:r>
              <a:endParaRPr lang="en-US" altLang="en-US" sz="2400" dirty="0"/>
            </a:p>
            <a:p>
              <a:pPr eaLnBrk="1" hangingPunct="1"/>
              <a:r>
                <a:rPr lang="en-US" altLang="en-US" sz="2400" dirty="0"/>
                <a:t>C=2</a:t>
              </a:r>
              <a:r>
                <a:rPr lang="en-US" altLang="en-US" sz="2400" baseline="30000" dirty="0"/>
                <a:t>n </a:t>
              </a:r>
              <a:r>
                <a:rPr lang="en-US" altLang="en-US" sz="2400" dirty="0"/>
                <a:t>-|A| +2</a:t>
              </a:r>
              <a:r>
                <a:rPr lang="en-US" altLang="en-US" sz="2400" baseline="30000" dirty="0"/>
                <a:t>n </a:t>
              </a:r>
              <a:r>
                <a:rPr lang="en-US" altLang="en-US" sz="2400" dirty="0"/>
                <a:t>-|B|= 2</a:t>
              </a:r>
              <a:r>
                <a:rPr lang="en-US" altLang="en-US" sz="2400" baseline="30000" dirty="0"/>
                <a:t>n </a:t>
              </a:r>
              <a:r>
                <a:rPr lang="en-US" altLang="en-US" sz="2400" dirty="0"/>
                <a:t>-|C|;   |C|=|A|+|B|</a:t>
              </a:r>
            </a:p>
            <a:p>
              <a:pPr eaLnBrk="1" hangingPunct="1"/>
              <a:endParaRPr lang="en-US" altLang="en-US" sz="2400" dirty="0"/>
            </a:p>
          </p:txBody>
        </p:sp>
        <p:cxnSp>
          <p:nvCxnSpPr>
            <p:cNvPr id="19461" name="Straight Connector 4">
              <a:extLst>
                <a:ext uri="{FF2B5EF4-FFF2-40B4-BE49-F238E27FC236}">
                  <a16:creationId xmlns:a16="http://schemas.microsoft.com/office/drawing/2014/main" id="{A8BBB0A4-6E69-8DD4-6921-8632E4441071}"/>
                </a:ext>
              </a:extLst>
            </p:cNvPr>
            <p:cNvCxnSpPr>
              <a:cxnSpLocks noChangeShapeType="1"/>
            </p:cNvCxnSpPr>
            <p:nvPr/>
          </p:nvCxnSpPr>
          <p:spPr bwMode="auto">
            <a:xfrm>
              <a:off x="358775" y="3810000"/>
              <a:ext cx="1401763"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9462" name="Right Bracket 5">
              <a:extLst>
                <a:ext uri="{FF2B5EF4-FFF2-40B4-BE49-F238E27FC236}">
                  <a16:creationId xmlns:a16="http://schemas.microsoft.com/office/drawing/2014/main" id="{1BA03EE6-1ED6-46B5-92F4-04F84737F551}"/>
                </a:ext>
              </a:extLst>
            </p:cNvPr>
            <p:cNvSpPr>
              <a:spLocks/>
            </p:cNvSpPr>
            <p:nvPr/>
          </p:nvSpPr>
          <p:spPr bwMode="auto">
            <a:xfrm>
              <a:off x="358775" y="3810000"/>
              <a:ext cx="258763" cy="304800"/>
            </a:xfrm>
            <a:prstGeom prst="rightBracket">
              <a:avLst>
                <a:gd name="adj" fmla="val 8344"/>
              </a:avLst>
            </a:prstGeom>
            <a:noFill/>
            <a:ln w="28575" algn="ctr">
              <a:solidFill>
                <a:srgbClr val="FF3300"/>
              </a:solidFill>
              <a:round/>
              <a:headEnd/>
              <a:tailEnd/>
            </a:ln>
            <a:extLst>
              <a:ext uri="{909E8E84-426E-40DD-AFC4-6F175D3DCCD1}">
                <a14:hiddenFill xmlns:a14="http://schemas.microsoft.com/office/drawing/2010/main">
                  <a:solidFill>
                    <a:srgbClr val="FFFFFF"/>
                  </a:solidFill>
                </a14:hiddenFill>
              </a:ext>
            </a:extLst>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cxnSp>
          <p:nvCxnSpPr>
            <p:cNvPr id="19463" name="Straight Arrow Connector 7">
              <a:extLst>
                <a:ext uri="{FF2B5EF4-FFF2-40B4-BE49-F238E27FC236}">
                  <a16:creationId xmlns:a16="http://schemas.microsoft.com/office/drawing/2014/main" id="{252BBA85-4D40-E542-8875-BA784ADBC546}"/>
                </a:ext>
              </a:extLst>
            </p:cNvPr>
            <p:cNvCxnSpPr>
              <a:cxnSpLocks noChangeShapeType="1"/>
            </p:cNvCxnSpPr>
            <p:nvPr/>
          </p:nvCxnSpPr>
          <p:spPr bwMode="auto">
            <a:xfrm flipV="1">
              <a:off x="1752600" y="4953000"/>
              <a:ext cx="457200" cy="3048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CA0F1170-4FB1-D063-7FD1-23C1A1658A2D}"/>
              </a:ext>
            </a:extLst>
          </p:cNvPr>
          <p:cNvSpPr>
            <a:spLocks noGrp="1" noChangeArrowheads="1"/>
          </p:cNvSpPr>
          <p:nvPr>
            <p:ph type="title"/>
          </p:nvPr>
        </p:nvSpPr>
        <p:spPr/>
        <p:txBody>
          <a:bodyPr/>
          <a:lstStyle/>
          <a:p>
            <a:r>
              <a:rPr lang="en-US" altLang="en-US"/>
              <a:t>One’s Complement Addition (2)</a:t>
            </a:r>
            <a:endParaRPr lang="ru-RU" altLang="en-US"/>
          </a:p>
        </p:txBody>
      </p:sp>
      <p:sp>
        <p:nvSpPr>
          <p:cNvPr id="5" name="Text Placeholder 4">
            <a:extLst>
              <a:ext uri="{FF2B5EF4-FFF2-40B4-BE49-F238E27FC236}">
                <a16:creationId xmlns:a16="http://schemas.microsoft.com/office/drawing/2014/main" id="{D41A04D1-4FEE-1665-FCB7-7770B0EDD2A6}"/>
              </a:ext>
            </a:extLst>
          </p:cNvPr>
          <p:cNvSpPr>
            <a:spLocks noGrp="1"/>
          </p:cNvSpPr>
          <p:nvPr>
            <p:ph type="body" sz="quarter" idx="10"/>
          </p:nvPr>
        </p:nvSpPr>
        <p:spPr/>
        <p:txBody>
          <a:bodyPr/>
          <a:lstStyle/>
          <a:p>
            <a:pPr>
              <a:buClr>
                <a:srgbClr val="00638A"/>
              </a:buClr>
              <a:defRPr/>
            </a:pPr>
            <a:r>
              <a:rPr lang="en-US" altLang="en-US" sz="2400" dirty="0"/>
              <a:t>А </a:t>
            </a:r>
            <a:r>
              <a:rPr lang="en-US" altLang="en-US" sz="2400" dirty="0">
                <a:sym typeface="Symbol" panose="05050102010706020507" pitchFamily="18" charset="2"/>
              </a:rPr>
              <a:t></a:t>
            </a:r>
            <a:r>
              <a:rPr lang="en-US" altLang="en-US" sz="2400" dirty="0"/>
              <a:t> 0,   B</a:t>
            </a:r>
            <a:r>
              <a:rPr lang="en-US" altLang="en-US" sz="2400" dirty="0">
                <a:sym typeface="Symbol" panose="05050102010706020507" pitchFamily="18" charset="2"/>
              </a:rPr>
              <a:t></a:t>
            </a:r>
            <a:r>
              <a:rPr lang="en-US" altLang="en-US" sz="2400" dirty="0"/>
              <a:t> 0,   </a:t>
            </a:r>
            <a:r>
              <a:rPr lang="en-US" altLang="en-US" sz="2400" dirty="0">
                <a:sym typeface="Symbol" panose="05050102010706020507" pitchFamily="18" charset="2"/>
              </a:rPr>
              <a:t>|</a:t>
            </a:r>
            <a:r>
              <a:rPr lang="en-US" altLang="en-US" sz="2400" dirty="0"/>
              <a:t>A| </a:t>
            </a:r>
            <a:r>
              <a:rPr lang="en-US" altLang="en-US" sz="2400" dirty="0">
                <a:sym typeface="Symbol" panose="05050102010706020507" pitchFamily="18" charset="2"/>
              </a:rPr>
              <a:t></a:t>
            </a:r>
            <a:r>
              <a:rPr lang="en-US" altLang="en-US" sz="2400" dirty="0"/>
              <a:t> B.</a:t>
            </a:r>
          </a:p>
          <a:p>
            <a:r>
              <a:rPr lang="en-US" altLang="en-US" sz="2400" dirty="0"/>
              <a:t>A</a:t>
            </a:r>
            <a:r>
              <a:rPr lang="en-US" altLang="en-US" sz="2400" baseline="-25000" dirty="0"/>
              <a:t>1’scom</a:t>
            </a:r>
            <a:r>
              <a:rPr lang="en-US" altLang="en-US" sz="2400" dirty="0"/>
              <a:t> + B = 2</a:t>
            </a:r>
            <a:r>
              <a:rPr lang="en-US" altLang="en-US" sz="2400" baseline="30000" dirty="0"/>
              <a:t>n</a:t>
            </a:r>
            <a:r>
              <a:rPr lang="en-US" altLang="en-US" sz="2400" dirty="0"/>
              <a:t> </a:t>
            </a:r>
            <a:r>
              <a:rPr lang="en-US" altLang="en-US" sz="2400" dirty="0">
                <a:sym typeface="Symbol" panose="05050102010706020507" pitchFamily="18" charset="2"/>
              </a:rPr>
              <a:t>- 1-</a:t>
            </a:r>
            <a:r>
              <a:rPr lang="en-US" altLang="en-US" sz="2400" dirty="0"/>
              <a:t> (</a:t>
            </a:r>
            <a:r>
              <a:rPr lang="en-US" altLang="en-US" sz="2400" dirty="0">
                <a:sym typeface="Symbol" panose="05050102010706020507" pitchFamily="18" charset="2"/>
              </a:rPr>
              <a:t>|</a:t>
            </a:r>
            <a:r>
              <a:rPr lang="en-US" altLang="en-US" sz="2400" dirty="0"/>
              <a:t>A|</a:t>
            </a:r>
            <a:r>
              <a:rPr lang="en-US" altLang="en-US" sz="2400" dirty="0">
                <a:sym typeface="Symbol" panose="05050102010706020507" pitchFamily="18" charset="2"/>
              </a:rPr>
              <a:t></a:t>
            </a:r>
            <a:r>
              <a:rPr lang="en-US" altLang="en-US" sz="2400" dirty="0"/>
              <a:t>B)= 2</a:t>
            </a:r>
            <a:r>
              <a:rPr lang="en-US" altLang="en-US" sz="2400" baseline="30000" dirty="0"/>
              <a:t>n</a:t>
            </a:r>
            <a:r>
              <a:rPr lang="en-US" altLang="en-US" sz="2400" dirty="0"/>
              <a:t> -1- |C|= C</a:t>
            </a:r>
            <a:r>
              <a:rPr lang="en-US" altLang="en-US" sz="2400" baseline="-25000" dirty="0"/>
              <a:t>1’scom</a:t>
            </a:r>
            <a:endParaRPr lang="en-US" altLang="en-US" b="1" baseline="-25000" dirty="0">
              <a:solidFill>
                <a:schemeClr val="accent2"/>
              </a:solidFill>
            </a:endParaRPr>
          </a:p>
          <a:p>
            <a:endParaRPr lang="en-US" altLang="en-US" sz="2400" dirty="0"/>
          </a:p>
          <a:p>
            <a:endParaRPr lang="en-US" altLang="en-US" dirty="0"/>
          </a:p>
          <a:p>
            <a:r>
              <a:rPr lang="en-US" altLang="en-US" sz="2400" dirty="0"/>
              <a:t>A </a:t>
            </a:r>
            <a:r>
              <a:rPr lang="en-US" altLang="en-US" sz="2400" dirty="0">
                <a:sym typeface="Symbol" panose="05050102010706020507" pitchFamily="18" charset="2"/>
              </a:rPr>
              <a:t></a:t>
            </a:r>
            <a:r>
              <a:rPr lang="en-US" altLang="en-US" sz="2400" dirty="0"/>
              <a:t> 0,   B </a:t>
            </a:r>
            <a:r>
              <a:rPr lang="en-US" altLang="en-US" sz="2400" dirty="0">
                <a:sym typeface="Symbol" panose="05050102010706020507" pitchFamily="18" charset="2"/>
              </a:rPr>
              <a:t></a:t>
            </a:r>
            <a:r>
              <a:rPr lang="en-US" altLang="en-US" sz="2400" dirty="0"/>
              <a:t> 0				              +1	</a:t>
            </a:r>
          </a:p>
          <a:p>
            <a:pPr marL="0" indent="0" algn="r" rtl="1" eaLnBrk="1" hangingPunct="1">
              <a:buNone/>
            </a:pPr>
            <a:r>
              <a:rPr lang="en-US" altLang="en-US" sz="2400" dirty="0"/>
              <a:t>2</a:t>
            </a:r>
            <a:r>
              <a:rPr lang="en-US" altLang="en-US" sz="2400" baseline="30000" dirty="0"/>
              <a:t>n</a:t>
            </a:r>
            <a:r>
              <a:rPr lang="en-US" altLang="en-US" sz="2400" dirty="0"/>
              <a:t> </a:t>
            </a:r>
            <a:r>
              <a:rPr lang="en-US" altLang="en-US" sz="2400" dirty="0">
                <a:sym typeface="Symbol" panose="05050102010706020507" pitchFamily="18" charset="2"/>
              </a:rPr>
              <a:t>-1-</a:t>
            </a:r>
            <a:r>
              <a:rPr lang="en-US" altLang="en-US" sz="2400" dirty="0"/>
              <a:t> |A| + 2</a:t>
            </a:r>
            <a:r>
              <a:rPr lang="en-US" altLang="en-US" sz="2400" baseline="30000" dirty="0"/>
              <a:t>n</a:t>
            </a:r>
            <a:r>
              <a:rPr lang="en-US" altLang="en-US" sz="2400" dirty="0"/>
              <a:t> </a:t>
            </a:r>
            <a:r>
              <a:rPr lang="en-US" altLang="en-US" sz="2400" dirty="0">
                <a:sym typeface="Symbol" panose="05050102010706020507" pitchFamily="18" charset="2"/>
              </a:rPr>
              <a:t></a:t>
            </a:r>
            <a:r>
              <a:rPr lang="en-US" altLang="en-US" sz="2400" dirty="0"/>
              <a:t> |B|= 2</a:t>
            </a:r>
            <a:r>
              <a:rPr lang="en-US" altLang="en-US" sz="2400" baseline="30000" dirty="0"/>
              <a:t>n</a:t>
            </a:r>
            <a:r>
              <a:rPr lang="en-US" altLang="en-US" sz="2400" dirty="0"/>
              <a:t> -1 </a:t>
            </a:r>
            <a:r>
              <a:rPr lang="en-US" altLang="en-US" sz="2400" dirty="0">
                <a:sym typeface="Symbol" panose="05050102010706020507" pitchFamily="18" charset="2"/>
              </a:rPr>
              <a:t></a:t>
            </a:r>
            <a:r>
              <a:rPr lang="en-US" altLang="en-US" sz="2400" dirty="0"/>
              <a:t> (|A| + </a:t>
            </a:r>
            <a:r>
              <a:rPr lang="en-US" altLang="en-US" sz="2400" dirty="0">
                <a:sym typeface="Symbol" panose="05050102010706020507" pitchFamily="18" charset="2"/>
              </a:rPr>
              <a:t>|</a:t>
            </a:r>
            <a:r>
              <a:rPr lang="en-US" altLang="en-US" sz="2400" dirty="0"/>
              <a:t>B|) + 2</a:t>
            </a:r>
            <a:r>
              <a:rPr lang="en-US" altLang="en-US" sz="2400" baseline="30000" dirty="0"/>
              <a:t>n</a:t>
            </a:r>
            <a:r>
              <a:rPr lang="en-US" altLang="en-US" sz="2400" dirty="0"/>
              <a:t> -1  = 2</a:t>
            </a:r>
            <a:r>
              <a:rPr lang="en-US" altLang="en-US" sz="2400" baseline="30000" dirty="0"/>
              <a:t>n</a:t>
            </a:r>
            <a:r>
              <a:rPr lang="en-US" altLang="en-US" sz="2400" dirty="0"/>
              <a:t> </a:t>
            </a:r>
            <a:r>
              <a:rPr lang="en-US" altLang="en-US" sz="2400" dirty="0">
                <a:sym typeface="Symbol" panose="05050102010706020507" pitchFamily="18" charset="2"/>
              </a:rPr>
              <a:t></a:t>
            </a:r>
            <a:r>
              <a:rPr lang="en-US" altLang="en-US" sz="2400" dirty="0"/>
              <a:t> |C| = C</a:t>
            </a:r>
            <a:r>
              <a:rPr lang="en-US" altLang="en-US" sz="2400" baseline="-25000" dirty="0"/>
              <a:t>1’scom</a:t>
            </a:r>
            <a:endParaRPr lang="ru-RU" altLang="en-US" sz="2400" baseline="-25000" dirty="0"/>
          </a:p>
          <a:p>
            <a:pPr eaLnBrk="1" hangingPunct="1"/>
            <a:r>
              <a:rPr lang="en-US" altLang="en-US" sz="2400" dirty="0">
                <a:solidFill>
                  <a:srgbClr val="0000FF"/>
                </a:solidFill>
              </a:rPr>
              <a:t>In this case end-around carry is generated</a:t>
            </a:r>
            <a:endParaRPr lang="ru-RU" altLang="en-US" sz="2400" dirty="0"/>
          </a:p>
          <a:p>
            <a:endParaRPr lang="en-US" dirty="0"/>
          </a:p>
        </p:txBody>
      </p:sp>
      <p:grpSp>
        <p:nvGrpSpPr>
          <p:cNvPr id="20484" name="Group 9">
            <a:extLst>
              <a:ext uri="{FF2B5EF4-FFF2-40B4-BE49-F238E27FC236}">
                <a16:creationId xmlns:a16="http://schemas.microsoft.com/office/drawing/2014/main" id="{0EEBA503-498E-1BDD-E023-1337AAA92D28}"/>
              </a:ext>
            </a:extLst>
          </p:cNvPr>
          <p:cNvGrpSpPr>
            <a:grpSpLocks/>
          </p:cNvGrpSpPr>
          <p:nvPr/>
        </p:nvGrpSpPr>
        <p:grpSpPr bwMode="auto">
          <a:xfrm>
            <a:off x="2590800" y="2127250"/>
            <a:ext cx="5410200" cy="1143000"/>
            <a:chOff x="408" y="1680"/>
            <a:chExt cx="3408" cy="720"/>
          </a:xfrm>
        </p:grpSpPr>
        <p:grpSp>
          <p:nvGrpSpPr>
            <p:cNvPr id="2" name="Group 8">
              <a:extLst>
                <a:ext uri="{FF2B5EF4-FFF2-40B4-BE49-F238E27FC236}">
                  <a16:creationId xmlns:a16="http://schemas.microsoft.com/office/drawing/2014/main" id="{F3771272-F09F-F8F9-7AD6-C57F6DD889CB}"/>
                </a:ext>
              </a:extLst>
            </p:cNvPr>
            <p:cNvGrpSpPr>
              <a:grpSpLocks/>
            </p:cNvGrpSpPr>
            <p:nvPr/>
          </p:nvGrpSpPr>
          <p:grpSpPr bwMode="auto">
            <a:xfrm>
              <a:off x="432" y="1680"/>
              <a:ext cx="3360" cy="720"/>
              <a:chOff x="336" y="1680"/>
              <a:chExt cx="3360" cy="720"/>
            </a:xfrm>
          </p:grpSpPr>
          <p:sp>
            <p:nvSpPr>
              <p:cNvPr id="20497" name="Rectangle 7">
                <a:extLst>
                  <a:ext uri="{FF2B5EF4-FFF2-40B4-BE49-F238E27FC236}">
                    <a16:creationId xmlns:a16="http://schemas.microsoft.com/office/drawing/2014/main" id="{59F05F25-11AB-461B-8611-A90A87293C64}"/>
                  </a:ext>
                </a:extLst>
              </p:cNvPr>
              <p:cNvSpPr>
                <a:spLocks noChangeArrowheads="1"/>
              </p:cNvSpPr>
              <p:nvPr/>
            </p:nvSpPr>
            <p:spPr bwMode="auto">
              <a:xfrm>
                <a:off x="336" y="1680"/>
                <a:ext cx="3360" cy="720"/>
              </a:xfrm>
              <a:prstGeom prst="rect">
                <a:avLst/>
              </a:prstGeom>
              <a:solidFill>
                <a:schemeClr val="accent1">
                  <a:lumMod val="20000"/>
                  <a:lumOff val="80000"/>
                  <a:alpha val="63136"/>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defRPr/>
                </a:pPr>
                <a:endParaRPr lang="en-GB" altLang="en-US" sz="2000"/>
              </a:p>
            </p:txBody>
          </p:sp>
          <p:sp>
            <p:nvSpPr>
              <p:cNvPr id="3" name="Line 4">
                <a:extLst>
                  <a:ext uri="{FF2B5EF4-FFF2-40B4-BE49-F238E27FC236}">
                    <a16:creationId xmlns:a16="http://schemas.microsoft.com/office/drawing/2014/main" id="{1B48A900-D53C-A7AC-24BE-E26CEED5D430}"/>
                  </a:ext>
                </a:extLst>
              </p:cNvPr>
              <p:cNvSpPr>
                <a:spLocks noChangeShapeType="1"/>
              </p:cNvSpPr>
              <p:nvPr/>
            </p:nvSpPr>
            <p:spPr bwMode="auto">
              <a:xfrm>
                <a:off x="2256" y="2160"/>
                <a:ext cx="1134"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grpSp>
        <p:sp>
          <p:nvSpPr>
            <p:cNvPr id="16390" name="Text Box 6">
              <a:extLst>
                <a:ext uri="{FF2B5EF4-FFF2-40B4-BE49-F238E27FC236}">
                  <a16:creationId xmlns:a16="http://schemas.microsoft.com/office/drawing/2014/main" id="{0289DCF6-E0A0-4F80-A316-DBE460635161}"/>
                </a:ext>
              </a:extLst>
            </p:cNvPr>
            <p:cNvSpPr txBox="1">
              <a:spLocks noChangeArrowheads="1"/>
            </p:cNvSpPr>
            <p:nvPr/>
          </p:nvSpPr>
          <p:spPr bwMode="auto">
            <a:xfrm>
              <a:off x="408" y="1723"/>
              <a:ext cx="3408" cy="634"/>
            </a:xfrm>
            <a:prstGeom prst="rect">
              <a:avLst/>
            </a:prstGeom>
            <a:solidFill>
              <a:schemeClr val="accent1">
                <a:lumMod val="20000"/>
                <a:lumOff val="80000"/>
              </a:schemeClr>
            </a:solidFill>
            <a:ln w="9525">
              <a:noFill/>
              <a:miter lim="800000"/>
              <a:headEnd/>
              <a:tailEnd/>
            </a:ln>
            <a:effectLst/>
          </p:spPr>
          <p:txBody>
            <a:bodyPr>
              <a:spAutoFit/>
            </a:bodyPr>
            <a:lstStyle/>
            <a:p>
              <a:pPr eaLnBrk="1" hangingPunct="1">
                <a:defRPr/>
              </a:pPr>
              <a:r>
                <a:rPr lang="en-US" sz="2000" dirty="0">
                  <a:solidFill>
                    <a:srgbClr val="0000FF"/>
                  </a:solidFill>
                  <a:latin typeface="Arial" charset="0"/>
                  <a:cs typeface="Arial" charset="0"/>
                </a:rPr>
                <a:t>Example</a:t>
              </a:r>
              <a:r>
                <a:rPr lang="ru-RU" sz="2000" dirty="0">
                  <a:solidFill>
                    <a:srgbClr val="0000FF"/>
                  </a:solidFill>
                  <a:latin typeface="Arial" charset="0"/>
                  <a:cs typeface="Arial" charset="0"/>
                </a:rPr>
                <a:t> :</a:t>
              </a:r>
              <a:r>
                <a:rPr lang="en-US" sz="2000" dirty="0">
                  <a:solidFill>
                    <a:srgbClr val="0000FF"/>
                  </a:solidFill>
                  <a:latin typeface="Arial" charset="0"/>
                  <a:cs typeface="Arial" charset="0"/>
                </a:rPr>
                <a:t> </a:t>
              </a:r>
              <a:r>
                <a:rPr lang="en-US" sz="2000" dirty="0">
                  <a:latin typeface="Arial" charset="0"/>
                  <a:cs typeface="Arial" charset="0"/>
                  <a:sym typeface="Symbol" pitchFamily="18" charset="2"/>
                </a:rPr>
                <a:t></a:t>
              </a:r>
              <a:r>
                <a:rPr lang="en-US" sz="2000" dirty="0">
                  <a:latin typeface="Arial" charset="0"/>
                  <a:cs typeface="Arial" charset="0"/>
                </a:rPr>
                <a:t> 0011100   =  +   </a:t>
              </a:r>
              <a:r>
                <a:rPr lang="ru-RU" sz="2000" u="sng" dirty="0">
                  <a:latin typeface="Arial" charset="0"/>
                  <a:cs typeface="Arial" charset="0"/>
                </a:rPr>
                <a:t>1</a:t>
              </a:r>
              <a:r>
                <a:rPr lang="ru-RU" sz="2000" dirty="0">
                  <a:latin typeface="Arial" charset="0"/>
                  <a:cs typeface="Arial" charset="0"/>
                </a:rPr>
                <a:t> 1</a:t>
              </a:r>
              <a:r>
                <a:rPr lang="en-US" sz="2000" dirty="0">
                  <a:latin typeface="Arial" charset="0"/>
                  <a:cs typeface="Arial" charset="0"/>
                </a:rPr>
                <a:t>1</a:t>
              </a:r>
              <a:r>
                <a:rPr lang="ru-RU" sz="2000" dirty="0">
                  <a:latin typeface="Arial" charset="0"/>
                  <a:cs typeface="Arial" charset="0"/>
                </a:rPr>
                <a:t>00</a:t>
              </a:r>
              <a:r>
                <a:rPr lang="en-US" sz="2000" dirty="0">
                  <a:latin typeface="Arial" charset="0"/>
                  <a:cs typeface="Arial" charset="0"/>
                </a:rPr>
                <a:t>011</a:t>
              </a:r>
              <a:endParaRPr lang="ru-RU" sz="2000" dirty="0">
                <a:latin typeface="Arial" charset="0"/>
                <a:cs typeface="Arial" charset="0"/>
              </a:endParaRPr>
            </a:p>
            <a:p>
              <a:pPr eaLnBrk="1" hangingPunct="1">
                <a:defRPr/>
              </a:pPr>
              <a:r>
                <a:rPr lang="en-US" sz="2000" dirty="0">
                  <a:latin typeface="Arial" charset="0"/>
                  <a:cs typeface="Arial" charset="0"/>
                </a:rPr>
                <a:t>                 + 0000100   =</a:t>
              </a:r>
              <a:r>
                <a:rPr lang="ru-RU" sz="2000" dirty="0">
                  <a:latin typeface="Arial" charset="0"/>
                  <a:cs typeface="Arial" charset="0"/>
                </a:rPr>
                <a:t>  </a:t>
              </a:r>
              <a:r>
                <a:rPr lang="en-US" sz="2000" dirty="0">
                  <a:latin typeface="Arial" charset="0"/>
                  <a:cs typeface="Arial" charset="0"/>
                </a:rPr>
                <a:t>     </a:t>
              </a:r>
              <a:r>
                <a:rPr lang="ru-RU" sz="2000" u="sng" dirty="0">
                  <a:latin typeface="Arial" charset="0"/>
                  <a:cs typeface="Arial" charset="0"/>
                </a:rPr>
                <a:t>0</a:t>
              </a:r>
              <a:r>
                <a:rPr lang="ru-RU" sz="2000" dirty="0">
                  <a:latin typeface="Arial" charset="0"/>
                  <a:cs typeface="Arial" charset="0"/>
                </a:rPr>
                <a:t> 0000100</a:t>
              </a:r>
            </a:p>
            <a:p>
              <a:pPr eaLnBrk="1" hangingPunct="1">
                <a:defRPr/>
              </a:pPr>
              <a:r>
                <a:rPr lang="en-US" sz="2000" dirty="0">
                  <a:latin typeface="Arial" charset="0"/>
                  <a:cs typeface="Arial" charset="0"/>
                </a:rPr>
                <a:t>                  </a:t>
              </a:r>
              <a:r>
                <a:rPr lang="en-US" sz="2000" dirty="0">
                  <a:latin typeface="Arial" charset="0"/>
                  <a:cs typeface="Arial" charset="0"/>
                  <a:sym typeface="Symbol" pitchFamily="18" charset="2"/>
                </a:rPr>
                <a:t></a:t>
              </a:r>
              <a:r>
                <a:rPr lang="en-US" sz="2000" dirty="0">
                  <a:latin typeface="Arial" charset="0"/>
                  <a:cs typeface="Arial" charset="0"/>
                </a:rPr>
                <a:t> 0011000  =       </a:t>
              </a:r>
              <a:r>
                <a:rPr lang="ru-RU" sz="2000" u="sng" dirty="0">
                  <a:latin typeface="Arial" charset="0"/>
                  <a:cs typeface="Arial" charset="0"/>
                </a:rPr>
                <a:t>1</a:t>
              </a:r>
              <a:r>
                <a:rPr lang="ru-RU" sz="2000" dirty="0">
                  <a:latin typeface="Arial" charset="0"/>
                  <a:cs typeface="Arial" charset="0"/>
                </a:rPr>
                <a:t> 1</a:t>
              </a:r>
              <a:r>
                <a:rPr lang="en-US" sz="2000" dirty="0">
                  <a:latin typeface="Arial" charset="0"/>
                  <a:cs typeface="Arial" charset="0"/>
                </a:rPr>
                <a:t>10</a:t>
              </a:r>
              <a:r>
                <a:rPr lang="ru-RU" sz="2000" dirty="0">
                  <a:latin typeface="Arial" charset="0"/>
                  <a:cs typeface="Arial" charset="0"/>
                </a:rPr>
                <a:t>0</a:t>
              </a:r>
              <a:r>
                <a:rPr lang="en-US" sz="2000" dirty="0">
                  <a:latin typeface="Arial" charset="0"/>
                  <a:cs typeface="Arial" charset="0"/>
                </a:rPr>
                <a:t>111</a:t>
              </a:r>
              <a:endParaRPr lang="ru-RU" sz="2000" dirty="0">
                <a:latin typeface="Arial" charset="0"/>
                <a:cs typeface="Arial" charset="0"/>
              </a:endParaRPr>
            </a:p>
          </p:txBody>
        </p:sp>
      </p:grpSp>
      <p:sp>
        <p:nvSpPr>
          <p:cNvPr id="20486" name="Line 12">
            <a:extLst>
              <a:ext uri="{FF2B5EF4-FFF2-40B4-BE49-F238E27FC236}">
                <a16:creationId xmlns:a16="http://schemas.microsoft.com/office/drawing/2014/main" id="{B956BC02-C5AB-EB1B-5F7C-37C36BFD5449}"/>
              </a:ext>
            </a:extLst>
          </p:cNvPr>
          <p:cNvSpPr>
            <a:spLocks noChangeShapeType="1"/>
          </p:cNvSpPr>
          <p:nvPr/>
        </p:nvSpPr>
        <p:spPr bwMode="auto">
          <a:xfrm flipV="1">
            <a:off x="7620000" y="3581400"/>
            <a:ext cx="152400" cy="38100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20487" name="Group 19">
            <a:extLst>
              <a:ext uri="{FF2B5EF4-FFF2-40B4-BE49-F238E27FC236}">
                <a16:creationId xmlns:a16="http://schemas.microsoft.com/office/drawing/2014/main" id="{19093548-93C6-49D7-ADA2-4171C39A8645}"/>
              </a:ext>
            </a:extLst>
          </p:cNvPr>
          <p:cNvGrpSpPr>
            <a:grpSpLocks/>
          </p:cNvGrpSpPr>
          <p:nvPr/>
        </p:nvGrpSpPr>
        <p:grpSpPr bwMode="auto">
          <a:xfrm>
            <a:off x="1422628" y="4765568"/>
            <a:ext cx="4800600" cy="1642469"/>
            <a:chOff x="816" y="2752"/>
            <a:chExt cx="3024" cy="1088"/>
          </a:xfrm>
          <a:solidFill>
            <a:schemeClr val="accent1">
              <a:lumMod val="20000"/>
              <a:lumOff val="80000"/>
            </a:schemeClr>
          </a:solidFill>
        </p:grpSpPr>
        <p:grpSp>
          <p:nvGrpSpPr>
            <p:cNvPr id="20488" name="Group 16">
              <a:extLst>
                <a:ext uri="{FF2B5EF4-FFF2-40B4-BE49-F238E27FC236}">
                  <a16:creationId xmlns:a16="http://schemas.microsoft.com/office/drawing/2014/main" id="{FAB00F22-0A45-450A-983A-539DADEFB433}"/>
                </a:ext>
              </a:extLst>
            </p:cNvPr>
            <p:cNvGrpSpPr>
              <a:grpSpLocks/>
            </p:cNvGrpSpPr>
            <p:nvPr/>
          </p:nvGrpSpPr>
          <p:grpSpPr bwMode="auto">
            <a:xfrm>
              <a:off x="816" y="2752"/>
              <a:ext cx="3024" cy="1088"/>
              <a:chOff x="816" y="2752"/>
              <a:chExt cx="3024" cy="1088"/>
            </a:xfrm>
            <a:grpFill/>
          </p:grpSpPr>
          <p:sp>
            <p:nvSpPr>
              <p:cNvPr id="20491" name="Rectangle 15">
                <a:extLst>
                  <a:ext uri="{FF2B5EF4-FFF2-40B4-BE49-F238E27FC236}">
                    <a16:creationId xmlns:a16="http://schemas.microsoft.com/office/drawing/2014/main" id="{8D1FD07C-4A3B-4AB9-A943-7CA9F34F0571}"/>
                  </a:ext>
                </a:extLst>
              </p:cNvPr>
              <p:cNvSpPr>
                <a:spLocks noChangeArrowheads="1"/>
              </p:cNvSpPr>
              <p:nvPr/>
            </p:nvSpPr>
            <p:spPr bwMode="auto">
              <a:xfrm>
                <a:off x="816" y="2784"/>
                <a:ext cx="3024" cy="1056"/>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defRPr/>
                </a:pPr>
                <a:endParaRPr lang="en-GB" altLang="en-US"/>
              </a:p>
            </p:txBody>
          </p:sp>
          <p:grpSp>
            <p:nvGrpSpPr>
              <p:cNvPr id="20492" name="Group 14">
                <a:extLst>
                  <a:ext uri="{FF2B5EF4-FFF2-40B4-BE49-F238E27FC236}">
                    <a16:creationId xmlns:a16="http://schemas.microsoft.com/office/drawing/2014/main" id="{B411527F-B1FB-475A-AB5E-A367C28740FA}"/>
                  </a:ext>
                </a:extLst>
              </p:cNvPr>
              <p:cNvGrpSpPr>
                <a:grpSpLocks/>
              </p:cNvGrpSpPr>
              <p:nvPr/>
            </p:nvGrpSpPr>
            <p:grpSpPr bwMode="auto">
              <a:xfrm>
                <a:off x="879" y="2752"/>
                <a:ext cx="2832" cy="1081"/>
                <a:chOff x="870" y="2806"/>
                <a:chExt cx="2832" cy="1081"/>
              </a:xfrm>
              <a:grpFill/>
            </p:grpSpPr>
            <p:sp>
              <p:nvSpPr>
                <p:cNvPr id="20493" name="Text Box 11">
                  <a:extLst>
                    <a:ext uri="{FF2B5EF4-FFF2-40B4-BE49-F238E27FC236}">
                      <a16:creationId xmlns:a16="http://schemas.microsoft.com/office/drawing/2014/main" id="{CBD739F5-1DC0-47CD-9DF3-605D5057F347}"/>
                    </a:ext>
                  </a:extLst>
                </p:cNvPr>
                <p:cNvSpPr txBox="1">
                  <a:spLocks noChangeArrowheads="1"/>
                </p:cNvSpPr>
                <p:nvPr/>
              </p:nvSpPr>
              <p:spPr bwMode="auto">
                <a:xfrm>
                  <a:off x="870" y="2806"/>
                  <a:ext cx="2832" cy="108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defRPr/>
                  </a:pPr>
                  <a:r>
                    <a:rPr lang="en-US" altLang="en-US" sz="2000" dirty="0">
                      <a:solidFill>
                        <a:srgbClr val="0000FF"/>
                      </a:solidFill>
                    </a:rPr>
                    <a:t>Example</a:t>
                  </a:r>
                  <a:r>
                    <a:rPr lang="ru-RU" altLang="en-US" sz="2000" dirty="0">
                      <a:solidFill>
                        <a:srgbClr val="0000FF"/>
                      </a:solidFill>
                    </a:rPr>
                    <a:t> </a:t>
                  </a:r>
                  <a:r>
                    <a:rPr lang="ru-RU" altLang="en-US" sz="2000" dirty="0">
                      <a:solidFill>
                        <a:srgbClr val="FF0000"/>
                      </a:solidFill>
                    </a:rPr>
                    <a:t>:</a:t>
                  </a:r>
                  <a:r>
                    <a:rPr lang="ru-RU" altLang="en-US" sz="2000" dirty="0"/>
                    <a:t> </a:t>
                  </a:r>
                  <a:r>
                    <a:rPr lang="en-US" altLang="en-US" sz="2000" dirty="0">
                      <a:sym typeface="Symbol" panose="05050102010706020507" pitchFamily="18" charset="2"/>
                    </a:rPr>
                    <a:t> 0001101   =  </a:t>
                  </a:r>
                  <a:r>
                    <a:rPr lang="ru-RU" altLang="en-US" sz="2000" u="sng" dirty="0"/>
                    <a:t>1</a:t>
                  </a:r>
                  <a:r>
                    <a:rPr lang="ru-RU" altLang="en-US" sz="2000" dirty="0"/>
                    <a:t> 111001</a:t>
                  </a:r>
                  <a:r>
                    <a:rPr lang="en-US" altLang="en-US" sz="2000" dirty="0"/>
                    <a:t>0</a:t>
                  </a:r>
                  <a:endParaRPr lang="ru-RU" altLang="en-US" sz="2000" dirty="0"/>
                </a:p>
                <a:p>
                  <a:pPr eaLnBrk="1" hangingPunct="1">
                    <a:defRPr/>
                  </a:pPr>
                  <a:r>
                    <a:rPr lang="en-US" altLang="en-US" sz="2000" dirty="0">
                      <a:sym typeface="Symbol" panose="05050102010706020507" pitchFamily="18" charset="2"/>
                    </a:rPr>
                    <a:t>                  </a:t>
                  </a:r>
                  <a:r>
                    <a:rPr lang="en-US" altLang="en-US" sz="2000" dirty="0"/>
                    <a:t>0011001   =  </a:t>
                  </a:r>
                  <a:r>
                    <a:rPr lang="ru-RU" altLang="en-US" sz="2000" u="sng" dirty="0"/>
                    <a:t>1</a:t>
                  </a:r>
                  <a:r>
                    <a:rPr lang="ru-RU" altLang="en-US" sz="2000" dirty="0"/>
                    <a:t> 110011</a:t>
                  </a:r>
                  <a:r>
                    <a:rPr lang="en-US" altLang="en-US" sz="2000" dirty="0"/>
                    <a:t>0</a:t>
                  </a:r>
                  <a:endParaRPr lang="ru-RU" altLang="en-US" sz="2000" dirty="0"/>
                </a:p>
                <a:p>
                  <a:pPr eaLnBrk="1" hangingPunct="1">
                    <a:defRPr/>
                  </a:pPr>
                  <a:r>
                    <a:rPr lang="en-US" altLang="en-US" sz="2000" dirty="0"/>
                    <a:t>                 </a:t>
                  </a:r>
                  <a:r>
                    <a:rPr lang="en-US" altLang="en-US" sz="2000" dirty="0">
                      <a:sym typeface="Symbol" panose="05050102010706020507" pitchFamily="18" charset="2"/>
                    </a:rPr>
                    <a:t></a:t>
                  </a:r>
                  <a:r>
                    <a:rPr lang="en-US" altLang="en-US" sz="2000" dirty="0"/>
                    <a:t> 0100110   =</a:t>
                  </a:r>
                  <a:r>
                    <a:rPr lang="en-US" altLang="en-US" sz="2000" baseline="-25000" dirty="0"/>
                    <a:t>+</a:t>
                  </a:r>
                  <a:r>
                    <a:rPr lang="en-US" altLang="en-US" sz="2000" dirty="0"/>
                    <a:t>1</a:t>
                  </a:r>
                  <a:r>
                    <a:rPr lang="ru-RU" altLang="en-US" sz="2000" u="sng" dirty="0"/>
                    <a:t>1</a:t>
                  </a:r>
                  <a:r>
                    <a:rPr lang="ru-RU" altLang="en-US" sz="2000" dirty="0"/>
                    <a:t>101</a:t>
                  </a:r>
                  <a:r>
                    <a:rPr lang="en-US" altLang="en-US" sz="2000" dirty="0"/>
                    <a:t>1</a:t>
                  </a:r>
                  <a:r>
                    <a:rPr lang="ru-RU" altLang="en-US" sz="2000" dirty="0"/>
                    <a:t>0</a:t>
                  </a:r>
                  <a:r>
                    <a:rPr lang="en-US" altLang="en-US" sz="2000" dirty="0"/>
                    <a:t>0</a:t>
                  </a:r>
                  <a:r>
                    <a:rPr lang="ru-RU" altLang="en-US" sz="2000" dirty="0"/>
                    <a:t>0</a:t>
                  </a:r>
                  <a:endParaRPr lang="en-US" altLang="en-US" sz="2000" dirty="0"/>
                </a:p>
                <a:p>
                  <a:pPr eaLnBrk="1" hangingPunct="1">
                    <a:defRPr/>
                  </a:pPr>
                  <a:r>
                    <a:rPr lang="en-US" altLang="en-US" sz="2000" dirty="0"/>
                    <a:t>	                                           1</a:t>
                  </a:r>
                </a:p>
                <a:p>
                  <a:pPr eaLnBrk="1" hangingPunct="1">
                    <a:defRPr/>
                  </a:pPr>
                  <a:r>
                    <a:rPr lang="en-US" altLang="en-US" sz="2000" dirty="0">
                      <a:solidFill>
                        <a:srgbClr val="FF0000"/>
                      </a:solidFill>
                    </a:rPr>
                    <a:t>			</a:t>
                  </a:r>
                  <a:r>
                    <a:rPr lang="en-US" altLang="en-US" sz="2000" dirty="0">
                      <a:solidFill>
                        <a:srgbClr val="0000FF"/>
                      </a:solidFill>
                    </a:rPr>
                    <a:t> </a:t>
                  </a:r>
                  <a:r>
                    <a:rPr lang="en-US" altLang="en-US" sz="2000" u="sng" dirty="0">
                      <a:solidFill>
                        <a:srgbClr val="0000FF"/>
                      </a:solidFill>
                    </a:rPr>
                    <a:t>1</a:t>
                  </a:r>
                  <a:r>
                    <a:rPr lang="en-US" altLang="en-US" sz="2000" dirty="0">
                      <a:solidFill>
                        <a:srgbClr val="0000FF"/>
                      </a:solidFill>
                    </a:rPr>
                    <a:t> 1011001</a:t>
                  </a:r>
                  <a:endParaRPr lang="ru-RU" altLang="en-US" sz="2000" dirty="0"/>
                </a:p>
              </p:txBody>
            </p:sp>
            <p:sp>
              <p:nvSpPr>
                <p:cNvPr id="20494" name="Line 13">
                  <a:extLst>
                    <a:ext uri="{FF2B5EF4-FFF2-40B4-BE49-F238E27FC236}">
                      <a16:creationId xmlns:a16="http://schemas.microsoft.com/office/drawing/2014/main" id="{FE129807-F055-4D42-8977-4C9EC0E1FA4D}"/>
                    </a:ext>
                  </a:extLst>
                </p:cNvPr>
                <p:cNvSpPr>
                  <a:spLocks noChangeShapeType="1"/>
                </p:cNvSpPr>
                <p:nvPr/>
              </p:nvSpPr>
              <p:spPr bwMode="auto">
                <a:xfrm>
                  <a:off x="2616" y="3648"/>
                  <a:ext cx="816" cy="0"/>
                </a:xfrm>
                <a:prstGeom prst="line">
                  <a:avLst/>
                </a:prstGeom>
                <a:grpFill/>
                <a:ln w="9525">
                  <a:solidFill>
                    <a:schemeClr val="tx1"/>
                  </a:solidFill>
                  <a:round/>
                  <a:headEnd/>
                  <a:tailEnd/>
                </a:ln>
              </p:spPr>
              <p:txBody>
                <a:bodyPr/>
                <a:lstStyle/>
                <a:p>
                  <a:pPr>
                    <a:defRPr/>
                  </a:pPr>
                  <a:endParaRPr lang="en-US"/>
                </a:p>
              </p:txBody>
            </p:sp>
          </p:grpSp>
        </p:grpSp>
        <p:sp>
          <p:nvSpPr>
            <p:cNvPr id="20489" name="Line 17">
              <a:extLst>
                <a:ext uri="{FF2B5EF4-FFF2-40B4-BE49-F238E27FC236}">
                  <a16:creationId xmlns:a16="http://schemas.microsoft.com/office/drawing/2014/main" id="{E7E01CE3-3CDD-497E-A935-19BA5013799E}"/>
                </a:ext>
              </a:extLst>
            </p:cNvPr>
            <p:cNvSpPr>
              <a:spLocks noChangeShapeType="1"/>
            </p:cNvSpPr>
            <p:nvPr/>
          </p:nvSpPr>
          <p:spPr bwMode="auto">
            <a:xfrm>
              <a:off x="2658" y="3408"/>
              <a:ext cx="0" cy="118"/>
            </a:xfrm>
            <a:prstGeom prst="line">
              <a:avLst/>
            </a:prstGeom>
            <a:grpFill/>
            <a:ln w="9525">
              <a:solidFill>
                <a:schemeClr val="tx1"/>
              </a:solidFill>
              <a:round/>
              <a:headEnd/>
              <a:tailEnd/>
            </a:ln>
          </p:spPr>
          <p:txBody>
            <a:bodyPr/>
            <a:lstStyle/>
            <a:p>
              <a:pPr>
                <a:defRPr/>
              </a:pPr>
              <a:endParaRPr lang="en-US"/>
            </a:p>
          </p:txBody>
        </p:sp>
        <p:sp>
          <p:nvSpPr>
            <p:cNvPr id="20490" name="Line 18">
              <a:extLst>
                <a:ext uri="{FF2B5EF4-FFF2-40B4-BE49-F238E27FC236}">
                  <a16:creationId xmlns:a16="http://schemas.microsoft.com/office/drawing/2014/main" id="{B9A72725-6E7F-46A1-9DB2-8830B2968FE7}"/>
                </a:ext>
              </a:extLst>
            </p:cNvPr>
            <p:cNvSpPr>
              <a:spLocks noChangeShapeType="1"/>
            </p:cNvSpPr>
            <p:nvPr/>
          </p:nvSpPr>
          <p:spPr bwMode="auto">
            <a:xfrm>
              <a:off x="2675" y="3534"/>
              <a:ext cx="624" cy="0"/>
            </a:xfrm>
            <a:prstGeom prst="line">
              <a:avLst/>
            </a:prstGeom>
            <a:grpFill/>
            <a:ln w="9525">
              <a:solidFill>
                <a:schemeClr val="tx1"/>
              </a:solidFill>
              <a:round/>
              <a:headEnd/>
              <a:tailEnd type="triangle" w="med" len="med"/>
            </a:ln>
          </p:spPr>
          <p:txBody>
            <a:bodyPr/>
            <a:lstStyle/>
            <a:p>
              <a:pPr>
                <a:defRPr/>
              </a:pPr>
              <a:endParaRPr lang="en-US"/>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06" name="Group 9">
            <a:extLst>
              <a:ext uri="{FF2B5EF4-FFF2-40B4-BE49-F238E27FC236}">
                <a16:creationId xmlns:a16="http://schemas.microsoft.com/office/drawing/2014/main" id="{045B4B2B-083B-7D5D-FBF7-35D4E86A546B}"/>
              </a:ext>
            </a:extLst>
          </p:cNvPr>
          <p:cNvGrpSpPr>
            <a:grpSpLocks/>
          </p:cNvGrpSpPr>
          <p:nvPr/>
        </p:nvGrpSpPr>
        <p:grpSpPr bwMode="auto">
          <a:xfrm>
            <a:off x="1764621" y="1208315"/>
            <a:ext cx="8326437" cy="2938829"/>
            <a:chOff x="323" y="1014"/>
            <a:chExt cx="5186" cy="1760"/>
          </a:xfrm>
        </p:grpSpPr>
        <p:sp>
          <p:nvSpPr>
            <p:cNvPr id="21510" name="Text Box 3">
              <a:extLst>
                <a:ext uri="{FF2B5EF4-FFF2-40B4-BE49-F238E27FC236}">
                  <a16:creationId xmlns:a16="http://schemas.microsoft.com/office/drawing/2014/main" id="{8DD3DD4F-6BF2-86AB-0697-5DD037CF4033}"/>
                </a:ext>
              </a:extLst>
            </p:cNvPr>
            <p:cNvSpPr txBox="1">
              <a:spLocks noChangeArrowheads="1"/>
            </p:cNvSpPr>
            <p:nvPr/>
          </p:nvSpPr>
          <p:spPr bwMode="auto">
            <a:xfrm>
              <a:off x="323" y="1014"/>
              <a:ext cx="5186" cy="17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If an addition operation produced a result that exceeds the range of the number system, overflow is said to occur. </a:t>
              </a:r>
            </a:p>
            <a:p>
              <a:pPr eaLnBrk="1" hangingPunct="1"/>
              <a:r>
                <a:rPr lang="en-US" altLang="en-US" sz="2000" dirty="0"/>
                <a:t>Addition of two numbers with different signs can never produce overflow (only addition numbers with the same signs).   </a:t>
              </a:r>
            </a:p>
            <a:p>
              <a:pPr eaLnBrk="1" hangingPunct="1">
                <a:spcBef>
                  <a:spcPct val="50000"/>
                </a:spcBef>
              </a:pPr>
              <a:r>
                <a:rPr lang="en-US" altLang="en-US" sz="2000" dirty="0"/>
                <a:t>Example: S=A+B</a:t>
              </a:r>
            </a:p>
            <a:p>
              <a:pPr>
                <a:spcBef>
                  <a:spcPts val="600"/>
                </a:spcBef>
              </a:pPr>
              <a:r>
                <a:rPr lang="en-US" altLang="en-US" sz="2000" dirty="0"/>
                <a:t> -64     </a:t>
              </a:r>
              <a:r>
                <a:rPr lang="en-US" altLang="en-US" sz="2000" baseline="-25000" dirty="0"/>
                <a:t>+</a:t>
              </a:r>
              <a:r>
                <a:rPr lang="en-US" altLang="en-US" sz="2000" dirty="0"/>
                <a:t> </a:t>
              </a:r>
              <a:r>
                <a:rPr lang="en-US" altLang="en-US" sz="2000" u="sng" dirty="0"/>
                <a:t>1</a:t>
              </a:r>
              <a:r>
                <a:rPr lang="en-US" altLang="en-US" sz="2000" dirty="0"/>
                <a:t>1000000			</a:t>
              </a:r>
              <a:r>
                <a:rPr lang="en-US" altLang="en-US" sz="2000" baseline="-25000" dirty="0"/>
                <a:t>+</a:t>
              </a:r>
              <a:r>
                <a:rPr lang="en-US" altLang="en-US" sz="2000" dirty="0"/>
                <a:t>50   </a:t>
              </a:r>
              <a:r>
                <a:rPr lang="en-US" altLang="en-US" sz="2000" baseline="-25000" dirty="0"/>
                <a:t>+</a:t>
              </a:r>
              <a:r>
                <a:rPr lang="en-US" altLang="en-US" sz="2000" dirty="0"/>
                <a:t> </a:t>
              </a:r>
              <a:r>
                <a:rPr lang="en-US" altLang="en-US" sz="2000" u="sng" dirty="0"/>
                <a:t>0</a:t>
              </a:r>
              <a:r>
                <a:rPr lang="en-US" altLang="en-US" sz="2000" dirty="0"/>
                <a:t> 0110010</a:t>
              </a:r>
            </a:p>
            <a:p>
              <a:pPr>
                <a:spcBef>
                  <a:spcPts val="600"/>
                </a:spcBef>
              </a:pPr>
              <a:r>
                <a:rPr lang="en-US" altLang="en-US" sz="2000" dirty="0"/>
                <a:t> -65       </a:t>
              </a:r>
              <a:r>
                <a:rPr lang="en-US" altLang="en-US" sz="2000" u="sng" dirty="0"/>
                <a:t>1</a:t>
              </a:r>
              <a:r>
                <a:rPr lang="en-US" altLang="en-US" sz="2000" dirty="0"/>
                <a:t>0111111		 	 80      </a:t>
              </a:r>
              <a:r>
                <a:rPr lang="en-US" altLang="en-US" sz="2000" u="sng" dirty="0"/>
                <a:t>0</a:t>
              </a:r>
              <a:r>
                <a:rPr lang="en-US" altLang="en-US" sz="2000" dirty="0"/>
                <a:t> 1010000</a:t>
              </a:r>
            </a:p>
            <a:p>
              <a:pPr>
                <a:spcBef>
                  <a:spcPts val="600"/>
                </a:spcBef>
              </a:pPr>
              <a:r>
                <a:rPr lang="en-US" altLang="en-US" sz="2000" dirty="0"/>
                <a:t>-129      </a:t>
              </a:r>
              <a:r>
                <a:rPr lang="en-US" altLang="en-US" sz="2000" u="sng" dirty="0"/>
                <a:t>0</a:t>
              </a:r>
              <a:r>
                <a:rPr lang="en-US" altLang="en-US" sz="2000" dirty="0"/>
                <a:t>1111111 = +1</a:t>
              </a:r>
              <a:r>
                <a:rPr lang="ru-RU" altLang="en-US" sz="2000" dirty="0"/>
                <a:t>27</a:t>
              </a:r>
              <a:r>
                <a:rPr lang="en-US" altLang="en-US" sz="2000" dirty="0"/>
                <a:t>                          130    </a:t>
              </a:r>
              <a:r>
                <a:rPr lang="en-US" altLang="en-US" sz="2000" u="sng" dirty="0"/>
                <a:t>1</a:t>
              </a:r>
              <a:r>
                <a:rPr lang="en-US" altLang="en-US" sz="2000" dirty="0"/>
                <a:t> 0000010 = - 126</a:t>
              </a:r>
              <a:endParaRPr lang="ru-RU" altLang="en-US" sz="2000" dirty="0"/>
            </a:p>
          </p:txBody>
        </p:sp>
        <p:sp>
          <p:nvSpPr>
            <p:cNvPr id="21511" name="Line 4">
              <a:extLst>
                <a:ext uri="{FF2B5EF4-FFF2-40B4-BE49-F238E27FC236}">
                  <a16:creationId xmlns:a16="http://schemas.microsoft.com/office/drawing/2014/main" id="{883D89FD-F6D0-B2DD-027C-60773545E6EA}"/>
                </a:ext>
              </a:extLst>
            </p:cNvPr>
            <p:cNvSpPr>
              <a:spLocks noChangeShapeType="1"/>
            </p:cNvSpPr>
            <p:nvPr/>
          </p:nvSpPr>
          <p:spPr bwMode="auto">
            <a:xfrm>
              <a:off x="934" y="2520"/>
              <a:ext cx="683"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sp>
          <p:nvSpPr>
            <p:cNvPr id="21512" name="Line 5">
              <a:extLst>
                <a:ext uri="{FF2B5EF4-FFF2-40B4-BE49-F238E27FC236}">
                  <a16:creationId xmlns:a16="http://schemas.microsoft.com/office/drawing/2014/main" id="{34C0315E-D1DD-8848-C488-A8C3C5A4D9A8}"/>
                </a:ext>
              </a:extLst>
            </p:cNvPr>
            <p:cNvSpPr>
              <a:spLocks noChangeShapeType="1"/>
            </p:cNvSpPr>
            <p:nvPr/>
          </p:nvSpPr>
          <p:spPr bwMode="auto">
            <a:xfrm>
              <a:off x="3706" y="2520"/>
              <a:ext cx="74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spAutoFit/>
            </a:bodyPr>
            <a:lstStyle/>
            <a:p>
              <a:endParaRPr lang="en-US"/>
            </a:p>
          </p:txBody>
        </p:sp>
      </p:grpSp>
      <p:sp>
        <p:nvSpPr>
          <p:cNvPr id="21507" name="Text Box 6">
            <a:extLst>
              <a:ext uri="{FF2B5EF4-FFF2-40B4-BE49-F238E27FC236}">
                <a16:creationId xmlns:a16="http://schemas.microsoft.com/office/drawing/2014/main" id="{533FD77F-4ABD-D13D-75AD-E8317CECB493}"/>
              </a:ext>
            </a:extLst>
          </p:cNvPr>
          <p:cNvSpPr txBox="1">
            <a:spLocks noChangeArrowheads="1"/>
          </p:cNvSpPr>
          <p:nvPr/>
        </p:nvSpPr>
        <p:spPr bwMode="auto">
          <a:xfrm>
            <a:off x="1610633" y="4103915"/>
            <a:ext cx="825182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a:t>
            </a:r>
            <a:r>
              <a:rPr lang="en-US" altLang="en-US" sz="2000">
                <a:solidFill>
                  <a:srgbClr val="0000FF"/>
                </a:solidFill>
              </a:rPr>
              <a:t>Negative Overflow  </a:t>
            </a:r>
            <a:r>
              <a:rPr lang="en-US" altLang="en-US" sz="2000"/>
              <a:t>	</a:t>
            </a:r>
            <a:r>
              <a:rPr lang="en-US" altLang="en-US" sz="2000">
                <a:solidFill>
                  <a:srgbClr val="0000FF"/>
                </a:solidFill>
              </a:rPr>
              <a:t>                    Positive Overflow</a:t>
            </a:r>
            <a:endParaRPr lang="ru-RU" altLang="en-US" sz="2000">
              <a:solidFill>
                <a:srgbClr val="0000FF"/>
              </a:solidFill>
            </a:endParaRPr>
          </a:p>
        </p:txBody>
      </p:sp>
      <p:sp>
        <p:nvSpPr>
          <p:cNvPr id="21508" name="Text Box 7">
            <a:extLst>
              <a:ext uri="{FF2B5EF4-FFF2-40B4-BE49-F238E27FC236}">
                <a16:creationId xmlns:a16="http://schemas.microsoft.com/office/drawing/2014/main" id="{8B60AB74-8773-5876-E6CD-1D63409FEADA}"/>
              </a:ext>
            </a:extLst>
          </p:cNvPr>
          <p:cNvSpPr txBox="1">
            <a:spLocks noChangeArrowheads="1"/>
          </p:cNvSpPr>
          <p:nvPr/>
        </p:nvSpPr>
        <p:spPr bwMode="auto">
          <a:xfrm>
            <a:off x="1632857" y="4561114"/>
            <a:ext cx="84582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Overflow: if the addends’ signs are the same  but the sum’s sign is different from the addends’. </a:t>
            </a:r>
          </a:p>
          <a:p>
            <a:pPr eaLnBrk="1" hangingPunct="1"/>
            <a:r>
              <a:rPr lang="en-US" altLang="en-US" sz="2000"/>
              <a:t>OVF= ~signA</a:t>
            </a:r>
            <a:r>
              <a:rPr lang="en-US" altLang="en-US" sz="2000">
                <a:sym typeface="Symbol" panose="05050102010706020507" pitchFamily="18" charset="2"/>
              </a:rPr>
              <a:t>~signBsignC + signAsignB~signC </a:t>
            </a:r>
            <a:endParaRPr lang="en-US" altLang="en-US" sz="2000"/>
          </a:p>
          <a:p>
            <a:pPr eaLnBrk="1" hangingPunct="1"/>
            <a:r>
              <a:rPr lang="en-US" altLang="en-US" sz="2000"/>
              <a:t> </a:t>
            </a:r>
            <a:r>
              <a:rPr lang="en-US" altLang="en-US" sz="2000">
                <a:solidFill>
                  <a:srgbClr val="0000FF"/>
                </a:solidFill>
                <a:sym typeface="Symbol" panose="05050102010706020507" pitchFamily="18" charset="2"/>
              </a:rPr>
              <a:t>OVF = c</a:t>
            </a:r>
            <a:r>
              <a:rPr lang="en-US" altLang="en-US" sz="2000" baseline="-25000">
                <a:solidFill>
                  <a:srgbClr val="0000FF"/>
                </a:solidFill>
                <a:sym typeface="Symbol" panose="05050102010706020507" pitchFamily="18" charset="2"/>
              </a:rPr>
              <a:t>n</a:t>
            </a:r>
            <a:r>
              <a:rPr lang="en-US" altLang="en-US" sz="2000">
                <a:solidFill>
                  <a:srgbClr val="0000FF"/>
                </a:solidFill>
                <a:sym typeface="Symbol" panose="05050102010706020507" pitchFamily="18" charset="2"/>
              </a:rPr>
              <a:t>c</a:t>
            </a:r>
            <a:r>
              <a:rPr lang="en-US" altLang="en-US" sz="2000" baseline="-25000">
                <a:solidFill>
                  <a:srgbClr val="0000FF"/>
                </a:solidFill>
                <a:sym typeface="Symbol" panose="05050102010706020507" pitchFamily="18" charset="2"/>
              </a:rPr>
              <a:t>n-1</a:t>
            </a:r>
          </a:p>
          <a:p>
            <a:pPr eaLnBrk="1" hangingPunct="1"/>
            <a:r>
              <a:rPr lang="en-US" altLang="en-US" sz="2000">
                <a:solidFill>
                  <a:srgbClr val="0000FF"/>
                </a:solidFill>
                <a:sym typeface="Symbol" panose="05050102010706020507" pitchFamily="18" charset="2"/>
              </a:rPr>
              <a:t>For unsigned numbers OVF=c</a:t>
            </a:r>
            <a:r>
              <a:rPr lang="en-US" altLang="en-US" sz="2000" baseline="-25000">
                <a:solidFill>
                  <a:srgbClr val="0000FF"/>
                </a:solidFill>
                <a:sym typeface="Symbol" panose="05050102010706020507" pitchFamily="18" charset="2"/>
              </a:rPr>
              <a:t>n</a:t>
            </a:r>
          </a:p>
          <a:p>
            <a:pPr eaLnBrk="1" hangingPunct="1"/>
            <a:endParaRPr lang="en-US" altLang="en-US" sz="2000">
              <a:solidFill>
                <a:srgbClr val="0000FF"/>
              </a:solidFill>
              <a:sym typeface="Symbol" panose="05050102010706020507" pitchFamily="18" charset="2"/>
            </a:endParaRPr>
          </a:p>
        </p:txBody>
      </p:sp>
      <p:sp>
        <p:nvSpPr>
          <p:cNvPr id="3" name="Title 2">
            <a:extLst>
              <a:ext uri="{FF2B5EF4-FFF2-40B4-BE49-F238E27FC236}">
                <a16:creationId xmlns:a16="http://schemas.microsoft.com/office/drawing/2014/main" id="{E4C3504E-7513-CA6B-E35E-AD0B26C1FE1F}"/>
              </a:ext>
            </a:extLst>
          </p:cNvPr>
          <p:cNvSpPr>
            <a:spLocks noGrp="1"/>
          </p:cNvSpPr>
          <p:nvPr>
            <p:ph type="title"/>
          </p:nvPr>
        </p:nvSpPr>
        <p:spPr/>
        <p:txBody>
          <a:bodyPr>
            <a:normAutofit/>
          </a:bodyPr>
          <a:lstStyle/>
          <a:p>
            <a:r>
              <a:rPr lang="en-US" dirty="0"/>
              <a:t>Overflow</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95BD451A-1282-AB6F-4B30-5EA16918CED1}"/>
              </a:ext>
            </a:extLst>
          </p:cNvPr>
          <p:cNvSpPr>
            <a:spLocks noGrp="1" noChangeArrowheads="1"/>
          </p:cNvSpPr>
          <p:nvPr>
            <p:ph type="title"/>
          </p:nvPr>
        </p:nvSpPr>
        <p:spPr/>
        <p:txBody>
          <a:bodyPr/>
          <a:lstStyle/>
          <a:p>
            <a:r>
              <a:rPr lang="en-US" altLang="en-US"/>
              <a:t>Adders</a:t>
            </a:r>
            <a:endParaRPr lang="ru-RU" altLang="en-US"/>
          </a:p>
        </p:txBody>
      </p:sp>
      <p:sp>
        <p:nvSpPr>
          <p:cNvPr id="22531" name="Content Placeholder 2">
            <a:extLst>
              <a:ext uri="{FF2B5EF4-FFF2-40B4-BE49-F238E27FC236}">
                <a16:creationId xmlns:a16="http://schemas.microsoft.com/office/drawing/2014/main" id="{D6E9CF57-CA21-AB0D-303B-2ACB563B710A}"/>
              </a:ext>
            </a:extLst>
          </p:cNvPr>
          <p:cNvSpPr>
            <a:spLocks noGrp="1" noChangeArrowheads="1"/>
          </p:cNvSpPr>
          <p:nvPr>
            <p:ph type="body" sz="quarter" idx="10"/>
          </p:nvPr>
        </p:nvSpPr>
        <p:spPr/>
        <p:txBody>
          <a:bodyPr/>
          <a:lstStyle/>
          <a:p>
            <a:r>
              <a:rPr lang="en-US" altLang="en-US"/>
              <a:t>Half Adder</a:t>
            </a:r>
          </a:p>
          <a:p>
            <a:r>
              <a:rPr lang="en-US" altLang="en-US"/>
              <a:t>The function of the half adder is to add two binary digits, producing a sum and a carry.</a:t>
            </a:r>
            <a:endParaRPr lang="ru-RU" altLang="en-US"/>
          </a:p>
          <a:p>
            <a:endParaRPr lang="en-US" altLang="en-US"/>
          </a:p>
        </p:txBody>
      </p:sp>
      <p:graphicFrame>
        <p:nvGraphicFramePr>
          <p:cNvPr id="6" name="Table 5">
            <a:extLst>
              <a:ext uri="{FF2B5EF4-FFF2-40B4-BE49-F238E27FC236}">
                <a16:creationId xmlns:a16="http://schemas.microsoft.com/office/drawing/2014/main" id="{2350CBD4-49DA-4828-9711-81783CD72E47}"/>
              </a:ext>
            </a:extLst>
          </p:cNvPr>
          <p:cNvGraphicFramePr>
            <a:graphicFrameLocks noGrp="1"/>
          </p:cNvGraphicFramePr>
          <p:nvPr>
            <p:extLst>
              <p:ext uri="{D42A27DB-BD31-4B8C-83A1-F6EECF244321}">
                <p14:modId xmlns:p14="http://schemas.microsoft.com/office/powerpoint/2010/main" val="2247187991"/>
              </p:ext>
            </p:extLst>
          </p:nvPr>
        </p:nvGraphicFramePr>
        <p:xfrm>
          <a:off x="2667000" y="2971800"/>
          <a:ext cx="2209800" cy="1828800"/>
        </p:xfrm>
        <a:graphic>
          <a:graphicData uri="http://schemas.openxmlformats.org/drawingml/2006/table">
            <a:tbl>
              <a:tblPr firstRow="1" bandRow="1">
                <a:tableStyleId>{5C22544A-7EE6-4342-B048-85BDC9FD1C3A}</a:tableStyleId>
              </a:tblPr>
              <a:tblGrid>
                <a:gridCol w="1104900">
                  <a:extLst>
                    <a:ext uri="{9D8B030D-6E8A-4147-A177-3AD203B41FA5}">
                      <a16:colId xmlns:a16="http://schemas.microsoft.com/office/drawing/2014/main" val="20000"/>
                    </a:ext>
                  </a:extLst>
                </a:gridCol>
                <a:gridCol w="1104900">
                  <a:extLst>
                    <a:ext uri="{9D8B030D-6E8A-4147-A177-3AD203B41FA5}">
                      <a16:colId xmlns:a16="http://schemas.microsoft.com/office/drawing/2014/main" val="20001"/>
                    </a:ext>
                  </a:extLst>
                </a:gridCol>
              </a:tblGrid>
              <a:tr h="370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Input</a:t>
                      </a:r>
                      <a:br>
                        <a:rPr kumimoji="0" lang="en-US" sz="1800" b="0" i="0" u="none" strike="noStrike" cap="none" normalizeH="0" baseline="0" dirty="0">
                          <a:ln>
                            <a:noFill/>
                          </a:ln>
                          <a:solidFill>
                            <a:schemeClr val="bg1"/>
                          </a:solidFill>
                          <a:effectLst/>
                          <a:latin typeface="Arial" charset="0"/>
                          <a:cs typeface="Arial" charset="0"/>
                        </a:rPr>
                      </a:br>
                      <a:r>
                        <a:rPr kumimoji="0" lang="en-US" sz="1800" b="0" i="0" u="none" strike="noStrike" cap="none" normalizeH="0" baseline="0" dirty="0">
                          <a:ln>
                            <a:noFill/>
                          </a:ln>
                          <a:solidFill>
                            <a:schemeClr val="bg1"/>
                          </a:solidFill>
                          <a:effectLst/>
                          <a:latin typeface="Arial" charset="0"/>
                          <a:cs typeface="Arial" charset="0"/>
                        </a:rPr>
                        <a:t>a  b</a:t>
                      </a:r>
                      <a:endParaRPr kumimoji="0" lang="ru-RU" sz="1800" b="0" i="0" u="none" strike="noStrike" cap="none" normalizeH="0" baseline="0" dirty="0">
                        <a:ln>
                          <a:noFill/>
                        </a:ln>
                        <a:solidFill>
                          <a:schemeClr val="bg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dirty="0">
                          <a:ln>
                            <a:noFill/>
                          </a:ln>
                          <a:solidFill>
                            <a:schemeClr val="bg1"/>
                          </a:solidFill>
                          <a:effectLst/>
                          <a:latin typeface="Arial" charset="0"/>
                          <a:cs typeface="Arial" charset="0"/>
                        </a:rPr>
                        <a:t>Output</a:t>
                      </a:r>
                      <a:br>
                        <a:rPr kumimoji="0" lang="en-US" sz="1800" b="0" i="0" u="none" strike="noStrike" cap="none" normalizeH="0" baseline="0" dirty="0">
                          <a:ln>
                            <a:noFill/>
                          </a:ln>
                          <a:solidFill>
                            <a:schemeClr val="bg1"/>
                          </a:solidFill>
                          <a:effectLst/>
                          <a:latin typeface="Arial" charset="0"/>
                          <a:cs typeface="Arial" charset="0"/>
                        </a:rPr>
                      </a:br>
                      <a:r>
                        <a:rPr kumimoji="0" lang="en-US" sz="1800" b="0" i="0" u="none" strike="noStrike" cap="none" normalizeH="0" baseline="0" dirty="0">
                          <a:ln>
                            <a:noFill/>
                          </a:ln>
                          <a:solidFill>
                            <a:schemeClr val="bg1"/>
                          </a:solidFill>
                          <a:effectLst/>
                          <a:latin typeface="Arial" charset="0"/>
                          <a:cs typeface="Arial" charset="0"/>
                        </a:rPr>
                        <a:t> s  </a:t>
                      </a:r>
                      <a:r>
                        <a:rPr kumimoji="0" lang="en-US" sz="1800" b="0" i="0" u="none" strike="noStrike" cap="none" normalizeH="0" baseline="0" dirty="0" err="1">
                          <a:ln>
                            <a:noFill/>
                          </a:ln>
                          <a:solidFill>
                            <a:schemeClr val="bg1"/>
                          </a:solidFill>
                          <a:effectLst/>
                          <a:latin typeface="Arial" charset="0"/>
                          <a:cs typeface="Arial" charset="0"/>
                        </a:rPr>
                        <a:t>c</a:t>
                      </a:r>
                      <a:r>
                        <a:rPr kumimoji="0" lang="en-US" sz="1800" b="1" i="0" u="none" strike="noStrike" cap="none" normalizeH="0" baseline="-25000" dirty="0" err="1">
                          <a:ln>
                            <a:noFill/>
                          </a:ln>
                          <a:solidFill>
                            <a:schemeClr val="bg1"/>
                          </a:solidFill>
                          <a:effectLst/>
                          <a:latin typeface="Arial" charset="0"/>
                          <a:cs typeface="Arial" charset="0"/>
                        </a:rPr>
                        <a:t>out</a:t>
                      </a:r>
                      <a:endParaRPr kumimoji="0" lang="ru-RU" sz="1800" b="1" i="0" u="none" strike="noStrike" cap="none" normalizeH="0" baseline="-25000" dirty="0">
                        <a:ln>
                          <a:noFill/>
                        </a:ln>
                        <a:solidFill>
                          <a:schemeClr val="bg1"/>
                        </a:solidFill>
                        <a:effectLst/>
                        <a:latin typeface="Arial" charset="0"/>
                        <a:cs typeface="Arial" charset="0"/>
                      </a:endParaRPr>
                    </a:p>
                  </a:txBody>
                  <a:tcPr horzOverflow="overflow"/>
                </a:tc>
                <a:extLst>
                  <a:ext uri="{0D108BD9-81ED-4DB2-BD59-A6C34878D82A}">
                    <a16:rowId xmlns:a16="http://schemas.microsoft.com/office/drawing/2014/main" val="10000"/>
                  </a:ext>
                </a:extLst>
              </a:tr>
              <a:tr h="370840">
                <a:tc>
                  <a:txBody>
                    <a:bodyPr/>
                    <a:lstStyle/>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0   0</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0   1</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1   0</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chemeClr val="tx1"/>
                          </a:solidFill>
                          <a:effectLst/>
                          <a:latin typeface="Arial" charset="0"/>
                          <a:cs typeface="Arial" charset="0"/>
                        </a:rPr>
                        <a:t>1   1</a:t>
                      </a:r>
                      <a:endParaRPr kumimoji="0" lang="ru-RU" sz="1800" b="0" i="0" u="none" strike="noStrike" cap="none" normalizeH="0" baseline="0">
                        <a:ln>
                          <a:noFill/>
                        </a:ln>
                        <a:solidFill>
                          <a:schemeClr val="tx1"/>
                        </a:solidFill>
                        <a:effectLst/>
                        <a:latin typeface="Arial" charset="0"/>
                        <a:cs typeface="Arial" charset="0"/>
                      </a:endParaRPr>
                    </a:p>
                  </a:txBody>
                  <a:tcP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charset="0"/>
                          <a:cs typeface="Arial" charset="0"/>
                        </a:rPr>
                        <a:t> 0   0</a:t>
                      </a:r>
                      <a:br>
                        <a:rPr kumimoji="0" lang="en-US" sz="1800" b="0" i="0" u="none" strike="noStrike" cap="none" normalizeH="0" baseline="0" dirty="0">
                          <a:ln>
                            <a:noFill/>
                          </a:ln>
                          <a:solidFill>
                            <a:schemeClr val="tx1"/>
                          </a:solidFill>
                          <a:effectLst/>
                          <a:latin typeface="Arial" charset="0"/>
                          <a:cs typeface="Arial" charset="0"/>
                        </a:rPr>
                      </a:br>
                      <a:r>
                        <a:rPr kumimoji="0" lang="en-US" sz="1800" b="0" i="0" u="none" strike="noStrike" cap="none" normalizeH="0" baseline="0" dirty="0">
                          <a:ln>
                            <a:noFill/>
                          </a:ln>
                          <a:solidFill>
                            <a:schemeClr val="tx1"/>
                          </a:solidFill>
                          <a:effectLst/>
                          <a:latin typeface="Arial" charset="0"/>
                          <a:cs typeface="Arial" charset="0"/>
                        </a:rPr>
                        <a:t> 1   0</a:t>
                      </a:r>
                      <a:br>
                        <a:rPr kumimoji="0" lang="en-US" sz="1800" b="0" i="0" u="none" strike="noStrike" cap="none" normalizeH="0" baseline="0" dirty="0">
                          <a:ln>
                            <a:noFill/>
                          </a:ln>
                          <a:solidFill>
                            <a:schemeClr val="tx1"/>
                          </a:solidFill>
                          <a:effectLst/>
                          <a:latin typeface="Arial" charset="0"/>
                          <a:cs typeface="Arial" charset="0"/>
                        </a:rPr>
                      </a:br>
                      <a:r>
                        <a:rPr kumimoji="0" lang="en-US" sz="1800" b="0" i="0" u="none" strike="noStrike" cap="none" normalizeH="0" baseline="0" dirty="0">
                          <a:ln>
                            <a:noFill/>
                          </a:ln>
                          <a:solidFill>
                            <a:schemeClr val="tx1"/>
                          </a:solidFill>
                          <a:effectLst/>
                          <a:latin typeface="Arial" charset="0"/>
                          <a:cs typeface="Arial" charset="0"/>
                        </a:rPr>
                        <a:t> 1   0</a:t>
                      </a:r>
                      <a:br>
                        <a:rPr kumimoji="0" lang="en-US" sz="1800" b="0" i="0" u="none" strike="noStrike" cap="none" normalizeH="0" baseline="0" dirty="0">
                          <a:ln>
                            <a:noFill/>
                          </a:ln>
                          <a:solidFill>
                            <a:schemeClr val="tx1"/>
                          </a:solidFill>
                          <a:effectLst/>
                          <a:latin typeface="Arial" charset="0"/>
                          <a:cs typeface="Arial" charset="0"/>
                        </a:rPr>
                      </a:br>
                      <a:r>
                        <a:rPr kumimoji="0" lang="en-US" sz="1800" b="0" i="0" u="none" strike="noStrike" cap="none" normalizeH="0" baseline="0" dirty="0">
                          <a:ln>
                            <a:noFill/>
                          </a:ln>
                          <a:solidFill>
                            <a:schemeClr val="tx1"/>
                          </a:solidFill>
                          <a:effectLst/>
                          <a:latin typeface="Arial" charset="0"/>
                          <a:cs typeface="Arial" charset="0"/>
                        </a:rPr>
                        <a:t> 0   1</a:t>
                      </a:r>
                      <a:endParaRPr kumimoji="0" lang="ru-RU" sz="1800" b="0" i="0" u="none" strike="noStrike" cap="none" normalizeH="0" baseline="0" dirty="0">
                        <a:ln>
                          <a:noFill/>
                        </a:ln>
                        <a:solidFill>
                          <a:schemeClr val="tx1"/>
                        </a:solidFill>
                        <a:effectLst/>
                        <a:latin typeface="Arial" charset="0"/>
                        <a:cs typeface="Arial" charset="0"/>
                      </a:endParaRPr>
                    </a:p>
                  </a:txBody>
                  <a:tcPr horzOverflow="overflow"/>
                </a:tc>
                <a:extLst>
                  <a:ext uri="{0D108BD9-81ED-4DB2-BD59-A6C34878D82A}">
                    <a16:rowId xmlns:a16="http://schemas.microsoft.com/office/drawing/2014/main" val="10001"/>
                  </a:ext>
                </a:extLst>
              </a:tr>
            </a:tbl>
          </a:graphicData>
        </a:graphic>
      </p:graphicFrame>
      <p:grpSp>
        <p:nvGrpSpPr>
          <p:cNvPr id="22543" name="Group 37">
            <a:extLst>
              <a:ext uri="{FF2B5EF4-FFF2-40B4-BE49-F238E27FC236}">
                <a16:creationId xmlns:a16="http://schemas.microsoft.com/office/drawing/2014/main" id="{2D3815F2-6518-3B75-D057-B2CF5BC584C9}"/>
              </a:ext>
            </a:extLst>
          </p:cNvPr>
          <p:cNvGrpSpPr>
            <a:grpSpLocks/>
          </p:cNvGrpSpPr>
          <p:nvPr/>
        </p:nvGrpSpPr>
        <p:grpSpPr bwMode="auto">
          <a:xfrm>
            <a:off x="6224588" y="2797175"/>
            <a:ext cx="3681412" cy="2185988"/>
            <a:chOff x="2961" y="1762"/>
            <a:chExt cx="2415" cy="1377"/>
          </a:xfrm>
        </p:grpSpPr>
        <p:grpSp>
          <p:nvGrpSpPr>
            <p:cNvPr id="22545" name="Group 47">
              <a:extLst>
                <a:ext uri="{FF2B5EF4-FFF2-40B4-BE49-F238E27FC236}">
                  <a16:creationId xmlns:a16="http://schemas.microsoft.com/office/drawing/2014/main" id="{5B121589-A95B-76E2-2286-C1DE17AD9572}"/>
                </a:ext>
              </a:extLst>
            </p:cNvPr>
            <p:cNvGrpSpPr>
              <a:grpSpLocks/>
            </p:cNvGrpSpPr>
            <p:nvPr/>
          </p:nvGrpSpPr>
          <p:grpSpPr bwMode="auto">
            <a:xfrm>
              <a:off x="2961" y="1762"/>
              <a:ext cx="2415" cy="1310"/>
              <a:chOff x="2189" y="1769"/>
              <a:chExt cx="2415" cy="1310"/>
            </a:xfrm>
          </p:grpSpPr>
          <p:sp>
            <p:nvSpPr>
              <p:cNvPr id="22547" name="Line 25">
                <a:extLst>
                  <a:ext uri="{FF2B5EF4-FFF2-40B4-BE49-F238E27FC236}">
                    <a16:creationId xmlns:a16="http://schemas.microsoft.com/office/drawing/2014/main" id="{AEDF4DC2-0ACC-D247-E7A9-2A42F352B1DF}"/>
                  </a:ext>
                </a:extLst>
              </p:cNvPr>
              <p:cNvSpPr>
                <a:spLocks noChangeShapeType="1"/>
              </p:cNvSpPr>
              <p:nvPr/>
            </p:nvSpPr>
            <p:spPr bwMode="auto">
              <a:xfrm>
                <a:off x="2517" y="1924"/>
                <a:ext cx="63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8" name="Line 26">
                <a:extLst>
                  <a:ext uri="{FF2B5EF4-FFF2-40B4-BE49-F238E27FC236}">
                    <a16:creationId xmlns:a16="http://schemas.microsoft.com/office/drawing/2014/main" id="{1F0B887E-A2DB-086D-3F72-1E3848631E32}"/>
                  </a:ext>
                </a:extLst>
              </p:cNvPr>
              <p:cNvSpPr>
                <a:spLocks noChangeShapeType="1"/>
              </p:cNvSpPr>
              <p:nvPr/>
            </p:nvSpPr>
            <p:spPr bwMode="auto">
              <a:xfrm>
                <a:off x="2517" y="2203"/>
                <a:ext cx="63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49" name="Line 27">
                <a:extLst>
                  <a:ext uri="{FF2B5EF4-FFF2-40B4-BE49-F238E27FC236}">
                    <a16:creationId xmlns:a16="http://schemas.microsoft.com/office/drawing/2014/main" id="{2BB9B080-DFA4-89CA-8D73-ABA448B7C0E1}"/>
                  </a:ext>
                </a:extLst>
              </p:cNvPr>
              <p:cNvSpPr>
                <a:spLocks noChangeShapeType="1"/>
              </p:cNvSpPr>
              <p:nvPr/>
            </p:nvSpPr>
            <p:spPr bwMode="auto">
              <a:xfrm>
                <a:off x="3615" y="2060"/>
                <a:ext cx="45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0" name="Line 29">
                <a:extLst>
                  <a:ext uri="{FF2B5EF4-FFF2-40B4-BE49-F238E27FC236}">
                    <a16:creationId xmlns:a16="http://schemas.microsoft.com/office/drawing/2014/main" id="{857C248C-37DB-37DA-29EB-B0CDB9C37113}"/>
                  </a:ext>
                </a:extLst>
              </p:cNvPr>
              <p:cNvSpPr>
                <a:spLocks noChangeShapeType="1"/>
              </p:cNvSpPr>
              <p:nvPr/>
            </p:nvSpPr>
            <p:spPr bwMode="auto">
              <a:xfrm>
                <a:off x="3606" y="2924"/>
                <a:ext cx="45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1" name="Line 30">
                <a:extLst>
                  <a:ext uri="{FF2B5EF4-FFF2-40B4-BE49-F238E27FC236}">
                    <a16:creationId xmlns:a16="http://schemas.microsoft.com/office/drawing/2014/main" id="{7963D83A-8697-6DBB-6E3C-F4DAA00FD97A}"/>
                  </a:ext>
                </a:extLst>
              </p:cNvPr>
              <p:cNvSpPr>
                <a:spLocks noChangeShapeType="1"/>
              </p:cNvSpPr>
              <p:nvPr/>
            </p:nvSpPr>
            <p:spPr bwMode="auto">
              <a:xfrm>
                <a:off x="2889" y="2822"/>
                <a:ext cx="26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2" name="Line 31">
                <a:extLst>
                  <a:ext uri="{FF2B5EF4-FFF2-40B4-BE49-F238E27FC236}">
                    <a16:creationId xmlns:a16="http://schemas.microsoft.com/office/drawing/2014/main" id="{74AE1857-9F3B-650A-4B20-B1CDE61BA59F}"/>
                  </a:ext>
                </a:extLst>
              </p:cNvPr>
              <p:cNvSpPr>
                <a:spLocks noChangeShapeType="1"/>
              </p:cNvSpPr>
              <p:nvPr/>
            </p:nvSpPr>
            <p:spPr bwMode="auto">
              <a:xfrm flipV="1">
                <a:off x="2898" y="2205"/>
                <a:ext cx="0" cy="612"/>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2553" name="Line 32">
                <a:extLst>
                  <a:ext uri="{FF2B5EF4-FFF2-40B4-BE49-F238E27FC236}">
                    <a16:creationId xmlns:a16="http://schemas.microsoft.com/office/drawing/2014/main" id="{E1E1EB2F-AE7C-2DD9-4A0C-F82066AF69D0}"/>
                  </a:ext>
                </a:extLst>
              </p:cNvPr>
              <p:cNvSpPr>
                <a:spLocks noChangeShapeType="1"/>
              </p:cNvSpPr>
              <p:nvPr/>
            </p:nvSpPr>
            <p:spPr bwMode="auto">
              <a:xfrm>
                <a:off x="2699" y="1933"/>
                <a:ext cx="0" cy="1134"/>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2554" name="Line 33">
                <a:extLst>
                  <a:ext uri="{FF2B5EF4-FFF2-40B4-BE49-F238E27FC236}">
                    <a16:creationId xmlns:a16="http://schemas.microsoft.com/office/drawing/2014/main" id="{6B380985-668D-9105-D974-068A32654665}"/>
                  </a:ext>
                </a:extLst>
              </p:cNvPr>
              <p:cNvSpPr>
                <a:spLocks noChangeShapeType="1"/>
              </p:cNvSpPr>
              <p:nvPr/>
            </p:nvSpPr>
            <p:spPr bwMode="auto">
              <a:xfrm>
                <a:off x="2699" y="3067"/>
                <a:ext cx="45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2555" name="Text Box 34">
                <a:extLst>
                  <a:ext uri="{FF2B5EF4-FFF2-40B4-BE49-F238E27FC236}">
                    <a16:creationId xmlns:a16="http://schemas.microsoft.com/office/drawing/2014/main" id="{ADB0BF6D-2A55-007C-AC11-C2DC6F97BF6E}"/>
                  </a:ext>
                </a:extLst>
              </p:cNvPr>
              <p:cNvSpPr txBox="1">
                <a:spLocks noChangeArrowheads="1"/>
              </p:cNvSpPr>
              <p:nvPr/>
            </p:nvSpPr>
            <p:spPr bwMode="auto">
              <a:xfrm>
                <a:off x="2190" y="1769"/>
                <a:ext cx="3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a</a:t>
                </a:r>
                <a:endParaRPr lang="ru-RU" altLang="en-US" sz="2400"/>
              </a:p>
            </p:txBody>
          </p:sp>
          <p:sp>
            <p:nvSpPr>
              <p:cNvPr id="22556" name="Text Box 35">
                <a:extLst>
                  <a:ext uri="{FF2B5EF4-FFF2-40B4-BE49-F238E27FC236}">
                    <a16:creationId xmlns:a16="http://schemas.microsoft.com/office/drawing/2014/main" id="{082475E4-C3B4-4ABC-FBC6-DDC35BA67FDF}"/>
                  </a:ext>
                </a:extLst>
              </p:cNvPr>
              <p:cNvSpPr txBox="1">
                <a:spLocks noChangeArrowheads="1"/>
              </p:cNvSpPr>
              <p:nvPr/>
            </p:nvSpPr>
            <p:spPr bwMode="auto">
              <a:xfrm>
                <a:off x="2189" y="2066"/>
                <a:ext cx="3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b</a:t>
                </a:r>
                <a:endParaRPr lang="ru-RU" altLang="en-US" sz="2400"/>
              </a:p>
            </p:txBody>
          </p:sp>
          <p:sp>
            <p:nvSpPr>
              <p:cNvPr id="22557" name="Text Box 36">
                <a:extLst>
                  <a:ext uri="{FF2B5EF4-FFF2-40B4-BE49-F238E27FC236}">
                    <a16:creationId xmlns:a16="http://schemas.microsoft.com/office/drawing/2014/main" id="{17272E65-421A-4CEF-064B-DC94C5D3D546}"/>
                  </a:ext>
                </a:extLst>
              </p:cNvPr>
              <p:cNvSpPr txBox="1">
                <a:spLocks noChangeArrowheads="1"/>
              </p:cNvSpPr>
              <p:nvPr/>
            </p:nvSpPr>
            <p:spPr bwMode="auto">
              <a:xfrm>
                <a:off x="4065" y="1918"/>
                <a:ext cx="3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s</a:t>
                </a:r>
                <a:endParaRPr lang="ru-RU" altLang="en-US" sz="2400"/>
              </a:p>
            </p:txBody>
          </p:sp>
          <p:sp>
            <p:nvSpPr>
              <p:cNvPr id="22558" name="Text Box 37">
                <a:extLst>
                  <a:ext uri="{FF2B5EF4-FFF2-40B4-BE49-F238E27FC236}">
                    <a16:creationId xmlns:a16="http://schemas.microsoft.com/office/drawing/2014/main" id="{9FD79E9E-E6C8-B619-7E9C-57D6811C29A8}"/>
                  </a:ext>
                </a:extLst>
              </p:cNvPr>
              <p:cNvSpPr txBox="1">
                <a:spLocks noChangeArrowheads="1"/>
              </p:cNvSpPr>
              <p:nvPr/>
            </p:nvSpPr>
            <p:spPr bwMode="auto">
              <a:xfrm>
                <a:off x="4037" y="2791"/>
                <a:ext cx="56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c</a:t>
                </a:r>
                <a:r>
                  <a:rPr lang="en-US" altLang="en-US" sz="2400" b="1" baseline="-25000"/>
                  <a:t>out</a:t>
                </a:r>
                <a:endParaRPr lang="ru-RU" altLang="en-US" sz="2400" b="1" baseline="-25000"/>
              </a:p>
            </p:txBody>
          </p:sp>
          <p:grpSp>
            <p:nvGrpSpPr>
              <p:cNvPr id="22559" name="Group 41">
                <a:extLst>
                  <a:ext uri="{FF2B5EF4-FFF2-40B4-BE49-F238E27FC236}">
                    <a16:creationId xmlns:a16="http://schemas.microsoft.com/office/drawing/2014/main" id="{FBE1EF60-1CE8-B7F6-668D-AF19AFDC7069}"/>
                  </a:ext>
                </a:extLst>
              </p:cNvPr>
              <p:cNvGrpSpPr>
                <a:grpSpLocks/>
              </p:cNvGrpSpPr>
              <p:nvPr/>
            </p:nvGrpSpPr>
            <p:grpSpPr bwMode="auto">
              <a:xfrm>
                <a:off x="3122" y="1883"/>
                <a:ext cx="501" cy="363"/>
                <a:chOff x="3095" y="1883"/>
                <a:chExt cx="501" cy="363"/>
              </a:xfrm>
            </p:grpSpPr>
            <p:sp>
              <p:nvSpPr>
                <p:cNvPr id="22560" name="AutoShape 40">
                  <a:extLst>
                    <a:ext uri="{FF2B5EF4-FFF2-40B4-BE49-F238E27FC236}">
                      <a16:creationId xmlns:a16="http://schemas.microsoft.com/office/drawing/2014/main" id="{696F6DFD-AB3E-9D82-8258-792CAEDCB269}"/>
                    </a:ext>
                  </a:extLst>
                </p:cNvPr>
                <p:cNvSpPr>
                  <a:spLocks noChangeArrowheads="1"/>
                </p:cNvSpPr>
                <p:nvPr/>
              </p:nvSpPr>
              <p:spPr bwMode="auto">
                <a:xfrm flipH="1">
                  <a:off x="3095" y="1883"/>
                  <a:ext cx="498" cy="363"/>
                </a:xfrm>
                <a:prstGeom prst="moon">
                  <a:avLst>
                    <a:gd name="adj" fmla="val 84819"/>
                  </a:avLst>
                </a:prstGeom>
                <a:solidFill>
                  <a:schemeClr val="accent1"/>
                </a:solidFill>
                <a:ln w="12700">
                  <a:solidFill>
                    <a:schemeClr val="tx1"/>
                  </a:solidFill>
                  <a:miter lim="800000"/>
                  <a:headEnd/>
                  <a:tailEnd/>
                </a:ln>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5</a:t>
                  </a:r>
                  <a:endParaRPr lang="ru-RU" altLang="en-US" sz="1800"/>
                </a:p>
              </p:txBody>
            </p:sp>
            <p:sp>
              <p:nvSpPr>
                <p:cNvPr id="22561" name="AutoShape 39">
                  <a:extLst>
                    <a:ext uri="{FF2B5EF4-FFF2-40B4-BE49-F238E27FC236}">
                      <a16:creationId xmlns:a16="http://schemas.microsoft.com/office/drawing/2014/main" id="{20E3EABE-BBDD-7A1D-E612-3D38BA7BCB47}"/>
                    </a:ext>
                  </a:extLst>
                </p:cNvPr>
                <p:cNvSpPr>
                  <a:spLocks noChangeArrowheads="1"/>
                </p:cNvSpPr>
                <p:nvPr/>
              </p:nvSpPr>
              <p:spPr bwMode="auto">
                <a:xfrm flipH="1">
                  <a:off x="3169" y="1883"/>
                  <a:ext cx="427" cy="363"/>
                </a:xfrm>
                <a:prstGeom prst="moon">
                  <a:avLst>
                    <a:gd name="adj" fmla="val 84819"/>
                  </a:avLst>
                </a:prstGeom>
                <a:solidFill>
                  <a:schemeClr val="accent1"/>
                </a:solidFill>
                <a:ln w="12700">
                  <a:solidFill>
                    <a:schemeClr val="tx1"/>
                  </a:solidFill>
                  <a:miter lim="800000"/>
                  <a:headEnd/>
                  <a:tailEnd/>
                </a:ln>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grpSp>
        <p:sp>
          <p:nvSpPr>
            <p:cNvPr id="9" name="Flowchart: Delay 8">
              <a:extLst>
                <a:ext uri="{FF2B5EF4-FFF2-40B4-BE49-F238E27FC236}">
                  <a16:creationId xmlns:a16="http://schemas.microsoft.com/office/drawing/2014/main" id="{C02E5BBD-602B-40AF-A552-78FA9A9B57F9}"/>
                </a:ext>
              </a:extLst>
            </p:cNvPr>
            <p:cNvSpPr>
              <a:spLocks noChangeArrowheads="1"/>
            </p:cNvSpPr>
            <p:nvPr/>
          </p:nvSpPr>
          <p:spPr bwMode="auto">
            <a:xfrm>
              <a:off x="3936" y="2736"/>
              <a:ext cx="461" cy="403"/>
            </a:xfrm>
            <a:prstGeom prst="flowChartDelay">
              <a:avLst/>
            </a:prstGeom>
            <a:solidFill>
              <a:schemeClr val="accent1">
                <a:alpha val="82001"/>
              </a:schemeClr>
            </a:solidFill>
            <a:ln w="25400" algn="ctr">
              <a:solidFill>
                <a:schemeClr val="tx1"/>
              </a:solidFill>
              <a:miter lim="800000"/>
              <a:headEnd/>
              <a:tailEnd/>
            </a:ln>
          </p:spPr>
          <p:txBody>
            <a:bodyPr anchor="ctr"/>
            <a:lstStyle/>
            <a:p>
              <a:pPr algn="ctr" eaLnBrk="1" hangingPunct="1">
                <a:defRPr/>
              </a:pPr>
              <a:endParaRPr lang="en-US" dirty="0">
                <a:solidFill>
                  <a:schemeClr val="lt1"/>
                </a:solidFill>
              </a:endParaRPr>
            </a:p>
          </p:txBody>
        </p:sp>
      </p:grpSp>
      <p:sp>
        <p:nvSpPr>
          <p:cNvPr id="22544" name="Text Box 23">
            <a:extLst>
              <a:ext uri="{FF2B5EF4-FFF2-40B4-BE49-F238E27FC236}">
                <a16:creationId xmlns:a16="http://schemas.microsoft.com/office/drawing/2014/main" id="{F05980BB-BBA4-6FC8-31E9-8CD0851B52B7}"/>
              </a:ext>
            </a:extLst>
          </p:cNvPr>
          <p:cNvSpPr txBox="1">
            <a:spLocks noChangeArrowheads="1"/>
          </p:cNvSpPr>
          <p:nvPr/>
        </p:nvSpPr>
        <p:spPr bwMode="auto">
          <a:xfrm>
            <a:off x="4343400" y="4800601"/>
            <a:ext cx="3024188"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a:t>s= a </a:t>
            </a:r>
            <a:r>
              <a:rPr lang="en-US" altLang="en-US" sz="2400">
                <a:sym typeface="Symbol" panose="05050102010706020507" pitchFamily="18" charset="2"/>
              </a:rPr>
              <a:t> b;</a:t>
            </a:r>
          </a:p>
          <a:p>
            <a:pPr algn="ctr" eaLnBrk="1" hangingPunct="1"/>
            <a:r>
              <a:rPr lang="en-US" altLang="en-US" sz="2400">
                <a:sym typeface="Symbol" panose="05050102010706020507" pitchFamily="18" charset="2"/>
              </a:rPr>
              <a:t>c</a:t>
            </a:r>
            <a:r>
              <a:rPr lang="en-US" altLang="en-US" sz="2400" baseline="-25000">
                <a:sym typeface="Symbol" panose="05050102010706020507" pitchFamily="18" charset="2"/>
              </a:rPr>
              <a:t>out</a:t>
            </a:r>
            <a:r>
              <a:rPr lang="en-US" altLang="en-US" sz="2400">
                <a:sym typeface="Symbol" panose="05050102010706020507" pitchFamily="18" charset="2"/>
              </a:rPr>
              <a:t> = a·b</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2500D1AA-EDFD-DC7D-E93E-066DDCA05C95}"/>
              </a:ext>
            </a:extLst>
          </p:cNvPr>
          <p:cNvSpPr>
            <a:spLocks noGrp="1" noChangeArrowheads="1"/>
          </p:cNvSpPr>
          <p:nvPr>
            <p:ph type="title"/>
          </p:nvPr>
        </p:nvSpPr>
        <p:spPr/>
        <p:txBody>
          <a:bodyPr>
            <a:normAutofit/>
          </a:bodyPr>
          <a:lstStyle/>
          <a:p>
            <a:r>
              <a:rPr lang="en-US" altLang="en-US" dirty="0"/>
              <a:t>Full Adder </a:t>
            </a:r>
          </a:p>
        </p:txBody>
      </p:sp>
      <p:sp>
        <p:nvSpPr>
          <p:cNvPr id="23555" name="Content Placeholder 2">
            <a:extLst>
              <a:ext uri="{FF2B5EF4-FFF2-40B4-BE49-F238E27FC236}">
                <a16:creationId xmlns:a16="http://schemas.microsoft.com/office/drawing/2014/main" id="{6E9CD1C0-3CA6-4521-CA72-036A84FDB284}"/>
              </a:ext>
            </a:extLst>
          </p:cNvPr>
          <p:cNvSpPr>
            <a:spLocks noGrp="1" noChangeArrowheads="1"/>
          </p:cNvSpPr>
          <p:nvPr>
            <p:ph type="body" sz="quarter" idx="10"/>
          </p:nvPr>
        </p:nvSpPr>
        <p:spPr/>
        <p:txBody>
          <a:bodyPr/>
          <a:lstStyle/>
          <a:p>
            <a:r>
              <a:rPr lang="en-US" altLang="en-US"/>
              <a:t>The function of the full adder is to add two binary digits and a carry that might be generated or propagated by the previous stage.</a:t>
            </a:r>
            <a:endParaRPr lang="ru-RU" altLang="en-US"/>
          </a:p>
          <a:p>
            <a:endParaRPr lang="en-US" altLang="en-US"/>
          </a:p>
        </p:txBody>
      </p:sp>
      <p:graphicFrame>
        <p:nvGraphicFramePr>
          <p:cNvPr id="4" name="Table 3">
            <a:extLst>
              <a:ext uri="{FF2B5EF4-FFF2-40B4-BE49-F238E27FC236}">
                <a16:creationId xmlns:a16="http://schemas.microsoft.com/office/drawing/2014/main" id="{4B0E91EE-7E3B-431D-8784-E2465017FD66}"/>
              </a:ext>
            </a:extLst>
          </p:cNvPr>
          <p:cNvGraphicFramePr>
            <a:graphicFrameLocks noGrp="1"/>
          </p:cNvGraphicFramePr>
          <p:nvPr/>
        </p:nvGraphicFramePr>
        <p:xfrm>
          <a:off x="3048000" y="2286001"/>
          <a:ext cx="2819400" cy="3230832"/>
        </p:xfrm>
        <a:graphic>
          <a:graphicData uri="http://schemas.openxmlformats.org/drawingml/2006/table">
            <a:tbl>
              <a:tblPr firstRow="1" bandRow="1">
                <a:tableStyleId>{5C22544A-7EE6-4342-B048-85BDC9FD1C3A}</a:tableStyleId>
              </a:tblPr>
              <a:tblGrid>
                <a:gridCol w="1409700">
                  <a:extLst>
                    <a:ext uri="{9D8B030D-6E8A-4147-A177-3AD203B41FA5}">
                      <a16:colId xmlns:a16="http://schemas.microsoft.com/office/drawing/2014/main" val="20000"/>
                    </a:ext>
                  </a:extLst>
                </a:gridCol>
                <a:gridCol w="1409700">
                  <a:extLst>
                    <a:ext uri="{9D8B030D-6E8A-4147-A177-3AD203B41FA5}">
                      <a16:colId xmlns:a16="http://schemas.microsoft.com/office/drawing/2014/main" val="20001"/>
                    </a:ext>
                  </a:extLst>
                </a:gridCol>
              </a:tblGrid>
              <a:tr h="70096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Input</a:t>
                      </a:r>
                      <a:br>
                        <a:rPr kumimoji="0" lang="en-US" sz="2000" b="0" i="0" u="none" strike="noStrike" cap="none" normalizeH="0" baseline="0" dirty="0">
                          <a:ln>
                            <a:noFill/>
                          </a:ln>
                          <a:solidFill>
                            <a:schemeClr val="tx1"/>
                          </a:solidFill>
                          <a:effectLst/>
                          <a:latin typeface="Arial" charset="0"/>
                          <a:cs typeface="Arial" charset="0"/>
                        </a:rPr>
                      </a:br>
                      <a:r>
                        <a:rPr kumimoji="0" lang="en-US" sz="2000" b="0" i="0" u="none" strike="noStrike" cap="none" normalizeH="0" baseline="0" dirty="0">
                          <a:ln>
                            <a:noFill/>
                          </a:ln>
                          <a:solidFill>
                            <a:schemeClr val="tx1"/>
                          </a:solidFill>
                          <a:effectLst/>
                          <a:latin typeface="Arial" charset="0"/>
                          <a:cs typeface="Arial" charset="0"/>
                        </a:rPr>
                        <a:t>a   b   </a:t>
                      </a:r>
                      <a:r>
                        <a:rPr kumimoji="0" lang="en-US" sz="2000" b="0" i="0" u="none" strike="noStrike" cap="none" normalizeH="0" baseline="0" dirty="0" err="1">
                          <a:ln>
                            <a:noFill/>
                          </a:ln>
                          <a:solidFill>
                            <a:schemeClr val="tx1"/>
                          </a:solidFill>
                          <a:effectLst/>
                          <a:latin typeface="Arial" charset="0"/>
                          <a:cs typeface="Arial" charset="0"/>
                        </a:rPr>
                        <a:t>c</a:t>
                      </a:r>
                      <a:r>
                        <a:rPr kumimoji="0" lang="en-US" sz="2000" b="1" i="0" u="none" strike="noStrike" cap="none" normalizeH="0" baseline="-25000" dirty="0" err="1">
                          <a:ln>
                            <a:noFill/>
                          </a:ln>
                          <a:solidFill>
                            <a:schemeClr val="tx1"/>
                          </a:solidFill>
                          <a:effectLst/>
                          <a:latin typeface="Arial" charset="0"/>
                          <a:cs typeface="Arial" charset="0"/>
                        </a:rPr>
                        <a:t>in</a:t>
                      </a:r>
                      <a:endParaRPr kumimoji="0" lang="ru-RU" sz="2000" b="1" i="0" u="none" strike="noStrike" cap="none" normalizeH="0" baseline="-25000" dirty="0">
                        <a:ln>
                          <a:noFill/>
                        </a:ln>
                        <a:solidFill>
                          <a:schemeClr val="tx1"/>
                        </a:solidFill>
                        <a:effectLst/>
                        <a:latin typeface="Arial" charset="0"/>
                        <a:cs typeface="Arial" charset="0"/>
                      </a:endParaRPr>
                    </a:p>
                  </a:txBody>
                  <a:tcPr marT="45708" marB="45708" horzOverflow="overflow">
                    <a:solidFill>
                      <a:schemeClr val="accent1">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Output</a:t>
                      </a:r>
                      <a:br>
                        <a:rPr kumimoji="0" lang="en-US" sz="2000" b="0" i="0" u="none" strike="noStrike" cap="none" normalizeH="0" baseline="0" dirty="0">
                          <a:ln>
                            <a:noFill/>
                          </a:ln>
                          <a:solidFill>
                            <a:schemeClr val="tx1"/>
                          </a:solidFill>
                          <a:effectLst/>
                          <a:latin typeface="Arial" charset="0"/>
                          <a:cs typeface="Arial" charset="0"/>
                        </a:rPr>
                      </a:br>
                      <a:r>
                        <a:rPr kumimoji="0" lang="en-US" sz="2000" b="0" i="0" u="none" strike="noStrike" cap="none" normalizeH="0" baseline="0" dirty="0">
                          <a:ln>
                            <a:noFill/>
                          </a:ln>
                          <a:solidFill>
                            <a:schemeClr val="tx1"/>
                          </a:solidFill>
                          <a:effectLst/>
                          <a:latin typeface="Arial" charset="0"/>
                          <a:cs typeface="Arial" charset="0"/>
                        </a:rPr>
                        <a:t> s   </a:t>
                      </a:r>
                      <a:r>
                        <a:rPr kumimoji="0" lang="en-US" sz="2000" b="0" i="0" u="none" strike="noStrike" cap="none" normalizeH="0" baseline="0" dirty="0" err="1">
                          <a:ln>
                            <a:noFill/>
                          </a:ln>
                          <a:solidFill>
                            <a:schemeClr val="tx1"/>
                          </a:solidFill>
                          <a:effectLst/>
                          <a:latin typeface="Arial" charset="0"/>
                          <a:cs typeface="Arial" charset="0"/>
                        </a:rPr>
                        <a:t>c</a:t>
                      </a:r>
                      <a:r>
                        <a:rPr kumimoji="0" lang="en-US" sz="2000" b="1" i="0" u="none" strike="noStrike" cap="none" normalizeH="0" baseline="-25000" dirty="0" err="1">
                          <a:ln>
                            <a:noFill/>
                          </a:ln>
                          <a:solidFill>
                            <a:schemeClr val="tx1"/>
                          </a:solidFill>
                          <a:effectLst/>
                          <a:latin typeface="Arial" charset="0"/>
                          <a:cs typeface="Arial" charset="0"/>
                        </a:rPr>
                        <a:t>out</a:t>
                      </a:r>
                      <a:endParaRPr kumimoji="0" lang="ru-RU" sz="2000" b="1" i="0" u="none" strike="noStrike" cap="none" normalizeH="0" baseline="-25000" dirty="0">
                        <a:ln>
                          <a:noFill/>
                        </a:ln>
                        <a:solidFill>
                          <a:schemeClr val="tx1"/>
                        </a:solidFill>
                        <a:effectLst/>
                        <a:latin typeface="Arial" charset="0"/>
                        <a:cs typeface="Arial" charset="0"/>
                      </a:endParaRPr>
                    </a:p>
                  </a:txBody>
                  <a:tcPr marT="45708" marB="45708" horzOverflow="overflow">
                    <a:solidFill>
                      <a:schemeClr val="accent1">
                        <a:lumMod val="60000"/>
                        <a:lumOff val="40000"/>
                      </a:schemeClr>
                    </a:solidFill>
                  </a:tcPr>
                </a:tc>
                <a:extLst>
                  <a:ext uri="{0D108BD9-81ED-4DB2-BD59-A6C34878D82A}">
                    <a16:rowId xmlns:a16="http://schemas.microsoft.com/office/drawing/2014/main" val="10000"/>
                  </a:ext>
                </a:extLst>
              </a:tr>
              <a:tr h="2529601">
                <a:tc>
                  <a:txBody>
                    <a:bodyPr/>
                    <a:lstStyle/>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0   0   0</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0   0   1</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0   1   0</a:t>
                      </a:r>
                    </a:p>
                    <a:p>
                      <a:pPr marL="533400" marR="0" lvl="0" indent="-533400" algn="ctr"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0   1   1</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cap="none" normalizeH="0" baseline="0" dirty="0">
                          <a:ln>
                            <a:noFill/>
                          </a:ln>
                          <a:solidFill>
                            <a:schemeClr val="tx1"/>
                          </a:solidFill>
                          <a:effectLst/>
                          <a:latin typeface="Arial" charset="0"/>
                          <a:cs typeface="Arial" charset="0"/>
                        </a:rPr>
                        <a:t>1   0   0</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cap="none" normalizeH="0" baseline="0" dirty="0">
                          <a:ln>
                            <a:noFill/>
                          </a:ln>
                          <a:solidFill>
                            <a:schemeClr val="tx1"/>
                          </a:solidFill>
                          <a:effectLst/>
                          <a:latin typeface="Arial" charset="0"/>
                          <a:cs typeface="Arial" charset="0"/>
                        </a:rPr>
                        <a:t>1   0   1</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cap="none" normalizeH="0" baseline="0" dirty="0">
                          <a:ln>
                            <a:noFill/>
                          </a:ln>
                          <a:solidFill>
                            <a:schemeClr val="tx1"/>
                          </a:solidFill>
                          <a:effectLst/>
                          <a:latin typeface="Arial" charset="0"/>
                          <a:cs typeface="Arial" charset="0"/>
                        </a:rPr>
                        <a:t>1   1   0</a:t>
                      </a:r>
                    </a:p>
                    <a:p>
                      <a:pPr marL="533400" marR="0" lvl="0" indent="-53340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cap="none" normalizeH="0" baseline="0" dirty="0">
                          <a:ln>
                            <a:noFill/>
                          </a:ln>
                          <a:solidFill>
                            <a:schemeClr val="tx1"/>
                          </a:solidFill>
                          <a:effectLst/>
                          <a:latin typeface="Arial" charset="0"/>
                          <a:cs typeface="Arial" charset="0"/>
                        </a:rPr>
                        <a:t>1  1   1</a:t>
                      </a:r>
                    </a:p>
                  </a:txBody>
                  <a:tcPr marT="45708" marB="45708" horzOverflow="overflow">
                    <a:solidFill>
                      <a:schemeClr val="accent1">
                        <a:lumMod val="20000"/>
                        <a:lumOff val="8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 0   0</a:t>
                      </a:r>
                      <a:br>
                        <a:rPr kumimoji="0" lang="en-US" sz="2000" b="0" i="0" u="none" strike="noStrike" cap="none" normalizeH="0" baseline="0" dirty="0">
                          <a:ln>
                            <a:noFill/>
                          </a:ln>
                          <a:solidFill>
                            <a:schemeClr val="tx1"/>
                          </a:solidFill>
                          <a:effectLst/>
                          <a:latin typeface="Arial" charset="0"/>
                          <a:cs typeface="Arial" charset="0"/>
                        </a:rPr>
                      </a:br>
                      <a:r>
                        <a:rPr kumimoji="0" lang="en-US" sz="2000" b="0" i="0" u="none" strike="noStrike" cap="none" normalizeH="0" baseline="0" dirty="0">
                          <a:ln>
                            <a:noFill/>
                          </a:ln>
                          <a:solidFill>
                            <a:schemeClr val="tx1"/>
                          </a:solidFill>
                          <a:effectLst/>
                          <a:latin typeface="Arial" charset="0"/>
                          <a:cs typeface="Arial" charset="0"/>
                        </a:rPr>
                        <a:t> 1   0</a:t>
                      </a:r>
                      <a:br>
                        <a:rPr kumimoji="0" lang="en-US" sz="2000" b="0" i="0" u="none" strike="noStrike" cap="none" normalizeH="0" baseline="0" dirty="0">
                          <a:ln>
                            <a:noFill/>
                          </a:ln>
                          <a:solidFill>
                            <a:schemeClr val="tx1"/>
                          </a:solidFill>
                          <a:effectLst/>
                          <a:latin typeface="Arial" charset="0"/>
                          <a:cs typeface="Arial" charset="0"/>
                        </a:rPr>
                      </a:br>
                      <a:r>
                        <a:rPr kumimoji="0" lang="en-US" sz="2000" b="0" i="0" u="none" strike="noStrike" cap="none" normalizeH="0" baseline="0" dirty="0">
                          <a:ln>
                            <a:noFill/>
                          </a:ln>
                          <a:solidFill>
                            <a:schemeClr val="tx1"/>
                          </a:solidFill>
                          <a:effectLst/>
                          <a:latin typeface="Arial" charset="0"/>
                          <a:cs typeface="Arial" charset="0"/>
                        </a:rPr>
                        <a:t> 1   0</a:t>
                      </a:r>
                      <a:br>
                        <a:rPr kumimoji="0" lang="en-US" sz="2000" b="0" i="0" u="none" strike="noStrike" cap="none" normalizeH="0" baseline="0" dirty="0">
                          <a:ln>
                            <a:noFill/>
                          </a:ln>
                          <a:solidFill>
                            <a:schemeClr val="tx1"/>
                          </a:solidFill>
                          <a:effectLst/>
                          <a:latin typeface="Arial" charset="0"/>
                          <a:cs typeface="Arial" charset="0"/>
                        </a:rPr>
                      </a:br>
                      <a:r>
                        <a:rPr kumimoji="0" lang="en-US" sz="2000" b="0" i="0" u="none" strike="noStrike" cap="none" normalizeH="0" baseline="0" dirty="0">
                          <a:ln>
                            <a:noFill/>
                          </a:ln>
                          <a:solidFill>
                            <a:schemeClr val="tx1"/>
                          </a:solidFill>
                          <a:effectLst/>
                          <a:latin typeface="Arial" charset="0"/>
                          <a:cs typeface="Arial" charset="0"/>
                        </a:rPr>
                        <a:t>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 1   0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 0   1</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2000" b="0" i="0" u="none" strike="noStrike" cap="none" normalizeH="0" baseline="0" dirty="0">
                          <a:ln>
                            <a:noFill/>
                          </a:ln>
                          <a:solidFill>
                            <a:schemeClr val="tx1"/>
                          </a:solidFill>
                          <a:effectLst/>
                          <a:latin typeface="Arial" charset="0"/>
                          <a:cs typeface="Arial" charset="0"/>
                        </a:rPr>
                        <a:t> 1   1</a:t>
                      </a:r>
                      <a:endParaRPr kumimoji="0" lang="ru-RU" sz="2000" b="0" i="0" u="none" strike="noStrike" cap="none" normalizeH="0" baseline="0" dirty="0">
                        <a:ln>
                          <a:noFill/>
                        </a:ln>
                        <a:solidFill>
                          <a:schemeClr val="tx1"/>
                        </a:solidFill>
                        <a:effectLst/>
                        <a:latin typeface="Arial" charset="0"/>
                        <a:cs typeface="Arial" charset="0"/>
                      </a:endParaRPr>
                    </a:p>
                  </a:txBody>
                  <a:tcPr marT="45708" marB="45708" horzOverflow="overflow">
                    <a:solidFill>
                      <a:schemeClr val="accent1">
                        <a:lumMod val="20000"/>
                        <a:lumOff val="80000"/>
                      </a:schemeClr>
                    </a:solidFill>
                  </a:tcPr>
                </a:tc>
                <a:extLst>
                  <a:ext uri="{0D108BD9-81ED-4DB2-BD59-A6C34878D82A}">
                    <a16:rowId xmlns:a16="http://schemas.microsoft.com/office/drawing/2014/main" val="10001"/>
                  </a:ext>
                </a:extLst>
              </a:tr>
            </a:tbl>
          </a:graphicData>
        </a:graphic>
      </p:graphicFrame>
      <p:sp>
        <p:nvSpPr>
          <p:cNvPr id="23567" name="TextBox 4">
            <a:extLst>
              <a:ext uri="{FF2B5EF4-FFF2-40B4-BE49-F238E27FC236}">
                <a16:creationId xmlns:a16="http://schemas.microsoft.com/office/drawing/2014/main" id="{1521876A-22F5-CF95-8983-0121A9F0783C}"/>
              </a:ext>
            </a:extLst>
          </p:cNvPr>
          <p:cNvSpPr txBox="1">
            <a:spLocks noChangeArrowheads="1"/>
          </p:cNvSpPr>
          <p:nvPr/>
        </p:nvSpPr>
        <p:spPr bwMode="auto">
          <a:xfrm>
            <a:off x="6248400" y="2438401"/>
            <a:ext cx="39624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s – </a:t>
            </a:r>
            <a:r>
              <a:rPr lang="en-GB" altLang="en-US" sz="2000"/>
              <a:t>both </a:t>
            </a:r>
            <a:r>
              <a:rPr lang="en-US" altLang="en-US" sz="2000"/>
              <a:t>linear and self-dual function</a:t>
            </a:r>
          </a:p>
          <a:p>
            <a:pPr eaLnBrk="1" hangingPunct="1"/>
            <a:r>
              <a:rPr lang="en-US" altLang="en-US" sz="2000"/>
              <a:t>c</a:t>
            </a:r>
            <a:r>
              <a:rPr lang="en-US" altLang="en-US" sz="2000" baseline="-25000"/>
              <a:t>out</a:t>
            </a:r>
            <a:r>
              <a:rPr lang="en-US" altLang="en-US" sz="2000"/>
              <a:t> – both  majority and self-dual </a:t>
            </a:r>
          </a:p>
          <a:p>
            <a:pPr eaLnBrk="1" hangingPunct="1"/>
            <a:r>
              <a:rPr lang="en-US" altLang="en-US" sz="2000"/>
              <a:t>function</a:t>
            </a:r>
            <a:endParaRPr lang="en-GB" alt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46">
            <a:extLst>
              <a:ext uri="{FF2B5EF4-FFF2-40B4-BE49-F238E27FC236}">
                <a16:creationId xmlns:a16="http://schemas.microsoft.com/office/drawing/2014/main" id="{40B7BAC9-A899-1CE8-2BF5-5764ECF0A9E8}"/>
              </a:ext>
            </a:extLst>
          </p:cNvPr>
          <p:cNvSpPr txBox="1">
            <a:spLocks noChangeArrowheads="1"/>
          </p:cNvSpPr>
          <p:nvPr/>
        </p:nvSpPr>
        <p:spPr bwMode="auto">
          <a:xfrm>
            <a:off x="2057400" y="4495800"/>
            <a:ext cx="759618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S=a </a:t>
            </a:r>
            <a:r>
              <a:rPr lang="en-US" altLang="en-US" sz="2400">
                <a:sym typeface="Symbol" panose="05050102010706020507" pitchFamily="18" charset="2"/>
              </a:rPr>
              <a:t> b  c; </a:t>
            </a:r>
          </a:p>
          <a:p>
            <a:pPr eaLnBrk="1" hangingPunct="1"/>
            <a:r>
              <a:rPr lang="en-US" altLang="en-US" sz="2400">
                <a:sym typeface="Symbol" panose="05050102010706020507" pitchFamily="18" charset="2"/>
              </a:rPr>
              <a:t>c</a:t>
            </a:r>
            <a:r>
              <a:rPr lang="en-US" altLang="en-US" sz="2400" b="1" baseline="-25000">
                <a:sym typeface="Symbol" panose="05050102010706020507" pitchFamily="18" charset="2"/>
              </a:rPr>
              <a:t>out</a:t>
            </a:r>
            <a:r>
              <a:rPr lang="en-US" altLang="en-US" sz="2400" b="1">
                <a:sym typeface="Symbol" panose="05050102010706020507" pitchFamily="18" charset="2"/>
              </a:rPr>
              <a:t> </a:t>
            </a:r>
            <a:r>
              <a:rPr lang="en-US" altLang="en-US" sz="2400">
                <a:sym typeface="Symbol" panose="05050102010706020507" pitchFamily="18" charset="2"/>
              </a:rPr>
              <a:t>= a·b + a·c</a:t>
            </a:r>
            <a:r>
              <a:rPr lang="en-US" altLang="en-US" sz="2400" b="1" baseline="-25000">
                <a:sym typeface="Symbol" panose="05050102010706020507" pitchFamily="18" charset="2"/>
              </a:rPr>
              <a:t>in</a:t>
            </a:r>
            <a:r>
              <a:rPr lang="en-US" altLang="en-US" sz="2400">
                <a:sym typeface="Symbol" panose="05050102010706020507" pitchFamily="18" charset="2"/>
              </a:rPr>
              <a:t> + b·c</a:t>
            </a:r>
            <a:r>
              <a:rPr lang="en-US" altLang="en-US" sz="2400" b="1" baseline="-25000">
                <a:sym typeface="Symbol" panose="05050102010706020507" pitchFamily="18" charset="2"/>
              </a:rPr>
              <a:t>in  </a:t>
            </a:r>
            <a:r>
              <a:rPr lang="en-US" altLang="en-US" sz="2400">
                <a:sym typeface="Symbol" panose="05050102010706020507" pitchFamily="18" charset="2"/>
              </a:rPr>
              <a:t>(</a:t>
            </a:r>
            <a:r>
              <a:rPr lang="en-US" altLang="en-US" sz="2400">
                <a:solidFill>
                  <a:srgbClr val="0000FF"/>
                </a:solidFill>
                <a:sym typeface="Symbol" panose="05050102010706020507" pitchFamily="18" charset="2"/>
              </a:rPr>
              <a:t>majority function</a:t>
            </a:r>
            <a:r>
              <a:rPr lang="en-US" altLang="en-US" sz="2400">
                <a:sym typeface="Symbol" panose="05050102010706020507" pitchFamily="18" charset="2"/>
              </a:rPr>
              <a:t>)</a:t>
            </a:r>
          </a:p>
          <a:p>
            <a:pPr eaLnBrk="1" hangingPunct="1"/>
            <a:r>
              <a:rPr lang="en-US" altLang="en-US" sz="2400">
                <a:sym typeface="Symbol" panose="05050102010706020507" pitchFamily="18" charset="2"/>
              </a:rPr>
              <a:t>or S=~c</a:t>
            </a:r>
            <a:r>
              <a:rPr lang="en-US" altLang="en-US" sz="2400" b="1" baseline="-25000">
                <a:sym typeface="Symbol" panose="05050102010706020507" pitchFamily="18" charset="2"/>
              </a:rPr>
              <a:t>out</a:t>
            </a:r>
            <a:r>
              <a:rPr lang="en-US" altLang="en-US" sz="2400">
                <a:sym typeface="Symbol" panose="05050102010706020507" pitchFamily="18" charset="2"/>
              </a:rPr>
              <a:t>(a+b+c</a:t>
            </a:r>
            <a:r>
              <a:rPr lang="en-US" altLang="en-US" sz="2400" b="1" baseline="-25000">
                <a:sym typeface="Symbol" panose="05050102010706020507" pitchFamily="18" charset="2"/>
              </a:rPr>
              <a:t>in</a:t>
            </a:r>
            <a:r>
              <a:rPr lang="en-US" altLang="en-US" sz="2400">
                <a:sym typeface="Symbol" panose="05050102010706020507" pitchFamily="18" charset="2"/>
              </a:rPr>
              <a:t>)+a·b·c</a:t>
            </a:r>
            <a:r>
              <a:rPr lang="en-US" altLang="en-US" sz="2400" b="1" baseline="-25000">
                <a:sym typeface="Symbol" panose="05050102010706020507" pitchFamily="18" charset="2"/>
              </a:rPr>
              <a:t>in</a:t>
            </a:r>
            <a:endParaRPr lang="en-US" altLang="en-US" sz="2400">
              <a:sym typeface="Symbol" panose="05050102010706020507" pitchFamily="18" charset="2"/>
            </a:endParaRPr>
          </a:p>
        </p:txBody>
      </p:sp>
      <p:sp>
        <p:nvSpPr>
          <p:cNvPr id="24579" name="Text Box 5">
            <a:extLst>
              <a:ext uri="{FF2B5EF4-FFF2-40B4-BE49-F238E27FC236}">
                <a16:creationId xmlns:a16="http://schemas.microsoft.com/office/drawing/2014/main" id="{C8B5A63F-F735-DC4B-2BEC-3B8731072A67}"/>
              </a:ext>
            </a:extLst>
          </p:cNvPr>
          <p:cNvSpPr txBox="1">
            <a:spLocks noChangeArrowheads="1"/>
          </p:cNvSpPr>
          <p:nvPr/>
        </p:nvSpPr>
        <p:spPr bwMode="auto">
          <a:xfrm>
            <a:off x="4162425" y="1371601"/>
            <a:ext cx="6985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bc</a:t>
            </a:r>
            <a:r>
              <a:rPr lang="en-US" altLang="en-US" sz="2000" b="1" baseline="-25000"/>
              <a:t>in</a:t>
            </a:r>
            <a:endParaRPr lang="ru-RU" altLang="en-US" sz="2000"/>
          </a:p>
        </p:txBody>
      </p:sp>
      <p:grpSp>
        <p:nvGrpSpPr>
          <p:cNvPr id="24580" name="Group 6">
            <a:extLst>
              <a:ext uri="{FF2B5EF4-FFF2-40B4-BE49-F238E27FC236}">
                <a16:creationId xmlns:a16="http://schemas.microsoft.com/office/drawing/2014/main" id="{0909AFF4-DB45-5F76-1FC7-A0C1B1357306}"/>
              </a:ext>
            </a:extLst>
          </p:cNvPr>
          <p:cNvGrpSpPr>
            <a:grpSpLocks/>
          </p:cNvGrpSpPr>
          <p:nvPr/>
        </p:nvGrpSpPr>
        <p:grpSpPr bwMode="auto">
          <a:xfrm>
            <a:off x="3867151" y="1590676"/>
            <a:ext cx="3673475" cy="1304925"/>
            <a:chOff x="2653" y="1344"/>
            <a:chExt cx="2314" cy="1088"/>
          </a:xfrm>
        </p:grpSpPr>
        <p:sp>
          <p:nvSpPr>
            <p:cNvPr id="20510" name="Rectangle 7">
              <a:extLst>
                <a:ext uri="{FF2B5EF4-FFF2-40B4-BE49-F238E27FC236}">
                  <a16:creationId xmlns:a16="http://schemas.microsoft.com/office/drawing/2014/main" id="{2AED1C04-1FF4-4325-8D7B-351CBF4CD834}"/>
                </a:ext>
              </a:extLst>
            </p:cNvPr>
            <p:cNvSpPr>
              <a:spLocks noChangeArrowheads="1"/>
            </p:cNvSpPr>
            <p:nvPr/>
          </p:nvSpPr>
          <p:spPr bwMode="auto">
            <a:xfrm>
              <a:off x="3016" y="1615"/>
              <a:ext cx="1951" cy="81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latin typeface="Arial" charset="0"/>
                <a:cs typeface="Arial" charset="0"/>
              </a:endParaRPr>
            </a:p>
          </p:txBody>
        </p:sp>
        <p:sp>
          <p:nvSpPr>
            <p:cNvPr id="24607" name="Line 8">
              <a:extLst>
                <a:ext uri="{FF2B5EF4-FFF2-40B4-BE49-F238E27FC236}">
                  <a16:creationId xmlns:a16="http://schemas.microsoft.com/office/drawing/2014/main" id="{712DDAF9-0EEA-5FBC-D7DE-36D60090FE6A}"/>
                </a:ext>
              </a:extLst>
            </p:cNvPr>
            <p:cNvSpPr>
              <a:spLocks noChangeShapeType="1"/>
            </p:cNvSpPr>
            <p:nvPr/>
          </p:nvSpPr>
          <p:spPr bwMode="auto">
            <a:xfrm>
              <a:off x="3996" y="1616"/>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8" name="Line 9">
              <a:extLst>
                <a:ext uri="{FF2B5EF4-FFF2-40B4-BE49-F238E27FC236}">
                  <a16:creationId xmlns:a16="http://schemas.microsoft.com/office/drawing/2014/main" id="{A0850395-2B1A-6AEA-98A9-BB3ECA8CB403}"/>
                </a:ext>
              </a:extLst>
            </p:cNvPr>
            <p:cNvSpPr>
              <a:spLocks noChangeShapeType="1"/>
            </p:cNvSpPr>
            <p:nvPr/>
          </p:nvSpPr>
          <p:spPr bwMode="auto">
            <a:xfrm>
              <a:off x="3016" y="2024"/>
              <a:ext cx="195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09" name="Line 10">
              <a:extLst>
                <a:ext uri="{FF2B5EF4-FFF2-40B4-BE49-F238E27FC236}">
                  <a16:creationId xmlns:a16="http://schemas.microsoft.com/office/drawing/2014/main" id="{93B0728F-562F-E770-0616-10C4BD2C4A15}"/>
                </a:ext>
              </a:extLst>
            </p:cNvPr>
            <p:cNvSpPr>
              <a:spLocks noChangeShapeType="1"/>
            </p:cNvSpPr>
            <p:nvPr/>
          </p:nvSpPr>
          <p:spPr bwMode="auto">
            <a:xfrm>
              <a:off x="3513" y="1616"/>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0" name="Line 11">
              <a:extLst>
                <a:ext uri="{FF2B5EF4-FFF2-40B4-BE49-F238E27FC236}">
                  <a16:creationId xmlns:a16="http://schemas.microsoft.com/office/drawing/2014/main" id="{AF32411D-858B-5687-1EE4-66D9B4D34599}"/>
                </a:ext>
              </a:extLst>
            </p:cNvPr>
            <p:cNvSpPr>
              <a:spLocks noChangeShapeType="1"/>
            </p:cNvSpPr>
            <p:nvPr/>
          </p:nvSpPr>
          <p:spPr bwMode="auto">
            <a:xfrm>
              <a:off x="4498" y="1616"/>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1" name="Line 12">
              <a:extLst>
                <a:ext uri="{FF2B5EF4-FFF2-40B4-BE49-F238E27FC236}">
                  <a16:creationId xmlns:a16="http://schemas.microsoft.com/office/drawing/2014/main" id="{A80295ED-18EF-4CB9-1AF7-D06301237B77}"/>
                </a:ext>
              </a:extLst>
            </p:cNvPr>
            <p:cNvSpPr>
              <a:spLocks noChangeShapeType="1"/>
            </p:cNvSpPr>
            <p:nvPr/>
          </p:nvSpPr>
          <p:spPr bwMode="auto">
            <a:xfrm flipH="1" flipV="1">
              <a:off x="2789" y="1389"/>
              <a:ext cx="227"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612" name="Text Box 13">
              <a:extLst>
                <a:ext uri="{FF2B5EF4-FFF2-40B4-BE49-F238E27FC236}">
                  <a16:creationId xmlns:a16="http://schemas.microsoft.com/office/drawing/2014/main" id="{2E7F39ED-7E95-58D1-08CF-45D4B2900B4D}"/>
                </a:ext>
              </a:extLst>
            </p:cNvPr>
            <p:cNvSpPr txBox="1">
              <a:spLocks noChangeArrowheads="1"/>
            </p:cNvSpPr>
            <p:nvPr/>
          </p:nvSpPr>
          <p:spPr bwMode="auto">
            <a:xfrm>
              <a:off x="2653" y="1434"/>
              <a:ext cx="31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endParaRPr lang="ru-RU" altLang="en-US" sz="2000"/>
            </a:p>
          </p:txBody>
        </p:sp>
        <p:sp>
          <p:nvSpPr>
            <p:cNvPr id="24613" name="Text Box 14">
              <a:extLst>
                <a:ext uri="{FF2B5EF4-FFF2-40B4-BE49-F238E27FC236}">
                  <a16:creationId xmlns:a16="http://schemas.microsoft.com/office/drawing/2014/main" id="{7FEAFE16-F1E8-4A4D-3535-677EB1548962}"/>
                </a:ext>
              </a:extLst>
            </p:cNvPr>
            <p:cNvSpPr txBox="1">
              <a:spLocks noChangeArrowheads="1"/>
            </p:cNvSpPr>
            <p:nvPr/>
          </p:nvSpPr>
          <p:spPr bwMode="auto">
            <a:xfrm>
              <a:off x="3146" y="1356"/>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24614" name="Text Box 15">
              <a:extLst>
                <a:ext uri="{FF2B5EF4-FFF2-40B4-BE49-F238E27FC236}">
                  <a16:creationId xmlns:a16="http://schemas.microsoft.com/office/drawing/2014/main" id="{714A499B-38F9-D79F-F8CE-EC91098A37C9}"/>
                </a:ext>
              </a:extLst>
            </p:cNvPr>
            <p:cNvSpPr txBox="1">
              <a:spLocks noChangeArrowheads="1"/>
            </p:cNvSpPr>
            <p:nvPr/>
          </p:nvSpPr>
          <p:spPr bwMode="auto">
            <a:xfrm>
              <a:off x="3596" y="1362"/>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24615" name="Text Box 16">
              <a:extLst>
                <a:ext uri="{FF2B5EF4-FFF2-40B4-BE49-F238E27FC236}">
                  <a16:creationId xmlns:a16="http://schemas.microsoft.com/office/drawing/2014/main" id="{2CDE9128-DE54-EAA6-1656-BDF32F88A2DA}"/>
                </a:ext>
              </a:extLst>
            </p:cNvPr>
            <p:cNvSpPr txBox="1">
              <a:spLocks noChangeArrowheads="1"/>
            </p:cNvSpPr>
            <p:nvPr/>
          </p:nvSpPr>
          <p:spPr bwMode="auto">
            <a:xfrm>
              <a:off x="4077" y="1344"/>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24616" name="Text Box 17">
              <a:extLst>
                <a:ext uri="{FF2B5EF4-FFF2-40B4-BE49-F238E27FC236}">
                  <a16:creationId xmlns:a16="http://schemas.microsoft.com/office/drawing/2014/main" id="{6057D4C5-EC0B-3DD5-B40F-035EBE2AECB4}"/>
                </a:ext>
              </a:extLst>
            </p:cNvPr>
            <p:cNvSpPr txBox="1">
              <a:spLocks noChangeArrowheads="1"/>
            </p:cNvSpPr>
            <p:nvPr/>
          </p:nvSpPr>
          <p:spPr bwMode="auto">
            <a:xfrm>
              <a:off x="4513" y="1344"/>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24617" name="Text Box 18">
              <a:extLst>
                <a:ext uri="{FF2B5EF4-FFF2-40B4-BE49-F238E27FC236}">
                  <a16:creationId xmlns:a16="http://schemas.microsoft.com/office/drawing/2014/main" id="{A993044C-C515-D43C-51A4-99D5FA2B2983}"/>
                </a:ext>
              </a:extLst>
            </p:cNvPr>
            <p:cNvSpPr txBox="1">
              <a:spLocks noChangeArrowheads="1"/>
            </p:cNvSpPr>
            <p:nvPr/>
          </p:nvSpPr>
          <p:spPr bwMode="auto">
            <a:xfrm>
              <a:off x="2758" y="1697"/>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endParaRPr lang="ru-RU" altLang="en-US" sz="2000"/>
            </a:p>
          </p:txBody>
        </p:sp>
        <p:sp>
          <p:nvSpPr>
            <p:cNvPr id="24618" name="Text Box 19">
              <a:extLst>
                <a:ext uri="{FF2B5EF4-FFF2-40B4-BE49-F238E27FC236}">
                  <a16:creationId xmlns:a16="http://schemas.microsoft.com/office/drawing/2014/main" id="{23A85749-25D5-62B4-B72F-D90CB492B50A}"/>
                </a:ext>
              </a:extLst>
            </p:cNvPr>
            <p:cNvSpPr txBox="1">
              <a:spLocks noChangeArrowheads="1"/>
            </p:cNvSpPr>
            <p:nvPr/>
          </p:nvSpPr>
          <p:spPr bwMode="auto">
            <a:xfrm>
              <a:off x="2756" y="2078"/>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619" name="Text Box 20">
              <a:extLst>
                <a:ext uri="{FF2B5EF4-FFF2-40B4-BE49-F238E27FC236}">
                  <a16:creationId xmlns:a16="http://schemas.microsoft.com/office/drawing/2014/main" id="{7FC0B454-DD2D-EEB5-46E5-BF481D8C2139}"/>
                </a:ext>
              </a:extLst>
            </p:cNvPr>
            <p:cNvSpPr txBox="1">
              <a:spLocks noChangeArrowheads="1"/>
            </p:cNvSpPr>
            <p:nvPr/>
          </p:nvSpPr>
          <p:spPr bwMode="auto">
            <a:xfrm>
              <a:off x="3653" y="1688"/>
              <a:ext cx="29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620" name="Text Box 21">
              <a:extLst>
                <a:ext uri="{FF2B5EF4-FFF2-40B4-BE49-F238E27FC236}">
                  <a16:creationId xmlns:a16="http://schemas.microsoft.com/office/drawing/2014/main" id="{9110FA3D-6825-BF85-90A0-FC1736B23AFE}"/>
                </a:ext>
              </a:extLst>
            </p:cNvPr>
            <p:cNvSpPr txBox="1">
              <a:spLocks noChangeArrowheads="1"/>
            </p:cNvSpPr>
            <p:nvPr/>
          </p:nvSpPr>
          <p:spPr bwMode="auto">
            <a:xfrm>
              <a:off x="4563" y="1670"/>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621" name="Text Box 22">
              <a:extLst>
                <a:ext uri="{FF2B5EF4-FFF2-40B4-BE49-F238E27FC236}">
                  <a16:creationId xmlns:a16="http://schemas.microsoft.com/office/drawing/2014/main" id="{A4C7AA61-F81E-6067-0272-2618D738EBE0}"/>
                </a:ext>
              </a:extLst>
            </p:cNvPr>
            <p:cNvSpPr txBox="1">
              <a:spLocks noChangeArrowheads="1"/>
            </p:cNvSpPr>
            <p:nvPr/>
          </p:nvSpPr>
          <p:spPr bwMode="auto">
            <a:xfrm>
              <a:off x="3059" y="2060"/>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622" name="Text Box 23">
              <a:extLst>
                <a:ext uri="{FF2B5EF4-FFF2-40B4-BE49-F238E27FC236}">
                  <a16:creationId xmlns:a16="http://schemas.microsoft.com/office/drawing/2014/main" id="{9F06C3B1-072B-AD5C-EB1E-C0F38A196FE6}"/>
                </a:ext>
              </a:extLst>
            </p:cNvPr>
            <p:cNvSpPr txBox="1">
              <a:spLocks noChangeArrowheads="1"/>
            </p:cNvSpPr>
            <p:nvPr/>
          </p:nvSpPr>
          <p:spPr bwMode="auto">
            <a:xfrm>
              <a:off x="4098" y="2060"/>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grpSp>
      <p:sp>
        <p:nvSpPr>
          <p:cNvPr id="24581" name="Text Box 47">
            <a:extLst>
              <a:ext uri="{FF2B5EF4-FFF2-40B4-BE49-F238E27FC236}">
                <a16:creationId xmlns:a16="http://schemas.microsoft.com/office/drawing/2014/main" id="{4AF6639C-2F23-F287-3E28-415533E761C0}"/>
              </a:ext>
            </a:extLst>
          </p:cNvPr>
          <p:cNvSpPr txBox="1">
            <a:spLocks noChangeArrowheads="1"/>
          </p:cNvSpPr>
          <p:nvPr/>
        </p:nvSpPr>
        <p:spPr bwMode="auto">
          <a:xfrm>
            <a:off x="7756525" y="1584326"/>
            <a:ext cx="6683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S</a:t>
            </a:r>
            <a:endParaRPr lang="ru-RU" altLang="en-US" sz="2000">
              <a:solidFill>
                <a:srgbClr val="0000FF"/>
              </a:solidFill>
            </a:endParaRPr>
          </a:p>
        </p:txBody>
      </p:sp>
      <p:grpSp>
        <p:nvGrpSpPr>
          <p:cNvPr id="24582" name="Group 50">
            <a:extLst>
              <a:ext uri="{FF2B5EF4-FFF2-40B4-BE49-F238E27FC236}">
                <a16:creationId xmlns:a16="http://schemas.microsoft.com/office/drawing/2014/main" id="{4B0C3414-BAFE-8965-1CBF-A133471264C0}"/>
              </a:ext>
            </a:extLst>
          </p:cNvPr>
          <p:cNvGrpSpPr>
            <a:grpSpLocks/>
          </p:cNvGrpSpPr>
          <p:nvPr/>
        </p:nvGrpSpPr>
        <p:grpSpPr bwMode="auto">
          <a:xfrm>
            <a:off x="3911601" y="2927351"/>
            <a:ext cx="4873625" cy="1431925"/>
            <a:chOff x="1216" y="2191"/>
            <a:chExt cx="3070" cy="1193"/>
          </a:xfrm>
        </p:grpSpPr>
        <p:sp>
          <p:nvSpPr>
            <p:cNvPr id="24584" name="Text Box 24">
              <a:extLst>
                <a:ext uri="{FF2B5EF4-FFF2-40B4-BE49-F238E27FC236}">
                  <a16:creationId xmlns:a16="http://schemas.microsoft.com/office/drawing/2014/main" id="{A4C9C34C-F81D-BBFC-2C6E-FF4E033701AC}"/>
                </a:ext>
              </a:extLst>
            </p:cNvPr>
            <p:cNvSpPr txBox="1">
              <a:spLocks noChangeArrowheads="1"/>
            </p:cNvSpPr>
            <p:nvPr/>
          </p:nvSpPr>
          <p:spPr bwMode="auto">
            <a:xfrm>
              <a:off x="1344" y="2191"/>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bc</a:t>
              </a:r>
              <a:r>
                <a:rPr lang="en-US" altLang="en-US" sz="2000" b="1" baseline="-25000"/>
                <a:t>in</a:t>
              </a:r>
              <a:endParaRPr lang="ru-RU" altLang="en-US" sz="2000"/>
            </a:p>
          </p:txBody>
        </p:sp>
        <p:sp>
          <p:nvSpPr>
            <p:cNvPr id="20489" name="Rectangle 26">
              <a:extLst>
                <a:ext uri="{FF2B5EF4-FFF2-40B4-BE49-F238E27FC236}">
                  <a16:creationId xmlns:a16="http://schemas.microsoft.com/office/drawing/2014/main" id="{9290961D-DF8D-4994-90B4-5914D9E4D332}"/>
                </a:ext>
              </a:extLst>
            </p:cNvPr>
            <p:cNvSpPr>
              <a:spLocks noChangeArrowheads="1"/>
            </p:cNvSpPr>
            <p:nvPr/>
          </p:nvSpPr>
          <p:spPr bwMode="auto">
            <a:xfrm>
              <a:off x="1579" y="2567"/>
              <a:ext cx="1951" cy="81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sz="2000">
                <a:latin typeface="Arial" charset="0"/>
                <a:cs typeface="Arial" charset="0"/>
              </a:endParaRPr>
            </a:p>
          </p:txBody>
        </p:sp>
        <p:sp>
          <p:nvSpPr>
            <p:cNvPr id="24586" name="Line 27">
              <a:extLst>
                <a:ext uri="{FF2B5EF4-FFF2-40B4-BE49-F238E27FC236}">
                  <a16:creationId xmlns:a16="http://schemas.microsoft.com/office/drawing/2014/main" id="{C4044538-12D0-A125-B093-7BAA2B1EF7FB}"/>
                </a:ext>
              </a:extLst>
            </p:cNvPr>
            <p:cNvSpPr>
              <a:spLocks noChangeShapeType="1"/>
            </p:cNvSpPr>
            <p:nvPr/>
          </p:nvSpPr>
          <p:spPr bwMode="auto">
            <a:xfrm>
              <a:off x="2559" y="2568"/>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7" name="Line 28">
              <a:extLst>
                <a:ext uri="{FF2B5EF4-FFF2-40B4-BE49-F238E27FC236}">
                  <a16:creationId xmlns:a16="http://schemas.microsoft.com/office/drawing/2014/main" id="{A1BC0DFD-B188-D511-0334-4F1F423771A4}"/>
                </a:ext>
              </a:extLst>
            </p:cNvPr>
            <p:cNvSpPr>
              <a:spLocks noChangeShapeType="1"/>
            </p:cNvSpPr>
            <p:nvPr/>
          </p:nvSpPr>
          <p:spPr bwMode="auto">
            <a:xfrm>
              <a:off x="1579" y="2976"/>
              <a:ext cx="195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8" name="Line 29">
              <a:extLst>
                <a:ext uri="{FF2B5EF4-FFF2-40B4-BE49-F238E27FC236}">
                  <a16:creationId xmlns:a16="http://schemas.microsoft.com/office/drawing/2014/main" id="{E5DE0886-6E30-CE04-5858-F267C9B21917}"/>
                </a:ext>
              </a:extLst>
            </p:cNvPr>
            <p:cNvSpPr>
              <a:spLocks noChangeShapeType="1"/>
            </p:cNvSpPr>
            <p:nvPr/>
          </p:nvSpPr>
          <p:spPr bwMode="auto">
            <a:xfrm>
              <a:off x="2076" y="2568"/>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89" name="Line 30">
              <a:extLst>
                <a:ext uri="{FF2B5EF4-FFF2-40B4-BE49-F238E27FC236}">
                  <a16:creationId xmlns:a16="http://schemas.microsoft.com/office/drawing/2014/main" id="{ABD8D8AB-38B9-1B29-E38F-3527FA9AC65E}"/>
                </a:ext>
              </a:extLst>
            </p:cNvPr>
            <p:cNvSpPr>
              <a:spLocks noChangeShapeType="1"/>
            </p:cNvSpPr>
            <p:nvPr/>
          </p:nvSpPr>
          <p:spPr bwMode="auto">
            <a:xfrm>
              <a:off x="3061" y="2568"/>
              <a:ext cx="0" cy="81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0" name="Line 31">
              <a:extLst>
                <a:ext uri="{FF2B5EF4-FFF2-40B4-BE49-F238E27FC236}">
                  <a16:creationId xmlns:a16="http://schemas.microsoft.com/office/drawing/2014/main" id="{E695C827-4E5D-D694-E891-E74B4A2367C0}"/>
                </a:ext>
              </a:extLst>
            </p:cNvPr>
            <p:cNvSpPr>
              <a:spLocks noChangeShapeType="1"/>
            </p:cNvSpPr>
            <p:nvPr/>
          </p:nvSpPr>
          <p:spPr bwMode="auto">
            <a:xfrm flipH="1" flipV="1">
              <a:off x="1352" y="2341"/>
              <a:ext cx="227" cy="22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4591" name="Text Box 32">
              <a:extLst>
                <a:ext uri="{FF2B5EF4-FFF2-40B4-BE49-F238E27FC236}">
                  <a16:creationId xmlns:a16="http://schemas.microsoft.com/office/drawing/2014/main" id="{0D18C2B6-11BD-C3F9-E5F4-888018DFBBE4}"/>
                </a:ext>
              </a:extLst>
            </p:cNvPr>
            <p:cNvSpPr txBox="1">
              <a:spLocks noChangeArrowheads="1"/>
            </p:cNvSpPr>
            <p:nvPr/>
          </p:nvSpPr>
          <p:spPr bwMode="auto">
            <a:xfrm>
              <a:off x="1216" y="2385"/>
              <a:ext cx="31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endParaRPr lang="ru-RU" altLang="en-US" sz="2000"/>
            </a:p>
          </p:txBody>
        </p:sp>
        <p:sp>
          <p:nvSpPr>
            <p:cNvPr id="24592" name="Text Box 33">
              <a:extLst>
                <a:ext uri="{FF2B5EF4-FFF2-40B4-BE49-F238E27FC236}">
                  <a16:creationId xmlns:a16="http://schemas.microsoft.com/office/drawing/2014/main" id="{7655D5B0-DCD5-2A9A-67EB-3C8CC7A99C0D}"/>
                </a:ext>
              </a:extLst>
            </p:cNvPr>
            <p:cNvSpPr txBox="1">
              <a:spLocks noChangeArrowheads="1"/>
            </p:cNvSpPr>
            <p:nvPr/>
          </p:nvSpPr>
          <p:spPr bwMode="auto">
            <a:xfrm>
              <a:off x="1709" y="2307"/>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00</a:t>
              </a:r>
              <a:endParaRPr lang="ru-RU" altLang="en-US" sz="2000"/>
            </a:p>
          </p:txBody>
        </p:sp>
        <p:sp>
          <p:nvSpPr>
            <p:cNvPr id="24593" name="Text Box 34">
              <a:extLst>
                <a:ext uri="{FF2B5EF4-FFF2-40B4-BE49-F238E27FC236}">
                  <a16:creationId xmlns:a16="http://schemas.microsoft.com/office/drawing/2014/main" id="{29FADA15-4811-E79B-70FD-1C32539D2737}"/>
                </a:ext>
              </a:extLst>
            </p:cNvPr>
            <p:cNvSpPr txBox="1">
              <a:spLocks noChangeArrowheads="1"/>
            </p:cNvSpPr>
            <p:nvPr/>
          </p:nvSpPr>
          <p:spPr bwMode="auto">
            <a:xfrm>
              <a:off x="2159" y="2314"/>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01</a:t>
              </a:r>
              <a:endParaRPr lang="ru-RU" altLang="en-US" sz="2000"/>
            </a:p>
          </p:txBody>
        </p:sp>
        <p:sp>
          <p:nvSpPr>
            <p:cNvPr id="24594" name="Text Box 35">
              <a:extLst>
                <a:ext uri="{FF2B5EF4-FFF2-40B4-BE49-F238E27FC236}">
                  <a16:creationId xmlns:a16="http://schemas.microsoft.com/office/drawing/2014/main" id="{59E6AD27-FAA9-1DD4-0238-67D5B891D852}"/>
                </a:ext>
              </a:extLst>
            </p:cNvPr>
            <p:cNvSpPr txBox="1">
              <a:spLocks noChangeArrowheads="1"/>
            </p:cNvSpPr>
            <p:nvPr/>
          </p:nvSpPr>
          <p:spPr bwMode="auto">
            <a:xfrm>
              <a:off x="2640" y="2295"/>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endParaRPr lang="ru-RU" altLang="en-US" sz="2000"/>
            </a:p>
          </p:txBody>
        </p:sp>
        <p:sp>
          <p:nvSpPr>
            <p:cNvPr id="24595" name="Text Box 36">
              <a:extLst>
                <a:ext uri="{FF2B5EF4-FFF2-40B4-BE49-F238E27FC236}">
                  <a16:creationId xmlns:a16="http://schemas.microsoft.com/office/drawing/2014/main" id="{11BD4DC5-46F3-AADF-27FA-722BD5A4CF6B}"/>
                </a:ext>
              </a:extLst>
            </p:cNvPr>
            <p:cNvSpPr txBox="1">
              <a:spLocks noChangeArrowheads="1"/>
            </p:cNvSpPr>
            <p:nvPr/>
          </p:nvSpPr>
          <p:spPr bwMode="auto">
            <a:xfrm>
              <a:off x="3076" y="2295"/>
              <a:ext cx="440"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10</a:t>
              </a:r>
              <a:endParaRPr lang="ru-RU" altLang="en-US" sz="2000"/>
            </a:p>
          </p:txBody>
        </p:sp>
        <p:sp>
          <p:nvSpPr>
            <p:cNvPr id="24596" name="Text Box 37">
              <a:extLst>
                <a:ext uri="{FF2B5EF4-FFF2-40B4-BE49-F238E27FC236}">
                  <a16:creationId xmlns:a16="http://schemas.microsoft.com/office/drawing/2014/main" id="{5BF17D88-D3CA-F83C-A050-2E3502D8015B}"/>
                </a:ext>
              </a:extLst>
            </p:cNvPr>
            <p:cNvSpPr txBox="1">
              <a:spLocks noChangeArrowheads="1"/>
            </p:cNvSpPr>
            <p:nvPr/>
          </p:nvSpPr>
          <p:spPr bwMode="auto">
            <a:xfrm>
              <a:off x="1321" y="2649"/>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0</a:t>
              </a:r>
              <a:endParaRPr lang="ru-RU" altLang="en-US" sz="2000"/>
            </a:p>
          </p:txBody>
        </p:sp>
        <p:sp>
          <p:nvSpPr>
            <p:cNvPr id="24597" name="Text Box 38">
              <a:extLst>
                <a:ext uri="{FF2B5EF4-FFF2-40B4-BE49-F238E27FC236}">
                  <a16:creationId xmlns:a16="http://schemas.microsoft.com/office/drawing/2014/main" id="{5E810C00-0787-E9A6-3D9D-0006ABDF35CF}"/>
                </a:ext>
              </a:extLst>
            </p:cNvPr>
            <p:cNvSpPr txBox="1">
              <a:spLocks noChangeArrowheads="1"/>
            </p:cNvSpPr>
            <p:nvPr/>
          </p:nvSpPr>
          <p:spPr bwMode="auto">
            <a:xfrm>
              <a:off x="1319" y="3030"/>
              <a:ext cx="440"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598" name="Text Box 39">
              <a:extLst>
                <a:ext uri="{FF2B5EF4-FFF2-40B4-BE49-F238E27FC236}">
                  <a16:creationId xmlns:a16="http://schemas.microsoft.com/office/drawing/2014/main" id="{6C7180EF-91FD-6318-14BE-AEF95E66C363}"/>
                </a:ext>
              </a:extLst>
            </p:cNvPr>
            <p:cNvSpPr txBox="1">
              <a:spLocks noChangeArrowheads="1"/>
            </p:cNvSpPr>
            <p:nvPr/>
          </p:nvSpPr>
          <p:spPr bwMode="auto">
            <a:xfrm>
              <a:off x="2640" y="2627"/>
              <a:ext cx="29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599" name="Text Box 40">
              <a:extLst>
                <a:ext uri="{FF2B5EF4-FFF2-40B4-BE49-F238E27FC236}">
                  <a16:creationId xmlns:a16="http://schemas.microsoft.com/office/drawing/2014/main" id="{50CCF539-5A28-AC1A-8934-EFFC97251A12}"/>
                </a:ext>
              </a:extLst>
            </p:cNvPr>
            <p:cNvSpPr txBox="1">
              <a:spLocks noChangeArrowheads="1"/>
            </p:cNvSpPr>
            <p:nvPr/>
          </p:nvSpPr>
          <p:spPr bwMode="auto">
            <a:xfrm>
              <a:off x="3126" y="3018"/>
              <a:ext cx="298"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600" name="Text Box 41">
              <a:extLst>
                <a:ext uri="{FF2B5EF4-FFF2-40B4-BE49-F238E27FC236}">
                  <a16:creationId xmlns:a16="http://schemas.microsoft.com/office/drawing/2014/main" id="{DA4C1C8B-8AF0-B208-1026-5B04B6A0606F}"/>
                </a:ext>
              </a:extLst>
            </p:cNvPr>
            <p:cNvSpPr txBox="1">
              <a:spLocks noChangeArrowheads="1"/>
            </p:cNvSpPr>
            <p:nvPr/>
          </p:nvSpPr>
          <p:spPr bwMode="auto">
            <a:xfrm>
              <a:off x="2204" y="3008"/>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601" name="Text Box 42">
              <a:extLst>
                <a:ext uri="{FF2B5EF4-FFF2-40B4-BE49-F238E27FC236}">
                  <a16:creationId xmlns:a16="http://schemas.microsoft.com/office/drawing/2014/main" id="{C078EA95-4754-BDBD-A830-85D9B6A2B14A}"/>
                </a:ext>
              </a:extLst>
            </p:cNvPr>
            <p:cNvSpPr txBox="1">
              <a:spLocks noChangeArrowheads="1"/>
            </p:cNvSpPr>
            <p:nvPr/>
          </p:nvSpPr>
          <p:spPr bwMode="auto">
            <a:xfrm>
              <a:off x="2661" y="3003"/>
              <a:ext cx="298"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endParaRPr lang="ru-RU" altLang="en-US" sz="2000"/>
            </a:p>
          </p:txBody>
        </p:sp>
        <p:sp>
          <p:nvSpPr>
            <p:cNvPr id="24602" name="AutoShape 43">
              <a:extLst>
                <a:ext uri="{FF2B5EF4-FFF2-40B4-BE49-F238E27FC236}">
                  <a16:creationId xmlns:a16="http://schemas.microsoft.com/office/drawing/2014/main" id="{C9DE4DD9-0BCD-4227-24E7-5192382CEAE4}"/>
                </a:ext>
              </a:extLst>
            </p:cNvPr>
            <p:cNvSpPr>
              <a:spLocks noChangeArrowheads="1"/>
            </p:cNvSpPr>
            <p:nvPr/>
          </p:nvSpPr>
          <p:spPr bwMode="auto">
            <a:xfrm>
              <a:off x="2186" y="3027"/>
              <a:ext cx="771" cy="272"/>
            </a:xfrm>
            <a:prstGeom prst="roundRect">
              <a:avLst>
                <a:gd name="adj" fmla="val 16667"/>
              </a:avLst>
            </a:prstGeom>
            <a:noFill/>
            <a:ln w="3492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24603" name="AutoShape 44">
              <a:extLst>
                <a:ext uri="{FF2B5EF4-FFF2-40B4-BE49-F238E27FC236}">
                  <a16:creationId xmlns:a16="http://schemas.microsoft.com/office/drawing/2014/main" id="{E73FD0DC-E754-49B6-E8A4-274D763DCEB4}"/>
                </a:ext>
              </a:extLst>
            </p:cNvPr>
            <p:cNvSpPr>
              <a:spLocks noChangeArrowheads="1"/>
            </p:cNvSpPr>
            <p:nvPr/>
          </p:nvSpPr>
          <p:spPr bwMode="auto">
            <a:xfrm>
              <a:off x="2641" y="3073"/>
              <a:ext cx="771" cy="272"/>
            </a:xfrm>
            <a:prstGeom prst="roundRect">
              <a:avLst>
                <a:gd name="adj" fmla="val 16667"/>
              </a:avLst>
            </a:prstGeom>
            <a:noFill/>
            <a:ln w="349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24604" name="AutoShape 45">
              <a:extLst>
                <a:ext uri="{FF2B5EF4-FFF2-40B4-BE49-F238E27FC236}">
                  <a16:creationId xmlns:a16="http://schemas.microsoft.com/office/drawing/2014/main" id="{7B9DE784-FB1A-2A58-CE58-6EC1934A25F4}"/>
                </a:ext>
              </a:extLst>
            </p:cNvPr>
            <p:cNvSpPr>
              <a:spLocks noChangeArrowheads="1"/>
            </p:cNvSpPr>
            <p:nvPr/>
          </p:nvSpPr>
          <p:spPr bwMode="auto">
            <a:xfrm>
              <a:off x="2594" y="2627"/>
              <a:ext cx="409" cy="609"/>
            </a:xfrm>
            <a:prstGeom prst="roundRect">
              <a:avLst>
                <a:gd name="adj" fmla="val 16667"/>
              </a:avLst>
            </a:prstGeom>
            <a:noFill/>
            <a:ln w="254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sp>
          <p:nvSpPr>
            <p:cNvPr id="24605" name="Text Box 48">
              <a:extLst>
                <a:ext uri="{FF2B5EF4-FFF2-40B4-BE49-F238E27FC236}">
                  <a16:creationId xmlns:a16="http://schemas.microsoft.com/office/drawing/2014/main" id="{74A39714-A8A7-4382-A1E8-D6536BF0B037}"/>
                </a:ext>
              </a:extLst>
            </p:cNvPr>
            <p:cNvSpPr txBox="1">
              <a:spLocks noChangeArrowheads="1"/>
            </p:cNvSpPr>
            <p:nvPr/>
          </p:nvSpPr>
          <p:spPr bwMode="auto">
            <a:xfrm>
              <a:off x="3619" y="2395"/>
              <a:ext cx="667"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c</a:t>
              </a:r>
              <a:r>
                <a:rPr lang="en-US" altLang="en-US" sz="2000" b="1" baseline="-25000">
                  <a:solidFill>
                    <a:srgbClr val="0000FF"/>
                  </a:solidFill>
                </a:rPr>
                <a:t>out</a:t>
              </a:r>
              <a:endParaRPr lang="ru-RU" altLang="en-US" sz="2000">
                <a:solidFill>
                  <a:srgbClr val="0000FF"/>
                </a:solidFill>
              </a:endParaRPr>
            </a:p>
          </p:txBody>
        </p:sp>
      </p:grpSp>
      <p:sp>
        <p:nvSpPr>
          <p:cNvPr id="48" name="Rectangle 2">
            <a:extLst>
              <a:ext uri="{FF2B5EF4-FFF2-40B4-BE49-F238E27FC236}">
                <a16:creationId xmlns:a16="http://schemas.microsoft.com/office/drawing/2014/main" id="{34C37F92-D1AF-4459-AA5B-E008692F9B09}"/>
              </a:ext>
            </a:extLst>
          </p:cNvPr>
          <p:cNvSpPr txBox="1">
            <a:spLocks noChangeArrowheads="1"/>
          </p:cNvSpPr>
          <p:nvPr/>
        </p:nvSpPr>
        <p:spPr bwMode="auto">
          <a:xfrm>
            <a:off x="2012951" y="1540021"/>
            <a:ext cx="8229600" cy="1139825"/>
          </a:xfrm>
          <a:prstGeom prst="rect">
            <a:avLst/>
          </a:prstGeom>
          <a:noFill/>
          <a:ln w="9525">
            <a:noFill/>
            <a:miter lim="800000"/>
            <a:headEnd/>
            <a:tailEnd/>
          </a:ln>
        </p:spPr>
        <p:txBody>
          <a:bodyPr/>
          <a:lstStyle/>
          <a:p>
            <a:pPr>
              <a:tabLst>
                <a:tab pos="60325" algn="l"/>
              </a:tabLst>
              <a:defRPr/>
            </a:pPr>
            <a:endParaRPr lang="ru-RU" b="1" kern="0" dirty="0">
              <a:latin typeface="+mj-lt"/>
              <a:ea typeface="+mj-ea"/>
              <a:cs typeface="+mj-cs"/>
            </a:endParaRPr>
          </a:p>
        </p:txBody>
      </p:sp>
      <p:sp>
        <p:nvSpPr>
          <p:cNvPr id="2" name="Title 1">
            <a:extLst>
              <a:ext uri="{FF2B5EF4-FFF2-40B4-BE49-F238E27FC236}">
                <a16:creationId xmlns:a16="http://schemas.microsoft.com/office/drawing/2014/main" id="{B9740DBC-97DF-63EC-7D7B-A6A896CC5010}"/>
              </a:ext>
            </a:extLst>
          </p:cNvPr>
          <p:cNvSpPr>
            <a:spLocks noGrp="1"/>
          </p:cNvSpPr>
          <p:nvPr>
            <p:ph type="title"/>
          </p:nvPr>
        </p:nvSpPr>
        <p:spPr/>
        <p:txBody>
          <a:bodyPr>
            <a:normAutofit/>
          </a:bodyPr>
          <a:lstStyle/>
          <a:p>
            <a:r>
              <a:rPr lang="en-US" dirty="0"/>
              <a:t>Full Adder (2)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4">
            <a:extLst>
              <a:ext uri="{FF2B5EF4-FFF2-40B4-BE49-F238E27FC236}">
                <a16:creationId xmlns:a16="http://schemas.microsoft.com/office/drawing/2014/main" id="{8778ED4A-EBA2-1B6A-2800-4ECCC3708372}"/>
              </a:ext>
            </a:extLst>
          </p:cNvPr>
          <p:cNvSpPr>
            <a:spLocks noGrp="1" noChangeArrowheads="1"/>
          </p:cNvSpPr>
          <p:nvPr>
            <p:ph type="title"/>
          </p:nvPr>
        </p:nvSpPr>
        <p:spPr/>
        <p:txBody>
          <a:bodyPr/>
          <a:lstStyle/>
          <a:p>
            <a:r>
              <a:rPr lang="en-US" altLang="en-US"/>
              <a:t>The Circuit of Full Adder</a:t>
            </a:r>
            <a:endParaRPr lang="ru-RU" altLang="en-US"/>
          </a:p>
        </p:txBody>
      </p:sp>
      <p:sp>
        <p:nvSpPr>
          <p:cNvPr id="25603" name="Text Box 60">
            <a:extLst>
              <a:ext uri="{FF2B5EF4-FFF2-40B4-BE49-F238E27FC236}">
                <a16:creationId xmlns:a16="http://schemas.microsoft.com/office/drawing/2014/main" id="{C87A5AA9-1AE0-C4E8-9288-BAFAB4F73868}"/>
              </a:ext>
            </a:extLst>
          </p:cNvPr>
          <p:cNvSpPr txBox="1">
            <a:spLocks noChangeArrowheads="1"/>
          </p:cNvSpPr>
          <p:nvPr/>
        </p:nvSpPr>
        <p:spPr bwMode="auto">
          <a:xfrm>
            <a:off x="1905000" y="4876801"/>
            <a:ext cx="631825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Cout=a</a:t>
            </a:r>
            <a:r>
              <a:rPr lang="en-US" altLang="en-US" sz="2400">
                <a:sym typeface="Symbol" panose="05050102010706020507" pitchFamily="18" charset="2"/>
              </a:rPr>
              <a:t>b +cin(ab)</a:t>
            </a:r>
          </a:p>
          <a:p>
            <a:pPr eaLnBrk="1" hangingPunct="1"/>
            <a:r>
              <a:rPr lang="en-US" altLang="en-US" sz="2400">
                <a:sym typeface="Symbol" panose="05050102010706020507" pitchFamily="18" charset="2"/>
              </a:rPr>
              <a:t>Standard approach – 6 gates </a:t>
            </a:r>
          </a:p>
        </p:txBody>
      </p:sp>
      <p:grpSp>
        <p:nvGrpSpPr>
          <p:cNvPr id="25604" name="Group 50">
            <a:extLst>
              <a:ext uri="{FF2B5EF4-FFF2-40B4-BE49-F238E27FC236}">
                <a16:creationId xmlns:a16="http://schemas.microsoft.com/office/drawing/2014/main" id="{E497B072-6EAD-A180-C726-0CB73ED26780}"/>
              </a:ext>
            </a:extLst>
          </p:cNvPr>
          <p:cNvGrpSpPr>
            <a:grpSpLocks/>
          </p:cNvGrpSpPr>
          <p:nvPr/>
        </p:nvGrpSpPr>
        <p:grpSpPr bwMode="auto">
          <a:xfrm>
            <a:off x="3386138" y="1657350"/>
            <a:ext cx="5275262" cy="3259138"/>
            <a:chOff x="1173" y="1044"/>
            <a:chExt cx="3323" cy="2053"/>
          </a:xfrm>
        </p:grpSpPr>
        <p:grpSp>
          <p:nvGrpSpPr>
            <p:cNvPr id="25605" name="Group 5">
              <a:extLst>
                <a:ext uri="{FF2B5EF4-FFF2-40B4-BE49-F238E27FC236}">
                  <a16:creationId xmlns:a16="http://schemas.microsoft.com/office/drawing/2014/main" id="{23044344-ADE5-4BAE-A8A0-4063C910134C}"/>
                </a:ext>
              </a:extLst>
            </p:cNvPr>
            <p:cNvGrpSpPr>
              <a:grpSpLocks/>
            </p:cNvGrpSpPr>
            <p:nvPr/>
          </p:nvGrpSpPr>
          <p:grpSpPr bwMode="auto">
            <a:xfrm>
              <a:off x="1947" y="1456"/>
              <a:ext cx="372" cy="363"/>
              <a:chOff x="3095" y="1883"/>
              <a:chExt cx="501" cy="363"/>
            </a:xfrm>
          </p:grpSpPr>
          <p:sp>
            <p:nvSpPr>
              <p:cNvPr id="21550" name="AutoShape 7">
                <a:extLst>
                  <a:ext uri="{FF2B5EF4-FFF2-40B4-BE49-F238E27FC236}">
                    <a16:creationId xmlns:a16="http://schemas.microsoft.com/office/drawing/2014/main" id="{2E249837-C311-4D46-8330-78CBB8FD5ED5}"/>
                  </a:ext>
                </a:extLst>
              </p:cNvPr>
              <p:cNvSpPr>
                <a:spLocks noChangeArrowheads="1"/>
              </p:cNvSpPr>
              <p:nvPr/>
            </p:nvSpPr>
            <p:spPr bwMode="auto">
              <a:xfrm flipH="1">
                <a:off x="3095" y="1883"/>
                <a:ext cx="498"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5647" name="AutoShape 6">
                <a:extLst>
                  <a:ext uri="{FF2B5EF4-FFF2-40B4-BE49-F238E27FC236}">
                    <a16:creationId xmlns:a16="http://schemas.microsoft.com/office/drawing/2014/main" id="{AAA797F5-A9BC-A959-CDE4-4F8D3674678F}"/>
                  </a:ext>
                </a:extLst>
              </p:cNvPr>
              <p:cNvSpPr>
                <a:spLocks noChangeArrowheads="1"/>
              </p:cNvSpPr>
              <p:nvPr/>
            </p:nvSpPr>
            <p:spPr bwMode="auto">
              <a:xfrm flipH="1">
                <a:off x="3169" y="1883"/>
                <a:ext cx="427" cy="36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grpSp>
          <p:nvGrpSpPr>
            <p:cNvPr id="25606" name="Group 8">
              <a:extLst>
                <a:ext uri="{FF2B5EF4-FFF2-40B4-BE49-F238E27FC236}">
                  <a16:creationId xmlns:a16="http://schemas.microsoft.com/office/drawing/2014/main" id="{B8B07B49-075F-3860-47BC-F84205E46056}"/>
                </a:ext>
              </a:extLst>
            </p:cNvPr>
            <p:cNvGrpSpPr>
              <a:grpSpLocks/>
            </p:cNvGrpSpPr>
            <p:nvPr/>
          </p:nvGrpSpPr>
          <p:grpSpPr bwMode="auto">
            <a:xfrm>
              <a:off x="3311" y="1202"/>
              <a:ext cx="335" cy="363"/>
              <a:chOff x="3095" y="1883"/>
              <a:chExt cx="501" cy="363"/>
            </a:xfrm>
          </p:grpSpPr>
          <p:sp>
            <p:nvSpPr>
              <p:cNvPr id="21548" name="AutoShape 10">
                <a:extLst>
                  <a:ext uri="{FF2B5EF4-FFF2-40B4-BE49-F238E27FC236}">
                    <a16:creationId xmlns:a16="http://schemas.microsoft.com/office/drawing/2014/main" id="{F72FA210-D391-44D3-9E7B-76BBC60E3C1F}"/>
                  </a:ext>
                </a:extLst>
              </p:cNvPr>
              <p:cNvSpPr>
                <a:spLocks noChangeArrowheads="1"/>
              </p:cNvSpPr>
              <p:nvPr/>
            </p:nvSpPr>
            <p:spPr bwMode="auto">
              <a:xfrm flipH="1">
                <a:off x="3095" y="1883"/>
                <a:ext cx="498"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5645" name="AutoShape 9">
                <a:extLst>
                  <a:ext uri="{FF2B5EF4-FFF2-40B4-BE49-F238E27FC236}">
                    <a16:creationId xmlns:a16="http://schemas.microsoft.com/office/drawing/2014/main" id="{0F246564-7E3E-8C16-9E0A-6CB040A78CB4}"/>
                  </a:ext>
                </a:extLst>
              </p:cNvPr>
              <p:cNvSpPr>
                <a:spLocks noChangeArrowheads="1"/>
              </p:cNvSpPr>
              <p:nvPr/>
            </p:nvSpPr>
            <p:spPr bwMode="auto">
              <a:xfrm flipH="1">
                <a:off x="3169" y="1883"/>
                <a:ext cx="427" cy="363"/>
              </a:xfrm>
              <a:prstGeom prst="moon">
                <a:avLst>
                  <a:gd name="adj" fmla="val 84819"/>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25607" name="Line 11">
              <a:extLst>
                <a:ext uri="{FF2B5EF4-FFF2-40B4-BE49-F238E27FC236}">
                  <a16:creationId xmlns:a16="http://schemas.microsoft.com/office/drawing/2014/main" id="{AA0BE337-B350-73E6-36F2-096AD231D28F}"/>
                </a:ext>
              </a:extLst>
            </p:cNvPr>
            <p:cNvSpPr>
              <a:spLocks noChangeShapeType="1"/>
            </p:cNvSpPr>
            <p:nvPr/>
          </p:nvSpPr>
          <p:spPr bwMode="auto">
            <a:xfrm>
              <a:off x="1512" y="1258"/>
              <a:ext cx="18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8" name="Line 12">
              <a:extLst>
                <a:ext uri="{FF2B5EF4-FFF2-40B4-BE49-F238E27FC236}">
                  <a16:creationId xmlns:a16="http://schemas.microsoft.com/office/drawing/2014/main" id="{53A08231-8590-05FF-E326-A7F125B22C97}"/>
                </a:ext>
              </a:extLst>
            </p:cNvPr>
            <p:cNvSpPr>
              <a:spLocks noChangeShapeType="1"/>
            </p:cNvSpPr>
            <p:nvPr/>
          </p:nvSpPr>
          <p:spPr bwMode="auto">
            <a:xfrm flipV="1">
              <a:off x="1513" y="1556"/>
              <a:ext cx="47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Line 13">
              <a:extLst>
                <a:ext uri="{FF2B5EF4-FFF2-40B4-BE49-F238E27FC236}">
                  <a16:creationId xmlns:a16="http://schemas.microsoft.com/office/drawing/2014/main" id="{67705DD1-1D3E-DDBC-9BCD-532E539395A3}"/>
                </a:ext>
              </a:extLst>
            </p:cNvPr>
            <p:cNvSpPr>
              <a:spLocks noChangeShapeType="1"/>
            </p:cNvSpPr>
            <p:nvPr/>
          </p:nvSpPr>
          <p:spPr bwMode="auto">
            <a:xfrm>
              <a:off x="1530" y="1720"/>
              <a:ext cx="45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0" name="Line 14">
              <a:extLst>
                <a:ext uri="{FF2B5EF4-FFF2-40B4-BE49-F238E27FC236}">
                  <a16:creationId xmlns:a16="http://schemas.microsoft.com/office/drawing/2014/main" id="{AC1F4324-1DDC-A25B-D906-C5246320234B}"/>
                </a:ext>
              </a:extLst>
            </p:cNvPr>
            <p:cNvSpPr>
              <a:spLocks noChangeShapeType="1"/>
            </p:cNvSpPr>
            <p:nvPr/>
          </p:nvSpPr>
          <p:spPr bwMode="auto">
            <a:xfrm>
              <a:off x="3113" y="1475"/>
              <a:ext cx="2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1" name="Line 15">
              <a:extLst>
                <a:ext uri="{FF2B5EF4-FFF2-40B4-BE49-F238E27FC236}">
                  <a16:creationId xmlns:a16="http://schemas.microsoft.com/office/drawing/2014/main" id="{8F60EAA7-B5ED-B1CD-D111-2B589B16F5B6}"/>
                </a:ext>
              </a:extLst>
            </p:cNvPr>
            <p:cNvSpPr>
              <a:spLocks noChangeShapeType="1"/>
            </p:cNvSpPr>
            <p:nvPr/>
          </p:nvSpPr>
          <p:spPr bwMode="auto">
            <a:xfrm flipV="1">
              <a:off x="2319" y="1639"/>
              <a:ext cx="79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2" name="Line 16">
              <a:extLst>
                <a:ext uri="{FF2B5EF4-FFF2-40B4-BE49-F238E27FC236}">
                  <a16:creationId xmlns:a16="http://schemas.microsoft.com/office/drawing/2014/main" id="{49E041D8-9608-AB8D-247D-A259D78DF772}"/>
                </a:ext>
              </a:extLst>
            </p:cNvPr>
            <p:cNvSpPr>
              <a:spLocks noChangeShapeType="1"/>
            </p:cNvSpPr>
            <p:nvPr/>
          </p:nvSpPr>
          <p:spPr bwMode="auto">
            <a:xfrm>
              <a:off x="3113" y="1476"/>
              <a:ext cx="0" cy="1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3" name="Line 17">
              <a:extLst>
                <a:ext uri="{FF2B5EF4-FFF2-40B4-BE49-F238E27FC236}">
                  <a16:creationId xmlns:a16="http://schemas.microsoft.com/office/drawing/2014/main" id="{CC79ADD5-E3CB-3A15-7F0A-DEB53CD8699A}"/>
                </a:ext>
              </a:extLst>
            </p:cNvPr>
            <p:cNvSpPr>
              <a:spLocks noChangeShapeType="1"/>
            </p:cNvSpPr>
            <p:nvPr/>
          </p:nvSpPr>
          <p:spPr bwMode="auto">
            <a:xfrm>
              <a:off x="3637" y="1384"/>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8" name="AutoShape 34">
              <a:extLst>
                <a:ext uri="{FF2B5EF4-FFF2-40B4-BE49-F238E27FC236}">
                  <a16:creationId xmlns:a16="http://schemas.microsoft.com/office/drawing/2014/main" id="{98D049E7-D122-46C5-B177-EBC6C20AEF75}"/>
                </a:ext>
              </a:extLst>
            </p:cNvPr>
            <p:cNvSpPr>
              <a:spLocks noChangeArrowheads="1"/>
            </p:cNvSpPr>
            <p:nvPr/>
          </p:nvSpPr>
          <p:spPr bwMode="auto">
            <a:xfrm flipH="1">
              <a:off x="3333" y="2261"/>
              <a:ext cx="296" cy="363"/>
            </a:xfrm>
            <a:prstGeom prst="moon">
              <a:avLst>
                <a:gd name="adj" fmla="val 84819"/>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5615" name="Line 36">
              <a:extLst>
                <a:ext uri="{FF2B5EF4-FFF2-40B4-BE49-F238E27FC236}">
                  <a16:creationId xmlns:a16="http://schemas.microsoft.com/office/drawing/2014/main" id="{8FBA0BB1-AEE2-9B1C-38FE-63D5E0B531DA}"/>
                </a:ext>
              </a:extLst>
            </p:cNvPr>
            <p:cNvSpPr>
              <a:spLocks noChangeShapeType="1"/>
            </p:cNvSpPr>
            <p:nvPr/>
          </p:nvSpPr>
          <p:spPr bwMode="auto">
            <a:xfrm>
              <a:off x="3130" y="2343"/>
              <a:ext cx="23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6" name="Line 37">
              <a:extLst>
                <a:ext uri="{FF2B5EF4-FFF2-40B4-BE49-F238E27FC236}">
                  <a16:creationId xmlns:a16="http://schemas.microsoft.com/office/drawing/2014/main" id="{2F901342-003D-0360-71EC-AAE78AADD602}"/>
                </a:ext>
              </a:extLst>
            </p:cNvPr>
            <p:cNvSpPr>
              <a:spLocks noChangeShapeType="1"/>
            </p:cNvSpPr>
            <p:nvPr/>
          </p:nvSpPr>
          <p:spPr bwMode="auto">
            <a:xfrm>
              <a:off x="2879" y="2445"/>
              <a:ext cx="4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7" name="Line 38">
              <a:extLst>
                <a:ext uri="{FF2B5EF4-FFF2-40B4-BE49-F238E27FC236}">
                  <a16:creationId xmlns:a16="http://schemas.microsoft.com/office/drawing/2014/main" id="{59ABFEA7-BAC9-EC84-277D-6E3482CBCCCE}"/>
                </a:ext>
              </a:extLst>
            </p:cNvPr>
            <p:cNvSpPr>
              <a:spLocks noChangeShapeType="1"/>
            </p:cNvSpPr>
            <p:nvPr/>
          </p:nvSpPr>
          <p:spPr bwMode="auto">
            <a:xfrm>
              <a:off x="3130" y="2566"/>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Line 39">
              <a:extLst>
                <a:ext uri="{FF2B5EF4-FFF2-40B4-BE49-F238E27FC236}">
                  <a16:creationId xmlns:a16="http://schemas.microsoft.com/office/drawing/2014/main" id="{4720CDCD-769A-3755-A099-E763812A9172}"/>
                </a:ext>
              </a:extLst>
            </p:cNvPr>
            <p:cNvSpPr>
              <a:spLocks noChangeShapeType="1"/>
            </p:cNvSpPr>
            <p:nvPr/>
          </p:nvSpPr>
          <p:spPr bwMode="auto">
            <a:xfrm>
              <a:off x="2887" y="2918"/>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9" name="Line 40">
              <a:extLst>
                <a:ext uri="{FF2B5EF4-FFF2-40B4-BE49-F238E27FC236}">
                  <a16:creationId xmlns:a16="http://schemas.microsoft.com/office/drawing/2014/main" id="{628DF853-7A87-26CD-A962-9D663AD216D8}"/>
                </a:ext>
              </a:extLst>
            </p:cNvPr>
            <p:cNvSpPr>
              <a:spLocks noChangeShapeType="1"/>
            </p:cNvSpPr>
            <p:nvPr/>
          </p:nvSpPr>
          <p:spPr bwMode="auto">
            <a:xfrm flipV="1">
              <a:off x="3130" y="2579"/>
              <a:ext cx="0" cy="32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0" name="Line 41">
              <a:extLst>
                <a:ext uri="{FF2B5EF4-FFF2-40B4-BE49-F238E27FC236}">
                  <a16:creationId xmlns:a16="http://schemas.microsoft.com/office/drawing/2014/main" id="{E3C62508-F0FE-F58A-B963-5EFFF53F4CAE}"/>
                </a:ext>
              </a:extLst>
            </p:cNvPr>
            <p:cNvSpPr>
              <a:spLocks noChangeShapeType="1"/>
            </p:cNvSpPr>
            <p:nvPr/>
          </p:nvSpPr>
          <p:spPr bwMode="auto">
            <a:xfrm flipV="1">
              <a:off x="3130" y="2017"/>
              <a:ext cx="0" cy="32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1" name="Line 42">
              <a:extLst>
                <a:ext uri="{FF2B5EF4-FFF2-40B4-BE49-F238E27FC236}">
                  <a16:creationId xmlns:a16="http://schemas.microsoft.com/office/drawing/2014/main" id="{D99EC580-2D99-8975-103B-A3F692A1D4AE}"/>
                </a:ext>
              </a:extLst>
            </p:cNvPr>
            <p:cNvSpPr>
              <a:spLocks noChangeShapeType="1"/>
            </p:cNvSpPr>
            <p:nvPr/>
          </p:nvSpPr>
          <p:spPr bwMode="auto">
            <a:xfrm>
              <a:off x="2895" y="2018"/>
              <a:ext cx="22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2" name="Line 44">
              <a:extLst>
                <a:ext uri="{FF2B5EF4-FFF2-40B4-BE49-F238E27FC236}">
                  <a16:creationId xmlns:a16="http://schemas.microsoft.com/office/drawing/2014/main" id="{5114DAE6-AE5A-827E-C5FC-22216C0EA2E3}"/>
                </a:ext>
              </a:extLst>
            </p:cNvPr>
            <p:cNvSpPr>
              <a:spLocks noChangeShapeType="1"/>
            </p:cNvSpPr>
            <p:nvPr/>
          </p:nvSpPr>
          <p:spPr bwMode="auto">
            <a:xfrm flipV="1">
              <a:off x="3632" y="2435"/>
              <a:ext cx="24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Line 45">
              <a:extLst>
                <a:ext uri="{FF2B5EF4-FFF2-40B4-BE49-F238E27FC236}">
                  <a16:creationId xmlns:a16="http://schemas.microsoft.com/office/drawing/2014/main" id="{C77E316F-3B42-7F3C-16BB-A5CA40D5086B}"/>
                </a:ext>
              </a:extLst>
            </p:cNvPr>
            <p:cNvSpPr>
              <a:spLocks noChangeShapeType="1"/>
            </p:cNvSpPr>
            <p:nvPr/>
          </p:nvSpPr>
          <p:spPr bwMode="auto">
            <a:xfrm>
              <a:off x="2386" y="1258"/>
              <a:ext cx="0" cy="161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24" name="Line 46">
              <a:extLst>
                <a:ext uri="{FF2B5EF4-FFF2-40B4-BE49-F238E27FC236}">
                  <a16:creationId xmlns:a16="http://schemas.microsoft.com/office/drawing/2014/main" id="{278B2500-B9D8-45D5-68C1-FD5F5C2BB82D}"/>
                </a:ext>
              </a:extLst>
            </p:cNvPr>
            <p:cNvSpPr>
              <a:spLocks noChangeShapeType="1"/>
            </p:cNvSpPr>
            <p:nvPr/>
          </p:nvSpPr>
          <p:spPr bwMode="auto">
            <a:xfrm>
              <a:off x="2395" y="2864"/>
              <a:ext cx="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5" name="Line 47">
              <a:extLst>
                <a:ext uri="{FF2B5EF4-FFF2-40B4-BE49-F238E27FC236}">
                  <a16:creationId xmlns:a16="http://schemas.microsoft.com/office/drawing/2014/main" id="{62E3D74D-4408-7975-419E-7C617D1B3977}"/>
                </a:ext>
              </a:extLst>
            </p:cNvPr>
            <p:cNvSpPr>
              <a:spLocks noChangeShapeType="1"/>
            </p:cNvSpPr>
            <p:nvPr/>
          </p:nvSpPr>
          <p:spPr bwMode="auto">
            <a:xfrm>
              <a:off x="2386" y="2371"/>
              <a:ext cx="147"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26" name="Line 49">
              <a:extLst>
                <a:ext uri="{FF2B5EF4-FFF2-40B4-BE49-F238E27FC236}">
                  <a16:creationId xmlns:a16="http://schemas.microsoft.com/office/drawing/2014/main" id="{E4A148A5-2493-43B0-C6B5-AFAF8FAA58B4}"/>
                </a:ext>
              </a:extLst>
            </p:cNvPr>
            <p:cNvSpPr>
              <a:spLocks noChangeShapeType="1"/>
            </p:cNvSpPr>
            <p:nvPr/>
          </p:nvSpPr>
          <p:spPr bwMode="auto">
            <a:xfrm>
              <a:off x="1856" y="1720"/>
              <a:ext cx="0" cy="127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27" name="Line 50">
              <a:extLst>
                <a:ext uri="{FF2B5EF4-FFF2-40B4-BE49-F238E27FC236}">
                  <a16:creationId xmlns:a16="http://schemas.microsoft.com/office/drawing/2014/main" id="{663BC8CA-907B-5FCD-3CFE-AF5AC154862B}"/>
                </a:ext>
              </a:extLst>
            </p:cNvPr>
            <p:cNvSpPr>
              <a:spLocks noChangeShapeType="1"/>
            </p:cNvSpPr>
            <p:nvPr/>
          </p:nvSpPr>
          <p:spPr bwMode="auto">
            <a:xfrm>
              <a:off x="1856" y="2992"/>
              <a:ext cx="6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Line 51">
              <a:extLst>
                <a:ext uri="{FF2B5EF4-FFF2-40B4-BE49-F238E27FC236}">
                  <a16:creationId xmlns:a16="http://schemas.microsoft.com/office/drawing/2014/main" id="{3168BF52-D781-D8E4-5DEC-23E25AFDD2F2}"/>
                </a:ext>
              </a:extLst>
            </p:cNvPr>
            <p:cNvSpPr>
              <a:spLocks noChangeShapeType="1"/>
            </p:cNvSpPr>
            <p:nvPr/>
          </p:nvSpPr>
          <p:spPr bwMode="auto">
            <a:xfrm>
              <a:off x="1856" y="2095"/>
              <a:ext cx="676"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29" name="Line 52">
              <a:extLst>
                <a:ext uri="{FF2B5EF4-FFF2-40B4-BE49-F238E27FC236}">
                  <a16:creationId xmlns:a16="http://schemas.microsoft.com/office/drawing/2014/main" id="{8FA60A64-0F31-014D-5DAA-954E30F1A6F7}"/>
                </a:ext>
              </a:extLst>
            </p:cNvPr>
            <p:cNvSpPr>
              <a:spLocks noChangeShapeType="1"/>
            </p:cNvSpPr>
            <p:nvPr/>
          </p:nvSpPr>
          <p:spPr bwMode="auto">
            <a:xfrm>
              <a:off x="1680" y="1560"/>
              <a:ext cx="0" cy="973"/>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30" name="Line 53">
              <a:extLst>
                <a:ext uri="{FF2B5EF4-FFF2-40B4-BE49-F238E27FC236}">
                  <a16:creationId xmlns:a16="http://schemas.microsoft.com/office/drawing/2014/main" id="{096D61C7-2A52-49E5-DE01-ACFC0954C14F}"/>
                </a:ext>
              </a:extLst>
            </p:cNvPr>
            <p:cNvSpPr>
              <a:spLocks noChangeShapeType="1"/>
            </p:cNvSpPr>
            <p:nvPr/>
          </p:nvSpPr>
          <p:spPr bwMode="auto">
            <a:xfrm>
              <a:off x="1692" y="2528"/>
              <a:ext cx="8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31" name="Line 54">
              <a:extLst>
                <a:ext uri="{FF2B5EF4-FFF2-40B4-BE49-F238E27FC236}">
                  <a16:creationId xmlns:a16="http://schemas.microsoft.com/office/drawing/2014/main" id="{C08C6A8C-064E-AFE6-9F05-6FAF61FFA9D3}"/>
                </a:ext>
              </a:extLst>
            </p:cNvPr>
            <p:cNvSpPr>
              <a:spLocks noChangeShapeType="1"/>
            </p:cNvSpPr>
            <p:nvPr/>
          </p:nvSpPr>
          <p:spPr bwMode="auto">
            <a:xfrm>
              <a:off x="1691" y="1951"/>
              <a:ext cx="841" cy="0"/>
            </a:xfrm>
            <a:prstGeom prst="line">
              <a:avLst/>
            </a:prstGeom>
            <a:noFill/>
            <a:ln w="2540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5632" name="Text Box 55">
              <a:extLst>
                <a:ext uri="{FF2B5EF4-FFF2-40B4-BE49-F238E27FC236}">
                  <a16:creationId xmlns:a16="http://schemas.microsoft.com/office/drawing/2014/main" id="{2EF8EB97-8CAF-80CC-6262-0DEC489DDABC}"/>
                </a:ext>
              </a:extLst>
            </p:cNvPr>
            <p:cNvSpPr txBox="1">
              <a:spLocks noChangeArrowheads="1"/>
            </p:cNvSpPr>
            <p:nvPr/>
          </p:nvSpPr>
          <p:spPr bwMode="auto">
            <a:xfrm>
              <a:off x="1173" y="1044"/>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c</a:t>
              </a:r>
              <a:r>
                <a:rPr lang="en-US" altLang="en-US" sz="2400" b="1" baseline="-25000"/>
                <a:t>in</a:t>
              </a:r>
              <a:endParaRPr lang="ru-RU" altLang="en-US" sz="2400" b="1"/>
            </a:p>
          </p:txBody>
        </p:sp>
        <p:sp>
          <p:nvSpPr>
            <p:cNvPr id="25633" name="Text Box 56">
              <a:extLst>
                <a:ext uri="{FF2B5EF4-FFF2-40B4-BE49-F238E27FC236}">
                  <a16:creationId xmlns:a16="http://schemas.microsoft.com/office/drawing/2014/main" id="{4210E23E-8C13-8D8B-C33A-07F5352A3C5B}"/>
                </a:ext>
              </a:extLst>
            </p:cNvPr>
            <p:cNvSpPr txBox="1">
              <a:spLocks noChangeArrowheads="1"/>
            </p:cNvSpPr>
            <p:nvPr/>
          </p:nvSpPr>
          <p:spPr bwMode="auto">
            <a:xfrm>
              <a:off x="1192" y="1379"/>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a</a:t>
              </a:r>
              <a:endParaRPr lang="ru-RU" altLang="en-US" sz="2400" b="1"/>
            </a:p>
          </p:txBody>
        </p:sp>
        <p:sp>
          <p:nvSpPr>
            <p:cNvPr id="25634" name="Text Box 57">
              <a:extLst>
                <a:ext uri="{FF2B5EF4-FFF2-40B4-BE49-F238E27FC236}">
                  <a16:creationId xmlns:a16="http://schemas.microsoft.com/office/drawing/2014/main" id="{105B2DEE-E91B-3A94-13B3-94F386EF469F}"/>
                </a:ext>
              </a:extLst>
            </p:cNvPr>
            <p:cNvSpPr txBox="1">
              <a:spLocks noChangeArrowheads="1"/>
            </p:cNvSpPr>
            <p:nvPr/>
          </p:nvSpPr>
          <p:spPr bwMode="auto">
            <a:xfrm>
              <a:off x="1192" y="1574"/>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b</a:t>
              </a:r>
              <a:endParaRPr lang="ru-RU" altLang="en-US" sz="2400" b="1"/>
            </a:p>
          </p:txBody>
        </p:sp>
        <p:sp>
          <p:nvSpPr>
            <p:cNvPr id="25635" name="Text Box 58">
              <a:extLst>
                <a:ext uri="{FF2B5EF4-FFF2-40B4-BE49-F238E27FC236}">
                  <a16:creationId xmlns:a16="http://schemas.microsoft.com/office/drawing/2014/main" id="{7B1A7229-0CFB-A961-8642-48D46A78F4BD}"/>
                </a:ext>
              </a:extLst>
            </p:cNvPr>
            <p:cNvSpPr txBox="1">
              <a:spLocks noChangeArrowheads="1"/>
            </p:cNvSpPr>
            <p:nvPr/>
          </p:nvSpPr>
          <p:spPr bwMode="auto">
            <a:xfrm>
              <a:off x="3834" y="1249"/>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s</a:t>
              </a:r>
              <a:endParaRPr lang="ru-RU" altLang="en-US" sz="2400" b="1"/>
            </a:p>
          </p:txBody>
        </p:sp>
        <p:sp>
          <p:nvSpPr>
            <p:cNvPr id="25636" name="Text Box 59">
              <a:extLst>
                <a:ext uri="{FF2B5EF4-FFF2-40B4-BE49-F238E27FC236}">
                  <a16:creationId xmlns:a16="http://schemas.microsoft.com/office/drawing/2014/main" id="{1CB45AE4-9823-3A26-D712-0466AA8FACA1}"/>
                </a:ext>
              </a:extLst>
            </p:cNvPr>
            <p:cNvSpPr txBox="1">
              <a:spLocks noChangeArrowheads="1"/>
            </p:cNvSpPr>
            <p:nvPr/>
          </p:nvSpPr>
          <p:spPr bwMode="auto">
            <a:xfrm>
              <a:off x="3892" y="2261"/>
              <a:ext cx="6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c</a:t>
              </a:r>
              <a:r>
                <a:rPr lang="en-US" altLang="en-US" sz="2400" b="1" baseline="-25000"/>
                <a:t>out</a:t>
              </a:r>
              <a:endParaRPr lang="ru-RU" altLang="en-US" sz="2400" b="1"/>
            </a:p>
          </p:txBody>
        </p:sp>
        <p:sp>
          <p:nvSpPr>
            <p:cNvPr id="25637" name="Text Box 56">
              <a:extLst>
                <a:ext uri="{FF2B5EF4-FFF2-40B4-BE49-F238E27FC236}">
                  <a16:creationId xmlns:a16="http://schemas.microsoft.com/office/drawing/2014/main" id="{2D8074BD-66AE-94D1-5BFB-D60D3860A1E8}"/>
                </a:ext>
              </a:extLst>
            </p:cNvPr>
            <p:cNvSpPr txBox="1">
              <a:spLocks noChangeArrowheads="1"/>
            </p:cNvSpPr>
            <p:nvPr/>
          </p:nvSpPr>
          <p:spPr bwMode="auto">
            <a:xfrm>
              <a:off x="2495" y="1394"/>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s1</a:t>
              </a:r>
              <a:endParaRPr lang="ru-RU" altLang="en-US" sz="2000"/>
            </a:p>
          </p:txBody>
        </p:sp>
        <p:sp>
          <p:nvSpPr>
            <p:cNvPr id="25638" name="Text Box 57">
              <a:extLst>
                <a:ext uri="{FF2B5EF4-FFF2-40B4-BE49-F238E27FC236}">
                  <a16:creationId xmlns:a16="http://schemas.microsoft.com/office/drawing/2014/main" id="{13E5653A-056E-5D29-D433-EDA4900E8C6A}"/>
                </a:ext>
              </a:extLst>
            </p:cNvPr>
            <p:cNvSpPr txBox="1">
              <a:spLocks noChangeArrowheads="1"/>
            </p:cNvSpPr>
            <p:nvPr/>
          </p:nvSpPr>
          <p:spPr bwMode="auto">
            <a:xfrm>
              <a:off x="2853" y="1792"/>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c1</a:t>
              </a:r>
              <a:endParaRPr lang="ru-RU" altLang="en-US" sz="2000"/>
            </a:p>
          </p:txBody>
        </p:sp>
        <p:sp>
          <p:nvSpPr>
            <p:cNvPr id="25639" name="Text Box 58">
              <a:extLst>
                <a:ext uri="{FF2B5EF4-FFF2-40B4-BE49-F238E27FC236}">
                  <a16:creationId xmlns:a16="http://schemas.microsoft.com/office/drawing/2014/main" id="{95A1206C-0990-6C47-61CA-A7E4BF9DC956}"/>
                </a:ext>
              </a:extLst>
            </p:cNvPr>
            <p:cNvSpPr txBox="1">
              <a:spLocks noChangeArrowheads="1"/>
            </p:cNvSpPr>
            <p:nvPr/>
          </p:nvSpPr>
          <p:spPr bwMode="auto">
            <a:xfrm>
              <a:off x="2856" y="221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c2</a:t>
              </a:r>
              <a:endParaRPr lang="ru-RU" altLang="en-US" sz="2000"/>
            </a:p>
          </p:txBody>
        </p:sp>
        <p:sp>
          <p:nvSpPr>
            <p:cNvPr id="25640" name="Text Box 59">
              <a:extLst>
                <a:ext uri="{FF2B5EF4-FFF2-40B4-BE49-F238E27FC236}">
                  <a16:creationId xmlns:a16="http://schemas.microsoft.com/office/drawing/2014/main" id="{E9E2BABA-4D24-DF1D-CF2D-53A4AD6E3082}"/>
                </a:ext>
              </a:extLst>
            </p:cNvPr>
            <p:cNvSpPr txBox="1">
              <a:spLocks noChangeArrowheads="1"/>
            </p:cNvSpPr>
            <p:nvPr/>
          </p:nvSpPr>
          <p:spPr bwMode="auto">
            <a:xfrm>
              <a:off x="2872" y="2696"/>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c3</a:t>
              </a:r>
              <a:endParaRPr lang="ru-RU" altLang="en-US" sz="2000"/>
            </a:p>
          </p:txBody>
        </p:sp>
        <p:sp>
          <p:nvSpPr>
            <p:cNvPr id="60" name="Flowchart: Delay 59">
              <a:extLst>
                <a:ext uri="{FF2B5EF4-FFF2-40B4-BE49-F238E27FC236}">
                  <a16:creationId xmlns:a16="http://schemas.microsoft.com/office/drawing/2014/main" id="{43E748D1-443F-4FBE-85FB-79F70F060802}"/>
                </a:ext>
              </a:extLst>
            </p:cNvPr>
            <p:cNvSpPr/>
            <p:nvPr/>
          </p:nvSpPr>
          <p:spPr>
            <a:xfrm>
              <a:off x="2541" y="1849"/>
              <a:ext cx="336" cy="336"/>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61" name="Flowchart: Delay 60">
              <a:extLst>
                <a:ext uri="{FF2B5EF4-FFF2-40B4-BE49-F238E27FC236}">
                  <a16:creationId xmlns:a16="http://schemas.microsoft.com/office/drawing/2014/main" id="{9F1F0812-6651-424E-A41B-C3EC8A8C9DB1}"/>
                </a:ext>
              </a:extLst>
            </p:cNvPr>
            <p:cNvSpPr/>
            <p:nvPr/>
          </p:nvSpPr>
          <p:spPr>
            <a:xfrm>
              <a:off x="2549" y="2281"/>
              <a:ext cx="336" cy="336"/>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62" name="Flowchart: Delay 61">
              <a:extLst>
                <a:ext uri="{FF2B5EF4-FFF2-40B4-BE49-F238E27FC236}">
                  <a16:creationId xmlns:a16="http://schemas.microsoft.com/office/drawing/2014/main" id="{070E9E59-6694-4976-B5AC-FE9212EFC8B0}"/>
                </a:ext>
              </a:extLst>
            </p:cNvPr>
            <p:cNvSpPr/>
            <p:nvPr/>
          </p:nvSpPr>
          <p:spPr>
            <a:xfrm>
              <a:off x="2541" y="2761"/>
              <a:ext cx="336" cy="336"/>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4E1B8862-0D0C-0BB8-F221-277CF5FB61A6}"/>
              </a:ext>
            </a:extLst>
          </p:cNvPr>
          <p:cNvSpPr>
            <a:spLocks noGrp="1" noChangeArrowheads="1"/>
          </p:cNvSpPr>
          <p:nvPr>
            <p:ph type="title"/>
          </p:nvPr>
        </p:nvSpPr>
        <p:spPr/>
        <p:txBody>
          <a:bodyPr/>
          <a:lstStyle/>
          <a:p>
            <a:r>
              <a:rPr lang="en-US" altLang="en-US"/>
              <a:t>The Circuit of Full Adder (2)</a:t>
            </a:r>
            <a:endParaRPr lang="ru-RU" altLang="en-US"/>
          </a:p>
        </p:txBody>
      </p:sp>
      <p:sp>
        <p:nvSpPr>
          <p:cNvPr id="26627" name="Text Box 3">
            <a:extLst>
              <a:ext uri="{FF2B5EF4-FFF2-40B4-BE49-F238E27FC236}">
                <a16:creationId xmlns:a16="http://schemas.microsoft.com/office/drawing/2014/main" id="{AD1987BA-5986-7374-9FC6-8E937BC93BC9}"/>
              </a:ext>
            </a:extLst>
          </p:cNvPr>
          <p:cNvSpPr txBox="1">
            <a:spLocks noChangeArrowheads="1"/>
          </p:cNvSpPr>
          <p:nvPr/>
        </p:nvSpPr>
        <p:spPr bwMode="auto">
          <a:xfrm>
            <a:off x="2057401" y="4724401"/>
            <a:ext cx="6911975" cy="907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ts val="600"/>
              </a:spcBef>
            </a:pPr>
            <a:r>
              <a:rPr lang="en-US" altLang="en-US" sz="2400"/>
              <a:t>Cout=a</a:t>
            </a:r>
            <a:r>
              <a:rPr lang="en-US" altLang="en-US" sz="2400">
                <a:sym typeface="Symbol" panose="05050102010706020507" pitchFamily="18" charset="2"/>
              </a:rPr>
              <a:t>b + cin(ab)= ab  cin(ab)</a:t>
            </a:r>
          </a:p>
          <a:p>
            <a:pPr>
              <a:spcBef>
                <a:spcPts val="600"/>
              </a:spcBef>
            </a:pPr>
            <a:r>
              <a:rPr lang="en-US" altLang="en-US" sz="2400">
                <a:sym typeface="Symbol" panose="05050102010706020507" pitchFamily="18" charset="2"/>
              </a:rPr>
              <a:t>5 gates</a:t>
            </a:r>
          </a:p>
        </p:txBody>
      </p:sp>
      <p:grpSp>
        <p:nvGrpSpPr>
          <p:cNvPr id="26628" name="Group 46">
            <a:extLst>
              <a:ext uri="{FF2B5EF4-FFF2-40B4-BE49-F238E27FC236}">
                <a16:creationId xmlns:a16="http://schemas.microsoft.com/office/drawing/2014/main" id="{ED10E6D8-5FAE-7C97-4380-76FD8F670553}"/>
              </a:ext>
            </a:extLst>
          </p:cNvPr>
          <p:cNvGrpSpPr>
            <a:grpSpLocks/>
          </p:cNvGrpSpPr>
          <p:nvPr/>
        </p:nvGrpSpPr>
        <p:grpSpPr bwMode="auto">
          <a:xfrm>
            <a:off x="3517900" y="1668463"/>
            <a:ext cx="5549900" cy="2895600"/>
            <a:chOff x="1256" y="1051"/>
            <a:chExt cx="3496" cy="1824"/>
          </a:xfrm>
        </p:grpSpPr>
        <p:grpSp>
          <p:nvGrpSpPr>
            <p:cNvPr id="26629" name="Group 8">
              <a:extLst>
                <a:ext uri="{FF2B5EF4-FFF2-40B4-BE49-F238E27FC236}">
                  <a16:creationId xmlns:a16="http://schemas.microsoft.com/office/drawing/2014/main" id="{A25BCC1D-5CB6-CEE1-56D1-F25BB5DC64DA}"/>
                </a:ext>
              </a:extLst>
            </p:cNvPr>
            <p:cNvGrpSpPr>
              <a:grpSpLocks/>
            </p:cNvGrpSpPr>
            <p:nvPr/>
          </p:nvGrpSpPr>
          <p:grpSpPr bwMode="auto">
            <a:xfrm>
              <a:off x="3538" y="1218"/>
              <a:ext cx="335" cy="385"/>
              <a:chOff x="3095" y="1883"/>
              <a:chExt cx="501" cy="363"/>
            </a:xfrm>
          </p:grpSpPr>
          <p:sp>
            <p:nvSpPr>
              <p:cNvPr id="22570" name="AutoShape 10">
                <a:extLst>
                  <a:ext uri="{FF2B5EF4-FFF2-40B4-BE49-F238E27FC236}">
                    <a16:creationId xmlns:a16="http://schemas.microsoft.com/office/drawing/2014/main" id="{F662B70A-CCEF-4BC4-A394-93BD1B469D89}"/>
                  </a:ext>
                </a:extLst>
              </p:cNvPr>
              <p:cNvSpPr>
                <a:spLocks noChangeArrowheads="1"/>
              </p:cNvSpPr>
              <p:nvPr/>
            </p:nvSpPr>
            <p:spPr bwMode="auto">
              <a:xfrm flipH="1">
                <a:off x="3095" y="1883"/>
                <a:ext cx="498" cy="363"/>
              </a:xfrm>
              <a:prstGeom prst="moon">
                <a:avLst>
                  <a:gd name="adj" fmla="val 84819"/>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6667" name="AutoShape 9">
                <a:extLst>
                  <a:ext uri="{FF2B5EF4-FFF2-40B4-BE49-F238E27FC236}">
                    <a16:creationId xmlns:a16="http://schemas.microsoft.com/office/drawing/2014/main" id="{B2C05686-86B8-6771-E747-D0F015325AE1}"/>
                  </a:ext>
                </a:extLst>
              </p:cNvPr>
              <p:cNvSpPr>
                <a:spLocks noChangeArrowheads="1"/>
              </p:cNvSpPr>
              <p:nvPr/>
            </p:nvSpPr>
            <p:spPr bwMode="auto">
              <a:xfrm flipH="1">
                <a:off x="3169" y="1883"/>
                <a:ext cx="427" cy="36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26630" name="Line 11">
              <a:extLst>
                <a:ext uri="{FF2B5EF4-FFF2-40B4-BE49-F238E27FC236}">
                  <a16:creationId xmlns:a16="http://schemas.microsoft.com/office/drawing/2014/main" id="{1EC62450-E362-AF0B-43AE-5FA432CC104E}"/>
                </a:ext>
              </a:extLst>
            </p:cNvPr>
            <p:cNvSpPr>
              <a:spLocks noChangeShapeType="1"/>
            </p:cNvSpPr>
            <p:nvPr/>
          </p:nvSpPr>
          <p:spPr bwMode="auto">
            <a:xfrm>
              <a:off x="1587" y="1312"/>
              <a:ext cx="199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1" name="Line 12">
              <a:extLst>
                <a:ext uri="{FF2B5EF4-FFF2-40B4-BE49-F238E27FC236}">
                  <a16:creationId xmlns:a16="http://schemas.microsoft.com/office/drawing/2014/main" id="{7A529824-209E-DA8B-C095-9E1F2E397806}"/>
                </a:ext>
              </a:extLst>
            </p:cNvPr>
            <p:cNvSpPr>
              <a:spLocks noChangeShapeType="1"/>
            </p:cNvSpPr>
            <p:nvPr/>
          </p:nvSpPr>
          <p:spPr bwMode="auto">
            <a:xfrm flipV="1">
              <a:off x="1596" y="1594"/>
              <a:ext cx="50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2" name="Line 13">
              <a:extLst>
                <a:ext uri="{FF2B5EF4-FFF2-40B4-BE49-F238E27FC236}">
                  <a16:creationId xmlns:a16="http://schemas.microsoft.com/office/drawing/2014/main" id="{96A9084C-1A81-23F3-4638-B8F1D0300308}"/>
                </a:ext>
              </a:extLst>
            </p:cNvPr>
            <p:cNvSpPr>
              <a:spLocks noChangeShapeType="1"/>
            </p:cNvSpPr>
            <p:nvPr/>
          </p:nvSpPr>
          <p:spPr bwMode="auto">
            <a:xfrm>
              <a:off x="1597" y="1768"/>
              <a:ext cx="501"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3" name="Line 14">
              <a:extLst>
                <a:ext uri="{FF2B5EF4-FFF2-40B4-BE49-F238E27FC236}">
                  <a16:creationId xmlns:a16="http://schemas.microsoft.com/office/drawing/2014/main" id="{F66E2BBB-5EF0-8B8A-4509-87F66DE9B215}"/>
                </a:ext>
              </a:extLst>
            </p:cNvPr>
            <p:cNvSpPr>
              <a:spLocks noChangeShapeType="1"/>
            </p:cNvSpPr>
            <p:nvPr/>
          </p:nvSpPr>
          <p:spPr bwMode="auto">
            <a:xfrm>
              <a:off x="3340" y="1508"/>
              <a:ext cx="2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4" name="Line 15">
              <a:extLst>
                <a:ext uri="{FF2B5EF4-FFF2-40B4-BE49-F238E27FC236}">
                  <a16:creationId xmlns:a16="http://schemas.microsoft.com/office/drawing/2014/main" id="{B17AF3FB-6FE1-7E7A-AE67-DB4E61E802EC}"/>
                </a:ext>
              </a:extLst>
            </p:cNvPr>
            <p:cNvSpPr>
              <a:spLocks noChangeShapeType="1"/>
            </p:cNvSpPr>
            <p:nvPr/>
          </p:nvSpPr>
          <p:spPr bwMode="auto">
            <a:xfrm flipV="1">
              <a:off x="2402" y="1682"/>
              <a:ext cx="93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5" name="Line 16">
              <a:extLst>
                <a:ext uri="{FF2B5EF4-FFF2-40B4-BE49-F238E27FC236}">
                  <a16:creationId xmlns:a16="http://schemas.microsoft.com/office/drawing/2014/main" id="{551CEA90-54C7-DEAF-D432-2B7BAECDA4DE}"/>
                </a:ext>
              </a:extLst>
            </p:cNvPr>
            <p:cNvSpPr>
              <a:spLocks noChangeShapeType="1"/>
            </p:cNvSpPr>
            <p:nvPr/>
          </p:nvSpPr>
          <p:spPr bwMode="auto">
            <a:xfrm>
              <a:off x="3340" y="1517"/>
              <a:ext cx="0" cy="16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6" name="Line 17">
              <a:extLst>
                <a:ext uri="{FF2B5EF4-FFF2-40B4-BE49-F238E27FC236}">
                  <a16:creationId xmlns:a16="http://schemas.microsoft.com/office/drawing/2014/main" id="{8FA7BCCC-1E51-8608-FFC8-C47DF765CBB6}"/>
                </a:ext>
              </a:extLst>
            </p:cNvPr>
            <p:cNvSpPr>
              <a:spLocks noChangeShapeType="1"/>
            </p:cNvSpPr>
            <p:nvPr/>
          </p:nvSpPr>
          <p:spPr bwMode="auto">
            <a:xfrm>
              <a:off x="3864" y="1420"/>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7" name="Line 36">
              <a:extLst>
                <a:ext uri="{FF2B5EF4-FFF2-40B4-BE49-F238E27FC236}">
                  <a16:creationId xmlns:a16="http://schemas.microsoft.com/office/drawing/2014/main" id="{06AE44A6-6D28-504D-D739-2C1B51990A89}"/>
                </a:ext>
              </a:extLst>
            </p:cNvPr>
            <p:cNvSpPr>
              <a:spLocks noChangeShapeType="1"/>
            </p:cNvSpPr>
            <p:nvPr/>
          </p:nvSpPr>
          <p:spPr bwMode="auto">
            <a:xfrm>
              <a:off x="3349" y="2513"/>
              <a:ext cx="2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8" name="Line 38">
              <a:extLst>
                <a:ext uri="{FF2B5EF4-FFF2-40B4-BE49-F238E27FC236}">
                  <a16:creationId xmlns:a16="http://schemas.microsoft.com/office/drawing/2014/main" id="{8AE9551F-3DD7-AE42-FA32-D5C4C2A5B4D3}"/>
                </a:ext>
              </a:extLst>
            </p:cNvPr>
            <p:cNvSpPr>
              <a:spLocks noChangeShapeType="1"/>
            </p:cNvSpPr>
            <p:nvPr/>
          </p:nvSpPr>
          <p:spPr bwMode="auto">
            <a:xfrm>
              <a:off x="3149" y="2698"/>
              <a:ext cx="42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39" name="Line 41">
              <a:extLst>
                <a:ext uri="{FF2B5EF4-FFF2-40B4-BE49-F238E27FC236}">
                  <a16:creationId xmlns:a16="http://schemas.microsoft.com/office/drawing/2014/main" id="{2B889F92-70EC-7D37-54BB-D4CBA438DDAA}"/>
                </a:ext>
              </a:extLst>
            </p:cNvPr>
            <p:cNvSpPr>
              <a:spLocks noChangeShapeType="1"/>
            </p:cNvSpPr>
            <p:nvPr/>
          </p:nvSpPr>
          <p:spPr bwMode="auto">
            <a:xfrm flipV="1">
              <a:off x="3349" y="2193"/>
              <a:ext cx="0" cy="31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0" name="Line 42">
              <a:extLst>
                <a:ext uri="{FF2B5EF4-FFF2-40B4-BE49-F238E27FC236}">
                  <a16:creationId xmlns:a16="http://schemas.microsoft.com/office/drawing/2014/main" id="{A2C3EE2A-3C27-797F-38A6-52E7DC40638D}"/>
                </a:ext>
              </a:extLst>
            </p:cNvPr>
            <p:cNvSpPr>
              <a:spLocks noChangeShapeType="1"/>
            </p:cNvSpPr>
            <p:nvPr/>
          </p:nvSpPr>
          <p:spPr bwMode="auto">
            <a:xfrm>
              <a:off x="3146" y="2194"/>
              <a:ext cx="19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1" name="Line 44">
              <a:extLst>
                <a:ext uri="{FF2B5EF4-FFF2-40B4-BE49-F238E27FC236}">
                  <a16:creationId xmlns:a16="http://schemas.microsoft.com/office/drawing/2014/main" id="{F310F1D3-C546-A670-FD2C-E69B9BD76218}"/>
                </a:ext>
              </a:extLst>
            </p:cNvPr>
            <p:cNvSpPr>
              <a:spLocks noChangeShapeType="1"/>
            </p:cNvSpPr>
            <p:nvPr/>
          </p:nvSpPr>
          <p:spPr bwMode="auto">
            <a:xfrm flipV="1">
              <a:off x="3883" y="2619"/>
              <a:ext cx="24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2" name="Line 45">
              <a:extLst>
                <a:ext uri="{FF2B5EF4-FFF2-40B4-BE49-F238E27FC236}">
                  <a16:creationId xmlns:a16="http://schemas.microsoft.com/office/drawing/2014/main" id="{D32B8883-2C75-A35F-3C7C-AB02E2DB98E9}"/>
                </a:ext>
              </a:extLst>
            </p:cNvPr>
            <p:cNvSpPr>
              <a:spLocks noChangeShapeType="1"/>
            </p:cNvSpPr>
            <p:nvPr/>
          </p:nvSpPr>
          <p:spPr bwMode="auto">
            <a:xfrm>
              <a:off x="2509" y="1312"/>
              <a:ext cx="0" cy="1476"/>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43" name="Line 46">
              <a:extLst>
                <a:ext uri="{FF2B5EF4-FFF2-40B4-BE49-F238E27FC236}">
                  <a16:creationId xmlns:a16="http://schemas.microsoft.com/office/drawing/2014/main" id="{2BA27DA4-F70D-5465-96BF-A899C185409A}"/>
                </a:ext>
              </a:extLst>
            </p:cNvPr>
            <p:cNvSpPr>
              <a:spLocks noChangeShapeType="1"/>
            </p:cNvSpPr>
            <p:nvPr/>
          </p:nvSpPr>
          <p:spPr bwMode="auto">
            <a:xfrm>
              <a:off x="2509" y="2785"/>
              <a:ext cx="25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4" name="Line 49">
              <a:extLst>
                <a:ext uri="{FF2B5EF4-FFF2-40B4-BE49-F238E27FC236}">
                  <a16:creationId xmlns:a16="http://schemas.microsoft.com/office/drawing/2014/main" id="{7FC7A3D2-165A-CA79-F584-45C1C915B5EF}"/>
                </a:ext>
              </a:extLst>
            </p:cNvPr>
            <p:cNvSpPr>
              <a:spLocks noChangeShapeType="1"/>
            </p:cNvSpPr>
            <p:nvPr/>
          </p:nvSpPr>
          <p:spPr bwMode="auto">
            <a:xfrm>
              <a:off x="1947" y="1768"/>
              <a:ext cx="0" cy="494"/>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45" name="Line 51">
              <a:extLst>
                <a:ext uri="{FF2B5EF4-FFF2-40B4-BE49-F238E27FC236}">
                  <a16:creationId xmlns:a16="http://schemas.microsoft.com/office/drawing/2014/main" id="{03D8B7F2-F39B-2711-7707-C44E3E743B4F}"/>
                </a:ext>
              </a:extLst>
            </p:cNvPr>
            <p:cNvSpPr>
              <a:spLocks noChangeShapeType="1"/>
            </p:cNvSpPr>
            <p:nvPr/>
          </p:nvSpPr>
          <p:spPr bwMode="auto">
            <a:xfrm>
              <a:off x="1947" y="2258"/>
              <a:ext cx="83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6" name="Line 52">
              <a:extLst>
                <a:ext uri="{FF2B5EF4-FFF2-40B4-BE49-F238E27FC236}">
                  <a16:creationId xmlns:a16="http://schemas.microsoft.com/office/drawing/2014/main" id="{081AFFC3-4FE3-99E6-76BA-EB231A5BB9DE}"/>
                </a:ext>
              </a:extLst>
            </p:cNvPr>
            <p:cNvSpPr>
              <a:spLocks noChangeShapeType="1"/>
            </p:cNvSpPr>
            <p:nvPr/>
          </p:nvSpPr>
          <p:spPr bwMode="auto">
            <a:xfrm>
              <a:off x="1775" y="1595"/>
              <a:ext cx="0" cy="513"/>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47" name="Line 54">
              <a:extLst>
                <a:ext uri="{FF2B5EF4-FFF2-40B4-BE49-F238E27FC236}">
                  <a16:creationId xmlns:a16="http://schemas.microsoft.com/office/drawing/2014/main" id="{E632D015-1EF9-B165-0840-5E2EB9FAFC21}"/>
                </a:ext>
              </a:extLst>
            </p:cNvPr>
            <p:cNvSpPr>
              <a:spLocks noChangeShapeType="1"/>
            </p:cNvSpPr>
            <p:nvPr/>
          </p:nvSpPr>
          <p:spPr bwMode="auto">
            <a:xfrm>
              <a:off x="1774" y="2114"/>
              <a:ext cx="10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6648" name="Text Box 55">
              <a:extLst>
                <a:ext uri="{FF2B5EF4-FFF2-40B4-BE49-F238E27FC236}">
                  <a16:creationId xmlns:a16="http://schemas.microsoft.com/office/drawing/2014/main" id="{98EEB56A-CF20-D81D-79FB-1E2DC4C12CD5}"/>
                </a:ext>
              </a:extLst>
            </p:cNvPr>
            <p:cNvSpPr txBox="1">
              <a:spLocks noChangeArrowheads="1"/>
            </p:cNvSpPr>
            <p:nvPr/>
          </p:nvSpPr>
          <p:spPr bwMode="auto">
            <a:xfrm>
              <a:off x="1256" y="1051"/>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c</a:t>
              </a:r>
              <a:r>
                <a:rPr lang="en-US" altLang="en-US" sz="2400" b="1" baseline="-25000"/>
                <a:t>in</a:t>
              </a:r>
              <a:endParaRPr lang="ru-RU" altLang="en-US" sz="2400" b="1"/>
            </a:p>
          </p:txBody>
        </p:sp>
        <p:sp>
          <p:nvSpPr>
            <p:cNvPr id="26649" name="Text Box 56">
              <a:extLst>
                <a:ext uri="{FF2B5EF4-FFF2-40B4-BE49-F238E27FC236}">
                  <a16:creationId xmlns:a16="http://schemas.microsoft.com/office/drawing/2014/main" id="{D20502D3-0BCC-B8B5-09FE-A84F2E361E5F}"/>
                </a:ext>
              </a:extLst>
            </p:cNvPr>
            <p:cNvSpPr txBox="1">
              <a:spLocks noChangeArrowheads="1"/>
            </p:cNvSpPr>
            <p:nvPr/>
          </p:nvSpPr>
          <p:spPr bwMode="auto">
            <a:xfrm>
              <a:off x="1275" y="1406"/>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a</a:t>
              </a:r>
              <a:endParaRPr lang="ru-RU" altLang="en-US" sz="2400" b="1"/>
            </a:p>
          </p:txBody>
        </p:sp>
        <p:sp>
          <p:nvSpPr>
            <p:cNvPr id="26650" name="Text Box 57">
              <a:extLst>
                <a:ext uri="{FF2B5EF4-FFF2-40B4-BE49-F238E27FC236}">
                  <a16:creationId xmlns:a16="http://schemas.microsoft.com/office/drawing/2014/main" id="{835E5516-D38A-AB21-74F5-8241A1C803FD}"/>
                </a:ext>
              </a:extLst>
            </p:cNvPr>
            <p:cNvSpPr txBox="1">
              <a:spLocks noChangeArrowheads="1"/>
            </p:cNvSpPr>
            <p:nvPr/>
          </p:nvSpPr>
          <p:spPr bwMode="auto">
            <a:xfrm>
              <a:off x="1275" y="1613"/>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b</a:t>
              </a:r>
              <a:endParaRPr lang="ru-RU" altLang="en-US" sz="2400" b="1"/>
            </a:p>
          </p:txBody>
        </p:sp>
        <p:sp>
          <p:nvSpPr>
            <p:cNvPr id="26651" name="Text Box 58">
              <a:extLst>
                <a:ext uri="{FF2B5EF4-FFF2-40B4-BE49-F238E27FC236}">
                  <a16:creationId xmlns:a16="http://schemas.microsoft.com/office/drawing/2014/main" id="{CA0928F4-A6FE-74DE-F5FA-5BCDD56203E0}"/>
                </a:ext>
              </a:extLst>
            </p:cNvPr>
            <p:cNvSpPr txBox="1">
              <a:spLocks noChangeArrowheads="1"/>
            </p:cNvSpPr>
            <p:nvPr/>
          </p:nvSpPr>
          <p:spPr bwMode="auto">
            <a:xfrm>
              <a:off x="4069" y="1268"/>
              <a:ext cx="6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sum</a:t>
              </a:r>
              <a:endParaRPr lang="ru-RU" altLang="en-US" sz="2400" b="1"/>
            </a:p>
          </p:txBody>
        </p:sp>
        <p:sp>
          <p:nvSpPr>
            <p:cNvPr id="26652" name="Text Box 59">
              <a:extLst>
                <a:ext uri="{FF2B5EF4-FFF2-40B4-BE49-F238E27FC236}">
                  <a16:creationId xmlns:a16="http://schemas.microsoft.com/office/drawing/2014/main" id="{C680EB69-0C4B-ECEA-9DBA-0DD694E95414}"/>
                </a:ext>
              </a:extLst>
            </p:cNvPr>
            <p:cNvSpPr txBox="1">
              <a:spLocks noChangeArrowheads="1"/>
            </p:cNvSpPr>
            <p:nvPr/>
          </p:nvSpPr>
          <p:spPr bwMode="auto">
            <a:xfrm>
              <a:off x="4127" y="2519"/>
              <a:ext cx="60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c</a:t>
              </a:r>
              <a:r>
                <a:rPr lang="en-US" altLang="en-US" sz="2400" b="1" baseline="-25000"/>
                <a:t>out</a:t>
              </a:r>
              <a:endParaRPr lang="ru-RU" altLang="en-US" sz="2400" b="1"/>
            </a:p>
          </p:txBody>
        </p:sp>
        <p:sp>
          <p:nvSpPr>
            <p:cNvPr id="26653" name="Text Box 41">
              <a:extLst>
                <a:ext uri="{FF2B5EF4-FFF2-40B4-BE49-F238E27FC236}">
                  <a16:creationId xmlns:a16="http://schemas.microsoft.com/office/drawing/2014/main" id="{DB189F21-A942-0995-A095-C5EADCFF1A81}"/>
                </a:ext>
              </a:extLst>
            </p:cNvPr>
            <p:cNvSpPr txBox="1">
              <a:spLocks noChangeArrowheads="1"/>
            </p:cNvSpPr>
            <p:nvPr/>
          </p:nvSpPr>
          <p:spPr bwMode="auto">
            <a:xfrm>
              <a:off x="2578" y="1422"/>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s1</a:t>
              </a:r>
              <a:endParaRPr lang="ru-RU" altLang="en-US" sz="2000"/>
            </a:p>
          </p:txBody>
        </p:sp>
        <p:sp>
          <p:nvSpPr>
            <p:cNvPr id="26654" name="Text Box 42">
              <a:extLst>
                <a:ext uri="{FF2B5EF4-FFF2-40B4-BE49-F238E27FC236}">
                  <a16:creationId xmlns:a16="http://schemas.microsoft.com/office/drawing/2014/main" id="{27AAC719-A2CC-A5F4-D31C-5F839B97C35C}"/>
                </a:ext>
              </a:extLst>
            </p:cNvPr>
            <p:cNvSpPr txBox="1">
              <a:spLocks noChangeArrowheads="1"/>
            </p:cNvSpPr>
            <p:nvPr/>
          </p:nvSpPr>
          <p:spPr bwMode="auto">
            <a:xfrm>
              <a:off x="3093" y="1854"/>
              <a:ext cx="363"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c1</a:t>
              </a:r>
              <a:endParaRPr lang="ru-RU" altLang="en-US" sz="2000"/>
            </a:p>
          </p:txBody>
        </p:sp>
        <p:sp>
          <p:nvSpPr>
            <p:cNvPr id="26655" name="Text Box 43">
              <a:extLst>
                <a:ext uri="{FF2B5EF4-FFF2-40B4-BE49-F238E27FC236}">
                  <a16:creationId xmlns:a16="http://schemas.microsoft.com/office/drawing/2014/main" id="{FE4EFA73-C2B9-F95D-B512-9AD462666718}"/>
                </a:ext>
              </a:extLst>
            </p:cNvPr>
            <p:cNvSpPr txBox="1">
              <a:spLocks noChangeArrowheads="1"/>
            </p:cNvSpPr>
            <p:nvPr/>
          </p:nvSpPr>
          <p:spPr bwMode="auto">
            <a:xfrm>
              <a:off x="3077" y="2432"/>
              <a:ext cx="363"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c2</a:t>
              </a:r>
              <a:endParaRPr lang="ru-RU" altLang="en-US" sz="2000"/>
            </a:p>
          </p:txBody>
        </p:sp>
        <p:grpSp>
          <p:nvGrpSpPr>
            <p:cNvPr id="26656" name="Group 8">
              <a:extLst>
                <a:ext uri="{FF2B5EF4-FFF2-40B4-BE49-F238E27FC236}">
                  <a16:creationId xmlns:a16="http://schemas.microsoft.com/office/drawing/2014/main" id="{571552CC-0A41-7904-AC00-04CB79034E3F}"/>
                </a:ext>
              </a:extLst>
            </p:cNvPr>
            <p:cNvGrpSpPr>
              <a:grpSpLocks/>
            </p:cNvGrpSpPr>
            <p:nvPr/>
          </p:nvGrpSpPr>
          <p:grpSpPr bwMode="auto">
            <a:xfrm>
              <a:off x="3544" y="2432"/>
              <a:ext cx="335" cy="385"/>
              <a:chOff x="3095" y="1883"/>
              <a:chExt cx="501" cy="363"/>
            </a:xfrm>
          </p:grpSpPr>
          <p:sp>
            <p:nvSpPr>
              <p:cNvPr id="22568" name="AutoShape 10">
                <a:extLst>
                  <a:ext uri="{FF2B5EF4-FFF2-40B4-BE49-F238E27FC236}">
                    <a16:creationId xmlns:a16="http://schemas.microsoft.com/office/drawing/2014/main" id="{1600D458-54A8-43EA-8D65-3B93042256D8}"/>
                  </a:ext>
                </a:extLst>
              </p:cNvPr>
              <p:cNvSpPr>
                <a:spLocks noChangeArrowheads="1"/>
              </p:cNvSpPr>
              <p:nvPr/>
            </p:nvSpPr>
            <p:spPr bwMode="auto">
              <a:xfrm flipH="1">
                <a:off x="3095" y="1883"/>
                <a:ext cx="498" cy="363"/>
              </a:xfrm>
              <a:prstGeom prst="moon">
                <a:avLst>
                  <a:gd name="adj" fmla="val 84819"/>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6665" name="AutoShape 9">
                <a:extLst>
                  <a:ext uri="{FF2B5EF4-FFF2-40B4-BE49-F238E27FC236}">
                    <a16:creationId xmlns:a16="http://schemas.microsoft.com/office/drawing/2014/main" id="{B4C31CBD-D1B5-0A77-BF7D-0CE59BCB4999}"/>
                  </a:ext>
                </a:extLst>
              </p:cNvPr>
              <p:cNvSpPr>
                <a:spLocks noChangeArrowheads="1"/>
              </p:cNvSpPr>
              <p:nvPr/>
            </p:nvSpPr>
            <p:spPr bwMode="auto">
              <a:xfrm flipH="1">
                <a:off x="3169" y="1883"/>
                <a:ext cx="427" cy="36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26657" name="Line 47">
              <a:extLst>
                <a:ext uri="{FF2B5EF4-FFF2-40B4-BE49-F238E27FC236}">
                  <a16:creationId xmlns:a16="http://schemas.microsoft.com/office/drawing/2014/main" id="{2B39EC38-79CA-5D04-2C46-F8926B055310}"/>
                </a:ext>
              </a:extLst>
            </p:cNvPr>
            <p:cNvSpPr>
              <a:spLocks noChangeShapeType="1"/>
            </p:cNvSpPr>
            <p:nvPr/>
          </p:nvSpPr>
          <p:spPr bwMode="auto">
            <a:xfrm>
              <a:off x="2645" y="1680"/>
              <a:ext cx="0" cy="940"/>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6658" name="Line 48">
              <a:extLst>
                <a:ext uri="{FF2B5EF4-FFF2-40B4-BE49-F238E27FC236}">
                  <a16:creationId xmlns:a16="http://schemas.microsoft.com/office/drawing/2014/main" id="{7664DB99-8890-66E9-DC90-095F2C26509F}"/>
                </a:ext>
              </a:extLst>
            </p:cNvPr>
            <p:cNvSpPr>
              <a:spLocks noChangeShapeType="1"/>
            </p:cNvSpPr>
            <p:nvPr/>
          </p:nvSpPr>
          <p:spPr bwMode="auto">
            <a:xfrm>
              <a:off x="2645" y="2624"/>
              <a:ext cx="1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26659" name="Group 8">
              <a:extLst>
                <a:ext uri="{FF2B5EF4-FFF2-40B4-BE49-F238E27FC236}">
                  <a16:creationId xmlns:a16="http://schemas.microsoft.com/office/drawing/2014/main" id="{7ECA1832-8FBA-D8C0-BD1E-3B51A88488B5}"/>
                </a:ext>
              </a:extLst>
            </p:cNvPr>
            <p:cNvGrpSpPr>
              <a:grpSpLocks/>
            </p:cNvGrpSpPr>
            <p:nvPr/>
          </p:nvGrpSpPr>
          <p:grpSpPr bwMode="auto">
            <a:xfrm>
              <a:off x="2064" y="1491"/>
              <a:ext cx="335" cy="385"/>
              <a:chOff x="3095" y="1883"/>
              <a:chExt cx="501" cy="363"/>
            </a:xfrm>
          </p:grpSpPr>
          <p:sp>
            <p:nvSpPr>
              <p:cNvPr id="22566" name="AutoShape 10">
                <a:extLst>
                  <a:ext uri="{FF2B5EF4-FFF2-40B4-BE49-F238E27FC236}">
                    <a16:creationId xmlns:a16="http://schemas.microsoft.com/office/drawing/2014/main" id="{F04C730F-230D-4216-9BC4-7266E10A0E66}"/>
                  </a:ext>
                </a:extLst>
              </p:cNvPr>
              <p:cNvSpPr>
                <a:spLocks noChangeArrowheads="1"/>
              </p:cNvSpPr>
              <p:nvPr/>
            </p:nvSpPr>
            <p:spPr bwMode="auto">
              <a:xfrm flipH="1">
                <a:off x="3095" y="1883"/>
                <a:ext cx="498" cy="363"/>
              </a:xfrm>
              <a:prstGeom prst="moon">
                <a:avLst>
                  <a:gd name="adj" fmla="val 84819"/>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26663" name="AutoShape 9">
                <a:extLst>
                  <a:ext uri="{FF2B5EF4-FFF2-40B4-BE49-F238E27FC236}">
                    <a16:creationId xmlns:a16="http://schemas.microsoft.com/office/drawing/2014/main" id="{04089F02-78B8-BC68-EFAD-D5DBF61A923A}"/>
                  </a:ext>
                </a:extLst>
              </p:cNvPr>
              <p:cNvSpPr>
                <a:spLocks noChangeArrowheads="1"/>
              </p:cNvSpPr>
              <p:nvPr/>
            </p:nvSpPr>
            <p:spPr bwMode="auto">
              <a:xfrm flipH="1">
                <a:off x="3169" y="1883"/>
                <a:ext cx="427" cy="363"/>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sp>
          <p:nvSpPr>
            <p:cNvPr id="52" name="Flowchart: Delay 51">
              <a:extLst>
                <a:ext uri="{FF2B5EF4-FFF2-40B4-BE49-F238E27FC236}">
                  <a16:creationId xmlns:a16="http://schemas.microsoft.com/office/drawing/2014/main" id="{FA0B8BD0-8326-43D2-8977-E0AACD1CA02B}"/>
                </a:ext>
              </a:extLst>
            </p:cNvPr>
            <p:cNvSpPr/>
            <p:nvPr/>
          </p:nvSpPr>
          <p:spPr>
            <a:xfrm>
              <a:off x="2784" y="2010"/>
              <a:ext cx="384" cy="305"/>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sp>
          <p:nvSpPr>
            <p:cNvPr id="53" name="Flowchart: Delay 52">
              <a:extLst>
                <a:ext uri="{FF2B5EF4-FFF2-40B4-BE49-F238E27FC236}">
                  <a16:creationId xmlns:a16="http://schemas.microsoft.com/office/drawing/2014/main" id="{8D6C7252-7FA4-48E9-9D04-0761C01CAF73}"/>
                </a:ext>
              </a:extLst>
            </p:cNvPr>
            <p:cNvSpPr/>
            <p:nvPr/>
          </p:nvSpPr>
          <p:spPr>
            <a:xfrm>
              <a:off x="2784" y="2570"/>
              <a:ext cx="384" cy="305"/>
            </a:xfrm>
            <a:prstGeom prst="flowChartDelay">
              <a:avLst/>
            </a:prstGeom>
            <a:solidFill>
              <a:schemeClr val="accent1">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en-US" dirty="0"/>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0367F476-C2E5-5318-DDF2-EE2BD0F5B536}"/>
              </a:ext>
            </a:extLst>
          </p:cNvPr>
          <p:cNvSpPr>
            <a:spLocks noGrp="1" noChangeArrowheads="1"/>
          </p:cNvSpPr>
          <p:nvPr>
            <p:ph type="title"/>
          </p:nvPr>
        </p:nvSpPr>
        <p:spPr/>
        <p:txBody>
          <a:bodyPr/>
          <a:lstStyle/>
          <a:p>
            <a:r>
              <a:rPr lang="en-US" altLang="en-US"/>
              <a:t>Full Adder from Two Half Adders</a:t>
            </a:r>
            <a:endParaRPr lang="ru-RU" altLang="en-US"/>
          </a:p>
        </p:txBody>
      </p:sp>
      <p:grpSp>
        <p:nvGrpSpPr>
          <p:cNvPr id="27651" name="Group 3">
            <a:extLst>
              <a:ext uri="{FF2B5EF4-FFF2-40B4-BE49-F238E27FC236}">
                <a16:creationId xmlns:a16="http://schemas.microsoft.com/office/drawing/2014/main" id="{D78233C5-4D82-179B-B116-B0BA3DBAD516}"/>
              </a:ext>
            </a:extLst>
          </p:cNvPr>
          <p:cNvGrpSpPr>
            <a:grpSpLocks/>
          </p:cNvGrpSpPr>
          <p:nvPr/>
        </p:nvGrpSpPr>
        <p:grpSpPr bwMode="auto">
          <a:xfrm>
            <a:off x="2514600" y="2286000"/>
            <a:ext cx="7158038" cy="1905000"/>
            <a:chOff x="771" y="1525"/>
            <a:chExt cx="4509" cy="1200"/>
          </a:xfrm>
        </p:grpSpPr>
        <p:grpSp>
          <p:nvGrpSpPr>
            <p:cNvPr id="27652" name="Group 3">
              <a:extLst>
                <a:ext uri="{FF2B5EF4-FFF2-40B4-BE49-F238E27FC236}">
                  <a16:creationId xmlns:a16="http://schemas.microsoft.com/office/drawing/2014/main" id="{3CA7A1BD-F42E-7E94-9E2B-64B23FA6F302}"/>
                </a:ext>
              </a:extLst>
            </p:cNvPr>
            <p:cNvGrpSpPr>
              <a:grpSpLocks/>
            </p:cNvGrpSpPr>
            <p:nvPr/>
          </p:nvGrpSpPr>
          <p:grpSpPr bwMode="auto">
            <a:xfrm>
              <a:off x="4148" y="2356"/>
              <a:ext cx="481" cy="352"/>
              <a:chOff x="2075" y="1482"/>
              <a:chExt cx="481" cy="352"/>
            </a:xfrm>
          </p:grpSpPr>
          <p:sp>
            <p:nvSpPr>
              <p:cNvPr id="27699" name="Arc 4">
                <a:extLst>
                  <a:ext uri="{FF2B5EF4-FFF2-40B4-BE49-F238E27FC236}">
                    <a16:creationId xmlns:a16="http://schemas.microsoft.com/office/drawing/2014/main" id="{6AC89C67-F8E7-D810-181A-451B1E6FBE84}"/>
                  </a:ext>
                </a:extLst>
              </p:cNvPr>
              <p:cNvSpPr>
                <a:spLocks/>
              </p:cNvSpPr>
              <p:nvPr/>
            </p:nvSpPr>
            <p:spPr bwMode="auto">
              <a:xfrm>
                <a:off x="2075" y="1482"/>
                <a:ext cx="71" cy="169"/>
              </a:xfrm>
              <a:custGeom>
                <a:avLst/>
                <a:gdLst>
                  <a:gd name="T0" fmla="*/ 0 w 21633"/>
                  <a:gd name="T1" fmla="*/ 0 h 21600"/>
                  <a:gd name="T2" fmla="*/ 0 w 21633"/>
                  <a:gd name="T3" fmla="*/ 0 h 21600"/>
                  <a:gd name="T4" fmla="*/ 0 w 21633"/>
                  <a:gd name="T5" fmla="*/ 0 h 21600"/>
                  <a:gd name="T6" fmla="*/ 0 60000 65536"/>
                  <a:gd name="T7" fmla="*/ 0 60000 65536"/>
                  <a:gd name="T8" fmla="*/ 0 60000 65536"/>
                  <a:gd name="T9" fmla="*/ 0 w 21633"/>
                  <a:gd name="T10" fmla="*/ 0 h 21600"/>
                  <a:gd name="T11" fmla="*/ 21633 w 21633"/>
                  <a:gd name="T12" fmla="*/ 21600 h 21600"/>
                </a:gdLst>
                <a:ahLst/>
                <a:cxnLst>
                  <a:cxn ang="T6">
                    <a:pos x="T0" y="T1"/>
                  </a:cxn>
                  <a:cxn ang="T7">
                    <a:pos x="T2" y="T3"/>
                  </a:cxn>
                  <a:cxn ang="T8">
                    <a:pos x="T4" y="T5"/>
                  </a:cxn>
                </a:cxnLst>
                <a:rect l="T9" t="T10" r="T11" b="T12"/>
                <a:pathLst>
                  <a:path w="21633" h="21600" fill="none" extrusionOk="0">
                    <a:moveTo>
                      <a:pt x="0" y="0"/>
                    </a:moveTo>
                    <a:cubicBezTo>
                      <a:pt x="11" y="0"/>
                      <a:pt x="22" y="-1"/>
                      <a:pt x="33" y="0"/>
                    </a:cubicBezTo>
                    <a:cubicBezTo>
                      <a:pt x="11957" y="0"/>
                      <a:pt x="21625" y="9662"/>
                      <a:pt x="21632" y="21587"/>
                    </a:cubicBezTo>
                  </a:path>
                  <a:path w="21633" h="21600" stroke="0" extrusionOk="0">
                    <a:moveTo>
                      <a:pt x="0" y="0"/>
                    </a:moveTo>
                    <a:cubicBezTo>
                      <a:pt x="11" y="0"/>
                      <a:pt x="22" y="-1"/>
                      <a:pt x="33" y="0"/>
                    </a:cubicBezTo>
                    <a:cubicBezTo>
                      <a:pt x="11957" y="0"/>
                      <a:pt x="21625" y="9662"/>
                      <a:pt x="21632" y="21587"/>
                    </a:cubicBezTo>
                    <a:lnTo>
                      <a:pt x="33" y="21600"/>
                    </a:lnTo>
                    <a:lnTo>
                      <a:pt x="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00" name="Arc 5">
                <a:extLst>
                  <a:ext uri="{FF2B5EF4-FFF2-40B4-BE49-F238E27FC236}">
                    <a16:creationId xmlns:a16="http://schemas.microsoft.com/office/drawing/2014/main" id="{5B8AF23E-0C35-B054-3331-A3DB2D339270}"/>
                  </a:ext>
                </a:extLst>
              </p:cNvPr>
              <p:cNvSpPr>
                <a:spLocks/>
              </p:cNvSpPr>
              <p:nvPr/>
            </p:nvSpPr>
            <p:spPr bwMode="auto">
              <a:xfrm>
                <a:off x="2075" y="1482"/>
                <a:ext cx="481" cy="184"/>
              </a:xfrm>
              <a:custGeom>
                <a:avLst/>
                <a:gdLst>
                  <a:gd name="T0" fmla="*/ 0 w 21617"/>
                  <a:gd name="T1" fmla="*/ 0 h 21600"/>
                  <a:gd name="T2" fmla="*/ 0 w 21617"/>
                  <a:gd name="T3" fmla="*/ 0 h 21600"/>
                  <a:gd name="T4" fmla="*/ 0 w 21617"/>
                  <a:gd name="T5" fmla="*/ 0 h 21600"/>
                  <a:gd name="T6" fmla="*/ 0 60000 65536"/>
                  <a:gd name="T7" fmla="*/ 0 60000 65536"/>
                  <a:gd name="T8" fmla="*/ 0 60000 65536"/>
                  <a:gd name="T9" fmla="*/ 0 w 21617"/>
                  <a:gd name="T10" fmla="*/ 0 h 21600"/>
                  <a:gd name="T11" fmla="*/ 21617 w 21617"/>
                  <a:gd name="T12" fmla="*/ 21600 h 21600"/>
                </a:gdLst>
                <a:ahLst/>
                <a:cxnLst>
                  <a:cxn ang="T6">
                    <a:pos x="T0" y="T1"/>
                  </a:cxn>
                  <a:cxn ang="T7">
                    <a:pos x="T2" y="T3"/>
                  </a:cxn>
                  <a:cxn ang="T8">
                    <a:pos x="T4" y="T5"/>
                  </a:cxn>
                </a:cxnLst>
                <a:rect l="T9" t="T10" r="T11" b="T12"/>
                <a:pathLst>
                  <a:path w="21617" h="21600" fill="none" extrusionOk="0">
                    <a:moveTo>
                      <a:pt x="0" y="0"/>
                    </a:moveTo>
                    <a:cubicBezTo>
                      <a:pt x="5" y="0"/>
                      <a:pt x="11" y="-1"/>
                      <a:pt x="17" y="0"/>
                    </a:cubicBezTo>
                    <a:cubicBezTo>
                      <a:pt x="11946" y="0"/>
                      <a:pt x="21617" y="9670"/>
                      <a:pt x="21617" y="21600"/>
                    </a:cubicBezTo>
                  </a:path>
                  <a:path w="21617" h="21600" stroke="0" extrusionOk="0">
                    <a:moveTo>
                      <a:pt x="0" y="0"/>
                    </a:moveTo>
                    <a:cubicBezTo>
                      <a:pt x="5" y="0"/>
                      <a:pt x="11" y="-1"/>
                      <a:pt x="17" y="0"/>
                    </a:cubicBezTo>
                    <a:cubicBezTo>
                      <a:pt x="11946" y="0"/>
                      <a:pt x="21617" y="9670"/>
                      <a:pt x="21617" y="21600"/>
                    </a:cubicBezTo>
                    <a:lnTo>
                      <a:pt x="17" y="21600"/>
                    </a:lnTo>
                    <a:lnTo>
                      <a:pt x="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01" name="Arc 6">
                <a:extLst>
                  <a:ext uri="{FF2B5EF4-FFF2-40B4-BE49-F238E27FC236}">
                    <a16:creationId xmlns:a16="http://schemas.microsoft.com/office/drawing/2014/main" id="{4746784B-F2B9-F614-8799-078736FD51F5}"/>
                  </a:ext>
                </a:extLst>
              </p:cNvPr>
              <p:cNvSpPr>
                <a:spLocks/>
              </p:cNvSpPr>
              <p:nvPr/>
            </p:nvSpPr>
            <p:spPr bwMode="auto">
              <a:xfrm>
                <a:off x="2100" y="1650"/>
                <a:ext cx="455" cy="18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7702" name="Arc 7">
                <a:extLst>
                  <a:ext uri="{FF2B5EF4-FFF2-40B4-BE49-F238E27FC236}">
                    <a16:creationId xmlns:a16="http://schemas.microsoft.com/office/drawing/2014/main" id="{AC727481-CCF9-9F62-655E-A7343E8625A3}"/>
                  </a:ext>
                </a:extLst>
              </p:cNvPr>
              <p:cNvSpPr>
                <a:spLocks/>
              </p:cNvSpPr>
              <p:nvPr/>
            </p:nvSpPr>
            <p:spPr bwMode="auto">
              <a:xfrm>
                <a:off x="2075" y="1650"/>
                <a:ext cx="71" cy="184"/>
              </a:xfrm>
              <a:custGeom>
                <a:avLst/>
                <a:gdLst>
                  <a:gd name="T0" fmla="*/ 0 w 21636"/>
                  <a:gd name="T1" fmla="*/ 0 h 21600"/>
                  <a:gd name="T2" fmla="*/ 0 w 21636"/>
                  <a:gd name="T3" fmla="*/ 0 h 21600"/>
                  <a:gd name="T4" fmla="*/ 0 w 21636"/>
                  <a:gd name="T5" fmla="*/ 0 h 21600"/>
                  <a:gd name="T6" fmla="*/ 0 60000 65536"/>
                  <a:gd name="T7" fmla="*/ 0 60000 65536"/>
                  <a:gd name="T8" fmla="*/ 0 60000 65536"/>
                  <a:gd name="T9" fmla="*/ 0 w 21636"/>
                  <a:gd name="T10" fmla="*/ 0 h 21600"/>
                  <a:gd name="T11" fmla="*/ 21636 w 21636"/>
                  <a:gd name="T12" fmla="*/ 21600 h 21600"/>
                </a:gdLst>
                <a:ahLst/>
                <a:cxnLst>
                  <a:cxn ang="T6">
                    <a:pos x="T0" y="T1"/>
                  </a:cxn>
                  <a:cxn ang="T7">
                    <a:pos x="T2" y="T3"/>
                  </a:cxn>
                  <a:cxn ang="T8">
                    <a:pos x="T4" y="T5"/>
                  </a:cxn>
                </a:cxnLst>
                <a:rect l="T9" t="T10" r="T11" b="T12"/>
                <a:pathLst>
                  <a:path w="21636" h="21600" fill="none" extrusionOk="0">
                    <a:moveTo>
                      <a:pt x="21636" y="0"/>
                    </a:moveTo>
                    <a:cubicBezTo>
                      <a:pt x="21636" y="11929"/>
                      <a:pt x="11965" y="21600"/>
                      <a:pt x="36" y="21600"/>
                    </a:cubicBezTo>
                    <a:cubicBezTo>
                      <a:pt x="24" y="21600"/>
                      <a:pt x="12" y="21599"/>
                      <a:pt x="0" y="21599"/>
                    </a:cubicBezTo>
                  </a:path>
                  <a:path w="21636" h="21600" stroke="0" extrusionOk="0">
                    <a:moveTo>
                      <a:pt x="21636" y="0"/>
                    </a:moveTo>
                    <a:cubicBezTo>
                      <a:pt x="21636" y="11929"/>
                      <a:pt x="11965" y="21600"/>
                      <a:pt x="36" y="21600"/>
                    </a:cubicBezTo>
                    <a:cubicBezTo>
                      <a:pt x="24" y="21600"/>
                      <a:pt x="12" y="21599"/>
                      <a:pt x="0" y="21599"/>
                    </a:cubicBezTo>
                    <a:lnTo>
                      <a:pt x="36" y="0"/>
                    </a:lnTo>
                    <a:lnTo>
                      <a:pt x="21636" y="0"/>
                    </a:lnTo>
                    <a:close/>
                  </a:path>
                </a:pathLst>
              </a:cu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grpSp>
        <p:sp>
          <p:nvSpPr>
            <p:cNvPr id="27653" name="AutoShape 8">
              <a:extLst>
                <a:ext uri="{FF2B5EF4-FFF2-40B4-BE49-F238E27FC236}">
                  <a16:creationId xmlns:a16="http://schemas.microsoft.com/office/drawing/2014/main" id="{6E7B057F-3547-B922-F183-A137C700E37C}"/>
                </a:ext>
              </a:extLst>
            </p:cNvPr>
            <p:cNvSpPr>
              <a:spLocks noChangeAspect="1" noChangeArrowheads="1" noTextEdit="1"/>
            </p:cNvSpPr>
            <p:nvPr/>
          </p:nvSpPr>
          <p:spPr bwMode="auto">
            <a:xfrm>
              <a:off x="793" y="1525"/>
              <a:ext cx="4400" cy="1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p>
              <a:endParaRPr lang="en-US"/>
            </a:p>
          </p:txBody>
        </p:sp>
        <p:sp>
          <p:nvSpPr>
            <p:cNvPr id="24584" name="Rectangle 9">
              <a:extLst>
                <a:ext uri="{FF2B5EF4-FFF2-40B4-BE49-F238E27FC236}">
                  <a16:creationId xmlns:a16="http://schemas.microsoft.com/office/drawing/2014/main" id="{F77C5F3C-A828-450D-B084-9961A4C751D4}"/>
                </a:ext>
              </a:extLst>
            </p:cNvPr>
            <p:cNvSpPr>
              <a:spLocks noChangeArrowheads="1"/>
            </p:cNvSpPr>
            <p:nvPr/>
          </p:nvSpPr>
          <p:spPr bwMode="auto">
            <a:xfrm>
              <a:off x="1462" y="1557"/>
              <a:ext cx="667" cy="635"/>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27655" name="Rectangle 10">
              <a:extLst>
                <a:ext uri="{FF2B5EF4-FFF2-40B4-BE49-F238E27FC236}">
                  <a16:creationId xmlns:a16="http://schemas.microsoft.com/office/drawing/2014/main" id="{85C13B3F-C154-9DBA-2D7B-C845FFA05AC3}"/>
                </a:ext>
              </a:extLst>
            </p:cNvPr>
            <p:cNvSpPr>
              <a:spLocks noChangeArrowheads="1"/>
            </p:cNvSpPr>
            <p:nvPr/>
          </p:nvSpPr>
          <p:spPr bwMode="auto">
            <a:xfrm>
              <a:off x="1576" y="1657"/>
              <a:ext cx="3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Half </a:t>
              </a:r>
              <a:endParaRPr lang="en-US" altLang="en-US" sz="1600">
                <a:solidFill>
                  <a:schemeClr val="hlink"/>
                </a:solidFill>
              </a:endParaRPr>
            </a:p>
          </p:txBody>
        </p:sp>
        <p:sp>
          <p:nvSpPr>
            <p:cNvPr id="27656" name="Rectangle 11">
              <a:extLst>
                <a:ext uri="{FF2B5EF4-FFF2-40B4-BE49-F238E27FC236}">
                  <a16:creationId xmlns:a16="http://schemas.microsoft.com/office/drawing/2014/main" id="{EBE650DA-B5C5-475E-AB96-5BBF2AC25514}"/>
                </a:ext>
              </a:extLst>
            </p:cNvPr>
            <p:cNvSpPr>
              <a:spLocks noChangeArrowheads="1"/>
            </p:cNvSpPr>
            <p:nvPr/>
          </p:nvSpPr>
          <p:spPr bwMode="auto">
            <a:xfrm>
              <a:off x="1498" y="1842"/>
              <a:ext cx="42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Adder</a:t>
              </a:r>
              <a:endParaRPr lang="en-US" altLang="en-US" sz="1600">
                <a:solidFill>
                  <a:schemeClr val="hlink"/>
                </a:solidFill>
              </a:endParaRPr>
            </a:p>
          </p:txBody>
        </p:sp>
        <p:grpSp>
          <p:nvGrpSpPr>
            <p:cNvPr id="27657" name="Group 12">
              <a:extLst>
                <a:ext uri="{FF2B5EF4-FFF2-40B4-BE49-F238E27FC236}">
                  <a16:creationId xmlns:a16="http://schemas.microsoft.com/office/drawing/2014/main" id="{9CEF2CBB-6FA6-8FA0-44B3-09657E84EFE2}"/>
                </a:ext>
              </a:extLst>
            </p:cNvPr>
            <p:cNvGrpSpPr>
              <a:grpSpLocks/>
            </p:cNvGrpSpPr>
            <p:nvPr/>
          </p:nvGrpSpPr>
          <p:grpSpPr bwMode="auto">
            <a:xfrm>
              <a:off x="1041" y="1670"/>
              <a:ext cx="415" cy="79"/>
              <a:chOff x="1176" y="2553"/>
              <a:chExt cx="415" cy="79"/>
            </a:xfrm>
          </p:grpSpPr>
          <p:sp>
            <p:nvSpPr>
              <p:cNvPr id="27697" name="Freeform 13">
                <a:extLst>
                  <a:ext uri="{FF2B5EF4-FFF2-40B4-BE49-F238E27FC236}">
                    <a16:creationId xmlns:a16="http://schemas.microsoft.com/office/drawing/2014/main" id="{5E7374FD-B4F3-C3C1-C045-4950534C7D2E}"/>
                  </a:ext>
                </a:extLst>
              </p:cNvPr>
              <p:cNvSpPr>
                <a:spLocks/>
              </p:cNvSpPr>
              <p:nvPr/>
            </p:nvSpPr>
            <p:spPr bwMode="auto">
              <a:xfrm>
                <a:off x="1434" y="2553"/>
                <a:ext cx="157" cy="79"/>
              </a:xfrm>
              <a:custGeom>
                <a:avLst/>
                <a:gdLst>
                  <a:gd name="T0" fmla="*/ 157 w 157"/>
                  <a:gd name="T1" fmla="*/ 40 h 79"/>
                  <a:gd name="T2" fmla="*/ 0 w 157"/>
                  <a:gd name="T3" fmla="*/ 79 h 79"/>
                  <a:gd name="T4" fmla="*/ 0 w 157"/>
                  <a:gd name="T5" fmla="*/ 40 h 79"/>
                  <a:gd name="T6" fmla="*/ 0 w 157"/>
                  <a:gd name="T7" fmla="*/ 0 h 79"/>
                  <a:gd name="T8" fmla="*/ 157 w 157"/>
                  <a:gd name="T9" fmla="*/ 40 h 79"/>
                  <a:gd name="T10" fmla="*/ 0 60000 65536"/>
                  <a:gd name="T11" fmla="*/ 0 60000 65536"/>
                  <a:gd name="T12" fmla="*/ 0 60000 65536"/>
                  <a:gd name="T13" fmla="*/ 0 60000 65536"/>
                  <a:gd name="T14" fmla="*/ 0 60000 65536"/>
                  <a:gd name="T15" fmla="*/ 0 w 157"/>
                  <a:gd name="T16" fmla="*/ 0 h 79"/>
                  <a:gd name="T17" fmla="*/ 157 w 157"/>
                  <a:gd name="T18" fmla="*/ 79 h 79"/>
                </a:gdLst>
                <a:ahLst/>
                <a:cxnLst>
                  <a:cxn ang="T10">
                    <a:pos x="T0" y="T1"/>
                  </a:cxn>
                  <a:cxn ang="T11">
                    <a:pos x="T2" y="T3"/>
                  </a:cxn>
                  <a:cxn ang="T12">
                    <a:pos x="T4" y="T5"/>
                  </a:cxn>
                  <a:cxn ang="T13">
                    <a:pos x="T6" y="T7"/>
                  </a:cxn>
                  <a:cxn ang="T14">
                    <a:pos x="T8" y="T9"/>
                  </a:cxn>
                </a:cxnLst>
                <a:rect l="T15" t="T16" r="T17" b="T18"/>
                <a:pathLst>
                  <a:path w="157" h="79">
                    <a:moveTo>
                      <a:pt x="157" y="40"/>
                    </a:moveTo>
                    <a:lnTo>
                      <a:pt x="0" y="79"/>
                    </a:lnTo>
                    <a:lnTo>
                      <a:pt x="0" y="40"/>
                    </a:lnTo>
                    <a:lnTo>
                      <a:pt x="0" y="0"/>
                    </a:lnTo>
                    <a:lnTo>
                      <a:pt x="157" y="40"/>
                    </a:lnTo>
                    <a:close/>
                  </a:path>
                </a:pathLst>
              </a:custGeom>
              <a:solidFill>
                <a:srgbClr val="000000"/>
              </a:solidFill>
              <a:ln>
                <a:noFill/>
              </a:ln>
              <a:extLst>
                <a:ext uri="{91240B29-F687-4F45-9708-019B960494DF}">
                  <a14:hiddenLine xmlns:a14="http://schemas.microsoft.com/office/drawing/2010/main" w="25400">
                    <a:solidFill>
                      <a:srgbClr val="000000"/>
                    </a:solidFill>
                    <a:round/>
                    <a:headEnd/>
                    <a:tailEnd/>
                  </a14:hiddenLine>
                </a:ext>
              </a:extLst>
            </p:spPr>
            <p:txBody>
              <a:bodyPr/>
              <a:lstStyle/>
              <a:p>
                <a:endParaRPr lang="en-US"/>
              </a:p>
            </p:txBody>
          </p:sp>
          <p:sp>
            <p:nvSpPr>
              <p:cNvPr id="27698" name="Line 14">
                <a:extLst>
                  <a:ext uri="{FF2B5EF4-FFF2-40B4-BE49-F238E27FC236}">
                    <a16:creationId xmlns:a16="http://schemas.microsoft.com/office/drawing/2014/main" id="{093AEE05-0159-E39B-746E-70DCE2F9BE3E}"/>
                  </a:ext>
                </a:extLst>
              </p:cNvPr>
              <p:cNvSpPr>
                <a:spLocks noChangeShapeType="1"/>
              </p:cNvSpPr>
              <p:nvPr/>
            </p:nvSpPr>
            <p:spPr bwMode="auto">
              <a:xfrm>
                <a:off x="1176" y="2593"/>
                <a:ext cx="248"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58" name="Group 15">
              <a:extLst>
                <a:ext uri="{FF2B5EF4-FFF2-40B4-BE49-F238E27FC236}">
                  <a16:creationId xmlns:a16="http://schemas.microsoft.com/office/drawing/2014/main" id="{0E7A11AB-0FE9-1A4B-7E09-EAC004E6621B}"/>
                </a:ext>
              </a:extLst>
            </p:cNvPr>
            <p:cNvGrpSpPr>
              <a:grpSpLocks/>
            </p:cNvGrpSpPr>
            <p:nvPr/>
          </p:nvGrpSpPr>
          <p:grpSpPr bwMode="auto">
            <a:xfrm>
              <a:off x="1054" y="2000"/>
              <a:ext cx="392" cy="79"/>
              <a:chOff x="1189" y="2883"/>
              <a:chExt cx="392" cy="79"/>
            </a:xfrm>
          </p:grpSpPr>
          <p:sp>
            <p:nvSpPr>
              <p:cNvPr id="27695" name="Freeform 16">
                <a:extLst>
                  <a:ext uri="{FF2B5EF4-FFF2-40B4-BE49-F238E27FC236}">
                    <a16:creationId xmlns:a16="http://schemas.microsoft.com/office/drawing/2014/main" id="{C23080D9-D0A3-CF08-0722-63524D20C50E}"/>
                  </a:ext>
                </a:extLst>
              </p:cNvPr>
              <p:cNvSpPr>
                <a:spLocks/>
              </p:cNvSpPr>
              <p:nvPr/>
            </p:nvSpPr>
            <p:spPr bwMode="auto">
              <a:xfrm>
                <a:off x="1424" y="2883"/>
                <a:ext cx="157" cy="79"/>
              </a:xfrm>
              <a:custGeom>
                <a:avLst/>
                <a:gdLst>
                  <a:gd name="T0" fmla="*/ 157 w 157"/>
                  <a:gd name="T1" fmla="*/ 39 h 79"/>
                  <a:gd name="T2" fmla="*/ 0 w 157"/>
                  <a:gd name="T3" fmla="*/ 79 h 79"/>
                  <a:gd name="T4" fmla="*/ 0 w 157"/>
                  <a:gd name="T5" fmla="*/ 39 h 79"/>
                  <a:gd name="T6" fmla="*/ 0 w 157"/>
                  <a:gd name="T7" fmla="*/ 0 h 79"/>
                  <a:gd name="T8" fmla="*/ 157 w 157"/>
                  <a:gd name="T9" fmla="*/ 39 h 79"/>
                  <a:gd name="T10" fmla="*/ 0 60000 65536"/>
                  <a:gd name="T11" fmla="*/ 0 60000 65536"/>
                  <a:gd name="T12" fmla="*/ 0 60000 65536"/>
                  <a:gd name="T13" fmla="*/ 0 60000 65536"/>
                  <a:gd name="T14" fmla="*/ 0 60000 65536"/>
                  <a:gd name="T15" fmla="*/ 0 w 157"/>
                  <a:gd name="T16" fmla="*/ 0 h 79"/>
                  <a:gd name="T17" fmla="*/ 157 w 157"/>
                  <a:gd name="T18" fmla="*/ 79 h 79"/>
                </a:gdLst>
                <a:ahLst/>
                <a:cxnLst>
                  <a:cxn ang="T10">
                    <a:pos x="T0" y="T1"/>
                  </a:cxn>
                  <a:cxn ang="T11">
                    <a:pos x="T2" y="T3"/>
                  </a:cxn>
                  <a:cxn ang="T12">
                    <a:pos x="T4" y="T5"/>
                  </a:cxn>
                  <a:cxn ang="T13">
                    <a:pos x="T6" y="T7"/>
                  </a:cxn>
                  <a:cxn ang="T14">
                    <a:pos x="T8" y="T9"/>
                  </a:cxn>
                </a:cxnLst>
                <a:rect l="T15" t="T16" r="T17" b="T18"/>
                <a:pathLst>
                  <a:path w="157" h="79">
                    <a:moveTo>
                      <a:pt x="157" y="39"/>
                    </a:moveTo>
                    <a:lnTo>
                      <a:pt x="0" y="79"/>
                    </a:lnTo>
                    <a:lnTo>
                      <a:pt x="0" y="39"/>
                    </a:lnTo>
                    <a:lnTo>
                      <a:pt x="0" y="0"/>
                    </a:lnTo>
                    <a:lnTo>
                      <a:pt x="157" y="39"/>
                    </a:lnTo>
                    <a:close/>
                  </a:path>
                </a:pathLst>
              </a:custGeom>
              <a:solidFill>
                <a:srgbClr val="000000"/>
              </a:solidFill>
              <a:ln>
                <a:noFill/>
              </a:ln>
              <a:extLst>
                <a:ext uri="{91240B29-F687-4F45-9708-019B960494DF}">
                  <a14:hiddenLine xmlns:a14="http://schemas.microsoft.com/office/drawing/2010/main" w="25400">
                    <a:solidFill>
                      <a:srgbClr val="000000"/>
                    </a:solidFill>
                    <a:round/>
                    <a:headEnd/>
                    <a:tailEnd/>
                  </a14:hiddenLine>
                </a:ext>
              </a:extLst>
            </p:spPr>
            <p:txBody>
              <a:bodyPr/>
              <a:lstStyle/>
              <a:p>
                <a:endParaRPr lang="en-US"/>
              </a:p>
            </p:txBody>
          </p:sp>
          <p:sp>
            <p:nvSpPr>
              <p:cNvPr id="27696" name="Line 17">
                <a:extLst>
                  <a:ext uri="{FF2B5EF4-FFF2-40B4-BE49-F238E27FC236}">
                    <a16:creationId xmlns:a16="http://schemas.microsoft.com/office/drawing/2014/main" id="{6D17A16C-2C96-F758-3F1D-76983590B40D}"/>
                  </a:ext>
                </a:extLst>
              </p:cNvPr>
              <p:cNvSpPr>
                <a:spLocks noChangeShapeType="1"/>
              </p:cNvSpPr>
              <p:nvPr/>
            </p:nvSpPr>
            <p:spPr bwMode="auto">
              <a:xfrm>
                <a:off x="1189" y="2922"/>
                <a:ext cx="23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659" name="Rectangle 18">
              <a:extLst>
                <a:ext uri="{FF2B5EF4-FFF2-40B4-BE49-F238E27FC236}">
                  <a16:creationId xmlns:a16="http://schemas.microsoft.com/office/drawing/2014/main" id="{C3B21B2B-10D9-92FB-7AE4-6E7AEB7DC2FB}"/>
                </a:ext>
              </a:extLst>
            </p:cNvPr>
            <p:cNvSpPr>
              <a:spLocks noChangeArrowheads="1"/>
            </p:cNvSpPr>
            <p:nvPr/>
          </p:nvSpPr>
          <p:spPr bwMode="auto">
            <a:xfrm>
              <a:off x="858" y="1591"/>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A</a:t>
              </a:r>
              <a:endParaRPr lang="en-US" altLang="en-US" sz="1600">
                <a:solidFill>
                  <a:schemeClr val="hlink"/>
                </a:solidFill>
              </a:endParaRPr>
            </a:p>
          </p:txBody>
        </p:sp>
        <p:sp>
          <p:nvSpPr>
            <p:cNvPr id="27660" name="Rectangle 19">
              <a:extLst>
                <a:ext uri="{FF2B5EF4-FFF2-40B4-BE49-F238E27FC236}">
                  <a16:creationId xmlns:a16="http://schemas.microsoft.com/office/drawing/2014/main" id="{6AE092E6-F5BD-6BFF-8340-AB05B964DBC0}"/>
                </a:ext>
              </a:extLst>
            </p:cNvPr>
            <p:cNvSpPr>
              <a:spLocks noChangeArrowheads="1"/>
            </p:cNvSpPr>
            <p:nvPr/>
          </p:nvSpPr>
          <p:spPr bwMode="auto">
            <a:xfrm>
              <a:off x="858" y="193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B</a:t>
              </a:r>
              <a:endParaRPr lang="en-US" altLang="en-US" sz="1600">
                <a:solidFill>
                  <a:schemeClr val="hlink"/>
                </a:solidFill>
              </a:endParaRPr>
            </a:p>
          </p:txBody>
        </p:sp>
        <p:sp>
          <p:nvSpPr>
            <p:cNvPr id="24591" name="Rectangle 20">
              <a:extLst>
                <a:ext uri="{FF2B5EF4-FFF2-40B4-BE49-F238E27FC236}">
                  <a16:creationId xmlns:a16="http://schemas.microsoft.com/office/drawing/2014/main" id="{DCEB6252-3143-4526-8DEA-217D5C403B72}"/>
                </a:ext>
              </a:extLst>
            </p:cNvPr>
            <p:cNvSpPr>
              <a:spLocks noChangeArrowheads="1"/>
            </p:cNvSpPr>
            <p:nvPr/>
          </p:nvSpPr>
          <p:spPr bwMode="auto">
            <a:xfrm>
              <a:off x="3188" y="1557"/>
              <a:ext cx="667" cy="635"/>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endParaRPr lang="ru-RU">
                <a:latin typeface="Arial" charset="0"/>
                <a:cs typeface="Arial" charset="0"/>
              </a:endParaRPr>
            </a:p>
          </p:txBody>
        </p:sp>
        <p:sp>
          <p:nvSpPr>
            <p:cNvPr id="27662" name="Rectangle 21">
              <a:extLst>
                <a:ext uri="{FF2B5EF4-FFF2-40B4-BE49-F238E27FC236}">
                  <a16:creationId xmlns:a16="http://schemas.microsoft.com/office/drawing/2014/main" id="{F87CFBC3-78FA-282D-57F7-6D36449C40A3}"/>
                </a:ext>
              </a:extLst>
            </p:cNvPr>
            <p:cNvSpPr>
              <a:spLocks noChangeArrowheads="1"/>
            </p:cNvSpPr>
            <p:nvPr/>
          </p:nvSpPr>
          <p:spPr bwMode="auto">
            <a:xfrm>
              <a:off x="3287" y="1657"/>
              <a:ext cx="329"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Half </a:t>
              </a:r>
              <a:endParaRPr lang="en-US" altLang="en-US" sz="1600">
                <a:solidFill>
                  <a:schemeClr val="hlink"/>
                </a:solidFill>
              </a:endParaRPr>
            </a:p>
          </p:txBody>
        </p:sp>
        <p:sp>
          <p:nvSpPr>
            <p:cNvPr id="27663" name="Rectangle 22">
              <a:extLst>
                <a:ext uri="{FF2B5EF4-FFF2-40B4-BE49-F238E27FC236}">
                  <a16:creationId xmlns:a16="http://schemas.microsoft.com/office/drawing/2014/main" id="{99EB2289-AAA8-FA71-20C3-DE8E6DD2EA7F}"/>
                </a:ext>
              </a:extLst>
            </p:cNvPr>
            <p:cNvSpPr>
              <a:spLocks noChangeArrowheads="1"/>
            </p:cNvSpPr>
            <p:nvPr/>
          </p:nvSpPr>
          <p:spPr bwMode="auto">
            <a:xfrm>
              <a:off x="3208" y="1842"/>
              <a:ext cx="42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Adder</a:t>
              </a:r>
              <a:endParaRPr lang="en-US" altLang="en-US" sz="1600">
                <a:solidFill>
                  <a:schemeClr val="hlink"/>
                </a:solidFill>
              </a:endParaRPr>
            </a:p>
          </p:txBody>
        </p:sp>
        <p:grpSp>
          <p:nvGrpSpPr>
            <p:cNvPr id="27664" name="Group 23">
              <a:extLst>
                <a:ext uri="{FF2B5EF4-FFF2-40B4-BE49-F238E27FC236}">
                  <a16:creationId xmlns:a16="http://schemas.microsoft.com/office/drawing/2014/main" id="{36BFD311-238F-4D5A-DB7E-38965D14811E}"/>
                </a:ext>
              </a:extLst>
            </p:cNvPr>
            <p:cNvGrpSpPr>
              <a:grpSpLocks/>
            </p:cNvGrpSpPr>
            <p:nvPr/>
          </p:nvGrpSpPr>
          <p:grpSpPr bwMode="auto">
            <a:xfrm>
              <a:off x="2125" y="1670"/>
              <a:ext cx="1057" cy="79"/>
              <a:chOff x="2260" y="2553"/>
              <a:chExt cx="1057" cy="79"/>
            </a:xfrm>
          </p:grpSpPr>
          <p:sp>
            <p:nvSpPr>
              <p:cNvPr id="27693" name="Freeform 24">
                <a:extLst>
                  <a:ext uri="{FF2B5EF4-FFF2-40B4-BE49-F238E27FC236}">
                    <a16:creationId xmlns:a16="http://schemas.microsoft.com/office/drawing/2014/main" id="{88871B95-1793-DBBD-B91C-D9F98F7E6640}"/>
                  </a:ext>
                </a:extLst>
              </p:cNvPr>
              <p:cNvSpPr>
                <a:spLocks/>
              </p:cNvSpPr>
              <p:nvPr/>
            </p:nvSpPr>
            <p:spPr bwMode="auto">
              <a:xfrm>
                <a:off x="3161" y="2553"/>
                <a:ext cx="156" cy="79"/>
              </a:xfrm>
              <a:custGeom>
                <a:avLst/>
                <a:gdLst>
                  <a:gd name="T0" fmla="*/ 156 w 156"/>
                  <a:gd name="T1" fmla="*/ 40 h 79"/>
                  <a:gd name="T2" fmla="*/ 0 w 156"/>
                  <a:gd name="T3" fmla="*/ 79 h 79"/>
                  <a:gd name="T4" fmla="*/ 0 w 156"/>
                  <a:gd name="T5" fmla="*/ 40 h 79"/>
                  <a:gd name="T6" fmla="*/ 0 w 156"/>
                  <a:gd name="T7" fmla="*/ 0 h 79"/>
                  <a:gd name="T8" fmla="*/ 156 w 156"/>
                  <a:gd name="T9" fmla="*/ 40 h 79"/>
                  <a:gd name="T10" fmla="*/ 0 60000 65536"/>
                  <a:gd name="T11" fmla="*/ 0 60000 65536"/>
                  <a:gd name="T12" fmla="*/ 0 60000 65536"/>
                  <a:gd name="T13" fmla="*/ 0 60000 65536"/>
                  <a:gd name="T14" fmla="*/ 0 60000 65536"/>
                  <a:gd name="T15" fmla="*/ 0 w 156"/>
                  <a:gd name="T16" fmla="*/ 0 h 79"/>
                  <a:gd name="T17" fmla="*/ 156 w 156"/>
                  <a:gd name="T18" fmla="*/ 79 h 79"/>
                </a:gdLst>
                <a:ahLst/>
                <a:cxnLst>
                  <a:cxn ang="T10">
                    <a:pos x="T0" y="T1"/>
                  </a:cxn>
                  <a:cxn ang="T11">
                    <a:pos x="T2" y="T3"/>
                  </a:cxn>
                  <a:cxn ang="T12">
                    <a:pos x="T4" y="T5"/>
                  </a:cxn>
                  <a:cxn ang="T13">
                    <a:pos x="T6" y="T7"/>
                  </a:cxn>
                  <a:cxn ang="T14">
                    <a:pos x="T8" y="T9"/>
                  </a:cxn>
                </a:cxnLst>
                <a:rect l="T15" t="T16" r="T17" b="T18"/>
                <a:pathLst>
                  <a:path w="156" h="79">
                    <a:moveTo>
                      <a:pt x="156" y="40"/>
                    </a:moveTo>
                    <a:lnTo>
                      <a:pt x="0" y="79"/>
                    </a:lnTo>
                    <a:lnTo>
                      <a:pt x="0" y="40"/>
                    </a:lnTo>
                    <a:lnTo>
                      <a:pt x="0" y="0"/>
                    </a:lnTo>
                    <a:lnTo>
                      <a:pt x="156" y="40"/>
                    </a:lnTo>
                    <a:close/>
                  </a:path>
                </a:pathLst>
              </a:custGeom>
              <a:solidFill>
                <a:srgbClr val="000000"/>
              </a:solidFill>
              <a:ln>
                <a:noFill/>
              </a:ln>
              <a:extLst>
                <a:ext uri="{91240B29-F687-4F45-9708-019B960494DF}">
                  <a14:hiddenLine xmlns:a14="http://schemas.microsoft.com/office/drawing/2010/main" w="25400">
                    <a:solidFill>
                      <a:srgbClr val="000000"/>
                    </a:solidFill>
                    <a:round/>
                    <a:headEnd/>
                    <a:tailEnd/>
                  </a14:hiddenLine>
                </a:ext>
              </a:extLst>
            </p:spPr>
            <p:txBody>
              <a:bodyPr/>
              <a:lstStyle/>
              <a:p>
                <a:endParaRPr lang="en-US"/>
              </a:p>
            </p:txBody>
          </p:sp>
          <p:sp>
            <p:nvSpPr>
              <p:cNvPr id="27694" name="Line 25">
                <a:extLst>
                  <a:ext uri="{FF2B5EF4-FFF2-40B4-BE49-F238E27FC236}">
                    <a16:creationId xmlns:a16="http://schemas.microsoft.com/office/drawing/2014/main" id="{E554D44C-C815-187F-2EBC-3B93C9D354E3}"/>
                  </a:ext>
                </a:extLst>
              </p:cNvPr>
              <p:cNvSpPr>
                <a:spLocks noChangeShapeType="1"/>
              </p:cNvSpPr>
              <p:nvPr/>
            </p:nvSpPr>
            <p:spPr bwMode="auto">
              <a:xfrm>
                <a:off x="2260" y="2593"/>
                <a:ext cx="90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27665" name="Group 26">
              <a:extLst>
                <a:ext uri="{FF2B5EF4-FFF2-40B4-BE49-F238E27FC236}">
                  <a16:creationId xmlns:a16="http://schemas.microsoft.com/office/drawing/2014/main" id="{DE3D9DA0-7B3C-7335-EB34-7302DBC83F6D}"/>
                </a:ext>
              </a:extLst>
            </p:cNvPr>
            <p:cNvGrpSpPr>
              <a:grpSpLocks/>
            </p:cNvGrpSpPr>
            <p:nvPr/>
          </p:nvGrpSpPr>
          <p:grpSpPr bwMode="auto">
            <a:xfrm>
              <a:off x="2791" y="2000"/>
              <a:ext cx="391" cy="79"/>
              <a:chOff x="2926" y="2883"/>
              <a:chExt cx="391" cy="79"/>
            </a:xfrm>
          </p:grpSpPr>
          <p:sp>
            <p:nvSpPr>
              <p:cNvPr id="27691" name="Freeform 27">
                <a:extLst>
                  <a:ext uri="{FF2B5EF4-FFF2-40B4-BE49-F238E27FC236}">
                    <a16:creationId xmlns:a16="http://schemas.microsoft.com/office/drawing/2014/main" id="{BB7C01BC-AE45-C7BB-CBD0-6712A73008F4}"/>
                  </a:ext>
                </a:extLst>
              </p:cNvPr>
              <p:cNvSpPr>
                <a:spLocks/>
              </p:cNvSpPr>
              <p:nvPr/>
            </p:nvSpPr>
            <p:spPr bwMode="auto">
              <a:xfrm>
                <a:off x="3161" y="2883"/>
                <a:ext cx="156" cy="79"/>
              </a:xfrm>
              <a:custGeom>
                <a:avLst/>
                <a:gdLst>
                  <a:gd name="T0" fmla="*/ 156 w 156"/>
                  <a:gd name="T1" fmla="*/ 39 h 79"/>
                  <a:gd name="T2" fmla="*/ 0 w 156"/>
                  <a:gd name="T3" fmla="*/ 79 h 79"/>
                  <a:gd name="T4" fmla="*/ 0 w 156"/>
                  <a:gd name="T5" fmla="*/ 39 h 79"/>
                  <a:gd name="T6" fmla="*/ 0 w 156"/>
                  <a:gd name="T7" fmla="*/ 0 h 79"/>
                  <a:gd name="T8" fmla="*/ 156 w 156"/>
                  <a:gd name="T9" fmla="*/ 39 h 79"/>
                  <a:gd name="T10" fmla="*/ 0 60000 65536"/>
                  <a:gd name="T11" fmla="*/ 0 60000 65536"/>
                  <a:gd name="T12" fmla="*/ 0 60000 65536"/>
                  <a:gd name="T13" fmla="*/ 0 60000 65536"/>
                  <a:gd name="T14" fmla="*/ 0 60000 65536"/>
                  <a:gd name="T15" fmla="*/ 0 w 156"/>
                  <a:gd name="T16" fmla="*/ 0 h 79"/>
                  <a:gd name="T17" fmla="*/ 156 w 156"/>
                  <a:gd name="T18" fmla="*/ 79 h 79"/>
                </a:gdLst>
                <a:ahLst/>
                <a:cxnLst>
                  <a:cxn ang="T10">
                    <a:pos x="T0" y="T1"/>
                  </a:cxn>
                  <a:cxn ang="T11">
                    <a:pos x="T2" y="T3"/>
                  </a:cxn>
                  <a:cxn ang="T12">
                    <a:pos x="T4" y="T5"/>
                  </a:cxn>
                  <a:cxn ang="T13">
                    <a:pos x="T6" y="T7"/>
                  </a:cxn>
                  <a:cxn ang="T14">
                    <a:pos x="T8" y="T9"/>
                  </a:cxn>
                </a:cxnLst>
                <a:rect l="T15" t="T16" r="T17" b="T18"/>
                <a:pathLst>
                  <a:path w="156" h="79">
                    <a:moveTo>
                      <a:pt x="156" y="39"/>
                    </a:moveTo>
                    <a:lnTo>
                      <a:pt x="0" y="79"/>
                    </a:lnTo>
                    <a:lnTo>
                      <a:pt x="0" y="39"/>
                    </a:lnTo>
                    <a:lnTo>
                      <a:pt x="0" y="0"/>
                    </a:lnTo>
                    <a:lnTo>
                      <a:pt x="156" y="39"/>
                    </a:lnTo>
                    <a:close/>
                  </a:path>
                </a:pathLst>
              </a:custGeom>
              <a:solidFill>
                <a:srgbClr val="000000"/>
              </a:solidFill>
              <a:ln>
                <a:noFill/>
              </a:ln>
              <a:extLst>
                <a:ext uri="{91240B29-F687-4F45-9708-019B960494DF}">
                  <a14:hiddenLine xmlns:a14="http://schemas.microsoft.com/office/drawing/2010/main" w="25400">
                    <a:solidFill>
                      <a:srgbClr val="000000"/>
                    </a:solidFill>
                    <a:round/>
                    <a:headEnd/>
                    <a:tailEnd/>
                  </a14:hiddenLine>
                </a:ext>
              </a:extLst>
            </p:spPr>
            <p:txBody>
              <a:bodyPr/>
              <a:lstStyle/>
              <a:p>
                <a:endParaRPr lang="en-US"/>
              </a:p>
            </p:txBody>
          </p:sp>
          <p:sp>
            <p:nvSpPr>
              <p:cNvPr id="27692" name="Line 28">
                <a:extLst>
                  <a:ext uri="{FF2B5EF4-FFF2-40B4-BE49-F238E27FC236}">
                    <a16:creationId xmlns:a16="http://schemas.microsoft.com/office/drawing/2014/main" id="{6CBF67E2-7B60-DAA0-5769-BE06AB42D9EF}"/>
                  </a:ext>
                </a:extLst>
              </p:cNvPr>
              <p:cNvSpPr>
                <a:spLocks noChangeShapeType="1"/>
              </p:cNvSpPr>
              <p:nvPr/>
            </p:nvSpPr>
            <p:spPr bwMode="auto">
              <a:xfrm>
                <a:off x="2926" y="2922"/>
                <a:ext cx="235"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666" name="Rectangle 29">
              <a:extLst>
                <a:ext uri="{FF2B5EF4-FFF2-40B4-BE49-F238E27FC236}">
                  <a16:creationId xmlns:a16="http://schemas.microsoft.com/office/drawing/2014/main" id="{22F07165-C127-B26D-C2F6-99F033309F47}"/>
                </a:ext>
              </a:extLst>
            </p:cNvPr>
            <p:cNvSpPr>
              <a:spLocks noChangeArrowheads="1"/>
            </p:cNvSpPr>
            <p:nvPr/>
          </p:nvSpPr>
          <p:spPr bwMode="auto">
            <a:xfrm>
              <a:off x="2360" y="1525"/>
              <a:ext cx="42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A </a:t>
              </a:r>
              <a:r>
                <a:rPr lang="en-US" altLang="en-US" sz="2000">
                  <a:solidFill>
                    <a:srgbClr val="000000"/>
                  </a:solidFill>
                  <a:sym typeface="Symbol" panose="05050102010706020507" pitchFamily="18" charset="2"/>
                </a:rPr>
                <a:t></a:t>
              </a:r>
              <a:r>
                <a:rPr lang="en-US" altLang="en-US" sz="2000">
                  <a:solidFill>
                    <a:srgbClr val="000000"/>
                  </a:solidFill>
                </a:rPr>
                <a:t> B</a:t>
              </a:r>
              <a:endParaRPr lang="en-US" altLang="en-US" sz="1600">
                <a:solidFill>
                  <a:schemeClr val="hlink"/>
                </a:solidFill>
              </a:endParaRPr>
            </a:p>
          </p:txBody>
        </p:sp>
        <p:sp>
          <p:nvSpPr>
            <p:cNvPr id="27667" name="Line 31">
              <a:extLst>
                <a:ext uri="{FF2B5EF4-FFF2-40B4-BE49-F238E27FC236}">
                  <a16:creationId xmlns:a16="http://schemas.microsoft.com/office/drawing/2014/main" id="{DA8453E7-C33C-FE6C-6B58-2D9B3433EC3B}"/>
                </a:ext>
              </a:extLst>
            </p:cNvPr>
            <p:cNvSpPr>
              <a:spLocks noChangeShapeType="1"/>
            </p:cNvSpPr>
            <p:nvPr/>
          </p:nvSpPr>
          <p:spPr bwMode="auto">
            <a:xfrm>
              <a:off x="2778" y="2039"/>
              <a:ext cx="1" cy="30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8" name="Line 32">
              <a:extLst>
                <a:ext uri="{FF2B5EF4-FFF2-40B4-BE49-F238E27FC236}">
                  <a16:creationId xmlns:a16="http://schemas.microsoft.com/office/drawing/2014/main" id="{E6902C30-4234-C6A7-CBC6-D899304EA16B}"/>
                </a:ext>
              </a:extLst>
            </p:cNvPr>
            <p:cNvSpPr>
              <a:spLocks noChangeShapeType="1"/>
            </p:cNvSpPr>
            <p:nvPr/>
          </p:nvSpPr>
          <p:spPr bwMode="auto">
            <a:xfrm flipH="1">
              <a:off x="1067" y="2343"/>
              <a:ext cx="171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69" name="Rectangle 33">
              <a:extLst>
                <a:ext uri="{FF2B5EF4-FFF2-40B4-BE49-F238E27FC236}">
                  <a16:creationId xmlns:a16="http://schemas.microsoft.com/office/drawing/2014/main" id="{F2289E78-AE31-57E0-47AE-C48C48AB4B09}"/>
                </a:ext>
              </a:extLst>
            </p:cNvPr>
            <p:cNvSpPr>
              <a:spLocks noChangeArrowheads="1"/>
            </p:cNvSpPr>
            <p:nvPr/>
          </p:nvSpPr>
          <p:spPr bwMode="auto">
            <a:xfrm>
              <a:off x="771" y="2224"/>
              <a:ext cx="24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Cin</a:t>
              </a:r>
              <a:endParaRPr lang="en-US" altLang="en-US" sz="1600">
                <a:solidFill>
                  <a:schemeClr val="hlink"/>
                </a:solidFill>
              </a:endParaRPr>
            </a:p>
          </p:txBody>
        </p:sp>
        <p:grpSp>
          <p:nvGrpSpPr>
            <p:cNvPr id="27670" name="Group 34">
              <a:extLst>
                <a:ext uri="{FF2B5EF4-FFF2-40B4-BE49-F238E27FC236}">
                  <a16:creationId xmlns:a16="http://schemas.microsoft.com/office/drawing/2014/main" id="{8406D320-EB9B-71A1-EF36-5A0E57D40050}"/>
                </a:ext>
              </a:extLst>
            </p:cNvPr>
            <p:cNvGrpSpPr>
              <a:grpSpLocks/>
            </p:cNvGrpSpPr>
            <p:nvPr/>
          </p:nvGrpSpPr>
          <p:grpSpPr bwMode="auto">
            <a:xfrm>
              <a:off x="3861" y="1670"/>
              <a:ext cx="1058" cy="79"/>
              <a:chOff x="3996" y="2553"/>
              <a:chExt cx="1058" cy="79"/>
            </a:xfrm>
          </p:grpSpPr>
          <p:sp>
            <p:nvSpPr>
              <p:cNvPr id="27689" name="Freeform 35">
                <a:extLst>
                  <a:ext uri="{FF2B5EF4-FFF2-40B4-BE49-F238E27FC236}">
                    <a16:creationId xmlns:a16="http://schemas.microsoft.com/office/drawing/2014/main" id="{0B0385AF-8D4D-B7DC-C164-99C33DDC09D1}"/>
                  </a:ext>
                </a:extLst>
              </p:cNvPr>
              <p:cNvSpPr>
                <a:spLocks/>
              </p:cNvSpPr>
              <p:nvPr/>
            </p:nvSpPr>
            <p:spPr bwMode="auto">
              <a:xfrm>
                <a:off x="4897" y="2553"/>
                <a:ext cx="157" cy="79"/>
              </a:xfrm>
              <a:custGeom>
                <a:avLst/>
                <a:gdLst>
                  <a:gd name="T0" fmla="*/ 157 w 157"/>
                  <a:gd name="T1" fmla="*/ 40 h 79"/>
                  <a:gd name="T2" fmla="*/ 0 w 157"/>
                  <a:gd name="T3" fmla="*/ 79 h 79"/>
                  <a:gd name="T4" fmla="*/ 0 w 157"/>
                  <a:gd name="T5" fmla="*/ 40 h 79"/>
                  <a:gd name="T6" fmla="*/ 0 w 157"/>
                  <a:gd name="T7" fmla="*/ 0 h 79"/>
                  <a:gd name="T8" fmla="*/ 157 w 157"/>
                  <a:gd name="T9" fmla="*/ 40 h 79"/>
                  <a:gd name="T10" fmla="*/ 0 60000 65536"/>
                  <a:gd name="T11" fmla="*/ 0 60000 65536"/>
                  <a:gd name="T12" fmla="*/ 0 60000 65536"/>
                  <a:gd name="T13" fmla="*/ 0 60000 65536"/>
                  <a:gd name="T14" fmla="*/ 0 60000 65536"/>
                  <a:gd name="T15" fmla="*/ 0 w 157"/>
                  <a:gd name="T16" fmla="*/ 0 h 79"/>
                  <a:gd name="T17" fmla="*/ 157 w 157"/>
                  <a:gd name="T18" fmla="*/ 79 h 79"/>
                </a:gdLst>
                <a:ahLst/>
                <a:cxnLst>
                  <a:cxn ang="T10">
                    <a:pos x="T0" y="T1"/>
                  </a:cxn>
                  <a:cxn ang="T11">
                    <a:pos x="T2" y="T3"/>
                  </a:cxn>
                  <a:cxn ang="T12">
                    <a:pos x="T4" y="T5"/>
                  </a:cxn>
                  <a:cxn ang="T13">
                    <a:pos x="T6" y="T7"/>
                  </a:cxn>
                  <a:cxn ang="T14">
                    <a:pos x="T8" y="T9"/>
                  </a:cxn>
                </a:cxnLst>
                <a:rect l="T15" t="T16" r="T17" b="T18"/>
                <a:pathLst>
                  <a:path w="157" h="79">
                    <a:moveTo>
                      <a:pt x="157" y="40"/>
                    </a:moveTo>
                    <a:lnTo>
                      <a:pt x="0" y="79"/>
                    </a:lnTo>
                    <a:lnTo>
                      <a:pt x="0" y="40"/>
                    </a:lnTo>
                    <a:lnTo>
                      <a:pt x="0" y="0"/>
                    </a:lnTo>
                    <a:lnTo>
                      <a:pt x="157" y="40"/>
                    </a:lnTo>
                    <a:close/>
                  </a:path>
                </a:pathLst>
              </a:custGeom>
              <a:solidFill>
                <a:srgbClr val="000000"/>
              </a:solidFill>
              <a:ln>
                <a:noFill/>
              </a:ln>
              <a:extLst>
                <a:ext uri="{91240B29-F687-4F45-9708-019B960494DF}">
                  <a14:hiddenLine xmlns:a14="http://schemas.microsoft.com/office/drawing/2010/main" w="25400">
                    <a:solidFill>
                      <a:srgbClr val="000000"/>
                    </a:solidFill>
                    <a:round/>
                    <a:headEnd/>
                    <a:tailEnd/>
                  </a14:hiddenLine>
                </a:ext>
              </a:extLst>
            </p:spPr>
            <p:txBody>
              <a:bodyPr/>
              <a:lstStyle/>
              <a:p>
                <a:endParaRPr lang="en-US"/>
              </a:p>
            </p:txBody>
          </p:sp>
          <p:sp>
            <p:nvSpPr>
              <p:cNvPr id="27690" name="Line 36">
                <a:extLst>
                  <a:ext uri="{FF2B5EF4-FFF2-40B4-BE49-F238E27FC236}">
                    <a16:creationId xmlns:a16="http://schemas.microsoft.com/office/drawing/2014/main" id="{9CC76B45-38D2-B6FD-B286-A951DB3051FB}"/>
                  </a:ext>
                </a:extLst>
              </p:cNvPr>
              <p:cNvSpPr>
                <a:spLocks noChangeShapeType="1"/>
              </p:cNvSpPr>
              <p:nvPr/>
            </p:nvSpPr>
            <p:spPr bwMode="auto">
              <a:xfrm>
                <a:off x="3996" y="2593"/>
                <a:ext cx="901"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671" name="Rectangle 37">
              <a:extLst>
                <a:ext uri="{FF2B5EF4-FFF2-40B4-BE49-F238E27FC236}">
                  <a16:creationId xmlns:a16="http://schemas.microsoft.com/office/drawing/2014/main" id="{F7735CBF-9064-1BE0-28F7-E0F23D731AC7}"/>
                </a:ext>
              </a:extLst>
            </p:cNvPr>
            <p:cNvSpPr>
              <a:spLocks noChangeArrowheads="1"/>
            </p:cNvSpPr>
            <p:nvPr/>
          </p:nvSpPr>
          <p:spPr bwMode="auto">
            <a:xfrm>
              <a:off x="3953" y="1525"/>
              <a:ext cx="87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A </a:t>
              </a:r>
              <a:r>
                <a:rPr lang="en-US" altLang="en-US" sz="2000">
                  <a:solidFill>
                    <a:srgbClr val="000000"/>
                  </a:solidFill>
                  <a:sym typeface="Symbol" panose="05050102010706020507" pitchFamily="18" charset="2"/>
                </a:rPr>
                <a:t> </a:t>
              </a:r>
              <a:r>
                <a:rPr lang="en-US" altLang="en-US" sz="2000">
                  <a:solidFill>
                    <a:srgbClr val="000000"/>
                  </a:solidFill>
                </a:rPr>
                <a:t>B </a:t>
              </a:r>
              <a:r>
                <a:rPr lang="en-US" altLang="en-US" sz="2000">
                  <a:solidFill>
                    <a:srgbClr val="000000"/>
                  </a:solidFill>
                  <a:sym typeface="Symbol" panose="05050102010706020507" pitchFamily="18" charset="2"/>
                </a:rPr>
                <a:t></a:t>
              </a:r>
              <a:r>
                <a:rPr lang="en-US" altLang="en-US" sz="2000">
                  <a:solidFill>
                    <a:srgbClr val="000000"/>
                  </a:solidFill>
                </a:rPr>
                <a:t> Cin</a:t>
              </a:r>
              <a:endParaRPr lang="en-US" altLang="en-US" sz="1600">
                <a:solidFill>
                  <a:schemeClr val="hlink"/>
                </a:solidFill>
              </a:endParaRPr>
            </a:p>
          </p:txBody>
        </p:sp>
        <p:sp>
          <p:nvSpPr>
            <p:cNvPr id="27672" name="Rectangle 40">
              <a:extLst>
                <a:ext uri="{FF2B5EF4-FFF2-40B4-BE49-F238E27FC236}">
                  <a16:creationId xmlns:a16="http://schemas.microsoft.com/office/drawing/2014/main" id="{D56F3995-F32A-6EF3-F579-75E15E90AE15}"/>
                </a:ext>
              </a:extLst>
            </p:cNvPr>
            <p:cNvSpPr>
              <a:spLocks noChangeArrowheads="1"/>
            </p:cNvSpPr>
            <p:nvPr/>
          </p:nvSpPr>
          <p:spPr bwMode="auto">
            <a:xfrm>
              <a:off x="2020" y="1630"/>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1500" b="1">
                  <a:solidFill>
                    <a:srgbClr val="000000"/>
                  </a:solidFill>
                </a:rPr>
                <a:t>S</a:t>
              </a:r>
              <a:endParaRPr lang="en-US" altLang="en-US" sz="1600" b="1">
                <a:solidFill>
                  <a:schemeClr val="hlink"/>
                </a:solidFill>
              </a:endParaRPr>
            </a:p>
          </p:txBody>
        </p:sp>
        <p:sp>
          <p:nvSpPr>
            <p:cNvPr id="27673" name="Rectangle 41">
              <a:extLst>
                <a:ext uri="{FF2B5EF4-FFF2-40B4-BE49-F238E27FC236}">
                  <a16:creationId xmlns:a16="http://schemas.microsoft.com/office/drawing/2014/main" id="{284233C1-C7CB-54FE-59D2-B315B7EEA898}"/>
                </a:ext>
              </a:extLst>
            </p:cNvPr>
            <p:cNvSpPr>
              <a:spLocks noChangeArrowheads="1"/>
            </p:cNvSpPr>
            <p:nvPr/>
          </p:nvSpPr>
          <p:spPr bwMode="auto">
            <a:xfrm>
              <a:off x="3757" y="1630"/>
              <a:ext cx="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1500" b="1">
                  <a:solidFill>
                    <a:srgbClr val="000000"/>
                  </a:solidFill>
                </a:rPr>
                <a:t>S</a:t>
              </a:r>
              <a:endParaRPr lang="en-US" altLang="en-US" sz="1600" b="1">
                <a:solidFill>
                  <a:schemeClr val="hlink"/>
                </a:solidFill>
              </a:endParaRPr>
            </a:p>
          </p:txBody>
        </p:sp>
        <p:sp>
          <p:nvSpPr>
            <p:cNvPr id="27674" name="Rectangle 42">
              <a:extLst>
                <a:ext uri="{FF2B5EF4-FFF2-40B4-BE49-F238E27FC236}">
                  <a16:creationId xmlns:a16="http://schemas.microsoft.com/office/drawing/2014/main" id="{145130F4-474B-6C57-B588-6ED5C1186086}"/>
                </a:ext>
              </a:extLst>
            </p:cNvPr>
            <p:cNvSpPr>
              <a:spLocks noChangeArrowheads="1"/>
            </p:cNvSpPr>
            <p:nvPr/>
          </p:nvSpPr>
          <p:spPr bwMode="auto">
            <a:xfrm>
              <a:off x="3665" y="1947"/>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1500" b="1">
                  <a:solidFill>
                    <a:srgbClr val="000000"/>
                  </a:solidFill>
                </a:rPr>
                <a:t>CO</a:t>
              </a:r>
              <a:endParaRPr lang="en-US" altLang="en-US" sz="1600" b="1">
                <a:solidFill>
                  <a:schemeClr val="hlink"/>
                </a:solidFill>
              </a:endParaRPr>
            </a:p>
          </p:txBody>
        </p:sp>
        <p:sp>
          <p:nvSpPr>
            <p:cNvPr id="27675" name="Line 43">
              <a:extLst>
                <a:ext uri="{FF2B5EF4-FFF2-40B4-BE49-F238E27FC236}">
                  <a16:creationId xmlns:a16="http://schemas.microsoft.com/office/drawing/2014/main" id="{991B56C2-54C9-6C7F-F9FE-055E02647914}"/>
                </a:ext>
              </a:extLst>
            </p:cNvPr>
            <p:cNvSpPr>
              <a:spLocks noChangeShapeType="1"/>
            </p:cNvSpPr>
            <p:nvPr/>
          </p:nvSpPr>
          <p:spPr bwMode="auto">
            <a:xfrm flipV="1">
              <a:off x="2141" y="2021"/>
              <a:ext cx="40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6" name="Rectangle 44">
              <a:extLst>
                <a:ext uri="{FF2B5EF4-FFF2-40B4-BE49-F238E27FC236}">
                  <a16:creationId xmlns:a16="http://schemas.microsoft.com/office/drawing/2014/main" id="{FA7A417D-ECA3-B8F8-51CF-D57876F961A8}"/>
                </a:ext>
              </a:extLst>
            </p:cNvPr>
            <p:cNvSpPr>
              <a:spLocks noChangeArrowheads="1"/>
            </p:cNvSpPr>
            <p:nvPr/>
          </p:nvSpPr>
          <p:spPr bwMode="auto">
            <a:xfrm>
              <a:off x="1929" y="1947"/>
              <a:ext cx="18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1500" b="1">
                  <a:solidFill>
                    <a:srgbClr val="000000"/>
                  </a:solidFill>
                </a:rPr>
                <a:t>CO</a:t>
              </a:r>
              <a:endParaRPr lang="en-US" altLang="en-US" sz="1600" b="1">
                <a:solidFill>
                  <a:schemeClr val="hlink"/>
                </a:solidFill>
              </a:endParaRPr>
            </a:p>
          </p:txBody>
        </p:sp>
        <p:sp>
          <p:nvSpPr>
            <p:cNvPr id="27677" name="Rectangle 45">
              <a:extLst>
                <a:ext uri="{FF2B5EF4-FFF2-40B4-BE49-F238E27FC236}">
                  <a16:creationId xmlns:a16="http://schemas.microsoft.com/office/drawing/2014/main" id="{E86CE24D-2E4D-444F-AEAD-AD70C61CF35D}"/>
                </a:ext>
              </a:extLst>
            </p:cNvPr>
            <p:cNvSpPr>
              <a:spLocks noChangeArrowheads="1"/>
            </p:cNvSpPr>
            <p:nvPr/>
          </p:nvSpPr>
          <p:spPr bwMode="auto">
            <a:xfrm>
              <a:off x="3913" y="1829"/>
              <a:ext cx="81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Cin (A </a:t>
              </a:r>
              <a:r>
                <a:rPr lang="en-US" altLang="en-US" sz="2000">
                  <a:solidFill>
                    <a:srgbClr val="000000"/>
                  </a:solidFill>
                  <a:sym typeface="Symbol" panose="05050102010706020507" pitchFamily="18" charset="2"/>
                </a:rPr>
                <a:t></a:t>
              </a:r>
              <a:r>
                <a:rPr lang="en-US" altLang="en-US" sz="2000">
                  <a:solidFill>
                    <a:srgbClr val="000000"/>
                  </a:solidFill>
                </a:rPr>
                <a:t> B)</a:t>
              </a:r>
              <a:endParaRPr lang="en-US" altLang="en-US" sz="1600">
                <a:solidFill>
                  <a:schemeClr val="hlink"/>
                </a:solidFill>
              </a:endParaRPr>
            </a:p>
          </p:txBody>
        </p:sp>
        <p:sp>
          <p:nvSpPr>
            <p:cNvPr id="27678" name="Line 46">
              <a:extLst>
                <a:ext uri="{FF2B5EF4-FFF2-40B4-BE49-F238E27FC236}">
                  <a16:creationId xmlns:a16="http://schemas.microsoft.com/office/drawing/2014/main" id="{447A9590-4564-85BE-BC22-10DE355E1BAC}"/>
                </a:ext>
              </a:extLst>
            </p:cNvPr>
            <p:cNvSpPr>
              <a:spLocks noChangeShapeType="1"/>
            </p:cNvSpPr>
            <p:nvPr/>
          </p:nvSpPr>
          <p:spPr bwMode="auto">
            <a:xfrm>
              <a:off x="3861" y="2026"/>
              <a:ext cx="170"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79" name="Rectangle 47">
              <a:extLst>
                <a:ext uri="{FF2B5EF4-FFF2-40B4-BE49-F238E27FC236}">
                  <a16:creationId xmlns:a16="http://schemas.microsoft.com/office/drawing/2014/main" id="{6859E9B8-CA81-450B-AF4B-D74761BFA11A}"/>
                </a:ext>
              </a:extLst>
            </p:cNvPr>
            <p:cNvSpPr>
              <a:spLocks noChangeArrowheads="1"/>
            </p:cNvSpPr>
            <p:nvPr/>
          </p:nvSpPr>
          <p:spPr bwMode="auto">
            <a:xfrm>
              <a:off x="2193" y="1855"/>
              <a:ext cx="25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A B</a:t>
              </a:r>
              <a:endParaRPr lang="en-US" altLang="en-US" sz="1600">
                <a:solidFill>
                  <a:schemeClr val="hlink"/>
                </a:solidFill>
              </a:endParaRPr>
            </a:p>
          </p:txBody>
        </p:sp>
        <p:grpSp>
          <p:nvGrpSpPr>
            <p:cNvPr id="27680" name="Group 49">
              <a:extLst>
                <a:ext uri="{FF2B5EF4-FFF2-40B4-BE49-F238E27FC236}">
                  <a16:creationId xmlns:a16="http://schemas.microsoft.com/office/drawing/2014/main" id="{8BC87F13-728F-D181-880B-13CD42F5D52B}"/>
                </a:ext>
              </a:extLst>
            </p:cNvPr>
            <p:cNvGrpSpPr>
              <a:grpSpLocks/>
            </p:cNvGrpSpPr>
            <p:nvPr/>
          </p:nvGrpSpPr>
          <p:grpSpPr bwMode="auto">
            <a:xfrm>
              <a:off x="4630" y="2490"/>
              <a:ext cx="353" cy="80"/>
              <a:chOff x="4701" y="3357"/>
              <a:chExt cx="353" cy="80"/>
            </a:xfrm>
          </p:grpSpPr>
          <p:sp>
            <p:nvSpPr>
              <p:cNvPr id="27687" name="Freeform 50">
                <a:extLst>
                  <a:ext uri="{FF2B5EF4-FFF2-40B4-BE49-F238E27FC236}">
                    <a16:creationId xmlns:a16="http://schemas.microsoft.com/office/drawing/2014/main" id="{28F37A8E-BFAE-F00E-65D5-F9BC56950E3B}"/>
                  </a:ext>
                </a:extLst>
              </p:cNvPr>
              <p:cNvSpPr>
                <a:spLocks/>
              </p:cNvSpPr>
              <p:nvPr/>
            </p:nvSpPr>
            <p:spPr bwMode="auto">
              <a:xfrm>
                <a:off x="4897" y="3357"/>
                <a:ext cx="157" cy="80"/>
              </a:xfrm>
              <a:custGeom>
                <a:avLst/>
                <a:gdLst>
                  <a:gd name="T0" fmla="*/ 157 w 157"/>
                  <a:gd name="T1" fmla="*/ 40 h 80"/>
                  <a:gd name="T2" fmla="*/ 0 w 157"/>
                  <a:gd name="T3" fmla="*/ 80 h 80"/>
                  <a:gd name="T4" fmla="*/ 0 w 157"/>
                  <a:gd name="T5" fmla="*/ 40 h 80"/>
                  <a:gd name="T6" fmla="*/ 0 w 157"/>
                  <a:gd name="T7" fmla="*/ 0 h 80"/>
                  <a:gd name="T8" fmla="*/ 157 w 157"/>
                  <a:gd name="T9" fmla="*/ 40 h 80"/>
                  <a:gd name="T10" fmla="*/ 0 60000 65536"/>
                  <a:gd name="T11" fmla="*/ 0 60000 65536"/>
                  <a:gd name="T12" fmla="*/ 0 60000 65536"/>
                  <a:gd name="T13" fmla="*/ 0 60000 65536"/>
                  <a:gd name="T14" fmla="*/ 0 60000 65536"/>
                  <a:gd name="T15" fmla="*/ 0 w 157"/>
                  <a:gd name="T16" fmla="*/ 0 h 80"/>
                  <a:gd name="T17" fmla="*/ 157 w 157"/>
                  <a:gd name="T18" fmla="*/ 80 h 80"/>
                </a:gdLst>
                <a:ahLst/>
                <a:cxnLst>
                  <a:cxn ang="T10">
                    <a:pos x="T0" y="T1"/>
                  </a:cxn>
                  <a:cxn ang="T11">
                    <a:pos x="T2" y="T3"/>
                  </a:cxn>
                  <a:cxn ang="T12">
                    <a:pos x="T4" y="T5"/>
                  </a:cxn>
                  <a:cxn ang="T13">
                    <a:pos x="T6" y="T7"/>
                  </a:cxn>
                  <a:cxn ang="T14">
                    <a:pos x="T8" y="T9"/>
                  </a:cxn>
                </a:cxnLst>
                <a:rect l="T15" t="T16" r="T17" b="T18"/>
                <a:pathLst>
                  <a:path w="157" h="80">
                    <a:moveTo>
                      <a:pt x="157" y="40"/>
                    </a:moveTo>
                    <a:lnTo>
                      <a:pt x="0" y="80"/>
                    </a:lnTo>
                    <a:lnTo>
                      <a:pt x="0" y="40"/>
                    </a:lnTo>
                    <a:lnTo>
                      <a:pt x="0" y="0"/>
                    </a:lnTo>
                    <a:lnTo>
                      <a:pt x="157" y="40"/>
                    </a:lnTo>
                    <a:close/>
                  </a:path>
                </a:pathLst>
              </a:custGeom>
              <a:solidFill>
                <a:srgbClr val="000000"/>
              </a:solidFill>
              <a:ln>
                <a:noFill/>
              </a:ln>
              <a:extLst>
                <a:ext uri="{91240B29-F687-4F45-9708-019B960494DF}">
                  <a14:hiddenLine xmlns:a14="http://schemas.microsoft.com/office/drawing/2010/main" w="25400">
                    <a:solidFill>
                      <a:srgbClr val="000000"/>
                    </a:solidFill>
                    <a:round/>
                    <a:headEnd/>
                    <a:tailEnd/>
                  </a14:hiddenLine>
                </a:ext>
              </a:extLst>
            </p:spPr>
            <p:txBody>
              <a:bodyPr/>
              <a:lstStyle/>
              <a:p>
                <a:endParaRPr lang="en-US"/>
              </a:p>
            </p:txBody>
          </p:sp>
          <p:sp>
            <p:nvSpPr>
              <p:cNvPr id="27688" name="Line 51">
                <a:extLst>
                  <a:ext uri="{FF2B5EF4-FFF2-40B4-BE49-F238E27FC236}">
                    <a16:creationId xmlns:a16="http://schemas.microsoft.com/office/drawing/2014/main" id="{651E4798-CD76-D7AB-99D6-3C409030A90D}"/>
                  </a:ext>
                </a:extLst>
              </p:cNvPr>
              <p:cNvSpPr>
                <a:spLocks noChangeShapeType="1"/>
              </p:cNvSpPr>
              <p:nvPr/>
            </p:nvSpPr>
            <p:spPr bwMode="auto">
              <a:xfrm>
                <a:off x="4701" y="3397"/>
                <a:ext cx="196"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7681" name="Line 52">
              <a:extLst>
                <a:ext uri="{FF2B5EF4-FFF2-40B4-BE49-F238E27FC236}">
                  <a16:creationId xmlns:a16="http://schemas.microsoft.com/office/drawing/2014/main" id="{A52FADF2-588A-6CAF-4E39-83E7420CA338}"/>
                </a:ext>
              </a:extLst>
            </p:cNvPr>
            <p:cNvSpPr>
              <a:spLocks noChangeShapeType="1"/>
            </p:cNvSpPr>
            <p:nvPr/>
          </p:nvSpPr>
          <p:spPr bwMode="auto">
            <a:xfrm>
              <a:off x="2543" y="2012"/>
              <a:ext cx="1" cy="6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2" name="Line 53">
              <a:extLst>
                <a:ext uri="{FF2B5EF4-FFF2-40B4-BE49-F238E27FC236}">
                  <a16:creationId xmlns:a16="http://schemas.microsoft.com/office/drawing/2014/main" id="{2C4BD1F2-3A78-101F-2B3A-E74CA84F9611}"/>
                </a:ext>
              </a:extLst>
            </p:cNvPr>
            <p:cNvSpPr>
              <a:spLocks noChangeShapeType="1"/>
            </p:cNvSpPr>
            <p:nvPr/>
          </p:nvSpPr>
          <p:spPr bwMode="auto">
            <a:xfrm>
              <a:off x="2543" y="2646"/>
              <a:ext cx="1642"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3" name="Line 54">
              <a:extLst>
                <a:ext uri="{FF2B5EF4-FFF2-40B4-BE49-F238E27FC236}">
                  <a16:creationId xmlns:a16="http://schemas.microsoft.com/office/drawing/2014/main" id="{F054B941-8F6E-49A5-F566-5F3E2ACE5497}"/>
                </a:ext>
              </a:extLst>
            </p:cNvPr>
            <p:cNvSpPr>
              <a:spLocks noChangeShapeType="1"/>
            </p:cNvSpPr>
            <p:nvPr/>
          </p:nvSpPr>
          <p:spPr bwMode="auto">
            <a:xfrm>
              <a:off x="4031" y="2026"/>
              <a:ext cx="1" cy="3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4" name="Line 55">
              <a:extLst>
                <a:ext uri="{FF2B5EF4-FFF2-40B4-BE49-F238E27FC236}">
                  <a16:creationId xmlns:a16="http://schemas.microsoft.com/office/drawing/2014/main" id="{0855A373-211F-565E-53E2-9C979A54AE22}"/>
                </a:ext>
              </a:extLst>
            </p:cNvPr>
            <p:cNvSpPr>
              <a:spLocks noChangeShapeType="1"/>
            </p:cNvSpPr>
            <p:nvPr/>
          </p:nvSpPr>
          <p:spPr bwMode="auto">
            <a:xfrm>
              <a:off x="4031" y="2395"/>
              <a:ext cx="167" cy="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7685" name="Rectangle 56">
              <a:extLst>
                <a:ext uri="{FF2B5EF4-FFF2-40B4-BE49-F238E27FC236}">
                  <a16:creationId xmlns:a16="http://schemas.microsoft.com/office/drawing/2014/main" id="{B50D9037-9103-9040-CD48-6E492FD5161D}"/>
                </a:ext>
              </a:extLst>
            </p:cNvPr>
            <p:cNvSpPr>
              <a:spLocks noChangeArrowheads="1"/>
            </p:cNvSpPr>
            <p:nvPr/>
          </p:nvSpPr>
          <p:spPr bwMode="auto">
            <a:xfrm>
              <a:off x="4981" y="1604"/>
              <a:ext cx="10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S</a:t>
              </a:r>
              <a:endParaRPr lang="en-US" altLang="en-US" sz="1600">
                <a:solidFill>
                  <a:schemeClr val="hlink"/>
                </a:solidFill>
              </a:endParaRPr>
            </a:p>
          </p:txBody>
        </p:sp>
        <p:sp>
          <p:nvSpPr>
            <p:cNvPr id="27686" name="Rectangle 57">
              <a:extLst>
                <a:ext uri="{FF2B5EF4-FFF2-40B4-BE49-F238E27FC236}">
                  <a16:creationId xmlns:a16="http://schemas.microsoft.com/office/drawing/2014/main" id="{9EFC647D-DFB3-ED4C-66C9-C14801EAF820}"/>
                </a:ext>
              </a:extLst>
            </p:cNvPr>
            <p:cNvSpPr>
              <a:spLocks noChangeArrowheads="1"/>
            </p:cNvSpPr>
            <p:nvPr/>
          </p:nvSpPr>
          <p:spPr bwMode="auto">
            <a:xfrm>
              <a:off x="5040" y="2409"/>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0" tIns="0" rIns="0" bIns="0">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ct val="50000"/>
                </a:spcBef>
              </a:pPr>
              <a:r>
                <a:rPr lang="en-US" altLang="en-US" sz="2000">
                  <a:solidFill>
                    <a:srgbClr val="000000"/>
                  </a:solidFill>
                </a:rPr>
                <a:t>CO</a:t>
              </a:r>
              <a:endParaRPr lang="en-US" altLang="en-US" sz="1600">
                <a:solidFill>
                  <a:schemeClr val="hlink"/>
                </a:solidFill>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4">
            <a:extLst>
              <a:ext uri="{FF2B5EF4-FFF2-40B4-BE49-F238E27FC236}">
                <a16:creationId xmlns:a16="http://schemas.microsoft.com/office/drawing/2014/main" id="{D9A2A7BE-DB7F-37A1-8FF8-329570FDE95D}"/>
              </a:ext>
            </a:extLst>
          </p:cNvPr>
          <p:cNvSpPr>
            <a:spLocks noGrp="1" noChangeArrowheads="1"/>
          </p:cNvSpPr>
          <p:nvPr>
            <p:ph type="title"/>
          </p:nvPr>
        </p:nvSpPr>
        <p:spPr/>
        <p:txBody>
          <a:bodyPr/>
          <a:lstStyle/>
          <a:p>
            <a:r>
              <a:rPr lang="en-US" altLang="en-US"/>
              <a:t>The Serial Adder</a:t>
            </a:r>
            <a:endParaRPr lang="ru-RU" altLang="en-US"/>
          </a:p>
        </p:txBody>
      </p:sp>
      <p:sp>
        <p:nvSpPr>
          <p:cNvPr id="28675" name="AutoShape 17">
            <a:extLst>
              <a:ext uri="{FF2B5EF4-FFF2-40B4-BE49-F238E27FC236}">
                <a16:creationId xmlns:a16="http://schemas.microsoft.com/office/drawing/2014/main" id="{EF72BF1D-0D31-66EB-4C7F-035514B7486B}"/>
              </a:ext>
            </a:extLst>
          </p:cNvPr>
          <p:cNvSpPr>
            <a:spLocks noChangeArrowheads="1"/>
          </p:cNvSpPr>
          <p:nvPr/>
        </p:nvSpPr>
        <p:spPr bwMode="auto">
          <a:xfrm rot="5400000">
            <a:off x="10109995" y="6044407"/>
            <a:ext cx="155575" cy="106363"/>
          </a:xfrm>
          <a:prstGeom prst="triangle">
            <a:avLst>
              <a:gd name="adj" fmla="val 50000"/>
            </a:avLst>
          </a:prstGeom>
          <a:solidFill>
            <a:schemeClr val="accent1"/>
          </a:solidFill>
          <a:ln w="2857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nvGrpSpPr>
          <p:cNvPr id="28676" name="Group 60">
            <a:extLst>
              <a:ext uri="{FF2B5EF4-FFF2-40B4-BE49-F238E27FC236}">
                <a16:creationId xmlns:a16="http://schemas.microsoft.com/office/drawing/2014/main" id="{58D0AE7E-4ACA-7E41-61CB-13EE62D41C96}"/>
              </a:ext>
            </a:extLst>
          </p:cNvPr>
          <p:cNvGrpSpPr>
            <a:grpSpLocks/>
          </p:cNvGrpSpPr>
          <p:nvPr/>
        </p:nvGrpSpPr>
        <p:grpSpPr bwMode="auto">
          <a:xfrm>
            <a:off x="1839914" y="1397000"/>
            <a:ext cx="8447087" cy="4178300"/>
            <a:chOff x="315912" y="1397000"/>
            <a:chExt cx="8447088" cy="4178300"/>
          </a:xfrm>
        </p:grpSpPr>
        <p:grpSp>
          <p:nvGrpSpPr>
            <p:cNvPr id="28677" name="Group 58">
              <a:extLst>
                <a:ext uri="{FF2B5EF4-FFF2-40B4-BE49-F238E27FC236}">
                  <a16:creationId xmlns:a16="http://schemas.microsoft.com/office/drawing/2014/main" id="{52CCB15F-C24F-AF5A-7968-D38F79DFD304}"/>
                </a:ext>
              </a:extLst>
            </p:cNvPr>
            <p:cNvGrpSpPr>
              <a:grpSpLocks/>
            </p:cNvGrpSpPr>
            <p:nvPr/>
          </p:nvGrpSpPr>
          <p:grpSpPr bwMode="auto">
            <a:xfrm>
              <a:off x="315912" y="1397000"/>
              <a:ext cx="8447088" cy="4178300"/>
              <a:chOff x="179388" y="1557338"/>
              <a:chExt cx="8496300" cy="4178300"/>
            </a:xfrm>
          </p:grpSpPr>
          <p:sp>
            <p:nvSpPr>
              <p:cNvPr id="25604" name="Rectangle 5">
                <a:extLst>
                  <a:ext uri="{FF2B5EF4-FFF2-40B4-BE49-F238E27FC236}">
                    <a16:creationId xmlns:a16="http://schemas.microsoft.com/office/drawing/2014/main" id="{DED9EA8F-4F56-4884-933D-E0522B61730A}"/>
                  </a:ext>
                </a:extLst>
              </p:cNvPr>
              <p:cNvSpPr>
                <a:spLocks noChangeArrowheads="1"/>
              </p:cNvSpPr>
              <p:nvPr/>
            </p:nvSpPr>
            <p:spPr bwMode="auto">
              <a:xfrm>
                <a:off x="939440" y="2205038"/>
                <a:ext cx="2420671" cy="576263"/>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r>
                  <a:rPr lang="en-US" sz="2000" dirty="0">
                    <a:latin typeface="Arial" charset="0"/>
                    <a:cs typeface="Arial" charset="0"/>
                  </a:rPr>
                  <a:t>a</a:t>
                </a:r>
                <a:r>
                  <a:rPr lang="en-US" sz="2000" baseline="-25000" dirty="0">
                    <a:latin typeface="Arial" charset="0"/>
                    <a:cs typeface="Arial" charset="0"/>
                  </a:rPr>
                  <a:t>n-1  </a:t>
                </a:r>
                <a:r>
                  <a:rPr lang="en-US" sz="2000" dirty="0">
                    <a:latin typeface="Arial" charset="0"/>
                    <a:cs typeface="Arial" charset="0"/>
                  </a:rPr>
                  <a:t>a</a:t>
                </a:r>
                <a:r>
                  <a:rPr lang="en-US" sz="2000" baseline="-25000" dirty="0">
                    <a:latin typeface="Arial" charset="0"/>
                    <a:cs typeface="Arial" charset="0"/>
                  </a:rPr>
                  <a:t>n-2  </a:t>
                </a:r>
                <a:r>
                  <a:rPr lang="en-US" sz="2000" dirty="0">
                    <a:latin typeface="Arial" charset="0"/>
                    <a:cs typeface="Arial" charset="0"/>
                  </a:rPr>
                  <a:t>. . .   a</a:t>
                </a:r>
                <a:r>
                  <a:rPr lang="en-US" sz="2000" baseline="-25000" dirty="0">
                    <a:latin typeface="Arial" charset="0"/>
                    <a:cs typeface="Arial" charset="0"/>
                  </a:rPr>
                  <a:t>1</a:t>
                </a:r>
                <a:r>
                  <a:rPr lang="en-US" sz="2000" dirty="0">
                    <a:latin typeface="Arial" charset="0"/>
                    <a:cs typeface="Arial" charset="0"/>
                  </a:rPr>
                  <a:t>   a</a:t>
                </a:r>
                <a:r>
                  <a:rPr lang="en-US" sz="2000" baseline="-25000" dirty="0">
                    <a:latin typeface="Arial" charset="0"/>
                    <a:cs typeface="Arial" charset="0"/>
                  </a:rPr>
                  <a:t>0</a:t>
                </a:r>
                <a:r>
                  <a:rPr lang="en-US" sz="2000" dirty="0">
                    <a:latin typeface="Arial" charset="0"/>
                    <a:cs typeface="Arial" charset="0"/>
                  </a:rPr>
                  <a:t>  </a:t>
                </a:r>
                <a:endParaRPr lang="ru-RU" sz="2000" dirty="0">
                  <a:latin typeface="Arial" charset="0"/>
                  <a:cs typeface="Arial" charset="0"/>
                </a:endParaRPr>
              </a:p>
            </p:txBody>
          </p:sp>
          <p:sp>
            <p:nvSpPr>
              <p:cNvPr id="28680" name="Line 6">
                <a:extLst>
                  <a:ext uri="{FF2B5EF4-FFF2-40B4-BE49-F238E27FC236}">
                    <a16:creationId xmlns:a16="http://schemas.microsoft.com/office/drawing/2014/main" id="{1ADAC987-041F-4799-1D7B-1D93A90E0AA6}"/>
                  </a:ext>
                </a:extLst>
              </p:cNvPr>
              <p:cNvSpPr>
                <a:spLocks noChangeShapeType="1"/>
              </p:cNvSpPr>
              <p:nvPr/>
            </p:nvSpPr>
            <p:spPr bwMode="auto">
              <a:xfrm>
                <a:off x="1414463" y="220503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1" name="Line 7">
                <a:extLst>
                  <a:ext uri="{FF2B5EF4-FFF2-40B4-BE49-F238E27FC236}">
                    <a16:creationId xmlns:a16="http://schemas.microsoft.com/office/drawing/2014/main" id="{968278B8-976F-46E8-36F3-7B12718F0F2F}"/>
                  </a:ext>
                </a:extLst>
              </p:cNvPr>
              <p:cNvSpPr>
                <a:spLocks noChangeShapeType="1"/>
              </p:cNvSpPr>
              <p:nvPr/>
            </p:nvSpPr>
            <p:spPr bwMode="auto">
              <a:xfrm>
                <a:off x="1935163" y="220503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2" name="Line 12">
                <a:extLst>
                  <a:ext uri="{FF2B5EF4-FFF2-40B4-BE49-F238E27FC236}">
                    <a16:creationId xmlns:a16="http://schemas.microsoft.com/office/drawing/2014/main" id="{FA86FC87-6F18-AF0E-3125-321E0872A41B}"/>
                  </a:ext>
                </a:extLst>
              </p:cNvPr>
              <p:cNvSpPr>
                <a:spLocks noChangeShapeType="1"/>
              </p:cNvSpPr>
              <p:nvPr/>
            </p:nvSpPr>
            <p:spPr bwMode="auto">
              <a:xfrm>
                <a:off x="2444750" y="220503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3" name="Line 13">
                <a:extLst>
                  <a:ext uri="{FF2B5EF4-FFF2-40B4-BE49-F238E27FC236}">
                    <a16:creationId xmlns:a16="http://schemas.microsoft.com/office/drawing/2014/main" id="{D915C136-2255-C3DE-4EC6-CEDD906C72F3}"/>
                  </a:ext>
                </a:extLst>
              </p:cNvPr>
              <p:cNvSpPr>
                <a:spLocks noChangeShapeType="1"/>
              </p:cNvSpPr>
              <p:nvPr/>
            </p:nvSpPr>
            <p:spPr bwMode="auto">
              <a:xfrm>
                <a:off x="2854325" y="220503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09" name="Rectangle 19">
                <a:extLst>
                  <a:ext uri="{FF2B5EF4-FFF2-40B4-BE49-F238E27FC236}">
                    <a16:creationId xmlns:a16="http://schemas.microsoft.com/office/drawing/2014/main" id="{EF9577FF-46DC-4A7B-AC21-3DD3F956432C}"/>
                  </a:ext>
                </a:extLst>
              </p:cNvPr>
              <p:cNvSpPr>
                <a:spLocks noChangeArrowheads="1"/>
              </p:cNvSpPr>
              <p:nvPr/>
            </p:nvSpPr>
            <p:spPr bwMode="auto">
              <a:xfrm>
                <a:off x="4374047" y="1916113"/>
                <a:ext cx="1296560" cy="1657350"/>
              </a:xfrm>
              <a:prstGeom prst="rect">
                <a:avLst/>
              </a:prstGeom>
              <a:solidFill>
                <a:schemeClr val="accent1">
                  <a:lumMod val="60000"/>
                  <a:lumOff val="40000"/>
                </a:schemeClr>
              </a:solidFill>
              <a:ln w="19050">
                <a:solidFill>
                  <a:schemeClr val="tx1"/>
                </a:solidFill>
                <a:miter lim="800000"/>
                <a:headEnd/>
                <a:tailEnd/>
              </a:ln>
            </p:spPr>
            <p:txBody>
              <a:bodyPr wrap="none"/>
              <a:lstStyle/>
              <a:p>
                <a:pPr indent="1001713">
                  <a:defRPr/>
                </a:pPr>
                <a:br>
                  <a:rPr lang="en-US" sz="2400" dirty="0">
                    <a:latin typeface="Arial" charset="0"/>
                    <a:cs typeface="Arial" charset="0"/>
                  </a:rPr>
                </a:br>
                <a:r>
                  <a:rPr lang="en-US" sz="2400" dirty="0">
                    <a:latin typeface="Arial" charset="0"/>
                    <a:cs typeface="Arial" charset="0"/>
                  </a:rPr>
                  <a:t>A      </a:t>
                </a:r>
                <a:br>
                  <a:rPr lang="en-US" sz="2400" dirty="0">
                    <a:latin typeface="Arial" charset="0"/>
                    <a:cs typeface="Arial" charset="0"/>
                  </a:rPr>
                </a:br>
                <a:r>
                  <a:rPr lang="en-US" sz="2400" dirty="0">
                    <a:latin typeface="Arial" charset="0"/>
                    <a:cs typeface="Arial" charset="0"/>
                  </a:rPr>
                  <a:t>B</a:t>
                </a:r>
                <a:br>
                  <a:rPr lang="en-US" sz="2400" dirty="0">
                    <a:latin typeface="Arial" charset="0"/>
                    <a:cs typeface="Arial" charset="0"/>
                  </a:rPr>
                </a:br>
                <a:r>
                  <a:rPr lang="en-US" sz="2400" dirty="0" err="1">
                    <a:latin typeface="Arial" charset="0"/>
                    <a:cs typeface="Arial" charset="0"/>
                  </a:rPr>
                  <a:t>C</a:t>
                </a:r>
                <a:r>
                  <a:rPr lang="en-US" sz="2400" b="1" baseline="-25000" dirty="0" err="1">
                    <a:latin typeface="Arial" charset="0"/>
                    <a:cs typeface="Arial" charset="0"/>
                  </a:rPr>
                  <a:t>in</a:t>
                </a:r>
                <a:endParaRPr lang="en-US" sz="2400" b="1" dirty="0">
                  <a:latin typeface="Arial" charset="0"/>
                  <a:cs typeface="Arial" charset="0"/>
                </a:endParaRPr>
              </a:p>
              <a:p>
                <a:pPr indent="1001713">
                  <a:defRPr/>
                </a:pPr>
                <a:endParaRPr lang="ru-RU" sz="2400" dirty="0">
                  <a:latin typeface="Arial" charset="0"/>
                  <a:cs typeface="Arial" charset="0"/>
                </a:endParaRPr>
              </a:p>
            </p:txBody>
          </p:sp>
          <p:sp>
            <p:nvSpPr>
              <p:cNvPr id="28685" name="Text Box 20">
                <a:extLst>
                  <a:ext uri="{FF2B5EF4-FFF2-40B4-BE49-F238E27FC236}">
                    <a16:creationId xmlns:a16="http://schemas.microsoft.com/office/drawing/2014/main" id="{9D5F1DF2-FE1E-510B-9FA6-F20631EEEFB2}"/>
                  </a:ext>
                </a:extLst>
              </p:cNvPr>
              <p:cNvSpPr txBox="1">
                <a:spLocks noChangeArrowheads="1"/>
              </p:cNvSpPr>
              <p:nvPr/>
            </p:nvSpPr>
            <p:spPr bwMode="auto">
              <a:xfrm>
                <a:off x="4805363" y="1989138"/>
                <a:ext cx="5762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FA</a:t>
                </a:r>
                <a:endParaRPr lang="ru-RU" altLang="en-US" sz="2400"/>
              </a:p>
            </p:txBody>
          </p:sp>
          <p:sp>
            <p:nvSpPr>
              <p:cNvPr id="28686" name="Text Box 21">
                <a:extLst>
                  <a:ext uri="{FF2B5EF4-FFF2-40B4-BE49-F238E27FC236}">
                    <a16:creationId xmlns:a16="http://schemas.microsoft.com/office/drawing/2014/main" id="{6E19A014-BDAD-39B3-283B-16674E62A69D}"/>
                  </a:ext>
                </a:extLst>
              </p:cNvPr>
              <p:cNvSpPr txBox="1">
                <a:spLocks noChangeArrowheads="1"/>
              </p:cNvSpPr>
              <p:nvPr/>
            </p:nvSpPr>
            <p:spPr bwMode="auto">
              <a:xfrm>
                <a:off x="5210175" y="2279650"/>
                <a:ext cx="5762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S</a:t>
                </a:r>
                <a:endParaRPr lang="ru-RU" altLang="en-US" sz="2400"/>
              </a:p>
            </p:txBody>
          </p:sp>
          <p:sp>
            <p:nvSpPr>
              <p:cNvPr id="28687" name="Text Box 22">
                <a:extLst>
                  <a:ext uri="{FF2B5EF4-FFF2-40B4-BE49-F238E27FC236}">
                    <a16:creationId xmlns:a16="http://schemas.microsoft.com/office/drawing/2014/main" id="{7B3C42BF-34F4-E35A-D60A-6C58ED6F4C43}"/>
                  </a:ext>
                </a:extLst>
              </p:cNvPr>
              <p:cNvSpPr txBox="1">
                <a:spLocks noChangeArrowheads="1"/>
              </p:cNvSpPr>
              <p:nvPr/>
            </p:nvSpPr>
            <p:spPr bwMode="auto">
              <a:xfrm>
                <a:off x="4949825" y="2947988"/>
                <a:ext cx="7508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C</a:t>
                </a:r>
                <a:r>
                  <a:rPr lang="en-US" altLang="en-US" sz="2400" b="1" baseline="-25000"/>
                  <a:t>out</a:t>
                </a:r>
                <a:endParaRPr lang="ru-RU" altLang="en-US" sz="2400" b="1"/>
              </a:p>
            </p:txBody>
          </p:sp>
          <p:sp>
            <p:nvSpPr>
              <p:cNvPr id="28688" name="Line 23">
                <a:extLst>
                  <a:ext uri="{FF2B5EF4-FFF2-40B4-BE49-F238E27FC236}">
                    <a16:creationId xmlns:a16="http://schemas.microsoft.com/office/drawing/2014/main" id="{58556C32-0E39-511B-0C02-2CF6E5215BEB}"/>
                  </a:ext>
                </a:extLst>
              </p:cNvPr>
              <p:cNvSpPr>
                <a:spLocks noChangeShapeType="1"/>
              </p:cNvSpPr>
              <p:nvPr/>
            </p:nvSpPr>
            <p:spPr bwMode="auto">
              <a:xfrm>
                <a:off x="3371850" y="2492375"/>
                <a:ext cx="9715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89" name="Line 24">
                <a:extLst>
                  <a:ext uri="{FF2B5EF4-FFF2-40B4-BE49-F238E27FC236}">
                    <a16:creationId xmlns:a16="http://schemas.microsoft.com/office/drawing/2014/main" id="{046565E1-2486-4F39-8E54-AF82DEF350E5}"/>
                  </a:ext>
                </a:extLst>
              </p:cNvPr>
              <p:cNvSpPr>
                <a:spLocks noChangeShapeType="1"/>
              </p:cNvSpPr>
              <p:nvPr/>
            </p:nvSpPr>
            <p:spPr bwMode="auto">
              <a:xfrm>
                <a:off x="3362325" y="3644900"/>
                <a:ext cx="5048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0" name="Line 25">
                <a:extLst>
                  <a:ext uri="{FF2B5EF4-FFF2-40B4-BE49-F238E27FC236}">
                    <a16:creationId xmlns:a16="http://schemas.microsoft.com/office/drawing/2014/main" id="{2BD09746-89B6-B6D4-13EB-4073D66E7759}"/>
                  </a:ext>
                </a:extLst>
              </p:cNvPr>
              <p:cNvSpPr>
                <a:spLocks noChangeShapeType="1"/>
              </p:cNvSpPr>
              <p:nvPr/>
            </p:nvSpPr>
            <p:spPr bwMode="auto">
              <a:xfrm flipV="1">
                <a:off x="3867150" y="2952750"/>
                <a:ext cx="0" cy="68421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1" name="Line 26">
                <a:extLst>
                  <a:ext uri="{FF2B5EF4-FFF2-40B4-BE49-F238E27FC236}">
                    <a16:creationId xmlns:a16="http://schemas.microsoft.com/office/drawing/2014/main" id="{10B3D291-4734-A028-6874-DA88659D8488}"/>
                  </a:ext>
                </a:extLst>
              </p:cNvPr>
              <p:cNvSpPr>
                <a:spLocks noChangeShapeType="1"/>
              </p:cNvSpPr>
              <p:nvPr/>
            </p:nvSpPr>
            <p:spPr bwMode="auto">
              <a:xfrm>
                <a:off x="3867150" y="2952750"/>
                <a:ext cx="5032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2" name="Line 27">
                <a:extLst>
                  <a:ext uri="{FF2B5EF4-FFF2-40B4-BE49-F238E27FC236}">
                    <a16:creationId xmlns:a16="http://schemas.microsoft.com/office/drawing/2014/main" id="{04DA3548-CBD4-1151-E9BD-5D6228E6BFB5}"/>
                  </a:ext>
                </a:extLst>
              </p:cNvPr>
              <p:cNvSpPr>
                <a:spLocks noChangeShapeType="1"/>
              </p:cNvSpPr>
              <p:nvPr/>
            </p:nvSpPr>
            <p:spPr bwMode="auto">
              <a:xfrm>
                <a:off x="5666048" y="2492375"/>
                <a:ext cx="5762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18" name="Rectangle 33">
                <a:extLst>
                  <a:ext uri="{FF2B5EF4-FFF2-40B4-BE49-F238E27FC236}">
                    <a16:creationId xmlns:a16="http://schemas.microsoft.com/office/drawing/2014/main" id="{0C9E7FDC-C05B-41DF-9CF0-9E665C9866A7}"/>
                  </a:ext>
                </a:extLst>
              </p:cNvPr>
              <p:cNvSpPr>
                <a:spLocks noChangeArrowheads="1"/>
              </p:cNvSpPr>
              <p:nvPr/>
            </p:nvSpPr>
            <p:spPr bwMode="auto">
              <a:xfrm>
                <a:off x="926666" y="3379788"/>
                <a:ext cx="2420671" cy="576263"/>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r>
                  <a:rPr lang="en-US" sz="2000">
                    <a:latin typeface="Arial" charset="0"/>
                    <a:cs typeface="Arial" charset="0"/>
                  </a:rPr>
                  <a:t>b</a:t>
                </a:r>
                <a:r>
                  <a:rPr lang="en-US" sz="2000" baseline="-25000">
                    <a:latin typeface="Arial" charset="0"/>
                    <a:cs typeface="Arial" charset="0"/>
                  </a:rPr>
                  <a:t>n-1  </a:t>
                </a:r>
                <a:r>
                  <a:rPr lang="en-US" sz="2000">
                    <a:latin typeface="Arial" charset="0"/>
                    <a:cs typeface="Arial" charset="0"/>
                  </a:rPr>
                  <a:t>b</a:t>
                </a:r>
                <a:r>
                  <a:rPr lang="en-US" sz="2000" baseline="-25000">
                    <a:latin typeface="Arial" charset="0"/>
                    <a:cs typeface="Arial" charset="0"/>
                  </a:rPr>
                  <a:t>n-2  </a:t>
                </a:r>
                <a:r>
                  <a:rPr lang="en-US" sz="2000">
                    <a:latin typeface="Arial" charset="0"/>
                    <a:cs typeface="Arial" charset="0"/>
                  </a:rPr>
                  <a:t>. . .   b</a:t>
                </a:r>
                <a:r>
                  <a:rPr lang="en-US" sz="2000" baseline="-25000">
                    <a:latin typeface="Arial" charset="0"/>
                    <a:cs typeface="Arial" charset="0"/>
                  </a:rPr>
                  <a:t>1</a:t>
                </a:r>
                <a:r>
                  <a:rPr lang="en-US" sz="2000">
                    <a:latin typeface="Arial" charset="0"/>
                    <a:cs typeface="Arial" charset="0"/>
                  </a:rPr>
                  <a:t>   b</a:t>
                </a:r>
                <a:r>
                  <a:rPr lang="en-US" sz="2000" baseline="-25000">
                    <a:latin typeface="Arial" charset="0"/>
                    <a:cs typeface="Arial" charset="0"/>
                  </a:rPr>
                  <a:t>0</a:t>
                </a:r>
                <a:r>
                  <a:rPr lang="en-US" sz="2000">
                    <a:latin typeface="Arial" charset="0"/>
                    <a:cs typeface="Arial" charset="0"/>
                  </a:rPr>
                  <a:t>  </a:t>
                </a:r>
                <a:endParaRPr lang="ru-RU" sz="2000">
                  <a:latin typeface="Arial" charset="0"/>
                  <a:cs typeface="Arial" charset="0"/>
                </a:endParaRPr>
              </a:p>
            </p:txBody>
          </p:sp>
          <p:sp>
            <p:nvSpPr>
              <p:cNvPr id="28694" name="Line 34">
                <a:extLst>
                  <a:ext uri="{FF2B5EF4-FFF2-40B4-BE49-F238E27FC236}">
                    <a16:creationId xmlns:a16="http://schemas.microsoft.com/office/drawing/2014/main" id="{17CD3E9C-33E8-7C1C-FEF1-3FC44A676DED}"/>
                  </a:ext>
                </a:extLst>
              </p:cNvPr>
              <p:cNvSpPr>
                <a:spLocks noChangeShapeType="1"/>
              </p:cNvSpPr>
              <p:nvPr/>
            </p:nvSpPr>
            <p:spPr bwMode="auto">
              <a:xfrm>
                <a:off x="1401763" y="337978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5" name="Line 35">
                <a:extLst>
                  <a:ext uri="{FF2B5EF4-FFF2-40B4-BE49-F238E27FC236}">
                    <a16:creationId xmlns:a16="http://schemas.microsoft.com/office/drawing/2014/main" id="{D8768A4F-5823-E03E-1CC2-A7F84065F284}"/>
                  </a:ext>
                </a:extLst>
              </p:cNvPr>
              <p:cNvSpPr>
                <a:spLocks noChangeShapeType="1"/>
              </p:cNvSpPr>
              <p:nvPr/>
            </p:nvSpPr>
            <p:spPr bwMode="auto">
              <a:xfrm>
                <a:off x="1922463" y="337978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6" name="Line 36">
                <a:extLst>
                  <a:ext uri="{FF2B5EF4-FFF2-40B4-BE49-F238E27FC236}">
                    <a16:creationId xmlns:a16="http://schemas.microsoft.com/office/drawing/2014/main" id="{295E56DE-3D29-93C1-1E20-309FC6F1D86B}"/>
                  </a:ext>
                </a:extLst>
              </p:cNvPr>
              <p:cNvSpPr>
                <a:spLocks noChangeShapeType="1"/>
              </p:cNvSpPr>
              <p:nvPr/>
            </p:nvSpPr>
            <p:spPr bwMode="auto">
              <a:xfrm>
                <a:off x="2432050" y="337978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697" name="Line 37">
                <a:extLst>
                  <a:ext uri="{FF2B5EF4-FFF2-40B4-BE49-F238E27FC236}">
                    <a16:creationId xmlns:a16="http://schemas.microsoft.com/office/drawing/2014/main" id="{58DBDEFA-A76B-0E2F-8489-E72C85D67481}"/>
                  </a:ext>
                </a:extLst>
              </p:cNvPr>
              <p:cNvSpPr>
                <a:spLocks noChangeShapeType="1"/>
              </p:cNvSpPr>
              <p:nvPr/>
            </p:nvSpPr>
            <p:spPr bwMode="auto">
              <a:xfrm>
                <a:off x="2841625" y="3379788"/>
                <a:ext cx="0" cy="5762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3" name="Rectangle 38">
                <a:extLst>
                  <a:ext uri="{FF2B5EF4-FFF2-40B4-BE49-F238E27FC236}">
                    <a16:creationId xmlns:a16="http://schemas.microsoft.com/office/drawing/2014/main" id="{B53C1A1B-259D-4982-B688-49800377DF18}"/>
                  </a:ext>
                </a:extLst>
              </p:cNvPr>
              <p:cNvSpPr>
                <a:spLocks noChangeArrowheads="1"/>
              </p:cNvSpPr>
              <p:nvPr/>
            </p:nvSpPr>
            <p:spPr bwMode="auto">
              <a:xfrm>
                <a:off x="6255017" y="2219326"/>
                <a:ext cx="2420671" cy="576262"/>
              </a:xfrm>
              <a:prstGeom prst="rect">
                <a:avLst/>
              </a:prstGeom>
              <a:solidFill>
                <a:schemeClr val="accent1">
                  <a:lumMod val="60000"/>
                  <a:lumOff val="40000"/>
                </a:schemeClr>
              </a:solidFill>
              <a:ln w="19050">
                <a:solidFill>
                  <a:schemeClr val="tx1"/>
                </a:solidFill>
                <a:miter lim="800000"/>
                <a:headEnd/>
                <a:tailEnd/>
              </a:ln>
            </p:spPr>
            <p:txBody>
              <a:bodyPr wrap="none" anchor="ctr"/>
              <a:lstStyle/>
              <a:p>
                <a:pPr eaLnBrk="1" hangingPunct="1">
                  <a:defRPr/>
                </a:pPr>
                <a:r>
                  <a:rPr lang="en-US" sz="2000">
                    <a:latin typeface="Arial" charset="0"/>
                    <a:cs typeface="Arial" charset="0"/>
                  </a:rPr>
                  <a:t>s</a:t>
                </a:r>
                <a:r>
                  <a:rPr lang="en-US" sz="2000" baseline="-25000">
                    <a:latin typeface="Arial" charset="0"/>
                    <a:cs typeface="Arial" charset="0"/>
                  </a:rPr>
                  <a:t>n-1  </a:t>
                </a:r>
                <a:r>
                  <a:rPr lang="en-US" sz="2000">
                    <a:latin typeface="Arial" charset="0"/>
                    <a:cs typeface="Arial" charset="0"/>
                  </a:rPr>
                  <a:t>s</a:t>
                </a:r>
                <a:r>
                  <a:rPr lang="en-US" sz="2000" baseline="-25000">
                    <a:latin typeface="Arial" charset="0"/>
                    <a:cs typeface="Arial" charset="0"/>
                  </a:rPr>
                  <a:t>n-2  </a:t>
                </a:r>
                <a:r>
                  <a:rPr lang="en-US" sz="2000">
                    <a:latin typeface="Arial" charset="0"/>
                    <a:cs typeface="Arial" charset="0"/>
                  </a:rPr>
                  <a:t>. . .   s</a:t>
                </a:r>
                <a:r>
                  <a:rPr lang="en-US" sz="2000" baseline="-25000">
                    <a:latin typeface="Arial" charset="0"/>
                    <a:cs typeface="Arial" charset="0"/>
                  </a:rPr>
                  <a:t>1</a:t>
                </a:r>
                <a:r>
                  <a:rPr lang="en-US" sz="2000">
                    <a:latin typeface="Arial" charset="0"/>
                    <a:cs typeface="Arial" charset="0"/>
                  </a:rPr>
                  <a:t>   s</a:t>
                </a:r>
                <a:r>
                  <a:rPr lang="en-US" sz="2000" baseline="-25000">
                    <a:latin typeface="Arial" charset="0"/>
                    <a:cs typeface="Arial" charset="0"/>
                  </a:rPr>
                  <a:t>0</a:t>
                </a:r>
                <a:r>
                  <a:rPr lang="en-US" sz="2000">
                    <a:latin typeface="Arial" charset="0"/>
                    <a:cs typeface="Arial" charset="0"/>
                  </a:rPr>
                  <a:t>  </a:t>
                </a:r>
                <a:endParaRPr lang="ru-RU" sz="2000">
                  <a:latin typeface="Arial" charset="0"/>
                  <a:cs typeface="Arial" charset="0"/>
                </a:endParaRPr>
              </a:p>
            </p:txBody>
          </p:sp>
          <p:sp>
            <p:nvSpPr>
              <p:cNvPr id="28699" name="Line 39">
                <a:extLst>
                  <a:ext uri="{FF2B5EF4-FFF2-40B4-BE49-F238E27FC236}">
                    <a16:creationId xmlns:a16="http://schemas.microsoft.com/office/drawing/2014/main" id="{76B3AC06-906E-79C2-E0AE-A1E7E6598F0D}"/>
                  </a:ext>
                </a:extLst>
              </p:cNvPr>
              <p:cNvSpPr>
                <a:spLocks noChangeShapeType="1"/>
              </p:cNvSpPr>
              <p:nvPr/>
            </p:nvSpPr>
            <p:spPr bwMode="auto">
              <a:xfrm>
                <a:off x="6729413" y="2219325"/>
                <a:ext cx="0" cy="5762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0" name="Line 40">
                <a:extLst>
                  <a:ext uri="{FF2B5EF4-FFF2-40B4-BE49-F238E27FC236}">
                    <a16:creationId xmlns:a16="http://schemas.microsoft.com/office/drawing/2014/main" id="{03725136-65C3-0953-FC6E-D74A8B8104AC}"/>
                  </a:ext>
                </a:extLst>
              </p:cNvPr>
              <p:cNvSpPr>
                <a:spLocks noChangeShapeType="1"/>
              </p:cNvSpPr>
              <p:nvPr/>
            </p:nvSpPr>
            <p:spPr bwMode="auto">
              <a:xfrm>
                <a:off x="7250113" y="2219325"/>
                <a:ext cx="0" cy="5762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1" name="Line 41">
                <a:extLst>
                  <a:ext uri="{FF2B5EF4-FFF2-40B4-BE49-F238E27FC236}">
                    <a16:creationId xmlns:a16="http://schemas.microsoft.com/office/drawing/2014/main" id="{857DFD56-AEE1-C44D-B474-5FC5CA8D9B29}"/>
                  </a:ext>
                </a:extLst>
              </p:cNvPr>
              <p:cNvSpPr>
                <a:spLocks noChangeShapeType="1"/>
              </p:cNvSpPr>
              <p:nvPr/>
            </p:nvSpPr>
            <p:spPr bwMode="auto">
              <a:xfrm>
                <a:off x="7759700" y="2219325"/>
                <a:ext cx="0" cy="5762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2" name="Line 42">
                <a:extLst>
                  <a:ext uri="{FF2B5EF4-FFF2-40B4-BE49-F238E27FC236}">
                    <a16:creationId xmlns:a16="http://schemas.microsoft.com/office/drawing/2014/main" id="{66729D53-372B-194E-47B9-64123ED228BC}"/>
                  </a:ext>
                </a:extLst>
              </p:cNvPr>
              <p:cNvSpPr>
                <a:spLocks noChangeShapeType="1"/>
              </p:cNvSpPr>
              <p:nvPr/>
            </p:nvSpPr>
            <p:spPr bwMode="auto">
              <a:xfrm>
                <a:off x="8169275" y="2219325"/>
                <a:ext cx="0" cy="5762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5628" name="Rectangle 43">
                <a:extLst>
                  <a:ext uri="{FF2B5EF4-FFF2-40B4-BE49-F238E27FC236}">
                    <a16:creationId xmlns:a16="http://schemas.microsoft.com/office/drawing/2014/main" id="{68C0400D-6571-4A6A-B4AE-8E1366FBDAED}"/>
                  </a:ext>
                </a:extLst>
              </p:cNvPr>
              <p:cNvSpPr>
                <a:spLocks noChangeArrowheads="1"/>
              </p:cNvSpPr>
              <p:nvPr/>
            </p:nvSpPr>
            <p:spPr bwMode="auto">
              <a:xfrm>
                <a:off x="4797186" y="4292601"/>
                <a:ext cx="791987" cy="1152525"/>
              </a:xfrm>
              <a:prstGeom prst="rect">
                <a:avLst/>
              </a:prstGeom>
              <a:solidFill>
                <a:schemeClr val="accent1">
                  <a:lumMod val="60000"/>
                  <a:lumOff val="40000"/>
                </a:schemeClr>
              </a:solidFill>
              <a:ln w="19050">
                <a:solidFill>
                  <a:schemeClr val="tx1"/>
                </a:solidFill>
                <a:miter lim="800000"/>
                <a:headEnd/>
                <a:tailEnd/>
              </a:ln>
            </p:spPr>
            <p:txBody>
              <a:bodyPr wrap="none"/>
              <a:lstStyle/>
              <a:p>
                <a:pPr eaLnBrk="1" hangingPunct="1">
                  <a:defRPr/>
                </a:pPr>
                <a:r>
                  <a:rPr lang="en-US" sz="2000" dirty="0">
                    <a:latin typeface="Arial" charset="0"/>
                    <a:cs typeface="Arial" charset="0"/>
                  </a:rPr>
                  <a:t>D  Q</a:t>
                </a:r>
                <a:br>
                  <a:rPr lang="en-US" sz="2000" dirty="0">
                    <a:latin typeface="Arial" charset="0"/>
                    <a:cs typeface="Arial" charset="0"/>
                  </a:rPr>
                </a:br>
                <a:br>
                  <a:rPr lang="en-US" sz="2000" dirty="0">
                    <a:latin typeface="Arial" charset="0"/>
                    <a:cs typeface="Arial" charset="0"/>
                  </a:rPr>
                </a:br>
                <a:r>
                  <a:rPr lang="en-US" sz="2000" dirty="0">
                    <a:latin typeface="Arial" charset="0"/>
                    <a:cs typeface="Arial" charset="0"/>
                  </a:rPr>
                  <a:t> </a:t>
                </a:r>
                <a:endParaRPr lang="ru-RU" sz="2000" dirty="0">
                  <a:latin typeface="Arial" charset="0"/>
                  <a:cs typeface="Arial" charset="0"/>
                </a:endParaRPr>
              </a:p>
            </p:txBody>
          </p:sp>
          <p:sp>
            <p:nvSpPr>
              <p:cNvPr id="28704" name="Line 44">
                <a:extLst>
                  <a:ext uri="{FF2B5EF4-FFF2-40B4-BE49-F238E27FC236}">
                    <a16:creationId xmlns:a16="http://schemas.microsoft.com/office/drawing/2014/main" id="{90DF6956-06A7-B4D4-A9D0-8C92746A13EC}"/>
                  </a:ext>
                </a:extLst>
              </p:cNvPr>
              <p:cNvSpPr>
                <a:spLocks noChangeShapeType="1"/>
              </p:cNvSpPr>
              <p:nvPr/>
            </p:nvSpPr>
            <p:spPr bwMode="auto">
              <a:xfrm>
                <a:off x="5661025" y="3241675"/>
                <a:ext cx="2873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5" name="Line 45">
                <a:extLst>
                  <a:ext uri="{FF2B5EF4-FFF2-40B4-BE49-F238E27FC236}">
                    <a16:creationId xmlns:a16="http://schemas.microsoft.com/office/drawing/2014/main" id="{D20B6F0D-495A-07ED-F902-07155F7ADB01}"/>
                  </a:ext>
                </a:extLst>
              </p:cNvPr>
              <p:cNvSpPr>
                <a:spLocks noChangeShapeType="1"/>
              </p:cNvSpPr>
              <p:nvPr/>
            </p:nvSpPr>
            <p:spPr bwMode="auto">
              <a:xfrm>
                <a:off x="5589588" y="4508500"/>
                <a:ext cx="3603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6" name="Line 46">
                <a:extLst>
                  <a:ext uri="{FF2B5EF4-FFF2-40B4-BE49-F238E27FC236}">
                    <a16:creationId xmlns:a16="http://schemas.microsoft.com/office/drawing/2014/main" id="{154E5C52-18FB-D242-4D13-543AD13E57DF}"/>
                  </a:ext>
                </a:extLst>
              </p:cNvPr>
              <p:cNvSpPr>
                <a:spLocks noChangeShapeType="1"/>
              </p:cNvSpPr>
              <p:nvPr/>
            </p:nvSpPr>
            <p:spPr bwMode="auto">
              <a:xfrm flipV="1">
                <a:off x="5948363" y="4076700"/>
                <a:ext cx="0" cy="4318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7" name="Line 47">
                <a:extLst>
                  <a:ext uri="{FF2B5EF4-FFF2-40B4-BE49-F238E27FC236}">
                    <a16:creationId xmlns:a16="http://schemas.microsoft.com/office/drawing/2014/main" id="{58D11979-00C4-A442-3312-D2868199EB14}"/>
                  </a:ext>
                </a:extLst>
              </p:cNvPr>
              <p:cNvSpPr>
                <a:spLocks noChangeShapeType="1"/>
              </p:cNvSpPr>
              <p:nvPr/>
            </p:nvSpPr>
            <p:spPr bwMode="auto">
              <a:xfrm>
                <a:off x="4076700" y="3270250"/>
                <a:ext cx="2873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8" name="Line 48">
                <a:extLst>
                  <a:ext uri="{FF2B5EF4-FFF2-40B4-BE49-F238E27FC236}">
                    <a16:creationId xmlns:a16="http://schemas.microsoft.com/office/drawing/2014/main" id="{CD68C824-77E4-AFAD-6F19-969457EB4FBB}"/>
                  </a:ext>
                </a:extLst>
              </p:cNvPr>
              <p:cNvSpPr>
                <a:spLocks noChangeShapeType="1"/>
              </p:cNvSpPr>
              <p:nvPr/>
            </p:nvSpPr>
            <p:spPr bwMode="auto">
              <a:xfrm>
                <a:off x="4076700" y="3284538"/>
                <a:ext cx="0" cy="7921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09" name="Line 49">
                <a:extLst>
                  <a:ext uri="{FF2B5EF4-FFF2-40B4-BE49-F238E27FC236}">
                    <a16:creationId xmlns:a16="http://schemas.microsoft.com/office/drawing/2014/main" id="{632F037A-A71C-16C6-8689-53DF991249F9}"/>
                  </a:ext>
                </a:extLst>
              </p:cNvPr>
              <p:cNvSpPr>
                <a:spLocks noChangeShapeType="1"/>
              </p:cNvSpPr>
              <p:nvPr/>
            </p:nvSpPr>
            <p:spPr bwMode="auto">
              <a:xfrm>
                <a:off x="4076700" y="4076700"/>
                <a:ext cx="187166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0" name="Line 50">
                <a:extLst>
                  <a:ext uri="{FF2B5EF4-FFF2-40B4-BE49-F238E27FC236}">
                    <a16:creationId xmlns:a16="http://schemas.microsoft.com/office/drawing/2014/main" id="{02255576-4F5B-3590-6428-B2B765E0FE80}"/>
                  </a:ext>
                </a:extLst>
              </p:cNvPr>
              <p:cNvSpPr>
                <a:spLocks noChangeShapeType="1"/>
              </p:cNvSpPr>
              <p:nvPr/>
            </p:nvSpPr>
            <p:spPr bwMode="auto">
              <a:xfrm>
                <a:off x="179388" y="5070475"/>
                <a:ext cx="460851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1" name="Line 53">
                <a:extLst>
                  <a:ext uri="{FF2B5EF4-FFF2-40B4-BE49-F238E27FC236}">
                    <a16:creationId xmlns:a16="http://schemas.microsoft.com/office/drawing/2014/main" id="{8F892262-B8C0-8119-9CB5-A1F11D09961A}"/>
                  </a:ext>
                </a:extLst>
              </p:cNvPr>
              <p:cNvSpPr>
                <a:spLocks noChangeShapeType="1"/>
              </p:cNvSpPr>
              <p:nvPr/>
            </p:nvSpPr>
            <p:spPr bwMode="auto">
              <a:xfrm>
                <a:off x="466725" y="2478088"/>
                <a:ext cx="468313"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2" name="Line 54">
                <a:extLst>
                  <a:ext uri="{FF2B5EF4-FFF2-40B4-BE49-F238E27FC236}">
                    <a16:creationId xmlns:a16="http://schemas.microsoft.com/office/drawing/2014/main" id="{8F299444-5277-C594-D499-69141AAD7208}"/>
                  </a:ext>
                </a:extLst>
              </p:cNvPr>
              <p:cNvSpPr>
                <a:spLocks noChangeShapeType="1"/>
              </p:cNvSpPr>
              <p:nvPr/>
            </p:nvSpPr>
            <p:spPr bwMode="auto">
              <a:xfrm>
                <a:off x="481013" y="3654425"/>
                <a:ext cx="442912" cy="0"/>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28713" name="Line 55">
                <a:extLst>
                  <a:ext uri="{FF2B5EF4-FFF2-40B4-BE49-F238E27FC236}">
                    <a16:creationId xmlns:a16="http://schemas.microsoft.com/office/drawing/2014/main" id="{F5CBA852-74D9-269D-E825-4B301245DD3A}"/>
                  </a:ext>
                </a:extLst>
              </p:cNvPr>
              <p:cNvSpPr>
                <a:spLocks noChangeShapeType="1"/>
              </p:cNvSpPr>
              <p:nvPr/>
            </p:nvSpPr>
            <p:spPr bwMode="auto">
              <a:xfrm>
                <a:off x="468313" y="2478088"/>
                <a:ext cx="0" cy="2595562"/>
              </a:xfrm>
              <a:prstGeom prst="line">
                <a:avLst/>
              </a:prstGeom>
              <a:noFill/>
              <a:ln w="1905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8714" name="Line 56">
                <a:extLst>
                  <a:ext uri="{FF2B5EF4-FFF2-40B4-BE49-F238E27FC236}">
                    <a16:creationId xmlns:a16="http://schemas.microsoft.com/office/drawing/2014/main" id="{09EC3FB5-47BA-E9CC-23B8-41F05EA464B4}"/>
                  </a:ext>
                </a:extLst>
              </p:cNvPr>
              <p:cNvSpPr>
                <a:spLocks noChangeShapeType="1"/>
              </p:cNvSpPr>
              <p:nvPr/>
            </p:nvSpPr>
            <p:spPr bwMode="auto">
              <a:xfrm>
                <a:off x="4500563" y="4508500"/>
                <a:ext cx="28733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5" name="Line 57">
                <a:extLst>
                  <a:ext uri="{FF2B5EF4-FFF2-40B4-BE49-F238E27FC236}">
                    <a16:creationId xmlns:a16="http://schemas.microsoft.com/office/drawing/2014/main" id="{E206DC28-47E3-E7FF-533D-BC593C9BF8DF}"/>
                  </a:ext>
                </a:extLst>
              </p:cNvPr>
              <p:cNvSpPr>
                <a:spLocks noChangeShapeType="1"/>
              </p:cNvSpPr>
              <p:nvPr/>
            </p:nvSpPr>
            <p:spPr bwMode="auto">
              <a:xfrm flipV="1">
                <a:off x="4500563" y="3789363"/>
                <a:ext cx="0" cy="719137"/>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6" name="Line 58">
                <a:extLst>
                  <a:ext uri="{FF2B5EF4-FFF2-40B4-BE49-F238E27FC236}">
                    <a16:creationId xmlns:a16="http://schemas.microsoft.com/office/drawing/2014/main" id="{3BF99BD6-A008-E61F-2B08-AECAAA49958C}"/>
                  </a:ext>
                </a:extLst>
              </p:cNvPr>
              <p:cNvSpPr>
                <a:spLocks noChangeShapeType="1"/>
              </p:cNvSpPr>
              <p:nvPr/>
            </p:nvSpPr>
            <p:spPr bwMode="auto">
              <a:xfrm>
                <a:off x="4514850" y="3789363"/>
                <a:ext cx="1417638"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7" name="Line 59">
                <a:extLst>
                  <a:ext uri="{FF2B5EF4-FFF2-40B4-BE49-F238E27FC236}">
                    <a16:creationId xmlns:a16="http://schemas.microsoft.com/office/drawing/2014/main" id="{4D9BA5FB-D653-F2DC-3549-FD3E3F819167}"/>
                  </a:ext>
                </a:extLst>
              </p:cNvPr>
              <p:cNvSpPr>
                <a:spLocks noChangeShapeType="1"/>
              </p:cNvSpPr>
              <p:nvPr/>
            </p:nvSpPr>
            <p:spPr bwMode="auto">
              <a:xfrm>
                <a:off x="5940425" y="3255963"/>
                <a:ext cx="0" cy="5397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8" name="Line 60">
                <a:extLst>
                  <a:ext uri="{FF2B5EF4-FFF2-40B4-BE49-F238E27FC236}">
                    <a16:creationId xmlns:a16="http://schemas.microsoft.com/office/drawing/2014/main" id="{D0F64ADB-2F1D-1F61-31FE-A17BD4C9B1F7}"/>
                  </a:ext>
                </a:extLst>
              </p:cNvPr>
              <p:cNvSpPr>
                <a:spLocks noChangeShapeType="1"/>
              </p:cNvSpPr>
              <p:nvPr/>
            </p:nvSpPr>
            <p:spPr bwMode="auto">
              <a:xfrm flipH="1">
                <a:off x="833438" y="3590925"/>
                <a:ext cx="144462" cy="1444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19" name="Line 61">
                <a:extLst>
                  <a:ext uri="{FF2B5EF4-FFF2-40B4-BE49-F238E27FC236}">
                    <a16:creationId xmlns:a16="http://schemas.microsoft.com/office/drawing/2014/main" id="{AC11E7B9-4540-DFAD-B0C6-CDB7A34F018B}"/>
                  </a:ext>
                </a:extLst>
              </p:cNvPr>
              <p:cNvSpPr>
                <a:spLocks noChangeShapeType="1"/>
              </p:cNvSpPr>
              <p:nvPr/>
            </p:nvSpPr>
            <p:spPr bwMode="auto">
              <a:xfrm flipH="1">
                <a:off x="860499" y="2414588"/>
                <a:ext cx="144463" cy="1444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0" name="Line 62">
                <a:extLst>
                  <a:ext uri="{FF2B5EF4-FFF2-40B4-BE49-F238E27FC236}">
                    <a16:creationId xmlns:a16="http://schemas.microsoft.com/office/drawing/2014/main" id="{E8267D2A-A79E-599F-6F58-F187B2C355C7}"/>
                  </a:ext>
                </a:extLst>
              </p:cNvPr>
              <p:cNvSpPr>
                <a:spLocks noChangeShapeType="1"/>
              </p:cNvSpPr>
              <p:nvPr/>
            </p:nvSpPr>
            <p:spPr bwMode="auto">
              <a:xfrm flipH="1">
                <a:off x="6156325" y="2636838"/>
                <a:ext cx="144463" cy="14446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1" name="Text Box 63">
                <a:extLst>
                  <a:ext uri="{FF2B5EF4-FFF2-40B4-BE49-F238E27FC236}">
                    <a16:creationId xmlns:a16="http://schemas.microsoft.com/office/drawing/2014/main" id="{4DD0DA39-44C4-2DE8-3833-E11482289AB1}"/>
                  </a:ext>
                </a:extLst>
              </p:cNvPr>
              <p:cNvSpPr txBox="1">
                <a:spLocks noChangeArrowheads="1"/>
              </p:cNvSpPr>
              <p:nvPr/>
            </p:nvSpPr>
            <p:spPr bwMode="auto">
              <a:xfrm>
                <a:off x="1547813" y="1557338"/>
                <a:ext cx="100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RA</a:t>
                </a:r>
                <a:endParaRPr lang="ru-RU" altLang="en-US" sz="2400"/>
              </a:p>
            </p:txBody>
          </p:sp>
          <p:sp>
            <p:nvSpPr>
              <p:cNvPr id="28722" name="Text Box 64">
                <a:extLst>
                  <a:ext uri="{FF2B5EF4-FFF2-40B4-BE49-F238E27FC236}">
                    <a16:creationId xmlns:a16="http://schemas.microsoft.com/office/drawing/2014/main" id="{AD7BC0D2-50E3-B5C8-A5C4-6E2498D69845}"/>
                  </a:ext>
                </a:extLst>
              </p:cNvPr>
              <p:cNvSpPr txBox="1">
                <a:spLocks noChangeArrowheads="1"/>
              </p:cNvSpPr>
              <p:nvPr/>
            </p:nvSpPr>
            <p:spPr bwMode="auto">
              <a:xfrm>
                <a:off x="1574800" y="2949575"/>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RB</a:t>
                </a:r>
                <a:endParaRPr lang="ru-RU" altLang="en-US" sz="2400"/>
              </a:p>
            </p:txBody>
          </p:sp>
          <p:sp>
            <p:nvSpPr>
              <p:cNvPr id="28723" name="Text Box 65">
                <a:extLst>
                  <a:ext uri="{FF2B5EF4-FFF2-40B4-BE49-F238E27FC236}">
                    <a16:creationId xmlns:a16="http://schemas.microsoft.com/office/drawing/2014/main" id="{32371861-9035-B137-D74E-D015712FDF05}"/>
                  </a:ext>
                </a:extLst>
              </p:cNvPr>
              <p:cNvSpPr txBox="1">
                <a:spLocks noChangeArrowheads="1"/>
              </p:cNvSpPr>
              <p:nvPr/>
            </p:nvSpPr>
            <p:spPr bwMode="auto">
              <a:xfrm>
                <a:off x="531813" y="4649788"/>
                <a:ext cx="10080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Clock</a:t>
                </a:r>
                <a:endParaRPr lang="ru-RU" altLang="en-US" sz="2400"/>
              </a:p>
            </p:txBody>
          </p:sp>
          <p:sp>
            <p:nvSpPr>
              <p:cNvPr id="28724" name="Text Box 66">
                <a:extLst>
                  <a:ext uri="{FF2B5EF4-FFF2-40B4-BE49-F238E27FC236}">
                    <a16:creationId xmlns:a16="http://schemas.microsoft.com/office/drawing/2014/main" id="{69291950-B8F1-C40D-66BD-03299EB26B3C}"/>
                  </a:ext>
                </a:extLst>
              </p:cNvPr>
              <p:cNvSpPr txBox="1">
                <a:spLocks noChangeArrowheads="1"/>
              </p:cNvSpPr>
              <p:nvPr/>
            </p:nvSpPr>
            <p:spPr bwMode="auto">
              <a:xfrm>
                <a:off x="7004050" y="1703388"/>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RS</a:t>
                </a:r>
                <a:endParaRPr lang="ru-RU" altLang="en-US" sz="2400"/>
              </a:p>
            </p:txBody>
          </p:sp>
          <p:sp>
            <p:nvSpPr>
              <p:cNvPr id="28725" name="Line 67">
                <a:extLst>
                  <a:ext uri="{FF2B5EF4-FFF2-40B4-BE49-F238E27FC236}">
                    <a16:creationId xmlns:a16="http://schemas.microsoft.com/office/drawing/2014/main" id="{7EDEA445-BD55-C123-74F1-9584A5CB594D}"/>
                  </a:ext>
                </a:extLst>
              </p:cNvPr>
              <p:cNvSpPr>
                <a:spLocks noChangeShapeType="1"/>
              </p:cNvSpPr>
              <p:nvPr/>
            </p:nvSpPr>
            <p:spPr bwMode="auto">
              <a:xfrm>
                <a:off x="6084888" y="2708275"/>
                <a:ext cx="1428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6" name="Line 68">
                <a:extLst>
                  <a:ext uri="{FF2B5EF4-FFF2-40B4-BE49-F238E27FC236}">
                    <a16:creationId xmlns:a16="http://schemas.microsoft.com/office/drawing/2014/main" id="{2B882511-E2C1-33A3-6E83-92965FE2585C}"/>
                  </a:ext>
                </a:extLst>
              </p:cNvPr>
              <p:cNvSpPr>
                <a:spLocks noChangeShapeType="1"/>
              </p:cNvSpPr>
              <p:nvPr/>
            </p:nvSpPr>
            <p:spPr bwMode="auto">
              <a:xfrm>
                <a:off x="6084888" y="2708275"/>
                <a:ext cx="0" cy="30257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7" name="Line 69">
                <a:extLst>
                  <a:ext uri="{FF2B5EF4-FFF2-40B4-BE49-F238E27FC236}">
                    <a16:creationId xmlns:a16="http://schemas.microsoft.com/office/drawing/2014/main" id="{AFD4F45A-0534-3596-9C8F-6DFF7452BA31}"/>
                  </a:ext>
                </a:extLst>
              </p:cNvPr>
              <p:cNvSpPr>
                <a:spLocks noChangeShapeType="1"/>
              </p:cNvSpPr>
              <p:nvPr/>
            </p:nvSpPr>
            <p:spPr bwMode="auto">
              <a:xfrm flipH="1">
                <a:off x="3851275" y="5734050"/>
                <a:ext cx="22336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8728" name="Line 70">
                <a:extLst>
                  <a:ext uri="{FF2B5EF4-FFF2-40B4-BE49-F238E27FC236}">
                    <a16:creationId xmlns:a16="http://schemas.microsoft.com/office/drawing/2014/main" id="{E7F0488B-E71B-C91F-C33F-B2FFEE51D5F8}"/>
                  </a:ext>
                </a:extLst>
              </p:cNvPr>
              <p:cNvSpPr>
                <a:spLocks noChangeShapeType="1"/>
              </p:cNvSpPr>
              <p:nvPr/>
            </p:nvSpPr>
            <p:spPr bwMode="auto">
              <a:xfrm flipV="1">
                <a:off x="3851275" y="5070475"/>
                <a:ext cx="0" cy="665163"/>
              </a:xfrm>
              <a:prstGeom prst="line">
                <a:avLst/>
              </a:prstGeom>
              <a:noFill/>
              <a:ln w="19050">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28729" name="Line 54">
                <a:extLst>
                  <a:ext uri="{FF2B5EF4-FFF2-40B4-BE49-F238E27FC236}">
                    <a16:creationId xmlns:a16="http://schemas.microsoft.com/office/drawing/2014/main" id="{B3341016-B591-394E-0FE2-292864872B03}"/>
                  </a:ext>
                </a:extLst>
              </p:cNvPr>
              <p:cNvSpPr>
                <a:spLocks noChangeShapeType="1"/>
              </p:cNvSpPr>
              <p:nvPr/>
            </p:nvSpPr>
            <p:spPr bwMode="auto">
              <a:xfrm>
                <a:off x="2895600" y="20574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30" name="Line 55">
                <a:extLst>
                  <a:ext uri="{FF2B5EF4-FFF2-40B4-BE49-F238E27FC236}">
                    <a16:creationId xmlns:a16="http://schemas.microsoft.com/office/drawing/2014/main" id="{3C9520FC-B715-88EF-6135-91BB3AD09507}"/>
                  </a:ext>
                </a:extLst>
              </p:cNvPr>
              <p:cNvSpPr>
                <a:spLocks noChangeShapeType="1"/>
              </p:cNvSpPr>
              <p:nvPr/>
            </p:nvSpPr>
            <p:spPr bwMode="auto">
              <a:xfrm>
                <a:off x="2949575" y="2325688"/>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31" name="Line 56">
                <a:extLst>
                  <a:ext uri="{FF2B5EF4-FFF2-40B4-BE49-F238E27FC236}">
                    <a16:creationId xmlns:a16="http://schemas.microsoft.com/office/drawing/2014/main" id="{5EE447E1-5C8F-C6DB-80D8-41232831BEBF}"/>
                  </a:ext>
                </a:extLst>
              </p:cNvPr>
              <p:cNvSpPr>
                <a:spLocks noChangeShapeType="1"/>
              </p:cNvSpPr>
              <p:nvPr/>
            </p:nvSpPr>
            <p:spPr bwMode="auto">
              <a:xfrm>
                <a:off x="6400800" y="23622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8732" name="Line 57">
                <a:extLst>
                  <a:ext uri="{FF2B5EF4-FFF2-40B4-BE49-F238E27FC236}">
                    <a16:creationId xmlns:a16="http://schemas.microsoft.com/office/drawing/2014/main" id="{816D902A-9650-6692-0767-9F6F43A1ADD1}"/>
                  </a:ext>
                </a:extLst>
              </p:cNvPr>
              <p:cNvSpPr>
                <a:spLocks noChangeShapeType="1"/>
              </p:cNvSpPr>
              <p:nvPr/>
            </p:nvSpPr>
            <p:spPr bwMode="auto">
              <a:xfrm>
                <a:off x="2971800" y="3505200"/>
                <a:ext cx="3048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28678" name="AutoShape 17">
              <a:extLst>
                <a:ext uri="{FF2B5EF4-FFF2-40B4-BE49-F238E27FC236}">
                  <a16:creationId xmlns:a16="http://schemas.microsoft.com/office/drawing/2014/main" id="{2513AB55-EA89-200F-6FD8-33CD530C1693}"/>
                </a:ext>
              </a:extLst>
            </p:cNvPr>
            <p:cNvSpPr>
              <a:spLocks noChangeArrowheads="1"/>
            </p:cNvSpPr>
            <p:nvPr/>
          </p:nvSpPr>
          <p:spPr bwMode="auto">
            <a:xfrm rot="5400000">
              <a:off x="4877593" y="4863307"/>
              <a:ext cx="155575" cy="106362"/>
            </a:xfrm>
            <a:prstGeom prst="triangle">
              <a:avLst>
                <a:gd name="adj" fmla="val 50000"/>
              </a:avLst>
            </a:prstGeom>
            <a:solidFill>
              <a:schemeClr val="accent1"/>
            </a:solidFill>
            <a:ln w="2857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000"/>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698" name="Group 46">
            <a:extLst>
              <a:ext uri="{FF2B5EF4-FFF2-40B4-BE49-F238E27FC236}">
                <a16:creationId xmlns:a16="http://schemas.microsoft.com/office/drawing/2014/main" id="{AC7372AD-1A50-A802-E982-3FC3AF01714E}"/>
              </a:ext>
            </a:extLst>
          </p:cNvPr>
          <p:cNvGrpSpPr>
            <a:grpSpLocks/>
          </p:cNvGrpSpPr>
          <p:nvPr/>
        </p:nvGrpSpPr>
        <p:grpSpPr bwMode="auto">
          <a:xfrm>
            <a:off x="2322514" y="1447801"/>
            <a:ext cx="7832725" cy="1973263"/>
            <a:chOff x="798513" y="1447800"/>
            <a:chExt cx="7832872" cy="1973263"/>
          </a:xfrm>
        </p:grpSpPr>
        <p:sp>
          <p:nvSpPr>
            <p:cNvPr id="38915" name="Text Box 43">
              <a:extLst>
                <a:ext uri="{FF2B5EF4-FFF2-40B4-BE49-F238E27FC236}">
                  <a16:creationId xmlns:a16="http://schemas.microsoft.com/office/drawing/2014/main" id="{CF6722A3-1BD5-4898-B4DB-2D45189646B8}"/>
                </a:ext>
              </a:extLst>
            </p:cNvPr>
            <p:cNvSpPr txBox="1">
              <a:spLocks noChangeArrowheads="1"/>
            </p:cNvSpPr>
            <p:nvPr/>
          </p:nvSpPr>
          <p:spPr bwMode="auto">
            <a:xfrm>
              <a:off x="8047174" y="2528888"/>
              <a:ext cx="584211" cy="823912"/>
            </a:xfrm>
            <a:prstGeom prst="rect">
              <a:avLst/>
            </a:prstGeom>
            <a:noFill/>
            <a:ln w="28575">
              <a:noFill/>
              <a:miter lim="800000"/>
              <a:headEnd/>
              <a:tailEnd/>
            </a:ln>
          </p:spPr>
          <p:txBody>
            <a:bodyPr/>
            <a:lstStyle/>
            <a:p>
              <a:pPr eaLnBrk="1" hangingPunct="1">
                <a:defRPr/>
              </a:pPr>
              <a:r>
                <a:rPr lang="ru-RU" dirty="0"/>
                <a:t>c</a:t>
              </a:r>
              <a:r>
                <a:rPr lang="ru-RU" baseline="-25000" dirty="0"/>
                <a:t>out</a:t>
              </a:r>
            </a:p>
            <a:p>
              <a:pPr eaLnBrk="1" hangingPunct="1">
                <a:defRPr/>
              </a:pPr>
              <a:r>
                <a:rPr lang="ru-RU" dirty="0"/>
                <a:t>(c</a:t>
              </a:r>
              <a:r>
                <a:rPr lang="ru-RU" baseline="-25000" dirty="0"/>
                <a:t>4</a:t>
              </a:r>
              <a:r>
                <a:rPr lang="ru-RU" dirty="0"/>
                <a:t>)</a:t>
              </a:r>
            </a:p>
          </p:txBody>
        </p:sp>
        <p:sp>
          <p:nvSpPr>
            <p:cNvPr id="26631" name="Text Box 6">
              <a:extLst>
                <a:ext uri="{FF2B5EF4-FFF2-40B4-BE49-F238E27FC236}">
                  <a16:creationId xmlns:a16="http://schemas.microsoft.com/office/drawing/2014/main" id="{408FEBD6-93DB-478F-B70D-2777EA0DE4DE}"/>
                </a:ext>
              </a:extLst>
            </p:cNvPr>
            <p:cNvSpPr txBox="1">
              <a:spLocks noChangeArrowheads="1"/>
            </p:cNvSpPr>
            <p:nvPr/>
          </p:nvSpPr>
          <p:spPr bwMode="auto">
            <a:xfrm>
              <a:off x="1419237" y="2120900"/>
              <a:ext cx="1022369" cy="1116013"/>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ru-RU">
                  <a:latin typeface="Arial" charset="0"/>
                  <a:cs typeface="Arial" charset="0"/>
                </a:rPr>
                <a:t>A       S</a:t>
              </a:r>
            </a:p>
            <a:p>
              <a:pPr eaLnBrk="1" hangingPunct="1">
                <a:defRPr/>
              </a:pPr>
              <a:r>
                <a:rPr lang="ru-RU">
                  <a:latin typeface="Arial" charset="0"/>
                  <a:cs typeface="Arial" charset="0"/>
                </a:rPr>
                <a:t>B            </a:t>
              </a:r>
            </a:p>
            <a:p>
              <a:pPr eaLnBrk="1" hangingPunct="1">
                <a:defRPr/>
              </a:pPr>
              <a:r>
                <a:rPr lang="ru-RU">
                  <a:latin typeface="Arial" charset="0"/>
                  <a:cs typeface="Arial" charset="0"/>
                </a:rPr>
                <a:t>C</a:t>
              </a:r>
              <a:r>
                <a:rPr lang="ru-RU" baseline="-25000">
                  <a:latin typeface="Arial" charset="0"/>
                  <a:cs typeface="Arial" charset="0"/>
                </a:rPr>
                <a:t>IN</a:t>
              </a:r>
              <a:r>
                <a:rPr lang="en-US" baseline="-25000">
                  <a:latin typeface="Arial" charset="0"/>
                  <a:cs typeface="Arial" charset="0"/>
                </a:rPr>
                <a:t>   </a:t>
              </a:r>
              <a:r>
                <a:rPr lang="ru-RU">
                  <a:latin typeface="Arial" charset="0"/>
                  <a:cs typeface="Arial" charset="0"/>
                </a:rPr>
                <a:t>C</a:t>
              </a:r>
              <a:r>
                <a:rPr lang="ru-RU" baseline="-25000">
                  <a:latin typeface="Arial" charset="0"/>
                  <a:cs typeface="Arial" charset="0"/>
                </a:rPr>
                <a:t>O</a:t>
              </a:r>
            </a:p>
          </p:txBody>
        </p:sp>
        <p:sp>
          <p:nvSpPr>
            <p:cNvPr id="38919" name="Line 7">
              <a:extLst>
                <a:ext uri="{FF2B5EF4-FFF2-40B4-BE49-F238E27FC236}">
                  <a16:creationId xmlns:a16="http://schemas.microsoft.com/office/drawing/2014/main" id="{6C8124BD-A63F-43C6-8AD0-99BF2EB2BCA4}"/>
                </a:ext>
              </a:extLst>
            </p:cNvPr>
            <p:cNvSpPr>
              <a:spLocks noChangeShapeType="1"/>
            </p:cNvSpPr>
            <p:nvPr/>
          </p:nvSpPr>
          <p:spPr bwMode="auto">
            <a:xfrm>
              <a:off x="1127131" y="2357438"/>
              <a:ext cx="292105" cy="0"/>
            </a:xfrm>
            <a:prstGeom prst="line">
              <a:avLst/>
            </a:prstGeom>
            <a:noFill/>
            <a:ln w="28575">
              <a:solidFill>
                <a:srgbClr val="000000"/>
              </a:solidFill>
              <a:round/>
              <a:headEnd/>
              <a:tailEnd/>
            </a:ln>
          </p:spPr>
          <p:txBody>
            <a:bodyPr/>
            <a:lstStyle/>
            <a:p>
              <a:pPr eaLnBrk="1" hangingPunct="1">
                <a:defRPr/>
              </a:pPr>
              <a:endParaRPr lang="en-US" dirty="0"/>
            </a:p>
          </p:txBody>
        </p:sp>
        <p:sp>
          <p:nvSpPr>
            <p:cNvPr id="38920" name="Line 8">
              <a:extLst>
                <a:ext uri="{FF2B5EF4-FFF2-40B4-BE49-F238E27FC236}">
                  <a16:creationId xmlns:a16="http://schemas.microsoft.com/office/drawing/2014/main" id="{718EFC94-8115-4F18-BBD4-40494D2404AB}"/>
                </a:ext>
              </a:extLst>
            </p:cNvPr>
            <p:cNvSpPr>
              <a:spLocks noChangeShapeType="1"/>
            </p:cNvSpPr>
            <p:nvPr/>
          </p:nvSpPr>
          <p:spPr bwMode="auto">
            <a:xfrm>
              <a:off x="1127131" y="2605088"/>
              <a:ext cx="292105" cy="0"/>
            </a:xfrm>
            <a:prstGeom prst="line">
              <a:avLst/>
            </a:prstGeom>
            <a:noFill/>
            <a:ln w="28575">
              <a:solidFill>
                <a:srgbClr val="000000"/>
              </a:solidFill>
              <a:round/>
              <a:headEnd/>
              <a:tailEnd/>
            </a:ln>
          </p:spPr>
          <p:txBody>
            <a:bodyPr/>
            <a:lstStyle/>
            <a:p>
              <a:pPr eaLnBrk="1" hangingPunct="1">
                <a:defRPr/>
              </a:pPr>
              <a:endParaRPr lang="en-US" dirty="0"/>
            </a:p>
          </p:txBody>
        </p:sp>
        <p:sp>
          <p:nvSpPr>
            <p:cNvPr id="38921" name="Line 9">
              <a:extLst>
                <a:ext uri="{FF2B5EF4-FFF2-40B4-BE49-F238E27FC236}">
                  <a16:creationId xmlns:a16="http://schemas.microsoft.com/office/drawing/2014/main" id="{7DD86FDC-C4D5-4D2E-83E8-743B27D5C836}"/>
                </a:ext>
              </a:extLst>
            </p:cNvPr>
            <p:cNvSpPr>
              <a:spLocks noChangeShapeType="1"/>
            </p:cNvSpPr>
            <p:nvPr/>
          </p:nvSpPr>
          <p:spPr bwMode="auto">
            <a:xfrm>
              <a:off x="1127131" y="2882900"/>
              <a:ext cx="292105" cy="0"/>
            </a:xfrm>
            <a:prstGeom prst="line">
              <a:avLst/>
            </a:prstGeom>
            <a:noFill/>
            <a:ln w="28575">
              <a:solidFill>
                <a:srgbClr val="000000"/>
              </a:solidFill>
              <a:round/>
              <a:headEnd/>
              <a:tailEnd/>
            </a:ln>
          </p:spPr>
          <p:txBody>
            <a:bodyPr/>
            <a:lstStyle/>
            <a:p>
              <a:pPr eaLnBrk="1" hangingPunct="1">
                <a:defRPr/>
              </a:pPr>
              <a:endParaRPr lang="en-US" dirty="0"/>
            </a:p>
          </p:txBody>
        </p:sp>
        <p:sp>
          <p:nvSpPr>
            <p:cNvPr id="38922" name="Text Box 10">
              <a:extLst>
                <a:ext uri="{FF2B5EF4-FFF2-40B4-BE49-F238E27FC236}">
                  <a16:creationId xmlns:a16="http://schemas.microsoft.com/office/drawing/2014/main" id="{A154C6B0-65F5-4244-B1C9-E7EE5F4F3F60}"/>
                </a:ext>
              </a:extLst>
            </p:cNvPr>
            <p:cNvSpPr txBox="1">
              <a:spLocks noChangeArrowheads="1"/>
            </p:cNvSpPr>
            <p:nvPr/>
          </p:nvSpPr>
          <p:spPr bwMode="auto">
            <a:xfrm>
              <a:off x="3171870" y="2171700"/>
              <a:ext cx="1022369" cy="1114425"/>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ru-RU"/>
                <a:t>A       S</a:t>
              </a:r>
            </a:p>
            <a:p>
              <a:pPr eaLnBrk="1" hangingPunct="1">
                <a:defRPr/>
              </a:pPr>
              <a:r>
                <a:rPr lang="ru-RU"/>
                <a:t>B            </a:t>
              </a:r>
            </a:p>
            <a:p>
              <a:pPr eaLnBrk="1" hangingPunct="1">
                <a:defRPr/>
              </a:pPr>
              <a:r>
                <a:rPr lang="ru-RU"/>
                <a:t>C</a:t>
              </a:r>
              <a:r>
                <a:rPr lang="ru-RU" baseline="-25000"/>
                <a:t>IN</a:t>
              </a:r>
              <a:r>
                <a:rPr lang="ru-RU"/>
                <a:t> C</a:t>
              </a:r>
              <a:r>
                <a:rPr lang="ru-RU" baseline="-25000"/>
                <a:t>O</a:t>
              </a:r>
            </a:p>
          </p:txBody>
        </p:sp>
        <p:sp>
          <p:nvSpPr>
            <p:cNvPr id="38923" name="Text Box 11">
              <a:extLst>
                <a:ext uri="{FF2B5EF4-FFF2-40B4-BE49-F238E27FC236}">
                  <a16:creationId xmlns:a16="http://schemas.microsoft.com/office/drawing/2014/main" id="{1729DFFB-82F6-456E-8FA5-2D804AA3BFFB}"/>
                </a:ext>
              </a:extLst>
            </p:cNvPr>
            <p:cNvSpPr txBox="1">
              <a:spLocks noChangeArrowheads="1"/>
            </p:cNvSpPr>
            <p:nvPr/>
          </p:nvSpPr>
          <p:spPr bwMode="auto">
            <a:xfrm>
              <a:off x="4932441" y="2187575"/>
              <a:ext cx="1022369" cy="1114425"/>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ru-RU"/>
                <a:t>A       S</a:t>
              </a:r>
            </a:p>
            <a:p>
              <a:pPr eaLnBrk="1" hangingPunct="1">
                <a:defRPr/>
              </a:pPr>
              <a:r>
                <a:rPr lang="ru-RU"/>
                <a:t>B            </a:t>
              </a:r>
            </a:p>
            <a:p>
              <a:pPr eaLnBrk="1" hangingPunct="1">
                <a:defRPr/>
              </a:pPr>
              <a:r>
                <a:rPr lang="ru-RU"/>
                <a:t>C</a:t>
              </a:r>
              <a:r>
                <a:rPr lang="ru-RU" baseline="-25000"/>
                <a:t>IN</a:t>
              </a:r>
              <a:r>
                <a:rPr lang="ru-RU"/>
                <a:t> C</a:t>
              </a:r>
              <a:r>
                <a:rPr lang="ru-RU" baseline="-25000"/>
                <a:t>O</a:t>
              </a:r>
            </a:p>
          </p:txBody>
        </p:sp>
        <p:sp>
          <p:nvSpPr>
            <p:cNvPr id="38924" name="Text Box 12">
              <a:extLst>
                <a:ext uri="{FF2B5EF4-FFF2-40B4-BE49-F238E27FC236}">
                  <a16:creationId xmlns:a16="http://schemas.microsoft.com/office/drawing/2014/main" id="{BBDF7193-7BB5-465A-BF5A-3322EDDC06DC}"/>
                </a:ext>
              </a:extLst>
            </p:cNvPr>
            <p:cNvSpPr txBox="1">
              <a:spLocks noChangeArrowheads="1"/>
            </p:cNvSpPr>
            <p:nvPr/>
          </p:nvSpPr>
          <p:spPr bwMode="auto">
            <a:xfrm>
              <a:off x="6672373" y="2187575"/>
              <a:ext cx="1022369" cy="1114425"/>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ru-RU" dirty="0"/>
                <a:t>A       S</a:t>
              </a:r>
            </a:p>
            <a:p>
              <a:pPr eaLnBrk="1" hangingPunct="1">
                <a:defRPr/>
              </a:pPr>
              <a:r>
                <a:rPr lang="ru-RU" dirty="0"/>
                <a:t>B            </a:t>
              </a:r>
            </a:p>
            <a:p>
              <a:pPr eaLnBrk="1" hangingPunct="1">
                <a:defRPr/>
              </a:pPr>
              <a:r>
                <a:rPr lang="ru-RU" dirty="0"/>
                <a:t>C</a:t>
              </a:r>
              <a:r>
                <a:rPr lang="ru-RU" baseline="-25000" dirty="0"/>
                <a:t>IN</a:t>
              </a:r>
              <a:r>
                <a:rPr lang="ru-RU" dirty="0"/>
                <a:t> C</a:t>
              </a:r>
              <a:r>
                <a:rPr lang="ru-RU" baseline="-25000" dirty="0"/>
                <a:t>O</a:t>
              </a:r>
            </a:p>
          </p:txBody>
        </p:sp>
        <p:sp>
          <p:nvSpPr>
            <p:cNvPr id="38925" name="Line 13">
              <a:extLst>
                <a:ext uri="{FF2B5EF4-FFF2-40B4-BE49-F238E27FC236}">
                  <a16:creationId xmlns:a16="http://schemas.microsoft.com/office/drawing/2014/main" id="{5CA83C86-3319-47D8-AAF6-77CEF1A0E909}"/>
                </a:ext>
              </a:extLst>
            </p:cNvPr>
            <p:cNvSpPr>
              <a:spLocks noChangeShapeType="1"/>
            </p:cNvSpPr>
            <p:nvPr/>
          </p:nvSpPr>
          <p:spPr bwMode="auto">
            <a:xfrm>
              <a:off x="2441606" y="2863850"/>
              <a:ext cx="730264" cy="0"/>
            </a:xfrm>
            <a:prstGeom prst="line">
              <a:avLst/>
            </a:prstGeom>
            <a:noFill/>
            <a:ln w="28575">
              <a:solidFill>
                <a:srgbClr val="000000"/>
              </a:solidFill>
              <a:round/>
              <a:headEnd/>
              <a:tailEnd/>
            </a:ln>
          </p:spPr>
          <p:txBody>
            <a:bodyPr/>
            <a:lstStyle/>
            <a:p>
              <a:pPr eaLnBrk="1" hangingPunct="1">
                <a:defRPr/>
              </a:pPr>
              <a:endParaRPr lang="en-US" dirty="0"/>
            </a:p>
          </p:txBody>
        </p:sp>
        <p:sp>
          <p:nvSpPr>
            <p:cNvPr id="38926" name="Line 14">
              <a:extLst>
                <a:ext uri="{FF2B5EF4-FFF2-40B4-BE49-F238E27FC236}">
                  <a16:creationId xmlns:a16="http://schemas.microsoft.com/office/drawing/2014/main" id="{B1082F54-F660-48F8-BE4F-9B3A837BEB62}"/>
                </a:ext>
              </a:extLst>
            </p:cNvPr>
            <p:cNvSpPr>
              <a:spLocks noChangeShapeType="1"/>
            </p:cNvSpPr>
            <p:nvPr/>
          </p:nvSpPr>
          <p:spPr bwMode="auto">
            <a:xfrm>
              <a:off x="4194239" y="2863850"/>
              <a:ext cx="731852" cy="0"/>
            </a:xfrm>
            <a:prstGeom prst="line">
              <a:avLst/>
            </a:prstGeom>
            <a:noFill/>
            <a:ln w="28575">
              <a:solidFill>
                <a:srgbClr val="000000"/>
              </a:solidFill>
              <a:round/>
              <a:headEnd/>
              <a:tailEnd/>
            </a:ln>
          </p:spPr>
          <p:txBody>
            <a:bodyPr/>
            <a:lstStyle/>
            <a:p>
              <a:pPr eaLnBrk="1" hangingPunct="1">
                <a:defRPr/>
              </a:pPr>
              <a:endParaRPr lang="en-US" dirty="0"/>
            </a:p>
          </p:txBody>
        </p:sp>
        <p:sp>
          <p:nvSpPr>
            <p:cNvPr id="38927" name="Line 15">
              <a:extLst>
                <a:ext uri="{FF2B5EF4-FFF2-40B4-BE49-F238E27FC236}">
                  <a16:creationId xmlns:a16="http://schemas.microsoft.com/office/drawing/2014/main" id="{A0438938-2E78-4671-A8DB-4AEFBDFF0340}"/>
                </a:ext>
              </a:extLst>
            </p:cNvPr>
            <p:cNvSpPr>
              <a:spLocks noChangeShapeType="1"/>
            </p:cNvSpPr>
            <p:nvPr/>
          </p:nvSpPr>
          <p:spPr bwMode="auto">
            <a:xfrm>
              <a:off x="5954810" y="2863850"/>
              <a:ext cx="731851" cy="0"/>
            </a:xfrm>
            <a:prstGeom prst="line">
              <a:avLst/>
            </a:prstGeom>
            <a:noFill/>
            <a:ln w="28575">
              <a:solidFill>
                <a:srgbClr val="000000"/>
              </a:solidFill>
              <a:round/>
              <a:headEnd/>
              <a:tailEnd/>
            </a:ln>
          </p:spPr>
          <p:txBody>
            <a:bodyPr/>
            <a:lstStyle/>
            <a:p>
              <a:pPr eaLnBrk="1" hangingPunct="1">
                <a:defRPr/>
              </a:pPr>
              <a:endParaRPr lang="en-US" dirty="0"/>
            </a:p>
          </p:txBody>
        </p:sp>
        <p:grpSp>
          <p:nvGrpSpPr>
            <p:cNvPr id="29712" name="Group 16">
              <a:extLst>
                <a:ext uri="{FF2B5EF4-FFF2-40B4-BE49-F238E27FC236}">
                  <a16:creationId xmlns:a16="http://schemas.microsoft.com/office/drawing/2014/main" id="{37D97E21-993A-5AA3-E782-36BC117AEB86}"/>
                </a:ext>
              </a:extLst>
            </p:cNvPr>
            <p:cNvGrpSpPr>
              <a:grpSpLocks/>
            </p:cNvGrpSpPr>
            <p:nvPr/>
          </p:nvGrpSpPr>
          <p:grpSpPr bwMode="auto">
            <a:xfrm>
              <a:off x="2441575" y="1795810"/>
              <a:ext cx="146050" cy="557057"/>
              <a:chOff x="3960" y="5267"/>
              <a:chExt cx="180" cy="540"/>
            </a:xfrm>
          </p:grpSpPr>
          <p:sp>
            <p:nvSpPr>
              <p:cNvPr id="38956" name="Line 17">
                <a:extLst>
                  <a:ext uri="{FF2B5EF4-FFF2-40B4-BE49-F238E27FC236}">
                    <a16:creationId xmlns:a16="http://schemas.microsoft.com/office/drawing/2014/main" id="{416C3816-0078-41A0-AFE7-22D217AD2B26}"/>
                  </a:ext>
                </a:extLst>
              </p:cNvPr>
              <p:cNvSpPr>
                <a:spLocks noChangeShapeType="1"/>
              </p:cNvSpPr>
              <p:nvPr/>
            </p:nvSpPr>
            <p:spPr bwMode="auto">
              <a:xfrm>
                <a:off x="3960" y="5805"/>
                <a:ext cx="180" cy="0"/>
              </a:xfrm>
              <a:prstGeom prst="line">
                <a:avLst/>
              </a:prstGeom>
              <a:noFill/>
              <a:ln w="28575">
                <a:solidFill>
                  <a:srgbClr val="000000"/>
                </a:solidFill>
                <a:round/>
                <a:headEnd/>
                <a:tailEnd/>
              </a:ln>
            </p:spPr>
            <p:txBody>
              <a:bodyPr/>
              <a:lstStyle/>
              <a:p>
                <a:pPr eaLnBrk="1" hangingPunct="1">
                  <a:defRPr/>
                </a:pPr>
                <a:endParaRPr lang="en-US" dirty="0"/>
              </a:p>
            </p:txBody>
          </p:sp>
          <p:sp>
            <p:nvSpPr>
              <p:cNvPr id="29741" name="Line 18">
                <a:extLst>
                  <a:ext uri="{FF2B5EF4-FFF2-40B4-BE49-F238E27FC236}">
                    <a16:creationId xmlns:a16="http://schemas.microsoft.com/office/drawing/2014/main" id="{FDB1774A-D574-BA8D-7F8F-0D72EE32F7BC}"/>
                  </a:ext>
                </a:extLst>
              </p:cNvPr>
              <p:cNvSpPr>
                <a:spLocks noChangeShapeType="1"/>
              </p:cNvSpPr>
              <p:nvPr/>
            </p:nvSpPr>
            <p:spPr bwMode="auto">
              <a:xfrm flipV="1">
                <a:off x="4140" y="5267"/>
                <a:ext cx="0" cy="54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grpSp>
          <p:nvGrpSpPr>
            <p:cNvPr id="29713" name="Group 19">
              <a:extLst>
                <a:ext uri="{FF2B5EF4-FFF2-40B4-BE49-F238E27FC236}">
                  <a16:creationId xmlns:a16="http://schemas.microsoft.com/office/drawing/2014/main" id="{914157AE-5EF7-5A4C-319E-D46086D46090}"/>
                </a:ext>
              </a:extLst>
            </p:cNvPr>
            <p:cNvGrpSpPr>
              <a:grpSpLocks/>
            </p:cNvGrpSpPr>
            <p:nvPr/>
          </p:nvGrpSpPr>
          <p:grpSpPr bwMode="auto">
            <a:xfrm>
              <a:off x="4194175" y="1847769"/>
              <a:ext cx="146050" cy="557057"/>
              <a:chOff x="3960" y="5271"/>
              <a:chExt cx="180" cy="540"/>
            </a:xfrm>
          </p:grpSpPr>
          <p:sp>
            <p:nvSpPr>
              <p:cNvPr id="38954" name="Line 20">
                <a:extLst>
                  <a:ext uri="{FF2B5EF4-FFF2-40B4-BE49-F238E27FC236}">
                    <a16:creationId xmlns:a16="http://schemas.microsoft.com/office/drawing/2014/main" id="{5E6E4182-48C2-4189-821A-0548402306D5}"/>
                  </a:ext>
                </a:extLst>
              </p:cNvPr>
              <p:cNvSpPr>
                <a:spLocks noChangeShapeType="1"/>
              </p:cNvSpPr>
              <p:nvPr/>
            </p:nvSpPr>
            <p:spPr bwMode="auto">
              <a:xfrm>
                <a:off x="3960" y="5805"/>
                <a:ext cx="180" cy="0"/>
              </a:xfrm>
              <a:prstGeom prst="line">
                <a:avLst/>
              </a:prstGeom>
              <a:noFill/>
              <a:ln w="28575">
                <a:solidFill>
                  <a:srgbClr val="000000"/>
                </a:solidFill>
                <a:round/>
                <a:headEnd/>
                <a:tailEnd/>
              </a:ln>
            </p:spPr>
            <p:txBody>
              <a:bodyPr/>
              <a:lstStyle/>
              <a:p>
                <a:pPr eaLnBrk="1" hangingPunct="1">
                  <a:defRPr/>
                </a:pPr>
                <a:endParaRPr lang="en-US" dirty="0"/>
              </a:p>
            </p:txBody>
          </p:sp>
          <p:sp>
            <p:nvSpPr>
              <p:cNvPr id="29739" name="Line 21">
                <a:extLst>
                  <a:ext uri="{FF2B5EF4-FFF2-40B4-BE49-F238E27FC236}">
                    <a16:creationId xmlns:a16="http://schemas.microsoft.com/office/drawing/2014/main" id="{FCB64B3C-9573-9CD4-C954-98BDE8784E0C}"/>
                  </a:ext>
                </a:extLst>
              </p:cNvPr>
              <p:cNvSpPr>
                <a:spLocks noChangeShapeType="1"/>
              </p:cNvSpPr>
              <p:nvPr/>
            </p:nvSpPr>
            <p:spPr bwMode="auto">
              <a:xfrm flipV="1">
                <a:off x="4140" y="5271"/>
                <a:ext cx="0" cy="54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grpSp>
          <p:nvGrpSpPr>
            <p:cNvPr id="29714" name="Group 22">
              <a:extLst>
                <a:ext uri="{FF2B5EF4-FFF2-40B4-BE49-F238E27FC236}">
                  <a16:creationId xmlns:a16="http://schemas.microsoft.com/office/drawing/2014/main" id="{56359FB1-A6E8-BC20-C59C-93B953D8417F}"/>
                </a:ext>
              </a:extLst>
            </p:cNvPr>
            <p:cNvGrpSpPr>
              <a:grpSpLocks/>
            </p:cNvGrpSpPr>
            <p:nvPr/>
          </p:nvGrpSpPr>
          <p:grpSpPr bwMode="auto">
            <a:xfrm>
              <a:off x="5954713" y="1832061"/>
              <a:ext cx="146050" cy="557057"/>
              <a:chOff x="3960" y="5271"/>
              <a:chExt cx="180" cy="540"/>
            </a:xfrm>
          </p:grpSpPr>
          <p:sp>
            <p:nvSpPr>
              <p:cNvPr id="38952" name="Line 23">
                <a:extLst>
                  <a:ext uri="{FF2B5EF4-FFF2-40B4-BE49-F238E27FC236}">
                    <a16:creationId xmlns:a16="http://schemas.microsoft.com/office/drawing/2014/main" id="{BD4BA1D3-9DCB-4089-8794-67820F189E72}"/>
                  </a:ext>
                </a:extLst>
              </p:cNvPr>
              <p:cNvSpPr>
                <a:spLocks noChangeShapeType="1"/>
              </p:cNvSpPr>
              <p:nvPr/>
            </p:nvSpPr>
            <p:spPr bwMode="auto">
              <a:xfrm>
                <a:off x="3960" y="5805"/>
                <a:ext cx="180" cy="0"/>
              </a:xfrm>
              <a:prstGeom prst="line">
                <a:avLst/>
              </a:prstGeom>
              <a:noFill/>
              <a:ln w="28575">
                <a:solidFill>
                  <a:srgbClr val="000000"/>
                </a:solidFill>
                <a:round/>
                <a:headEnd/>
                <a:tailEnd/>
              </a:ln>
            </p:spPr>
            <p:txBody>
              <a:bodyPr/>
              <a:lstStyle/>
              <a:p>
                <a:pPr eaLnBrk="1" hangingPunct="1">
                  <a:defRPr/>
                </a:pPr>
                <a:endParaRPr lang="en-US" dirty="0"/>
              </a:p>
            </p:txBody>
          </p:sp>
          <p:sp>
            <p:nvSpPr>
              <p:cNvPr id="29737" name="Line 24">
                <a:extLst>
                  <a:ext uri="{FF2B5EF4-FFF2-40B4-BE49-F238E27FC236}">
                    <a16:creationId xmlns:a16="http://schemas.microsoft.com/office/drawing/2014/main" id="{033C3573-8441-5A8A-B5FA-82F7D41471C7}"/>
                  </a:ext>
                </a:extLst>
              </p:cNvPr>
              <p:cNvSpPr>
                <a:spLocks noChangeShapeType="1"/>
              </p:cNvSpPr>
              <p:nvPr/>
            </p:nvSpPr>
            <p:spPr bwMode="auto">
              <a:xfrm flipV="1">
                <a:off x="4140" y="5271"/>
                <a:ext cx="0" cy="54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grpSp>
          <p:nvGrpSpPr>
            <p:cNvPr id="29715" name="Group 25">
              <a:extLst>
                <a:ext uri="{FF2B5EF4-FFF2-40B4-BE49-F238E27FC236}">
                  <a16:creationId xmlns:a16="http://schemas.microsoft.com/office/drawing/2014/main" id="{1483CE49-5A25-BD45-F591-223CC7B09E48}"/>
                </a:ext>
              </a:extLst>
            </p:cNvPr>
            <p:cNvGrpSpPr>
              <a:grpSpLocks/>
            </p:cNvGrpSpPr>
            <p:nvPr/>
          </p:nvGrpSpPr>
          <p:grpSpPr bwMode="auto">
            <a:xfrm>
              <a:off x="7694760" y="1847769"/>
              <a:ext cx="146050" cy="557057"/>
              <a:chOff x="3960" y="5271"/>
              <a:chExt cx="180" cy="540"/>
            </a:xfrm>
          </p:grpSpPr>
          <p:sp>
            <p:nvSpPr>
              <p:cNvPr id="38950" name="Line 26">
                <a:extLst>
                  <a:ext uri="{FF2B5EF4-FFF2-40B4-BE49-F238E27FC236}">
                    <a16:creationId xmlns:a16="http://schemas.microsoft.com/office/drawing/2014/main" id="{9D7FC308-5BF2-4F51-8736-74CC805136FE}"/>
                  </a:ext>
                </a:extLst>
              </p:cNvPr>
              <p:cNvSpPr>
                <a:spLocks noChangeShapeType="1"/>
              </p:cNvSpPr>
              <p:nvPr/>
            </p:nvSpPr>
            <p:spPr bwMode="auto">
              <a:xfrm>
                <a:off x="3960" y="5805"/>
                <a:ext cx="180" cy="0"/>
              </a:xfrm>
              <a:prstGeom prst="line">
                <a:avLst/>
              </a:prstGeom>
              <a:noFill/>
              <a:ln w="28575">
                <a:solidFill>
                  <a:srgbClr val="000000"/>
                </a:solidFill>
                <a:round/>
                <a:headEnd/>
                <a:tailEnd/>
              </a:ln>
            </p:spPr>
            <p:txBody>
              <a:bodyPr/>
              <a:lstStyle/>
              <a:p>
                <a:pPr eaLnBrk="1" hangingPunct="1">
                  <a:defRPr/>
                </a:pPr>
                <a:endParaRPr lang="en-US" dirty="0"/>
              </a:p>
            </p:txBody>
          </p:sp>
          <p:sp>
            <p:nvSpPr>
              <p:cNvPr id="29735" name="Line 27">
                <a:extLst>
                  <a:ext uri="{FF2B5EF4-FFF2-40B4-BE49-F238E27FC236}">
                    <a16:creationId xmlns:a16="http://schemas.microsoft.com/office/drawing/2014/main" id="{3E8467DA-ACE2-785B-0CFA-C20C341ABCE7}"/>
                  </a:ext>
                </a:extLst>
              </p:cNvPr>
              <p:cNvSpPr>
                <a:spLocks noChangeShapeType="1"/>
              </p:cNvSpPr>
              <p:nvPr/>
            </p:nvSpPr>
            <p:spPr bwMode="auto">
              <a:xfrm flipV="1">
                <a:off x="4140" y="5271"/>
                <a:ext cx="0" cy="54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
          <p:nvSpPr>
            <p:cNvPr id="38932" name="Line 28">
              <a:extLst>
                <a:ext uri="{FF2B5EF4-FFF2-40B4-BE49-F238E27FC236}">
                  <a16:creationId xmlns:a16="http://schemas.microsoft.com/office/drawing/2014/main" id="{F8C7DAF8-F565-4CF6-9017-018EF4536639}"/>
                </a:ext>
              </a:extLst>
            </p:cNvPr>
            <p:cNvSpPr>
              <a:spLocks noChangeShapeType="1"/>
            </p:cNvSpPr>
            <p:nvPr/>
          </p:nvSpPr>
          <p:spPr bwMode="auto">
            <a:xfrm>
              <a:off x="2941678" y="2336800"/>
              <a:ext cx="233366" cy="0"/>
            </a:xfrm>
            <a:prstGeom prst="line">
              <a:avLst/>
            </a:prstGeom>
            <a:noFill/>
            <a:ln w="28575">
              <a:solidFill>
                <a:srgbClr val="000000"/>
              </a:solidFill>
              <a:round/>
              <a:headEnd/>
              <a:tailEnd/>
            </a:ln>
          </p:spPr>
          <p:txBody>
            <a:bodyPr/>
            <a:lstStyle/>
            <a:p>
              <a:pPr eaLnBrk="1" hangingPunct="1">
                <a:defRPr/>
              </a:pPr>
              <a:endParaRPr lang="en-US" dirty="0"/>
            </a:p>
          </p:txBody>
        </p:sp>
        <p:sp>
          <p:nvSpPr>
            <p:cNvPr id="38933" name="Line 29">
              <a:extLst>
                <a:ext uri="{FF2B5EF4-FFF2-40B4-BE49-F238E27FC236}">
                  <a16:creationId xmlns:a16="http://schemas.microsoft.com/office/drawing/2014/main" id="{6EAF01D7-58C5-450F-85E5-F5298BBDF13D}"/>
                </a:ext>
              </a:extLst>
            </p:cNvPr>
            <p:cNvSpPr>
              <a:spLocks noChangeShapeType="1"/>
            </p:cNvSpPr>
            <p:nvPr/>
          </p:nvSpPr>
          <p:spPr bwMode="auto">
            <a:xfrm>
              <a:off x="2928978" y="2554288"/>
              <a:ext cx="233366" cy="0"/>
            </a:xfrm>
            <a:prstGeom prst="line">
              <a:avLst/>
            </a:prstGeom>
            <a:noFill/>
            <a:ln w="28575">
              <a:solidFill>
                <a:srgbClr val="000000"/>
              </a:solidFill>
              <a:round/>
              <a:headEnd/>
              <a:tailEnd/>
            </a:ln>
          </p:spPr>
          <p:txBody>
            <a:bodyPr/>
            <a:lstStyle/>
            <a:p>
              <a:pPr eaLnBrk="1" hangingPunct="1">
                <a:defRPr/>
              </a:pPr>
              <a:endParaRPr lang="en-US" dirty="0"/>
            </a:p>
          </p:txBody>
        </p:sp>
        <p:sp>
          <p:nvSpPr>
            <p:cNvPr id="38934" name="Line 30">
              <a:extLst>
                <a:ext uri="{FF2B5EF4-FFF2-40B4-BE49-F238E27FC236}">
                  <a16:creationId xmlns:a16="http://schemas.microsoft.com/office/drawing/2014/main" id="{92B66692-4DE4-4C18-BA45-108E1CC0375D}"/>
                </a:ext>
              </a:extLst>
            </p:cNvPr>
            <p:cNvSpPr>
              <a:spLocks noChangeShapeType="1"/>
            </p:cNvSpPr>
            <p:nvPr/>
          </p:nvSpPr>
          <p:spPr bwMode="auto">
            <a:xfrm>
              <a:off x="4687961" y="2384425"/>
              <a:ext cx="233366" cy="0"/>
            </a:xfrm>
            <a:prstGeom prst="line">
              <a:avLst/>
            </a:prstGeom>
            <a:noFill/>
            <a:ln w="28575">
              <a:solidFill>
                <a:srgbClr val="000000"/>
              </a:solidFill>
              <a:round/>
              <a:headEnd/>
              <a:tailEnd/>
            </a:ln>
          </p:spPr>
          <p:txBody>
            <a:bodyPr/>
            <a:lstStyle/>
            <a:p>
              <a:pPr eaLnBrk="1" hangingPunct="1">
                <a:defRPr/>
              </a:pPr>
              <a:endParaRPr lang="en-US" dirty="0"/>
            </a:p>
          </p:txBody>
        </p:sp>
        <p:sp>
          <p:nvSpPr>
            <p:cNvPr id="38935" name="Line 31">
              <a:extLst>
                <a:ext uri="{FF2B5EF4-FFF2-40B4-BE49-F238E27FC236}">
                  <a16:creationId xmlns:a16="http://schemas.microsoft.com/office/drawing/2014/main" id="{A7A0AE09-02E0-4DB5-8E81-F6819214DFD0}"/>
                </a:ext>
              </a:extLst>
            </p:cNvPr>
            <p:cNvSpPr>
              <a:spLocks noChangeShapeType="1"/>
            </p:cNvSpPr>
            <p:nvPr/>
          </p:nvSpPr>
          <p:spPr bwMode="auto">
            <a:xfrm>
              <a:off x="4700661" y="2584450"/>
              <a:ext cx="233366" cy="0"/>
            </a:xfrm>
            <a:prstGeom prst="line">
              <a:avLst/>
            </a:prstGeom>
            <a:noFill/>
            <a:ln w="28575">
              <a:solidFill>
                <a:srgbClr val="000000"/>
              </a:solidFill>
              <a:round/>
              <a:headEnd/>
              <a:tailEnd/>
            </a:ln>
          </p:spPr>
          <p:txBody>
            <a:bodyPr/>
            <a:lstStyle/>
            <a:p>
              <a:pPr eaLnBrk="1" hangingPunct="1">
                <a:defRPr/>
              </a:pPr>
              <a:endParaRPr lang="en-US" dirty="0"/>
            </a:p>
          </p:txBody>
        </p:sp>
        <p:sp>
          <p:nvSpPr>
            <p:cNvPr id="38936" name="Line 32">
              <a:extLst>
                <a:ext uri="{FF2B5EF4-FFF2-40B4-BE49-F238E27FC236}">
                  <a16:creationId xmlns:a16="http://schemas.microsoft.com/office/drawing/2014/main" id="{CEEAD168-8742-4C9F-97F5-575CD3D04056}"/>
                </a:ext>
              </a:extLst>
            </p:cNvPr>
            <p:cNvSpPr>
              <a:spLocks noChangeShapeType="1"/>
            </p:cNvSpPr>
            <p:nvPr/>
          </p:nvSpPr>
          <p:spPr bwMode="auto">
            <a:xfrm>
              <a:off x="6440594" y="2384425"/>
              <a:ext cx="233366" cy="0"/>
            </a:xfrm>
            <a:prstGeom prst="line">
              <a:avLst/>
            </a:prstGeom>
            <a:noFill/>
            <a:ln w="28575">
              <a:solidFill>
                <a:srgbClr val="000000"/>
              </a:solidFill>
              <a:round/>
              <a:headEnd/>
              <a:tailEnd/>
            </a:ln>
          </p:spPr>
          <p:txBody>
            <a:bodyPr/>
            <a:lstStyle/>
            <a:p>
              <a:pPr eaLnBrk="1" hangingPunct="1">
                <a:defRPr/>
              </a:pPr>
              <a:endParaRPr lang="en-US" dirty="0"/>
            </a:p>
          </p:txBody>
        </p:sp>
        <p:sp>
          <p:nvSpPr>
            <p:cNvPr id="38937" name="Line 33">
              <a:extLst>
                <a:ext uri="{FF2B5EF4-FFF2-40B4-BE49-F238E27FC236}">
                  <a16:creationId xmlns:a16="http://schemas.microsoft.com/office/drawing/2014/main" id="{DF7F4B66-DA86-475D-B5DA-B34A4269A920}"/>
                </a:ext>
              </a:extLst>
            </p:cNvPr>
            <p:cNvSpPr>
              <a:spLocks noChangeShapeType="1"/>
            </p:cNvSpPr>
            <p:nvPr/>
          </p:nvSpPr>
          <p:spPr bwMode="auto">
            <a:xfrm>
              <a:off x="6440594" y="2600325"/>
              <a:ext cx="233366" cy="0"/>
            </a:xfrm>
            <a:prstGeom prst="line">
              <a:avLst/>
            </a:prstGeom>
            <a:noFill/>
            <a:ln w="28575">
              <a:solidFill>
                <a:srgbClr val="000000"/>
              </a:solidFill>
              <a:round/>
              <a:headEnd/>
              <a:tailEnd/>
            </a:ln>
          </p:spPr>
          <p:txBody>
            <a:bodyPr/>
            <a:lstStyle/>
            <a:p>
              <a:pPr eaLnBrk="1" hangingPunct="1">
                <a:defRPr/>
              </a:pPr>
              <a:endParaRPr lang="en-US" dirty="0"/>
            </a:p>
          </p:txBody>
        </p:sp>
        <p:sp>
          <p:nvSpPr>
            <p:cNvPr id="38938" name="Text Box 34">
              <a:extLst>
                <a:ext uri="{FF2B5EF4-FFF2-40B4-BE49-F238E27FC236}">
                  <a16:creationId xmlns:a16="http://schemas.microsoft.com/office/drawing/2014/main" id="{92EC64DB-FBE6-4DED-9D53-2E645A66FF95}"/>
                </a:ext>
              </a:extLst>
            </p:cNvPr>
            <p:cNvSpPr txBox="1">
              <a:spLocks noChangeArrowheads="1"/>
            </p:cNvSpPr>
            <p:nvPr/>
          </p:nvSpPr>
          <p:spPr bwMode="auto">
            <a:xfrm>
              <a:off x="798513" y="2117725"/>
              <a:ext cx="584211" cy="1303338"/>
            </a:xfrm>
            <a:prstGeom prst="rect">
              <a:avLst/>
            </a:prstGeom>
            <a:noFill/>
            <a:ln w="28575">
              <a:noFill/>
              <a:miter lim="800000"/>
              <a:headEnd/>
              <a:tailEnd/>
            </a:ln>
          </p:spPr>
          <p:txBody>
            <a:bodyPr/>
            <a:lstStyle/>
            <a:p>
              <a:pPr eaLnBrk="1" hangingPunct="1">
                <a:defRPr/>
              </a:pPr>
              <a:r>
                <a:rPr lang="ru-RU" dirty="0"/>
                <a:t>a</a:t>
              </a:r>
              <a:r>
                <a:rPr lang="ru-RU" baseline="-25000" dirty="0"/>
                <a:t>0</a:t>
              </a:r>
              <a:endParaRPr lang="ru-RU" dirty="0"/>
            </a:p>
            <a:p>
              <a:pPr eaLnBrk="1" hangingPunct="1">
                <a:defRPr/>
              </a:pPr>
              <a:r>
                <a:rPr lang="ru-RU" dirty="0"/>
                <a:t>b</a:t>
              </a:r>
              <a:r>
                <a:rPr lang="ru-RU" baseline="-25000" dirty="0"/>
                <a:t>0</a:t>
              </a:r>
              <a:endParaRPr lang="ru-RU" dirty="0"/>
            </a:p>
            <a:p>
              <a:pPr eaLnBrk="1" hangingPunct="1">
                <a:defRPr/>
              </a:pPr>
              <a:r>
                <a:rPr lang="ru-RU" dirty="0"/>
                <a:t>c</a:t>
              </a:r>
              <a:r>
                <a:rPr lang="ru-RU" baseline="-25000" dirty="0"/>
                <a:t>in</a:t>
              </a:r>
            </a:p>
            <a:p>
              <a:pPr eaLnBrk="1" hangingPunct="1">
                <a:defRPr/>
              </a:pPr>
              <a:r>
                <a:rPr lang="ru-RU" dirty="0"/>
                <a:t>(c</a:t>
              </a:r>
              <a:r>
                <a:rPr lang="ru-RU" baseline="-25000" dirty="0"/>
                <a:t>0</a:t>
              </a:r>
              <a:r>
                <a:rPr lang="ru-RU" dirty="0"/>
                <a:t>)</a:t>
              </a:r>
            </a:p>
          </p:txBody>
        </p:sp>
        <p:sp>
          <p:nvSpPr>
            <p:cNvPr id="38939" name="Text Box 35">
              <a:extLst>
                <a:ext uri="{FF2B5EF4-FFF2-40B4-BE49-F238E27FC236}">
                  <a16:creationId xmlns:a16="http://schemas.microsoft.com/office/drawing/2014/main" id="{7399D27D-F21C-46E9-92F1-F7E83F2805E2}"/>
                </a:ext>
              </a:extLst>
            </p:cNvPr>
            <p:cNvSpPr txBox="1">
              <a:spLocks noChangeArrowheads="1"/>
            </p:cNvSpPr>
            <p:nvPr/>
          </p:nvSpPr>
          <p:spPr bwMode="auto">
            <a:xfrm>
              <a:off x="2620997" y="2062163"/>
              <a:ext cx="584211" cy="742950"/>
            </a:xfrm>
            <a:prstGeom prst="rect">
              <a:avLst/>
            </a:prstGeom>
            <a:noFill/>
            <a:ln w="28575">
              <a:noFill/>
              <a:miter lim="800000"/>
              <a:headEnd/>
              <a:tailEnd/>
            </a:ln>
          </p:spPr>
          <p:txBody>
            <a:bodyPr/>
            <a:lstStyle/>
            <a:p>
              <a:pPr eaLnBrk="1" hangingPunct="1">
                <a:defRPr/>
              </a:pPr>
              <a:r>
                <a:rPr lang="ru-RU"/>
                <a:t>a</a:t>
              </a:r>
              <a:r>
                <a:rPr lang="ru-RU" baseline="-25000"/>
                <a:t>1</a:t>
              </a:r>
              <a:endParaRPr lang="ru-RU"/>
            </a:p>
            <a:p>
              <a:pPr eaLnBrk="1" hangingPunct="1">
                <a:defRPr/>
              </a:pPr>
              <a:r>
                <a:rPr lang="ru-RU"/>
                <a:t>b</a:t>
              </a:r>
              <a:r>
                <a:rPr lang="ru-RU" baseline="-25000"/>
                <a:t>1</a:t>
              </a:r>
              <a:endParaRPr lang="ru-RU"/>
            </a:p>
          </p:txBody>
        </p:sp>
        <p:sp>
          <p:nvSpPr>
            <p:cNvPr id="38940" name="Text Box 36">
              <a:extLst>
                <a:ext uri="{FF2B5EF4-FFF2-40B4-BE49-F238E27FC236}">
                  <a16:creationId xmlns:a16="http://schemas.microsoft.com/office/drawing/2014/main" id="{2A7C0278-796C-41A0-87A6-7BEF520C6AC7}"/>
                </a:ext>
              </a:extLst>
            </p:cNvPr>
            <p:cNvSpPr txBox="1">
              <a:spLocks noChangeArrowheads="1"/>
            </p:cNvSpPr>
            <p:nvPr/>
          </p:nvSpPr>
          <p:spPr bwMode="auto">
            <a:xfrm>
              <a:off x="4368867" y="2057400"/>
              <a:ext cx="584211" cy="742950"/>
            </a:xfrm>
            <a:prstGeom prst="rect">
              <a:avLst/>
            </a:prstGeom>
            <a:noFill/>
            <a:ln w="28575">
              <a:noFill/>
              <a:miter lim="800000"/>
              <a:headEnd/>
              <a:tailEnd/>
            </a:ln>
          </p:spPr>
          <p:txBody>
            <a:bodyPr/>
            <a:lstStyle/>
            <a:p>
              <a:pPr eaLnBrk="1" hangingPunct="1">
                <a:defRPr/>
              </a:pPr>
              <a:r>
                <a:rPr lang="ru-RU"/>
                <a:t>a</a:t>
              </a:r>
              <a:r>
                <a:rPr lang="ru-RU" baseline="-25000"/>
                <a:t>2</a:t>
              </a:r>
              <a:endParaRPr lang="ru-RU"/>
            </a:p>
            <a:p>
              <a:pPr eaLnBrk="1" hangingPunct="1">
                <a:defRPr/>
              </a:pPr>
              <a:r>
                <a:rPr lang="ru-RU"/>
                <a:t>b</a:t>
              </a:r>
              <a:r>
                <a:rPr lang="ru-RU" baseline="-25000"/>
                <a:t>2</a:t>
              </a:r>
              <a:endParaRPr lang="ru-RU"/>
            </a:p>
          </p:txBody>
        </p:sp>
        <p:sp>
          <p:nvSpPr>
            <p:cNvPr id="38941" name="Text Box 37">
              <a:extLst>
                <a:ext uri="{FF2B5EF4-FFF2-40B4-BE49-F238E27FC236}">
                  <a16:creationId xmlns:a16="http://schemas.microsoft.com/office/drawing/2014/main" id="{272A1DE6-FF9D-4E12-AA9C-5D79BC2457F8}"/>
                </a:ext>
              </a:extLst>
            </p:cNvPr>
            <p:cNvSpPr txBox="1">
              <a:spLocks noChangeArrowheads="1"/>
            </p:cNvSpPr>
            <p:nvPr/>
          </p:nvSpPr>
          <p:spPr bwMode="auto">
            <a:xfrm>
              <a:off x="6135788" y="2043113"/>
              <a:ext cx="584211" cy="742950"/>
            </a:xfrm>
            <a:prstGeom prst="rect">
              <a:avLst/>
            </a:prstGeom>
            <a:noFill/>
            <a:ln w="28575">
              <a:noFill/>
              <a:miter lim="800000"/>
              <a:headEnd/>
              <a:tailEnd/>
            </a:ln>
          </p:spPr>
          <p:txBody>
            <a:bodyPr/>
            <a:lstStyle/>
            <a:p>
              <a:pPr eaLnBrk="1" hangingPunct="1">
                <a:defRPr/>
              </a:pPr>
              <a:r>
                <a:rPr lang="ru-RU" dirty="0"/>
                <a:t>a</a:t>
              </a:r>
              <a:r>
                <a:rPr lang="ru-RU" baseline="-25000" dirty="0"/>
                <a:t>3</a:t>
              </a:r>
              <a:endParaRPr lang="ru-RU" dirty="0"/>
            </a:p>
            <a:p>
              <a:pPr eaLnBrk="1" hangingPunct="1">
                <a:defRPr/>
              </a:pPr>
              <a:r>
                <a:rPr lang="ru-RU" dirty="0"/>
                <a:t>b</a:t>
              </a:r>
              <a:r>
                <a:rPr lang="ru-RU" baseline="-25000" dirty="0"/>
                <a:t>3</a:t>
              </a:r>
              <a:endParaRPr lang="ru-RU" dirty="0"/>
            </a:p>
          </p:txBody>
        </p:sp>
        <p:sp>
          <p:nvSpPr>
            <p:cNvPr id="29726" name="Line 38">
              <a:extLst>
                <a:ext uri="{FF2B5EF4-FFF2-40B4-BE49-F238E27FC236}">
                  <a16:creationId xmlns:a16="http://schemas.microsoft.com/office/drawing/2014/main" id="{A6A7D222-72C2-9239-817F-DA1109E06AAD}"/>
                </a:ext>
              </a:extLst>
            </p:cNvPr>
            <p:cNvSpPr>
              <a:spLocks noChangeShapeType="1"/>
            </p:cNvSpPr>
            <p:nvPr/>
          </p:nvSpPr>
          <p:spPr bwMode="auto">
            <a:xfrm>
              <a:off x="7702698" y="2864006"/>
              <a:ext cx="439737"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38943" name="Text Box 39">
              <a:extLst>
                <a:ext uri="{FF2B5EF4-FFF2-40B4-BE49-F238E27FC236}">
                  <a16:creationId xmlns:a16="http://schemas.microsoft.com/office/drawing/2014/main" id="{822F8550-6B51-488B-91C3-EAFB1402531E}"/>
                </a:ext>
              </a:extLst>
            </p:cNvPr>
            <p:cNvSpPr txBox="1">
              <a:spLocks noChangeArrowheads="1"/>
            </p:cNvSpPr>
            <p:nvPr/>
          </p:nvSpPr>
          <p:spPr bwMode="auto">
            <a:xfrm>
              <a:off x="2441606" y="1447800"/>
              <a:ext cx="438158" cy="557213"/>
            </a:xfrm>
            <a:prstGeom prst="rect">
              <a:avLst/>
            </a:prstGeom>
            <a:noFill/>
            <a:ln w="28575">
              <a:noFill/>
              <a:miter lim="800000"/>
              <a:headEnd/>
              <a:tailEnd/>
            </a:ln>
          </p:spPr>
          <p:txBody>
            <a:bodyPr/>
            <a:lstStyle/>
            <a:p>
              <a:pPr eaLnBrk="1" hangingPunct="1">
                <a:defRPr/>
              </a:pPr>
              <a:r>
                <a:rPr lang="ru-RU"/>
                <a:t>s</a:t>
              </a:r>
              <a:r>
                <a:rPr lang="ru-RU" baseline="-25000"/>
                <a:t>0</a:t>
              </a:r>
              <a:endParaRPr lang="ru-RU"/>
            </a:p>
          </p:txBody>
        </p:sp>
        <p:sp>
          <p:nvSpPr>
            <p:cNvPr id="38944" name="Text Box 40">
              <a:extLst>
                <a:ext uri="{FF2B5EF4-FFF2-40B4-BE49-F238E27FC236}">
                  <a16:creationId xmlns:a16="http://schemas.microsoft.com/office/drawing/2014/main" id="{837C02EF-761C-49A3-8706-61CE373B9822}"/>
                </a:ext>
              </a:extLst>
            </p:cNvPr>
            <p:cNvSpPr txBox="1">
              <a:spLocks noChangeArrowheads="1"/>
            </p:cNvSpPr>
            <p:nvPr/>
          </p:nvSpPr>
          <p:spPr bwMode="auto">
            <a:xfrm>
              <a:off x="4194239" y="1476375"/>
              <a:ext cx="439746" cy="557213"/>
            </a:xfrm>
            <a:prstGeom prst="rect">
              <a:avLst/>
            </a:prstGeom>
            <a:noFill/>
            <a:ln w="28575">
              <a:noFill/>
              <a:miter lim="800000"/>
              <a:headEnd/>
              <a:tailEnd/>
            </a:ln>
          </p:spPr>
          <p:txBody>
            <a:bodyPr/>
            <a:lstStyle/>
            <a:p>
              <a:pPr eaLnBrk="1" hangingPunct="1">
                <a:defRPr/>
              </a:pPr>
              <a:r>
                <a:rPr lang="ru-RU"/>
                <a:t>s</a:t>
              </a:r>
              <a:r>
                <a:rPr lang="ru-RU" baseline="-25000"/>
                <a:t>1</a:t>
              </a:r>
              <a:endParaRPr lang="ru-RU"/>
            </a:p>
          </p:txBody>
        </p:sp>
        <p:sp>
          <p:nvSpPr>
            <p:cNvPr id="38945" name="Text Box 41">
              <a:extLst>
                <a:ext uri="{FF2B5EF4-FFF2-40B4-BE49-F238E27FC236}">
                  <a16:creationId xmlns:a16="http://schemas.microsoft.com/office/drawing/2014/main" id="{0E62D384-740D-4565-BED1-9D62926BE262}"/>
                </a:ext>
              </a:extLst>
            </p:cNvPr>
            <p:cNvSpPr txBox="1">
              <a:spLocks noChangeArrowheads="1"/>
            </p:cNvSpPr>
            <p:nvPr/>
          </p:nvSpPr>
          <p:spPr bwMode="auto">
            <a:xfrm>
              <a:off x="5888134" y="1477963"/>
              <a:ext cx="438158" cy="557212"/>
            </a:xfrm>
            <a:prstGeom prst="rect">
              <a:avLst/>
            </a:prstGeom>
            <a:noFill/>
            <a:ln w="28575">
              <a:noFill/>
              <a:miter lim="800000"/>
              <a:headEnd/>
              <a:tailEnd/>
            </a:ln>
          </p:spPr>
          <p:txBody>
            <a:bodyPr/>
            <a:lstStyle/>
            <a:p>
              <a:pPr eaLnBrk="1" hangingPunct="1">
                <a:defRPr/>
              </a:pPr>
              <a:r>
                <a:rPr lang="ru-RU"/>
                <a:t>s</a:t>
              </a:r>
              <a:r>
                <a:rPr lang="ru-RU" baseline="-25000"/>
                <a:t>2</a:t>
              </a:r>
              <a:endParaRPr lang="ru-RU"/>
            </a:p>
          </p:txBody>
        </p:sp>
        <p:sp>
          <p:nvSpPr>
            <p:cNvPr id="38946" name="Text Box 42">
              <a:extLst>
                <a:ext uri="{FF2B5EF4-FFF2-40B4-BE49-F238E27FC236}">
                  <a16:creationId xmlns:a16="http://schemas.microsoft.com/office/drawing/2014/main" id="{86B0B3BC-FC68-4AB0-9D0C-E54C2B246B8A}"/>
                </a:ext>
              </a:extLst>
            </p:cNvPr>
            <p:cNvSpPr txBox="1">
              <a:spLocks noChangeArrowheads="1"/>
            </p:cNvSpPr>
            <p:nvPr/>
          </p:nvSpPr>
          <p:spPr bwMode="auto">
            <a:xfrm>
              <a:off x="7561390" y="1477963"/>
              <a:ext cx="438158" cy="557212"/>
            </a:xfrm>
            <a:prstGeom prst="rect">
              <a:avLst/>
            </a:prstGeom>
            <a:noFill/>
            <a:ln w="28575">
              <a:noFill/>
              <a:miter lim="800000"/>
              <a:headEnd/>
              <a:tailEnd/>
            </a:ln>
          </p:spPr>
          <p:txBody>
            <a:bodyPr/>
            <a:lstStyle/>
            <a:p>
              <a:pPr eaLnBrk="1" hangingPunct="1">
                <a:defRPr/>
              </a:pPr>
              <a:r>
                <a:rPr lang="ru-RU"/>
                <a:t>s</a:t>
              </a:r>
              <a:r>
                <a:rPr lang="ru-RU" baseline="-25000"/>
                <a:t>3</a:t>
              </a:r>
              <a:endParaRPr lang="ru-RU"/>
            </a:p>
          </p:txBody>
        </p:sp>
        <p:sp>
          <p:nvSpPr>
            <p:cNvPr id="38947" name="Text Box 44">
              <a:extLst>
                <a:ext uri="{FF2B5EF4-FFF2-40B4-BE49-F238E27FC236}">
                  <a16:creationId xmlns:a16="http://schemas.microsoft.com/office/drawing/2014/main" id="{A22E80C9-0422-42FC-8C6C-ECA012E1E421}"/>
                </a:ext>
              </a:extLst>
            </p:cNvPr>
            <p:cNvSpPr txBox="1">
              <a:spLocks noChangeArrowheads="1"/>
            </p:cNvSpPr>
            <p:nvPr/>
          </p:nvSpPr>
          <p:spPr bwMode="auto">
            <a:xfrm>
              <a:off x="2441606" y="2794000"/>
              <a:ext cx="438158" cy="557213"/>
            </a:xfrm>
            <a:prstGeom prst="rect">
              <a:avLst/>
            </a:prstGeom>
            <a:noFill/>
            <a:ln w="28575">
              <a:noFill/>
              <a:miter lim="800000"/>
              <a:headEnd/>
              <a:tailEnd/>
            </a:ln>
          </p:spPr>
          <p:txBody>
            <a:bodyPr/>
            <a:lstStyle/>
            <a:p>
              <a:pPr eaLnBrk="1" hangingPunct="1">
                <a:defRPr/>
              </a:pPr>
              <a:r>
                <a:rPr lang="ru-RU"/>
                <a:t>c</a:t>
              </a:r>
              <a:r>
                <a:rPr lang="ru-RU" baseline="-25000"/>
                <a:t>1</a:t>
              </a:r>
              <a:endParaRPr lang="ru-RU"/>
            </a:p>
          </p:txBody>
        </p:sp>
        <p:sp>
          <p:nvSpPr>
            <p:cNvPr id="38948" name="Text Box 45">
              <a:extLst>
                <a:ext uri="{FF2B5EF4-FFF2-40B4-BE49-F238E27FC236}">
                  <a16:creationId xmlns:a16="http://schemas.microsoft.com/office/drawing/2014/main" id="{60CEF010-3CEE-4FC4-A3B6-20567FDB67CF}"/>
                </a:ext>
              </a:extLst>
            </p:cNvPr>
            <p:cNvSpPr txBox="1">
              <a:spLocks noChangeArrowheads="1"/>
            </p:cNvSpPr>
            <p:nvPr/>
          </p:nvSpPr>
          <p:spPr bwMode="auto">
            <a:xfrm>
              <a:off x="4157726" y="2779713"/>
              <a:ext cx="438158" cy="461962"/>
            </a:xfrm>
            <a:prstGeom prst="rect">
              <a:avLst/>
            </a:prstGeom>
            <a:noFill/>
            <a:ln w="28575">
              <a:noFill/>
              <a:miter lim="800000"/>
              <a:headEnd/>
              <a:tailEnd/>
            </a:ln>
          </p:spPr>
          <p:txBody>
            <a:bodyPr/>
            <a:lstStyle/>
            <a:p>
              <a:pPr eaLnBrk="1" hangingPunct="1">
                <a:defRPr/>
              </a:pPr>
              <a:r>
                <a:rPr lang="ru-RU"/>
                <a:t>c</a:t>
              </a:r>
              <a:r>
                <a:rPr lang="ru-RU" baseline="-25000"/>
                <a:t>2</a:t>
              </a:r>
              <a:endParaRPr lang="ru-RU"/>
            </a:p>
          </p:txBody>
        </p:sp>
        <p:sp>
          <p:nvSpPr>
            <p:cNvPr id="38949" name="Text Box 46">
              <a:extLst>
                <a:ext uri="{FF2B5EF4-FFF2-40B4-BE49-F238E27FC236}">
                  <a16:creationId xmlns:a16="http://schemas.microsoft.com/office/drawing/2014/main" id="{ED05D43E-EEFA-4303-80FF-0269D5F5E056}"/>
                </a:ext>
              </a:extLst>
            </p:cNvPr>
            <p:cNvSpPr txBox="1">
              <a:spLocks noChangeArrowheads="1"/>
            </p:cNvSpPr>
            <p:nvPr/>
          </p:nvSpPr>
          <p:spPr bwMode="auto">
            <a:xfrm>
              <a:off x="5929409" y="2794000"/>
              <a:ext cx="438158" cy="557213"/>
            </a:xfrm>
            <a:prstGeom prst="rect">
              <a:avLst/>
            </a:prstGeom>
            <a:noFill/>
            <a:ln w="28575">
              <a:noFill/>
              <a:miter lim="800000"/>
              <a:headEnd/>
              <a:tailEnd/>
            </a:ln>
          </p:spPr>
          <p:txBody>
            <a:bodyPr/>
            <a:lstStyle/>
            <a:p>
              <a:pPr eaLnBrk="1" hangingPunct="1">
                <a:defRPr/>
              </a:pPr>
              <a:r>
                <a:rPr lang="ru-RU"/>
                <a:t>c</a:t>
              </a:r>
              <a:r>
                <a:rPr lang="ru-RU" baseline="-25000"/>
                <a:t>3</a:t>
              </a:r>
              <a:endParaRPr lang="ru-RU"/>
            </a:p>
          </p:txBody>
        </p:sp>
      </p:grpSp>
      <p:sp>
        <p:nvSpPr>
          <p:cNvPr id="29699" name="Text Box 49">
            <a:extLst>
              <a:ext uri="{FF2B5EF4-FFF2-40B4-BE49-F238E27FC236}">
                <a16:creationId xmlns:a16="http://schemas.microsoft.com/office/drawing/2014/main" id="{66034B42-75C6-ECAE-C671-C1C2963A67C4}"/>
              </a:ext>
            </a:extLst>
          </p:cNvPr>
          <p:cNvSpPr txBox="1">
            <a:spLocks noChangeArrowheads="1"/>
          </p:cNvSpPr>
          <p:nvPr/>
        </p:nvSpPr>
        <p:spPr bwMode="auto">
          <a:xfrm>
            <a:off x="1981200" y="3505201"/>
            <a:ext cx="772318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Carry Ripple Adder.</a:t>
            </a:r>
          </a:p>
          <a:p>
            <a:pPr eaLnBrk="1" hangingPunct="1"/>
            <a:r>
              <a:rPr lang="en-US" altLang="en-US" sz="2000"/>
              <a:t>S= A+ B;    A= (a</a:t>
            </a:r>
            <a:r>
              <a:rPr lang="en-US" altLang="en-US" sz="2000" b="1" baseline="-25000"/>
              <a:t>0</a:t>
            </a:r>
            <a:r>
              <a:rPr lang="en-US" altLang="en-US" sz="2000"/>
              <a:t>,a</a:t>
            </a:r>
            <a:r>
              <a:rPr lang="en-US" altLang="en-US" sz="2000" b="1" baseline="-25000"/>
              <a:t>1</a:t>
            </a:r>
            <a:r>
              <a:rPr lang="en-US" altLang="en-US" sz="2000"/>
              <a:t>,a</a:t>
            </a:r>
            <a:r>
              <a:rPr lang="en-US" altLang="en-US" sz="2000" b="1" baseline="-25000"/>
              <a:t>2</a:t>
            </a:r>
            <a:r>
              <a:rPr lang="en-US" altLang="en-US" sz="2000"/>
              <a:t>,a</a:t>
            </a:r>
            <a:r>
              <a:rPr lang="en-US" altLang="en-US" sz="2000" b="1" baseline="-25000"/>
              <a:t>3</a:t>
            </a:r>
            <a:r>
              <a:rPr lang="en-US" altLang="en-US" sz="2000"/>
              <a:t>);   B= (b</a:t>
            </a:r>
            <a:r>
              <a:rPr lang="en-US" altLang="en-US" sz="2000" b="1" baseline="-25000"/>
              <a:t>0</a:t>
            </a:r>
            <a:r>
              <a:rPr lang="en-US" altLang="en-US" sz="2000"/>
              <a:t>,b</a:t>
            </a:r>
            <a:r>
              <a:rPr lang="en-US" altLang="en-US" sz="2000" b="1" baseline="-25000"/>
              <a:t>1</a:t>
            </a:r>
            <a:r>
              <a:rPr lang="en-US" altLang="en-US" sz="2000"/>
              <a:t>,b</a:t>
            </a:r>
            <a:r>
              <a:rPr lang="en-US" altLang="en-US" sz="2000" b="1" baseline="-25000"/>
              <a:t>2</a:t>
            </a:r>
            <a:r>
              <a:rPr lang="en-US" altLang="en-US" sz="2000"/>
              <a:t>,b</a:t>
            </a:r>
            <a:r>
              <a:rPr lang="en-US" altLang="en-US" sz="2000" b="1" baseline="-25000"/>
              <a:t>3</a:t>
            </a:r>
            <a:r>
              <a:rPr lang="en-US" altLang="en-US" sz="2000"/>
              <a:t>);</a:t>
            </a:r>
          </a:p>
          <a:p>
            <a:pPr eaLnBrk="1" hangingPunct="1"/>
            <a:r>
              <a:rPr lang="en-US" altLang="en-US" sz="2000"/>
              <a:t>S</a:t>
            </a:r>
            <a:r>
              <a:rPr lang="en-US" altLang="en-US" sz="2000" b="1" baseline="-25000"/>
              <a:t>0</a:t>
            </a:r>
            <a:r>
              <a:rPr lang="en-US" altLang="en-US" sz="2000"/>
              <a:t> = a</a:t>
            </a:r>
            <a:r>
              <a:rPr lang="en-US" altLang="en-US" sz="2000" b="1" baseline="-25000"/>
              <a:t>0</a:t>
            </a:r>
            <a:r>
              <a:rPr lang="en-US" altLang="en-US" sz="2000"/>
              <a:t> </a:t>
            </a:r>
            <a:r>
              <a:rPr lang="en-US" altLang="en-US" sz="2000">
                <a:sym typeface="Symbol" panose="05050102010706020507" pitchFamily="18" charset="2"/>
              </a:rPr>
              <a:t> </a:t>
            </a:r>
            <a:r>
              <a:rPr lang="en-US" altLang="en-US" sz="2000"/>
              <a:t>b</a:t>
            </a:r>
            <a:r>
              <a:rPr lang="en-US" altLang="en-US" sz="2000" b="1" baseline="-25000"/>
              <a:t>0</a:t>
            </a:r>
            <a:r>
              <a:rPr lang="en-US" altLang="en-US" sz="2000"/>
              <a:t> </a:t>
            </a:r>
            <a:r>
              <a:rPr lang="en-US" altLang="en-US" sz="2000">
                <a:sym typeface="Symbol" panose="05050102010706020507" pitchFamily="18" charset="2"/>
              </a:rPr>
              <a:t> </a:t>
            </a:r>
            <a:r>
              <a:rPr lang="en-US" altLang="en-US" sz="2000"/>
              <a:t>c</a:t>
            </a:r>
            <a:r>
              <a:rPr lang="en-US" altLang="en-US" sz="2000" b="1" baseline="-25000"/>
              <a:t>0</a:t>
            </a:r>
            <a:r>
              <a:rPr lang="en-US" altLang="en-US" sz="2000"/>
              <a:t>;   c</a:t>
            </a:r>
            <a:r>
              <a:rPr lang="en-US" altLang="en-US" sz="2000" b="1" baseline="-25000"/>
              <a:t>1</a:t>
            </a:r>
            <a:r>
              <a:rPr lang="en-US" altLang="en-US" sz="2000"/>
              <a:t>= a</a:t>
            </a:r>
            <a:r>
              <a:rPr lang="en-US" altLang="en-US" sz="2000" b="1" baseline="-25000"/>
              <a:t>0</a:t>
            </a:r>
            <a:r>
              <a:rPr lang="en-US" altLang="en-US" sz="2000">
                <a:sym typeface="Symbol" panose="05050102010706020507" pitchFamily="18" charset="2"/>
              </a:rPr>
              <a:t></a:t>
            </a:r>
            <a:r>
              <a:rPr lang="en-US" altLang="en-US" sz="2000"/>
              <a:t>b</a:t>
            </a:r>
            <a:r>
              <a:rPr lang="en-US" altLang="en-US" sz="2000" b="1" baseline="-25000"/>
              <a:t>0 </a:t>
            </a:r>
            <a:r>
              <a:rPr lang="en-US" altLang="en-US" sz="2000"/>
              <a:t> </a:t>
            </a:r>
            <a:r>
              <a:rPr lang="en-US" altLang="en-US" sz="2000">
                <a:sym typeface="Symbol" panose="05050102010706020507" pitchFamily="18" charset="2"/>
              </a:rPr>
              <a:t>+ </a:t>
            </a:r>
            <a:r>
              <a:rPr lang="en-US" altLang="en-US" sz="2000"/>
              <a:t>(a</a:t>
            </a:r>
            <a:r>
              <a:rPr lang="en-US" altLang="en-US" sz="2000" b="1" baseline="-25000"/>
              <a:t>0</a:t>
            </a:r>
            <a:r>
              <a:rPr lang="en-US" altLang="en-US" sz="2000"/>
              <a:t> </a:t>
            </a:r>
            <a:r>
              <a:rPr lang="en-US" altLang="en-US" sz="2000">
                <a:sym typeface="Symbol" panose="05050102010706020507" pitchFamily="18" charset="2"/>
              </a:rPr>
              <a:t>+ </a:t>
            </a:r>
            <a:r>
              <a:rPr lang="en-US" altLang="en-US" sz="2000"/>
              <a:t>b</a:t>
            </a:r>
            <a:r>
              <a:rPr lang="en-US" altLang="en-US" sz="2000" b="1" baseline="-25000"/>
              <a:t>0</a:t>
            </a:r>
            <a:r>
              <a:rPr lang="en-US" altLang="en-US" sz="2000"/>
              <a:t>)</a:t>
            </a:r>
            <a:r>
              <a:rPr lang="en-US" altLang="en-US" sz="2000">
                <a:sym typeface="Symbol" panose="05050102010706020507" pitchFamily="18" charset="2"/>
              </a:rPr>
              <a:t></a:t>
            </a:r>
            <a:r>
              <a:rPr lang="en-US" altLang="en-US" sz="2000"/>
              <a:t>c</a:t>
            </a:r>
            <a:r>
              <a:rPr lang="en-US" altLang="en-US" sz="2000" b="1" baseline="-25000"/>
              <a:t>0</a:t>
            </a:r>
            <a:r>
              <a:rPr lang="en-US" altLang="en-US" sz="2000"/>
              <a:t>;</a:t>
            </a:r>
          </a:p>
          <a:p>
            <a:pPr eaLnBrk="1" hangingPunct="1"/>
            <a:r>
              <a:rPr lang="en-US" altLang="en-US" sz="2000"/>
              <a:t>S</a:t>
            </a:r>
            <a:r>
              <a:rPr lang="en-US" altLang="en-US" sz="2000" b="1" baseline="-25000"/>
              <a:t>1</a:t>
            </a:r>
            <a:r>
              <a:rPr lang="en-US" altLang="en-US" sz="2000"/>
              <a:t> = a</a:t>
            </a:r>
            <a:r>
              <a:rPr lang="en-US" altLang="en-US" sz="2000" b="1" baseline="-25000"/>
              <a:t>1</a:t>
            </a:r>
            <a:r>
              <a:rPr lang="en-US" altLang="en-US" sz="2000"/>
              <a:t> </a:t>
            </a:r>
            <a:r>
              <a:rPr lang="en-US" altLang="en-US" sz="2000">
                <a:sym typeface="Symbol" panose="05050102010706020507" pitchFamily="18" charset="2"/>
              </a:rPr>
              <a:t> </a:t>
            </a:r>
            <a:r>
              <a:rPr lang="en-US" altLang="en-US" sz="2000"/>
              <a:t>b</a:t>
            </a:r>
            <a:r>
              <a:rPr lang="en-US" altLang="en-US" sz="2000" b="1" baseline="-25000"/>
              <a:t>1</a:t>
            </a:r>
            <a:r>
              <a:rPr lang="en-US" altLang="en-US" sz="2000"/>
              <a:t> </a:t>
            </a:r>
            <a:r>
              <a:rPr lang="en-US" altLang="en-US" sz="2000">
                <a:sym typeface="Symbol" panose="05050102010706020507" pitchFamily="18" charset="2"/>
              </a:rPr>
              <a:t> </a:t>
            </a:r>
            <a:r>
              <a:rPr lang="en-US" altLang="en-US" sz="2000"/>
              <a:t>c</a:t>
            </a:r>
            <a:r>
              <a:rPr lang="en-US" altLang="en-US" sz="2000" b="1" baseline="-25000"/>
              <a:t>1</a:t>
            </a:r>
            <a:r>
              <a:rPr lang="en-US" altLang="en-US" sz="2000"/>
              <a:t>;  c</a:t>
            </a:r>
            <a:r>
              <a:rPr lang="en-US" altLang="en-US" sz="2000" b="1" baseline="-25000"/>
              <a:t>2</a:t>
            </a:r>
            <a:r>
              <a:rPr lang="en-US" altLang="en-US" sz="2000"/>
              <a:t>= a</a:t>
            </a:r>
            <a:r>
              <a:rPr lang="en-US" altLang="en-US" sz="2000" b="1" baseline="-25000"/>
              <a:t>1</a:t>
            </a:r>
            <a:r>
              <a:rPr lang="en-US" altLang="en-US" sz="2000">
                <a:sym typeface="Symbol" panose="05050102010706020507" pitchFamily="18" charset="2"/>
              </a:rPr>
              <a:t></a:t>
            </a:r>
            <a:r>
              <a:rPr lang="en-US" altLang="en-US" sz="2000"/>
              <a:t>b</a:t>
            </a:r>
            <a:r>
              <a:rPr lang="en-US" altLang="en-US" sz="2000" b="1" baseline="-25000"/>
              <a:t>1 </a:t>
            </a:r>
            <a:r>
              <a:rPr lang="en-US" altLang="en-US" sz="2000"/>
              <a:t> </a:t>
            </a:r>
            <a:r>
              <a:rPr lang="en-US" altLang="en-US" sz="2000">
                <a:sym typeface="Symbol" panose="05050102010706020507" pitchFamily="18" charset="2"/>
              </a:rPr>
              <a:t>+</a:t>
            </a:r>
            <a:r>
              <a:rPr lang="en-US" altLang="en-US" sz="2000"/>
              <a:t> (a</a:t>
            </a:r>
            <a:r>
              <a:rPr lang="en-US" altLang="en-US" sz="2000" b="1" baseline="-25000"/>
              <a:t>1</a:t>
            </a:r>
            <a:r>
              <a:rPr lang="en-US" altLang="en-US" sz="2000"/>
              <a:t> </a:t>
            </a:r>
            <a:r>
              <a:rPr lang="en-US" altLang="en-US" sz="2000">
                <a:sym typeface="Symbol" panose="05050102010706020507" pitchFamily="18" charset="2"/>
              </a:rPr>
              <a:t>+</a:t>
            </a:r>
            <a:r>
              <a:rPr lang="en-US" altLang="en-US" sz="2000"/>
              <a:t> b</a:t>
            </a:r>
            <a:r>
              <a:rPr lang="en-US" altLang="en-US" sz="2000" b="1" baseline="-25000"/>
              <a:t>1</a:t>
            </a:r>
            <a:r>
              <a:rPr lang="en-US" altLang="en-US" sz="2000"/>
              <a:t>)</a:t>
            </a:r>
            <a:r>
              <a:rPr lang="en-US" altLang="en-US" sz="2000">
                <a:sym typeface="Symbol" panose="05050102010706020507" pitchFamily="18" charset="2"/>
              </a:rPr>
              <a:t></a:t>
            </a:r>
            <a:r>
              <a:rPr lang="en-US" altLang="en-US" sz="2000"/>
              <a:t>c</a:t>
            </a:r>
            <a:r>
              <a:rPr lang="en-US" altLang="en-US" sz="2000" b="1" baseline="-25000"/>
              <a:t>1</a:t>
            </a:r>
            <a:r>
              <a:rPr lang="en-US" altLang="en-US" sz="2000"/>
              <a:t>;</a:t>
            </a:r>
          </a:p>
          <a:p>
            <a:pPr eaLnBrk="1" hangingPunct="1"/>
            <a:r>
              <a:rPr lang="en-US" altLang="en-US" sz="2000"/>
              <a:t>S</a:t>
            </a:r>
            <a:r>
              <a:rPr lang="en-US" altLang="en-US" sz="2000" b="1" baseline="-25000"/>
              <a:t>2</a:t>
            </a:r>
            <a:r>
              <a:rPr lang="en-US" altLang="en-US" sz="2000"/>
              <a:t> = a</a:t>
            </a:r>
            <a:r>
              <a:rPr lang="en-US" altLang="en-US" sz="2000" b="1" baseline="-25000"/>
              <a:t>2</a:t>
            </a:r>
            <a:r>
              <a:rPr lang="en-US" altLang="en-US" sz="2000"/>
              <a:t> </a:t>
            </a:r>
            <a:r>
              <a:rPr lang="en-US" altLang="en-US" sz="2000">
                <a:sym typeface="Symbol" panose="05050102010706020507" pitchFamily="18" charset="2"/>
              </a:rPr>
              <a:t> </a:t>
            </a:r>
            <a:r>
              <a:rPr lang="en-US" altLang="en-US" sz="2000"/>
              <a:t>b</a:t>
            </a:r>
            <a:r>
              <a:rPr lang="en-US" altLang="en-US" sz="2000" b="1" baseline="-25000"/>
              <a:t>2</a:t>
            </a:r>
            <a:r>
              <a:rPr lang="en-US" altLang="en-US" sz="2000"/>
              <a:t> </a:t>
            </a:r>
            <a:r>
              <a:rPr lang="en-US" altLang="en-US" sz="2000">
                <a:sym typeface="Symbol" panose="05050102010706020507" pitchFamily="18" charset="2"/>
              </a:rPr>
              <a:t></a:t>
            </a:r>
            <a:r>
              <a:rPr lang="en-US" altLang="en-US" sz="2000"/>
              <a:t> c</a:t>
            </a:r>
            <a:r>
              <a:rPr lang="en-US" altLang="en-US" sz="2000" b="1" baseline="-25000"/>
              <a:t>2</a:t>
            </a:r>
            <a:r>
              <a:rPr lang="en-US" altLang="en-US" sz="2000"/>
              <a:t>;  c</a:t>
            </a:r>
            <a:r>
              <a:rPr lang="en-US" altLang="en-US" sz="2000" b="1" baseline="-25000"/>
              <a:t>3</a:t>
            </a:r>
            <a:r>
              <a:rPr lang="en-US" altLang="en-US" sz="2000"/>
              <a:t>= a</a:t>
            </a:r>
            <a:r>
              <a:rPr lang="en-US" altLang="en-US" sz="2000" b="1" baseline="-25000"/>
              <a:t>2</a:t>
            </a:r>
            <a:r>
              <a:rPr lang="en-US" altLang="en-US" sz="2000">
                <a:sym typeface="Symbol" panose="05050102010706020507" pitchFamily="18" charset="2"/>
              </a:rPr>
              <a:t></a:t>
            </a:r>
            <a:r>
              <a:rPr lang="en-US" altLang="en-US" sz="2000"/>
              <a:t>b</a:t>
            </a:r>
            <a:r>
              <a:rPr lang="en-US" altLang="en-US" sz="2000" b="1" baseline="-25000"/>
              <a:t>2</a:t>
            </a:r>
            <a:r>
              <a:rPr lang="en-US" altLang="en-US" sz="2000"/>
              <a:t>  </a:t>
            </a:r>
            <a:r>
              <a:rPr lang="en-US" altLang="en-US" sz="2000">
                <a:sym typeface="Symbol" panose="05050102010706020507" pitchFamily="18" charset="2"/>
              </a:rPr>
              <a:t>+ </a:t>
            </a:r>
            <a:r>
              <a:rPr lang="en-US" altLang="en-US" sz="2000"/>
              <a:t>(a</a:t>
            </a:r>
            <a:r>
              <a:rPr lang="en-US" altLang="en-US" sz="2000" b="1" baseline="-25000"/>
              <a:t>2 </a:t>
            </a:r>
            <a:r>
              <a:rPr lang="en-US" altLang="en-US" sz="2000">
                <a:sym typeface="Symbol" panose="05050102010706020507" pitchFamily="18" charset="2"/>
              </a:rPr>
              <a:t>+ </a:t>
            </a:r>
            <a:r>
              <a:rPr lang="en-US" altLang="en-US" sz="2000"/>
              <a:t>b</a:t>
            </a:r>
            <a:r>
              <a:rPr lang="en-US" altLang="en-US" sz="2000" b="1" baseline="-25000"/>
              <a:t>2</a:t>
            </a:r>
            <a:r>
              <a:rPr lang="en-US" altLang="en-US" sz="2000"/>
              <a:t>)</a:t>
            </a:r>
            <a:r>
              <a:rPr lang="en-US" altLang="en-US" sz="2000">
                <a:sym typeface="Symbol" panose="05050102010706020507" pitchFamily="18" charset="2"/>
              </a:rPr>
              <a:t></a:t>
            </a:r>
            <a:r>
              <a:rPr lang="en-US" altLang="en-US" sz="2000"/>
              <a:t>c</a:t>
            </a:r>
            <a:r>
              <a:rPr lang="en-US" altLang="en-US" sz="2000" b="1" baseline="-25000"/>
              <a:t>2</a:t>
            </a:r>
            <a:r>
              <a:rPr lang="en-US" altLang="en-US" sz="2000"/>
              <a:t>;</a:t>
            </a:r>
          </a:p>
          <a:p>
            <a:pPr eaLnBrk="1" hangingPunct="1"/>
            <a:r>
              <a:rPr lang="en-US" altLang="en-US" sz="2000"/>
              <a:t>S</a:t>
            </a:r>
            <a:r>
              <a:rPr lang="en-US" altLang="en-US" sz="2000" b="1" baseline="-25000"/>
              <a:t>3</a:t>
            </a:r>
            <a:r>
              <a:rPr lang="en-US" altLang="en-US" sz="2000"/>
              <a:t> = a</a:t>
            </a:r>
            <a:r>
              <a:rPr lang="en-US" altLang="en-US" sz="2000" b="1" baseline="-25000"/>
              <a:t>3</a:t>
            </a:r>
            <a:r>
              <a:rPr lang="en-US" altLang="en-US" sz="2000"/>
              <a:t> </a:t>
            </a:r>
            <a:r>
              <a:rPr lang="en-US" altLang="en-US" sz="2000">
                <a:sym typeface="Symbol" panose="05050102010706020507" pitchFamily="18" charset="2"/>
              </a:rPr>
              <a:t> </a:t>
            </a:r>
            <a:r>
              <a:rPr lang="en-US" altLang="en-US" sz="2000"/>
              <a:t>b</a:t>
            </a:r>
            <a:r>
              <a:rPr lang="en-US" altLang="en-US" sz="2000" b="1" baseline="-25000"/>
              <a:t>3</a:t>
            </a:r>
            <a:r>
              <a:rPr lang="en-US" altLang="en-US" sz="2000"/>
              <a:t> </a:t>
            </a:r>
            <a:r>
              <a:rPr lang="en-US" altLang="en-US" sz="2000">
                <a:sym typeface="Symbol" panose="05050102010706020507" pitchFamily="18" charset="2"/>
              </a:rPr>
              <a:t></a:t>
            </a:r>
            <a:r>
              <a:rPr lang="en-US" altLang="en-US" sz="2000"/>
              <a:t> c</a:t>
            </a:r>
            <a:r>
              <a:rPr lang="en-US" altLang="en-US" sz="2000" b="1" baseline="-25000"/>
              <a:t>3</a:t>
            </a:r>
            <a:r>
              <a:rPr lang="en-US" altLang="en-US" sz="2000"/>
              <a:t>;  c</a:t>
            </a:r>
            <a:r>
              <a:rPr lang="en-US" altLang="en-US" sz="2000" b="1" baseline="-25000"/>
              <a:t>4</a:t>
            </a:r>
            <a:r>
              <a:rPr lang="en-US" altLang="en-US" sz="2000"/>
              <a:t>= a</a:t>
            </a:r>
            <a:r>
              <a:rPr lang="en-US" altLang="en-US" sz="2000" b="1" baseline="-25000"/>
              <a:t>3</a:t>
            </a:r>
            <a:r>
              <a:rPr lang="en-US" altLang="en-US" sz="2000">
                <a:sym typeface="Symbol" panose="05050102010706020507" pitchFamily="18" charset="2"/>
              </a:rPr>
              <a:t></a:t>
            </a:r>
            <a:r>
              <a:rPr lang="en-US" altLang="en-US" sz="2000"/>
              <a:t>b</a:t>
            </a:r>
            <a:r>
              <a:rPr lang="en-US" altLang="en-US" sz="2000" b="1" baseline="-25000"/>
              <a:t>3</a:t>
            </a:r>
            <a:r>
              <a:rPr lang="en-US" altLang="en-US" sz="2000"/>
              <a:t>  </a:t>
            </a:r>
            <a:r>
              <a:rPr lang="en-US" altLang="en-US" sz="2000">
                <a:sym typeface="Symbol" panose="05050102010706020507" pitchFamily="18" charset="2"/>
              </a:rPr>
              <a:t>+  </a:t>
            </a:r>
            <a:r>
              <a:rPr lang="en-US" altLang="en-US" sz="2000"/>
              <a:t>(a</a:t>
            </a:r>
            <a:r>
              <a:rPr lang="en-US" altLang="en-US" sz="2000" b="1" baseline="-25000"/>
              <a:t>3</a:t>
            </a:r>
            <a:r>
              <a:rPr lang="en-US" altLang="en-US" sz="2000"/>
              <a:t> </a:t>
            </a:r>
            <a:r>
              <a:rPr lang="en-US" altLang="en-US" sz="2000">
                <a:sym typeface="Symbol" panose="05050102010706020507" pitchFamily="18" charset="2"/>
              </a:rPr>
              <a:t>+ </a:t>
            </a:r>
            <a:r>
              <a:rPr lang="en-US" altLang="en-US" sz="2000"/>
              <a:t>b</a:t>
            </a:r>
            <a:r>
              <a:rPr lang="en-US" altLang="en-US" sz="2000" b="1" baseline="-25000"/>
              <a:t>3</a:t>
            </a:r>
            <a:r>
              <a:rPr lang="en-US" altLang="en-US" sz="2000"/>
              <a:t>)</a:t>
            </a:r>
            <a:r>
              <a:rPr lang="en-US" altLang="en-US" sz="2000">
                <a:sym typeface="Symbol" panose="05050102010706020507" pitchFamily="18" charset="2"/>
              </a:rPr>
              <a:t></a:t>
            </a:r>
            <a:r>
              <a:rPr lang="en-US" altLang="en-US" sz="2000"/>
              <a:t>c</a:t>
            </a:r>
            <a:r>
              <a:rPr lang="en-US" altLang="en-US" sz="2000" b="1" baseline="-25000"/>
              <a:t>3</a:t>
            </a:r>
            <a:r>
              <a:rPr lang="en-US" altLang="en-US" sz="2000"/>
              <a:t>;</a:t>
            </a:r>
          </a:p>
          <a:p>
            <a:pPr eaLnBrk="1" hangingPunct="1"/>
            <a:r>
              <a:rPr lang="en-US" altLang="en-US" sz="2000"/>
              <a:t>Tadd</a:t>
            </a:r>
            <a:r>
              <a:rPr lang="ru-RU" altLang="en-US" sz="2000"/>
              <a:t>= (</a:t>
            </a:r>
            <a:r>
              <a:rPr lang="en-US" altLang="en-US" sz="2000"/>
              <a:t>n</a:t>
            </a:r>
            <a:r>
              <a:rPr lang="ru-RU" altLang="en-US" sz="2000"/>
              <a:t>-1)</a:t>
            </a:r>
            <a:r>
              <a:rPr lang="en-US" altLang="en-US" sz="2000"/>
              <a:t>t</a:t>
            </a:r>
            <a:r>
              <a:rPr lang="en-US" altLang="en-US" sz="2000" b="1" baseline="-25000"/>
              <a:t>c</a:t>
            </a:r>
            <a:r>
              <a:rPr lang="ru-RU" altLang="en-US" sz="2000"/>
              <a:t> + </a:t>
            </a:r>
            <a:r>
              <a:rPr lang="en-US" altLang="en-US" sz="2000"/>
              <a:t>t</a:t>
            </a:r>
            <a:r>
              <a:rPr lang="en-US" altLang="en-US" sz="2000" b="1" baseline="-25000"/>
              <a:t>sm</a:t>
            </a:r>
            <a:r>
              <a:rPr lang="ru-RU" altLang="en-US" sz="2000"/>
              <a:t> </a:t>
            </a:r>
            <a:r>
              <a:rPr lang="en-US" altLang="en-US" sz="2000">
                <a:sym typeface="Symbol" panose="05050102010706020507" pitchFamily="18" charset="2"/>
              </a:rPr>
              <a:t></a:t>
            </a:r>
            <a:r>
              <a:rPr lang="en-US" altLang="en-US" sz="2000"/>
              <a:t> n </a:t>
            </a:r>
            <a:r>
              <a:rPr lang="en-US" altLang="en-US" sz="2000" b="1"/>
              <a:t>t</a:t>
            </a:r>
            <a:r>
              <a:rPr lang="en-US" altLang="en-US" sz="2000" b="1" baseline="-25000"/>
              <a:t>sm</a:t>
            </a:r>
            <a:endParaRPr lang="ru-RU" altLang="en-US" sz="2000" b="1" baseline="-25000"/>
          </a:p>
        </p:txBody>
      </p:sp>
      <p:sp>
        <p:nvSpPr>
          <p:cNvPr id="46" name="Rectangle 4">
            <a:extLst>
              <a:ext uri="{FF2B5EF4-FFF2-40B4-BE49-F238E27FC236}">
                <a16:creationId xmlns:a16="http://schemas.microsoft.com/office/drawing/2014/main" id="{40BA8201-EEC8-4482-8989-868EB323016C}"/>
              </a:ext>
            </a:extLst>
          </p:cNvPr>
          <p:cNvSpPr txBox="1">
            <a:spLocks noChangeArrowheads="1"/>
          </p:cNvSpPr>
          <p:nvPr/>
        </p:nvSpPr>
        <p:spPr bwMode="auto">
          <a:xfrm>
            <a:off x="1981200" y="1137445"/>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sp>
        <p:nvSpPr>
          <p:cNvPr id="2" name="Title 1">
            <a:extLst>
              <a:ext uri="{FF2B5EF4-FFF2-40B4-BE49-F238E27FC236}">
                <a16:creationId xmlns:a16="http://schemas.microsoft.com/office/drawing/2014/main" id="{F2C2CCD9-3CB7-2F63-4CFB-663325344BD6}"/>
              </a:ext>
            </a:extLst>
          </p:cNvPr>
          <p:cNvSpPr>
            <a:spLocks noGrp="1"/>
          </p:cNvSpPr>
          <p:nvPr>
            <p:ph type="title"/>
          </p:nvPr>
        </p:nvSpPr>
        <p:spPr/>
        <p:txBody>
          <a:bodyPr>
            <a:normAutofit/>
          </a:bodyPr>
          <a:lstStyle/>
          <a:p>
            <a:r>
              <a:rPr lang="en-US" dirty="0"/>
              <a:t>A Parallel Binary Adder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8275E5B6-6593-D69A-09C3-A6F28DDF2E94}"/>
              </a:ext>
            </a:extLst>
          </p:cNvPr>
          <p:cNvSpPr>
            <a:spLocks noGrp="1"/>
          </p:cNvSpPr>
          <p:nvPr>
            <p:ph type="body" sz="quarter" idx="10"/>
          </p:nvPr>
        </p:nvSpPr>
        <p:spPr/>
        <p:txBody>
          <a:bodyPr/>
          <a:lstStyle/>
          <a:p>
            <a:pPr marL="0" indent="0" eaLnBrk="1" hangingPunct="1">
              <a:buNone/>
            </a:pPr>
            <a:r>
              <a:rPr lang="ru-RU" altLang="en-US" sz="2400" dirty="0"/>
              <a:t>// Define a 4-bit adder</a:t>
            </a:r>
            <a:endParaRPr lang="en-US" altLang="en-US" sz="2400" dirty="0"/>
          </a:p>
          <a:p>
            <a:pPr marL="0" indent="0" eaLnBrk="1" hangingPunct="1">
              <a:buNone/>
            </a:pPr>
            <a:r>
              <a:rPr lang="ru-RU" altLang="en-US" sz="2400" dirty="0"/>
              <a:t> </a:t>
            </a:r>
            <a:r>
              <a:rPr lang="ru-RU" altLang="en-US" sz="2400" dirty="0">
                <a:solidFill>
                  <a:srgbClr val="0000FF"/>
                </a:solidFill>
              </a:rPr>
              <a:t>module</a:t>
            </a:r>
            <a:r>
              <a:rPr lang="ru-RU" altLang="en-US" sz="2400" dirty="0"/>
              <a:t> add4(s, c_out, a, b, c_in); // I/O port declarations</a:t>
            </a:r>
            <a:endParaRPr lang="en-US" altLang="en-US" sz="2400" dirty="0"/>
          </a:p>
          <a:p>
            <a:pPr marL="0" indent="0" eaLnBrk="1" hangingPunct="1">
              <a:buNone/>
            </a:pPr>
            <a:r>
              <a:rPr lang="ru-RU" altLang="en-US" sz="2400" dirty="0"/>
              <a:t> </a:t>
            </a:r>
            <a:r>
              <a:rPr lang="ru-RU" altLang="en-US" sz="2400" dirty="0">
                <a:solidFill>
                  <a:srgbClr val="0000FF"/>
                </a:solidFill>
              </a:rPr>
              <a:t>output</a:t>
            </a:r>
            <a:r>
              <a:rPr lang="ru-RU" altLang="en-US" sz="2400" dirty="0"/>
              <a:t> [3:0] </a:t>
            </a:r>
            <a:r>
              <a:rPr lang="en-US" altLang="en-US" sz="2400" dirty="0"/>
              <a:t>s</a:t>
            </a:r>
            <a:r>
              <a:rPr lang="ru-RU" altLang="en-US" sz="2400" dirty="0"/>
              <a:t>; </a:t>
            </a:r>
            <a:endParaRPr lang="en-US" altLang="en-US" sz="2400" dirty="0"/>
          </a:p>
          <a:p>
            <a:pPr marL="0" indent="0" eaLnBrk="1" hangingPunct="1">
              <a:buNone/>
            </a:pPr>
            <a:r>
              <a:rPr lang="en-US" altLang="en-US" sz="2400" dirty="0"/>
              <a:t> </a:t>
            </a:r>
            <a:r>
              <a:rPr lang="ru-RU" altLang="en-US" sz="2400" dirty="0">
                <a:solidFill>
                  <a:srgbClr val="0000FF"/>
                </a:solidFill>
              </a:rPr>
              <a:t>output</a:t>
            </a:r>
            <a:r>
              <a:rPr lang="ru-RU" altLang="en-US" sz="2400" dirty="0"/>
              <a:t> c_out; </a:t>
            </a:r>
            <a:endParaRPr lang="en-US" altLang="en-US" sz="2400" dirty="0"/>
          </a:p>
          <a:p>
            <a:pPr marL="0" indent="0" eaLnBrk="1" hangingPunct="1">
              <a:buNone/>
            </a:pPr>
            <a:r>
              <a:rPr lang="en-US" altLang="en-US" sz="2400" dirty="0"/>
              <a:t> </a:t>
            </a:r>
            <a:r>
              <a:rPr lang="ru-RU" altLang="en-US" sz="2400" dirty="0">
                <a:solidFill>
                  <a:srgbClr val="0000FF"/>
                </a:solidFill>
              </a:rPr>
              <a:t>input</a:t>
            </a:r>
            <a:r>
              <a:rPr lang="en-US" altLang="en-US" sz="2400" dirty="0"/>
              <a:t> </a:t>
            </a:r>
            <a:r>
              <a:rPr lang="ru-RU" altLang="en-US" sz="2400" dirty="0"/>
              <a:t>[3:0] a, b;</a:t>
            </a:r>
            <a:endParaRPr lang="en-US" altLang="en-US" sz="2400" dirty="0"/>
          </a:p>
          <a:p>
            <a:pPr marL="0" indent="0" eaLnBrk="1" hangingPunct="1">
              <a:buNone/>
            </a:pPr>
            <a:r>
              <a:rPr lang="ru-RU" altLang="en-US" sz="2400" dirty="0"/>
              <a:t> </a:t>
            </a:r>
            <a:r>
              <a:rPr lang="ru-RU" altLang="en-US" sz="2400" dirty="0">
                <a:solidFill>
                  <a:srgbClr val="0000FF"/>
                </a:solidFill>
              </a:rPr>
              <a:t>input</a:t>
            </a:r>
            <a:r>
              <a:rPr lang="ru-RU" altLang="en-US" sz="2400" dirty="0"/>
              <a:t> c_in;</a:t>
            </a:r>
            <a:endParaRPr lang="en-US" altLang="en-US" sz="2400" dirty="0"/>
          </a:p>
          <a:p>
            <a:pPr marL="0" indent="0" eaLnBrk="1" hangingPunct="1">
              <a:buNone/>
            </a:pPr>
            <a:r>
              <a:rPr lang="ru-RU" altLang="en-US" sz="2400" dirty="0"/>
              <a:t> // Internal nets </a:t>
            </a:r>
            <a:endParaRPr lang="en-US" altLang="en-US" sz="2400" dirty="0"/>
          </a:p>
          <a:p>
            <a:pPr marL="0" indent="0" eaLnBrk="1" hangingPunct="1">
              <a:buNone/>
            </a:pPr>
            <a:r>
              <a:rPr lang="ru-RU" altLang="en-US" sz="2400" dirty="0">
                <a:solidFill>
                  <a:srgbClr val="0000FF"/>
                </a:solidFill>
              </a:rPr>
              <a:t>wire</a:t>
            </a:r>
            <a:r>
              <a:rPr lang="ru-RU" altLang="en-US" sz="2400" dirty="0"/>
              <a:t> c1, c2, c3; </a:t>
            </a:r>
            <a:endParaRPr lang="en-US" altLang="en-US" sz="2400" dirty="0"/>
          </a:p>
          <a:p>
            <a:endParaRPr lang="en-US" dirty="0"/>
          </a:p>
        </p:txBody>
      </p:sp>
      <p:sp>
        <p:nvSpPr>
          <p:cNvPr id="4" name="Rectangle 4">
            <a:extLst>
              <a:ext uri="{FF2B5EF4-FFF2-40B4-BE49-F238E27FC236}">
                <a16:creationId xmlns:a16="http://schemas.microsoft.com/office/drawing/2014/main" id="{7F9FF59D-336E-4918-8906-67579394035A}"/>
              </a:ext>
            </a:extLst>
          </p:cNvPr>
          <p:cNvSpPr txBox="1">
            <a:spLocks noChangeArrowheads="1"/>
          </p:cNvSpPr>
          <p:nvPr/>
        </p:nvSpPr>
        <p:spPr bwMode="auto">
          <a:xfrm>
            <a:off x="3505200" y="1188720"/>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sp>
        <p:nvSpPr>
          <p:cNvPr id="3" name="Title 2">
            <a:extLst>
              <a:ext uri="{FF2B5EF4-FFF2-40B4-BE49-F238E27FC236}">
                <a16:creationId xmlns:a16="http://schemas.microsoft.com/office/drawing/2014/main" id="{09FDFC68-11EC-36B5-82FD-872510CD582C}"/>
              </a:ext>
            </a:extLst>
          </p:cNvPr>
          <p:cNvSpPr>
            <a:spLocks noGrp="1"/>
          </p:cNvSpPr>
          <p:nvPr>
            <p:ph type="title"/>
          </p:nvPr>
        </p:nvSpPr>
        <p:spPr/>
        <p:txBody>
          <a:bodyPr>
            <a:normAutofit/>
          </a:bodyPr>
          <a:lstStyle/>
          <a:p>
            <a:r>
              <a:rPr lang="en-US" dirty="0"/>
              <a:t>Verilog Description for 4-bit CRA</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4">
            <a:extLst>
              <a:ext uri="{FF2B5EF4-FFF2-40B4-BE49-F238E27FC236}">
                <a16:creationId xmlns:a16="http://schemas.microsoft.com/office/drawing/2014/main" id="{21114A65-EFA3-204A-7EAB-2F5553D95D42}"/>
              </a:ext>
            </a:extLst>
          </p:cNvPr>
          <p:cNvSpPr>
            <a:spLocks noGrp="1" noChangeArrowheads="1"/>
          </p:cNvSpPr>
          <p:nvPr>
            <p:ph type="title"/>
          </p:nvPr>
        </p:nvSpPr>
        <p:spPr/>
        <p:txBody>
          <a:bodyPr>
            <a:normAutofit/>
          </a:bodyPr>
          <a:lstStyle/>
          <a:p>
            <a:r>
              <a:rPr lang="en-US" altLang="en-US" dirty="0"/>
              <a:t>Verilog Description for 4-bit CRA (2) (Gate Level Description)</a:t>
            </a:r>
            <a:endParaRPr lang="ru-RU" altLang="en-US" dirty="0"/>
          </a:p>
        </p:txBody>
      </p:sp>
      <p:sp>
        <p:nvSpPr>
          <p:cNvPr id="3" name="Text Placeholder 2">
            <a:extLst>
              <a:ext uri="{FF2B5EF4-FFF2-40B4-BE49-F238E27FC236}">
                <a16:creationId xmlns:a16="http://schemas.microsoft.com/office/drawing/2014/main" id="{C0A3197A-CE1F-12F5-B30B-86D462ED895B}"/>
              </a:ext>
            </a:extLst>
          </p:cNvPr>
          <p:cNvSpPr>
            <a:spLocks noGrp="1"/>
          </p:cNvSpPr>
          <p:nvPr>
            <p:ph type="body" sz="quarter" idx="10"/>
          </p:nvPr>
        </p:nvSpPr>
        <p:spPr/>
        <p:txBody>
          <a:bodyPr/>
          <a:lstStyle/>
          <a:p>
            <a:pPr marL="0" indent="0" eaLnBrk="1" hangingPunct="1">
              <a:buNone/>
            </a:pPr>
            <a:r>
              <a:rPr lang="ru-RU" altLang="en-US" sz="2000" dirty="0"/>
              <a:t>// Instantiate four 1-bit full adders.</a:t>
            </a:r>
            <a:endParaRPr lang="en-US" altLang="en-US" sz="2000" dirty="0"/>
          </a:p>
          <a:p>
            <a:pPr marL="0" indent="0" eaLnBrk="1" hangingPunct="1">
              <a:buNone/>
            </a:pPr>
            <a:r>
              <a:rPr lang="ru-RU" altLang="en-US" sz="2000" dirty="0"/>
              <a:t> fulladd fa0(s[0], c1, a[0], b[0], c_in);</a:t>
            </a:r>
            <a:endParaRPr lang="en-US" altLang="en-US" sz="2000" dirty="0"/>
          </a:p>
          <a:p>
            <a:pPr marL="0" indent="0" eaLnBrk="1" hangingPunct="1">
              <a:buNone/>
            </a:pPr>
            <a:r>
              <a:rPr lang="ru-RU" altLang="en-US" sz="2000" dirty="0"/>
              <a:t> fulladd fa1(s[1], c2, a[1], b[1], c1);</a:t>
            </a:r>
            <a:endParaRPr lang="en-US" altLang="en-US" sz="2000" dirty="0"/>
          </a:p>
          <a:p>
            <a:pPr marL="0" indent="0" eaLnBrk="1" hangingPunct="1">
              <a:buNone/>
            </a:pPr>
            <a:r>
              <a:rPr lang="ru-RU" altLang="en-US" sz="2000" dirty="0"/>
              <a:t> fulladd fa2(s[2], c3, a[2], b[2], c2); </a:t>
            </a:r>
            <a:endParaRPr lang="en-US" altLang="en-US" sz="2000" dirty="0"/>
          </a:p>
          <a:p>
            <a:pPr marL="0" indent="0" eaLnBrk="1" hangingPunct="1">
              <a:buNone/>
            </a:pPr>
            <a:r>
              <a:rPr lang="en-US" altLang="en-US" sz="2000" dirty="0"/>
              <a:t> </a:t>
            </a:r>
            <a:r>
              <a:rPr lang="ru-RU" altLang="en-US" sz="2000" dirty="0"/>
              <a:t>fulladd fa3(s[3], c_out, a[3], b[3], c3);</a:t>
            </a:r>
            <a:endParaRPr lang="en-US" altLang="en-US" sz="2000" dirty="0"/>
          </a:p>
          <a:p>
            <a:pPr marL="0" indent="0" eaLnBrk="1" hangingPunct="1">
              <a:buNone/>
            </a:pPr>
            <a:r>
              <a:rPr lang="ru-RU" altLang="en-US" sz="2000" dirty="0"/>
              <a:t> </a:t>
            </a:r>
            <a:r>
              <a:rPr lang="ru-RU" altLang="en-US" sz="2000" dirty="0">
                <a:solidFill>
                  <a:srgbClr val="0000FF"/>
                </a:solidFill>
              </a:rPr>
              <a:t>endmodule</a:t>
            </a:r>
            <a:r>
              <a:rPr lang="ru-RU" altLang="en-US" sz="2000" dirty="0"/>
              <a:t> </a:t>
            </a:r>
            <a:endParaRPr lang="en-US" altLang="en-US" sz="2000" dirty="0"/>
          </a:p>
          <a:p>
            <a:pPr marL="0" indent="0" eaLnBrk="1" hangingPunct="1">
              <a:buNone/>
            </a:pPr>
            <a:r>
              <a:rPr lang="ru-RU" altLang="en-US" sz="2000" dirty="0"/>
              <a:t>// Define a 1-bit full adder </a:t>
            </a:r>
            <a:endParaRPr lang="en-US" altLang="en-US" sz="2000" dirty="0"/>
          </a:p>
          <a:p>
            <a:pPr marL="0" indent="0" eaLnBrk="1" hangingPunct="1">
              <a:buNone/>
            </a:pPr>
            <a:r>
              <a:rPr lang="ru-RU" altLang="en-US" sz="2000" dirty="0">
                <a:solidFill>
                  <a:srgbClr val="0000FF"/>
                </a:solidFill>
              </a:rPr>
              <a:t>module</a:t>
            </a:r>
            <a:r>
              <a:rPr lang="ru-RU" altLang="en-US" sz="2000" dirty="0"/>
              <a:t> fulladd(sum, c_out, a, b, c_in); </a:t>
            </a:r>
            <a:endParaRPr lang="en-US" altLang="en-US" sz="2000" dirty="0"/>
          </a:p>
          <a:p>
            <a:pPr marL="0" indent="0" eaLnBrk="1" hangingPunct="1">
              <a:buNone/>
            </a:pPr>
            <a:r>
              <a:rPr lang="ru-RU" altLang="en-US" sz="2000" dirty="0"/>
              <a:t>// I/O port declarations </a:t>
            </a:r>
            <a:endParaRPr lang="en-US" altLang="en-US" sz="2000" dirty="0"/>
          </a:p>
          <a:p>
            <a:pPr marL="0" indent="0" eaLnBrk="1" hangingPunct="1">
              <a:buNone/>
            </a:pPr>
            <a:r>
              <a:rPr lang="ru-RU" altLang="en-US" sz="2000" dirty="0">
                <a:solidFill>
                  <a:srgbClr val="0000FF"/>
                </a:solidFill>
              </a:rPr>
              <a:t>output</a:t>
            </a:r>
            <a:r>
              <a:rPr lang="ru-RU" altLang="en-US" sz="2000" dirty="0"/>
              <a:t> sum, c_out;</a:t>
            </a:r>
            <a:endParaRPr lang="en-US" altLang="en-US" sz="2000" dirty="0"/>
          </a:p>
          <a:p>
            <a:pPr marL="0" indent="0" eaLnBrk="1" hangingPunct="1">
              <a:buNone/>
            </a:pPr>
            <a:r>
              <a:rPr lang="ru-RU" altLang="en-US" sz="2000" dirty="0">
                <a:solidFill>
                  <a:srgbClr val="0000FF"/>
                </a:solidFill>
              </a:rPr>
              <a:t>input</a:t>
            </a:r>
            <a:r>
              <a:rPr lang="ru-RU" altLang="en-US" sz="2000" dirty="0"/>
              <a:t> a, b, c_in;</a:t>
            </a:r>
            <a:endParaRPr lang="en-US" altLang="en-US" sz="2000" dirty="0"/>
          </a:p>
          <a:p>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4">
            <a:extLst>
              <a:ext uri="{FF2B5EF4-FFF2-40B4-BE49-F238E27FC236}">
                <a16:creationId xmlns:a16="http://schemas.microsoft.com/office/drawing/2014/main" id="{4A45CEFE-408F-95A5-F7F0-1D55C5C4785F}"/>
              </a:ext>
            </a:extLst>
          </p:cNvPr>
          <p:cNvSpPr>
            <a:spLocks noGrp="1" noChangeArrowheads="1"/>
          </p:cNvSpPr>
          <p:nvPr>
            <p:ph type="title"/>
          </p:nvPr>
        </p:nvSpPr>
        <p:spPr/>
        <p:txBody>
          <a:bodyPr/>
          <a:lstStyle/>
          <a:p>
            <a:r>
              <a:rPr lang="en-US" altLang="en-US"/>
              <a:t>Verilog Description for 4-bit CRA (3)</a:t>
            </a:r>
            <a:endParaRPr lang="ru-RU" altLang="en-US"/>
          </a:p>
        </p:txBody>
      </p:sp>
      <p:sp>
        <p:nvSpPr>
          <p:cNvPr id="3" name="Text Placeholder 2">
            <a:extLst>
              <a:ext uri="{FF2B5EF4-FFF2-40B4-BE49-F238E27FC236}">
                <a16:creationId xmlns:a16="http://schemas.microsoft.com/office/drawing/2014/main" id="{B0A06DBD-90C2-5801-FA7C-E06373C1D76B}"/>
              </a:ext>
            </a:extLst>
          </p:cNvPr>
          <p:cNvSpPr>
            <a:spLocks noGrp="1"/>
          </p:cNvSpPr>
          <p:nvPr>
            <p:ph type="body" sz="quarter" idx="10"/>
          </p:nvPr>
        </p:nvSpPr>
        <p:spPr/>
        <p:txBody>
          <a:bodyPr/>
          <a:lstStyle/>
          <a:p>
            <a:pPr marL="0" indent="0" eaLnBrk="1" hangingPunct="1">
              <a:buNone/>
            </a:pPr>
            <a:r>
              <a:rPr lang="ru-RU" altLang="en-US" sz="2400" dirty="0"/>
              <a:t>// Internal nets</a:t>
            </a:r>
            <a:endParaRPr lang="en-US" altLang="en-US" sz="2400" dirty="0"/>
          </a:p>
          <a:p>
            <a:pPr marL="0" indent="0" eaLnBrk="1" hangingPunct="1">
              <a:buNone/>
            </a:pPr>
            <a:r>
              <a:rPr lang="ru-RU" altLang="en-US" sz="2400" dirty="0"/>
              <a:t> </a:t>
            </a:r>
            <a:r>
              <a:rPr lang="ru-RU" altLang="en-US" sz="2400" dirty="0">
                <a:solidFill>
                  <a:srgbClr val="0000FF"/>
                </a:solidFill>
              </a:rPr>
              <a:t>wire</a:t>
            </a:r>
            <a:r>
              <a:rPr lang="ru-RU" altLang="en-US" sz="2400" dirty="0"/>
              <a:t> s1, c1, c2; // Instantiate logic gate primitives</a:t>
            </a:r>
            <a:endParaRPr lang="en-US" altLang="en-US" sz="2400" dirty="0"/>
          </a:p>
          <a:p>
            <a:pPr marL="0" indent="0" eaLnBrk="1" hangingPunct="1">
              <a:buNone/>
            </a:pPr>
            <a:r>
              <a:rPr lang="ru-RU" altLang="en-US" sz="2400" dirty="0"/>
              <a:t> </a:t>
            </a:r>
            <a:r>
              <a:rPr lang="ru-RU" altLang="en-US" sz="2400" dirty="0">
                <a:solidFill>
                  <a:srgbClr val="0000FF"/>
                </a:solidFill>
              </a:rPr>
              <a:t>xor</a:t>
            </a:r>
            <a:r>
              <a:rPr lang="ru-RU" altLang="en-US" sz="2400" dirty="0"/>
              <a:t> (s1, a, b); </a:t>
            </a:r>
            <a:endParaRPr lang="en-US" altLang="en-US" sz="2400" dirty="0"/>
          </a:p>
          <a:p>
            <a:pPr marL="0" indent="0" eaLnBrk="1" hangingPunct="1">
              <a:buNone/>
            </a:pPr>
            <a:r>
              <a:rPr lang="ru-RU" altLang="en-US" sz="2400" dirty="0">
                <a:solidFill>
                  <a:srgbClr val="0000FF"/>
                </a:solidFill>
              </a:rPr>
              <a:t>and</a:t>
            </a:r>
            <a:r>
              <a:rPr lang="ru-RU" altLang="en-US" sz="2400" dirty="0"/>
              <a:t> (c1, a, b); </a:t>
            </a:r>
            <a:endParaRPr lang="en-US" altLang="en-US" sz="2400" dirty="0"/>
          </a:p>
          <a:p>
            <a:pPr marL="0" indent="0" eaLnBrk="1" hangingPunct="1">
              <a:buNone/>
            </a:pPr>
            <a:r>
              <a:rPr lang="en-US" altLang="en-US" sz="2400" dirty="0">
                <a:solidFill>
                  <a:srgbClr val="0000FF"/>
                </a:solidFill>
              </a:rPr>
              <a:t>and</a:t>
            </a:r>
            <a:r>
              <a:rPr lang="ru-RU" altLang="en-US" sz="2400" dirty="0"/>
              <a:t> (c2, </a:t>
            </a:r>
            <a:r>
              <a:rPr lang="en-US" altLang="en-US" sz="2400" dirty="0"/>
              <a:t>s1</a:t>
            </a:r>
            <a:r>
              <a:rPr lang="ru-RU" altLang="en-US" sz="2400" dirty="0"/>
              <a:t>, c_in);</a:t>
            </a:r>
            <a:endParaRPr lang="en-US" altLang="en-US" sz="2400" dirty="0"/>
          </a:p>
          <a:p>
            <a:pPr marL="0" indent="0" eaLnBrk="1" hangingPunct="1">
              <a:buNone/>
            </a:pPr>
            <a:r>
              <a:rPr lang="en-US" altLang="en-US" sz="2400" dirty="0"/>
              <a:t>x</a:t>
            </a:r>
            <a:r>
              <a:rPr lang="ru-RU" altLang="en-US" sz="2400" dirty="0"/>
              <a:t>or (c_out, c1</a:t>
            </a:r>
            <a:r>
              <a:rPr lang="en-US" altLang="en-US" sz="2400" dirty="0"/>
              <a:t>,</a:t>
            </a:r>
            <a:r>
              <a:rPr lang="ru-RU" altLang="en-US" sz="2400" dirty="0"/>
              <a:t> c2); </a:t>
            </a:r>
            <a:endParaRPr lang="en-US" altLang="en-US" sz="2400" dirty="0"/>
          </a:p>
          <a:p>
            <a:pPr marL="0" indent="0" eaLnBrk="1" hangingPunct="1">
              <a:buNone/>
            </a:pPr>
            <a:r>
              <a:rPr lang="ru-RU" altLang="en-US" sz="2400" dirty="0">
                <a:solidFill>
                  <a:srgbClr val="0000FF"/>
                </a:solidFill>
              </a:rPr>
              <a:t>xor</a:t>
            </a:r>
            <a:r>
              <a:rPr lang="ru-RU" altLang="en-US" sz="2400" dirty="0"/>
              <a:t> (sum, s1, c_in);</a:t>
            </a:r>
            <a:endParaRPr lang="en-US" altLang="en-US" sz="2400" dirty="0"/>
          </a:p>
          <a:p>
            <a:pPr marL="0" indent="0" eaLnBrk="1" hangingPunct="1">
              <a:buNone/>
            </a:pPr>
            <a:r>
              <a:rPr lang="ru-RU" altLang="en-US" sz="2400" dirty="0">
                <a:solidFill>
                  <a:srgbClr val="0000FF"/>
                </a:solidFill>
              </a:rPr>
              <a:t>endmodule</a:t>
            </a:r>
            <a:r>
              <a:rPr lang="ru-RU" altLang="en-US" sz="2400" dirty="0"/>
              <a:t> </a:t>
            </a:r>
          </a:p>
          <a:p>
            <a:pPr eaLnBrk="1" hangingPunct="1"/>
            <a:endParaRPr lang="ru-RU" altLang="en-US" sz="2400" dirty="0"/>
          </a:p>
          <a:p>
            <a:pPr eaLnBrk="1" hangingPunct="1">
              <a:spcBef>
                <a:spcPct val="50000"/>
              </a:spcBef>
            </a:pPr>
            <a:endParaRPr lang="ru-RU" altLang="en-US" sz="2400"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62DBA1A-3799-A6EF-D109-949EE05BF2D0}"/>
              </a:ext>
            </a:extLst>
          </p:cNvPr>
          <p:cNvSpPr>
            <a:spLocks noGrp="1"/>
          </p:cNvSpPr>
          <p:nvPr>
            <p:ph type="body" sz="quarter" idx="10"/>
          </p:nvPr>
        </p:nvSpPr>
        <p:spPr/>
        <p:txBody>
          <a:bodyPr/>
          <a:lstStyle/>
          <a:p>
            <a:pPr marL="0" indent="0" eaLnBrk="1" hangingPunct="1">
              <a:spcBef>
                <a:spcPct val="25000"/>
              </a:spcBef>
              <a:buNone/>
            </a:pPr>
            <a:r>
              <a:rPr lang="ru-RU" altLang="en-US" sz="2400" dirty="0">
                <a:solidFill>
                  <a:srgbClr val="0000FF"/>
                </a:solidFill>
              </a:rPr>
              <a:t>module</a:t>
            </a:r>
            <a:r>
              <a:rPr lang="ru-RU" altLang="en-US" sz="2400" b="1" dirty="0"/>
              <a:t> </a:t>
            </a:r>
            <a:r>
              <a:rPr lang="ru-RU" altLang="en-US" sz="2400" dirty="0"/>
              <a:t>adder_4_RTL (a, b, c_in, sum, c_out);</a:t>
            </a:r>
          </a:p>
          <a:p>
            <a:pPr marL="0" indent="0" eaLnBrk="1" hangingPunct="1">
              <a:spcBef>
                <a:spcPct val="25000"/>
              </a:spcBef>
              <a:buNone/>
            </a:pPr>
            <a:r>
              <a:rPr lang="ru-RU" altLang="en-US" sz="2400" dirty="0">
                <a:solidFill>
                  <a:srgbClr val="0000FF"/>
                </a:solidFill>
              </a:rPr>
              <a:t>output</a:t>
            </a:r>
            <a:r>
              <a:rPr lang="ru-RU" altLang="en-US" sz="2400" b="1" dirty="0"/>
              <a:t> </a:t>
            </a:r>
            <a:r>
              <a:rPr lang="ru-RU" altLang="en-US" sz="2400" dirty="0"/>
              <a:t>[3:0] sum;</a:t>
            </a:r>
          </a:p>
          <a:p>
            <a:pPr marL="0" indent="0" eaLnBrk="1" hangingPunct="1">
              <a:spcBef>
                <a:spcPct val="25000"/>
              </a:spcBef>
              <a:buNone/>
            </a:pPr>
            <a:r>
              <a:rPr lang="ru-RU" altLang="en-US" sz="2400" dirty="0">
                <a:solidFill>
                  <a:srgbClr val="0000FF"/>
                </a:solidFill>
              </a:rPr>
              <a:t>output</a:t>
            </a:r>
            <a:r>
              <a:rPr lang="ru-RU" altLang="en-US" sz="2400" b="1" dirty="0"/>
              <a:t> </a:t>
            </a:r>
            <a:r>
              <a:rPr lang="ru-RU" altLang="en-US" sz="2400" dirty="0"/>
              <a:t>c_out;</a:t>
            </a:r>
          </a:p>
          <a:p>
            <a:pPr marL="0" indent="0" eaLnBrk="1" hangingPunct="1">
              <a:spcBef>
                <a:spcPct val="25000"/>
              </a:spcBef>
              <a:buNone/>
            </a:pPr>
            <a:r>
              <a:rPr lang="ru-RU" altLang="en-US" sz="2400" dirty="0">
                <a:solidFill>
                  <a:srgbClr val="0000FF"/>
                </a:solidFill>
              </a:rPr>
              <a:t>input</a:t>
            </a:r>
            <a:r>
              <a:rPr lang="ru-RU" altLang="en-US" sz="2400" b="1" dirty="0"/>
              <a:t> </a:t>
            </a:r>
            <a:r>
              <a:rPr lang="ru-RU" altLang="en-US" sz="2400" dirty="0"/>
              <a:t>[3:0] a, b;</a:t>
            </a:r>
          </a:p>
          <a:p>
            <a:pPr marL="0" indent="0" eaLnBrk="1" hangingPunct="1">
              <a:spcBef>
                <a:spcPct val="25000"/>
              </a:spcBef>
              <a:buNone/>
            </a:pPr>
            <a:r>
              <a:rPr lang="ru-RU" altLang="en-US" sz="2400" dirty="0">
                <a:solidFill>
                  <a:srgbClr val="0000FF"/>
                </a:solidFill>
              </a:rPr>
              <a:t>input</a:t>
            </a:r>
            <a:r>
              <a:rPr lang="ru-RU" altLang="en-US" sz="2400" b="1" dirty="0"/>
              <a:t> </a:t>
            </a:r>
            <a:r>
              <a:rPr lang="ru-RU" altLang="en-US" sz="2400" dirty="0"/>
              <a:t>c_in;</a:t>
            </a:r>
          </a:p>
          <a:p>
            <a:pPr marL="0" indent="0" eaLnBrk="1" hangingPunct="1">
              <a:spcBef>
                <a:spcPct val="25000"/>
              </a:spcBef>
              <a:buNone/>
            </a:pPr>
            <a:r>
              <a:rPr lang="ru-RU" altLang="en-US" sz="2400" dirty="0">
                <a:solidFill>
                  <a:srgbClr val="0000FF"/>
                </a:solidFill>
              </a:rPr>
              <a:t>assign</a:t>
            </a:r>
            <a:r>
              <a:rPr lang="ru-RU" altLang="en-US" sz="2400" b="1" dirty="0"/>
              <a:t> </a:t>
            </a:r>
            <a:r>
              <a:rPr lang="ru-RU" altLang="en-US" sz="2400" dirty="0"/>
              <a:t>{c_out, sum} = a + b + c_in;</a:t>
            </a:r>
          </a:p>
          <a:p>
            <a:pPr marL="0" indent="0" eaLnBrk="1" hangingPunct="1">
              <a:spcBef>
                <a:spcPct val="25000"/>
              </a:spcBef>
              <a:buNone/>
            </a:pPr>
            <a:r>
              <a:rPr lang="ru-RU" altLang="en-US" sz="2400" dirty="0">
                <a:solidFill>
                  <a:srgbClr val="0000FF"/>
                </a:solidFill>
              </a:rPr>
              <a:t>endmodule</a:t>
            </a:r>
          </a:p>
          <a:p>
            <a:endParaRPr lang="en-US" dirty="0"/>
          </a:p>
        </p:txBody>
      </p:sp>
      <p:sp>
        <p:nvSpPr>
          <p:cNvPr id="4" name="Rectangle 4">
            <a:extLst>
              <a:ext uri="{FF2B5EF4-FFF2-40B4-BE49-F238E27FC236}">
                <a16:creationId xmlns:a16="http://schemas.microsoft.com/office/drawing/2014/main" id="{FA8CE2F4-6430-45A9-9BB0-66059F5898F8}"/>
              </a:ext>
            </a:extLst>
          </p:cNvPr>
          <p:cNvSpPr txBox="1">
            <a:spLocks noChangeArrowheads="1"/>
          </p:cNvSpPr>
          <p:nvPr/>
        </p:nvSpPr>
        <p:spPr bwMode="auto">
          <a:xfrm>
            <a:off x="2122714" y="826136"/>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sp>
        <p:nvSpPr>
          <p:cNvPr id="3" name="Title 2">
            <a:extLst>
              <a:ext uri="{FF2B5EF4-FFF2-40B4-BE49-F238E27FC236}">
                <a16:creationId xmlns:a16="http://schemas.microsoft.com/office/drawing/2014/main" id="{0443BD35-B5E1-29D4-D609-14E83709A060}"/>
              </a:ext>
            </a:extLst>
          </p:cNvPr>
          <p:cNvSpPr>
            <a:spLocks noGrp="1"/>
          </p:cNvSpPr>
          <p:nvPr>
            <p:ph type="title"/>
          </p:nvPr>
        </p:nvSpPr>
        <p:spPr/>
        <p:txBody>
          <a:bodyPr>
            <a:normAutofit/>
          </a:bodyPr>
          <a:lstStyle/>
          <a:p>
            <a:r>
              <a:rPr lang="en-US" dirty="0"/>
              <a:t>Verilog Description for 4-bit CRA (4)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70">
            <a:extLst>
              <a:ext uri="{FF2B5EF4-FFF2-40B4-BE49-F238E27FC236}">
                <a16:creationId xmlns:a16="http://schemas.microsoft.com/office/drawing/2014/main" id="{16A7CC02-AA11-5525-3075-1531949A392B}"/>
              </a:ext>
            </a:extLst>
          </p:cNvPr>
          <p:cNvSpPr txBox="1">
            <a:spLocks noChangeArrowheads="1"/>
          </p:cNvSpPr>
          <p:nvPr/>
        </p:nvSpPr>
        <p:spPr bwMode="auto">
          <a:xfrm>
            <a:off x="2187576" y="4267200"/>
            <a:ext cx="7794625"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Bef>
                <a:spcPts val="600"/>
              </a:spcBef>
            </a:pPr>
            <a:r>
              <a:rPr lang="en-US" altLang="en-US" sz="2200">
                <a:solidFill>
                  <a:srgbClr val="0000FF"/>
                </a:solidFill>
              </a:rPr>
              <a:t>Tadd=</a:t>
            </a:r>
            <a:r>
              <a:rPr lang="en-US" altLang="en-US" sz="2200">
                <a:solidFill>
                  <a:srgbClr val="0000FF"/>
                </a:solidFill>
                <a:sym typeface="Symbol" panose="05050102010706020507" pitchFamily="18" charset="2"/>
              </a:rPr>
              <a:t>T</a:t>
            </a:r>
            <a:r>
              <a:rPr lang="en-US" altLang="en-US" sz="2200" b="1" baseline="-25000">
                <a:solidFill>
                  <a:srgbClr val="0000FF"/>
                </a:solidFill>
                <a:sym typeface="Symbol" panose="05050102010706020507" pitchFamily="18" charset="2"/>
              </a:rPr>
              <a:t>FA</a:t>
            </a:r>
            <a:r>
              <a:rPr lang="en-US" altLang="en-US" sz="2200">
                <a:solidFill>
                  <a:srgbClr val="0000FF"/>
                </a:solidFill>
                <a:sym typeface="Symbol" panose="05050102010706020507" pitchFamily="18" charset="2"/>
              </a:rPr>
              <a:t>(A,B</a:t>
            </a:r>
            <a:r>
              <a:rPr lang="en-US" altLang="en-US" sz="2200">
                <a:sym typeface="Symbol" panose="05050102010706020507" pitchFamily="18" charset="2"/>
              </a:rPr>
              <a:t>C</a:t>
            </a:r>
            <a:r>
              <a:rPr lang="en-US" altLang="en-US" sz="2200" b="1">
                <a:sym typeface="Symbol" panose="05050102010706020507" pitchFamily="18" charset="2"/>
              </a:rPr>
              <a:t>out</a:t>
            </a:r>
            <a:r>
              <a:rPr lang="en-US" altLang="en-US" sz="2200">
                <a:sym typeface="Symbol" panose="05050102010706020507" pitchFamily="18" charset="2"/>
              </a:rPr>
              <a:t>) + (N-2)T</a:t>
            </a:r>
            <a:r>
              <a:rPr lang="en-US" altLang="en-US" sz="2200" b="1" baseline="-25000">
                <a:sym typeface="Symbol" panose="05050102010706020507" pitchFamily="18" charset="2"/>
              </a:rPr>
              <a:t>FA</a:t>
            </a:r>
            <a:r>
              <a:rPr lang="en-US" altLang="en-US" sz="2200">
                <a:sym typeface="Symbol" panose="05050102010706020507" pitchFamily="18" charset="2"/>
              </a:rPr>
              <a:t>(C</a:t>
            </a:r>
            <a:r>
              <a:rPr lang="en-US" altLang="en-US" sz="2200" b="1">
                <a:sym typeface="Symbol" panose="05050102010706020507" pitchFamily="18" charset="2"/>
              </a:rPr>
              <a:t>in</a:t>
            </a:r>
            <a:r>
              <a:rPr lang="en-US" altLang="en-US" sz="2200">
                <a:sym typeface="Symbol" panose="05050102010706020507" pitchFamily="18" charset="2"/>
              </a:rPr>
              <a:t>C</a:t>
            </a:r>
            <a:r>
              <a:rPr lang="en-US" altLang="en-US" sz="2200" b="1">
                <a:sym typeface="Symbol" panose="05050102010706020507" pitchFamily="18" charset="2"/>
              </a:rPr>
              <a:t>out</a:t>
            </a:r>
            <a:r>
              <a:rPr lang="en-US" altLang="en-US" sz="2200">
                <a:sym typeface="Symbol" panose="05050102010706020507" pitchFamily="18" charset="2"/>
              </a:rPr>
              <a:t>) + T</a:t>
            </a:r>
            <a:r>
              <a:rPr lang="en-US" altLang="en-US" sz="2200" b="1" baseline="-25000">
                <a:sym typeface="Symbol" panose="05050102010706020507" pitchFamily="18" charset="2"/>
              </a:rPr>
              <a:t>FA</a:t>
            </a:r>
            <a:r>
              <a:rPr lang="en-US" altLang="en-US" sz="2200">
                <a:sym typeface="Symbol" panose="05050102010706020507" pitchFamily="18" charset="2"/>
              </a:rPr>
              <a:t>(C</a:t>
            </a:r>
            <a:r>
              <a:rPr lang="en-US" altLang="en-US" sz="2200" b="1">
                <a:sym typeface="Symbol" panose="05050102010706020507" pitchFamily="18" charset="2"/>
              </a:rPr>
              <a:t>in</a:t>
            </a:r>
            <a:r>
              <a:rPr lang="en-US" altLang="en-US" sz="2200">
                <a:sym typeface="Symbol" panose="05050102010706020507" pitchFamily="18" charset="2"/>
              </a:rPr>
              <a:t>S)</a:t>
            </a:r>
          </a:p>
          <a:p>
            <a:pPr>
              <a:spcBef>
                <a:spcPts val="600"/>
              </a:spcBef>
            </a:pPr>
            <a:r>
              <a:rPr lang="en-US" altLang="en-US" sz="2200">
                <a:solidFill>
                  <a:srgbClr val="0000FF"/>
                </a:solidFill>
              </a:rPr>
              <a:t>T = O(N) </a:t>
            </a:r>
            <a:r>
              <a:rPr lang="en-US" altLang="en-US" sz="2200"/>
              <a:t>worst case delay.</a:t>
            </a:r>
          </a:p>
          <a:p>
            <a:pPr>
              <a:spcBef>
                <a:spcPts val="600"/>
              </a:spcBef>
            </a:pPr>
            <a:r>
              <a:rPr lang="en-US" altLang="en-US" sz="2200"/>
              <a:t>N – number of bit.</a:t>
            </a:r>
          </a:p>
          <a:p>
            <a:pPr eaLnBrk="1" hangingPunct="1"/>
            <a:r>
              <a:rPr lang="en-US" altLang="en-US" sz="2200"/>
              <a:t>Real Goal: </a:t>
            </a:r>
            <a:r>
              <a:rPr lang="en-US" altLang="en-US" sz="2200">
                <a:solidFill>
                  <a:srgbClr val="0000FF"/>
                </a:solidFill>
              </a:rPr>
              <a:t>Make the fastest possible carry path</a:t>
            </a:r>
            <a:r>
              <a:rPr lang="en-US" altLang="en-US" sz="2200"/>
              <a:t>.</a:t>
            </a:r>
            <a:endParaRPr lang="ru-RU" altLang="en-US" sz="2200"/>
          </a:p>
        </p:txBody>
      </p:sp>
      <p:grpSp>
        <p:nvGrpSpPr>
          <p:cNvPr id="34819" name="Group 58">
            <a:extLst>
              <a:ext uri="{FF2B5EF4-FFF2-40B4-BE49-F238E27FC236}">
                <a16:creationId xmlns:a16="http://schemas.microsoft.com/office/drawing/2014/main" id="{6F46257B-980B-0F6E-A86F-242E4332F7D7}"/>
              </a:ext>
            </a:extLst>
          </p:cNvPr>
          <p:cNvGrpSpPr>
            <a:grpSpLocks/>
          </p:cNvGrpSpPr>
          <p:nvPr/>
        </p:nvGrpSpPr>
        <p:grpSpPr bwMode="auto">
          <a:xfrm>
            <a:off x="2133600" y="1295400"/>
            <a:ext cx="7848600" cy="2819400"/>
            <a:chOff x="609600" y="1524000"/>
            <a:chExt cx="7848600" cy="2727325"/>
          </a:xfrm>
        </p:grpSpPr>
        <p:sp>
          <p:nvSpPr>
            <p:cNvPr id="44034" name="AutoShape 38">
              <a:extLst>
                <a:ext uri="{FF2B5EF4-FFF2-40B4-BE49-F238E27FC236}">
                  <a16:creationId xmlns:a16="http://schemas.microsoft.com/office/drawing/2014/main" id="{A3EE58C1-C173-437E-B912-E8F2CCD4483F}"/>
                </a:ext>
              </a:extLst>
            </p:cNvPr>
            <p:cNvSpPr>
              <a:spLocks noChangeArrowheads="1"/>
            </p:cNvSpPr>
            <p:nvPr/>
          </p:nvSpPr>
          <p:spPr bwMode="auto">
            <a:xfrm flipH="1">
              <a:off x="5830888" y="3614028"/>
              <a:ext cx="527050" cy="557443"/>
            </a:xfrm>
            <a:prstGeom prst="moon">
              <a:avLst>
                <a:gd name="adj" fmla="val 84819"/>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en-US" dirty="0"/>
            </a:p>
          </p:txBody>
        </p:sp>
        <p:sp>
          <p:nvSpPr>
            <p:cNvPr id="44035" name="AutoShape 26">
              <a:extLst>
                <a:ext uri="{FF2B5EF4-FFF2-40B4-BE49-F238E27FC236}">
                  <a16:creationId xmlns:a16="http://schemas.microsoft.com/office/drawing/2014/main" id="{50CD76D3-DB9C-4C7A-9867-2FF41B0F5EB1}"/>
                </a:ext>
              </a:extLst>
            </p:cNvPr>
            <p:cNvSpPr>
              <a:spLocks noChangeArrowheads="1"/>
            </p:cNvSpPr>
            <p:nvPr/>
          </p:nvSpPr>
          <p:spPr bwMode="auto">
            <a:xfrm flipH="1">
              <a:off x="3629025" y="3614028"/>
              <a:ext cx="525463" cy="557443"/>
            </a:xfrm>
            <a:prstGeom prst="moon">
              <a:avLst>
                <a:gd name="adj" fmla="val 84819"/>
              </a:avLst>
            </a:prstGeom>
            <a:solidFill>
              <a:schemeClr val="accent1"/>
            </a:solidFill>
            <a:ln w="22225">
              <a:solidFill>
                <a:schemeClr val="tx1"/>
              </a:solidFill>
              <a:miter lim="800000"/>
              <a:headEnd/>
              <a:tailEnd/>
            </a:ln>
          </p:spPr>
          <p:txBody>
            <a:bodyPr wrap="none" anchor="ctr"/>
            <a:lstStyle/>
            <a:p>
              <a:pPr eaLnBrk="1" hangingPunct="1">
                <a:defRPr/>
              </a:pPr>
              <a:endParaRPr lang="en-US" dirty="0"/>
            </a:p>
          </p:txBody>
        </p:sp>
        <p:sp>
          <p:nvSpPr>
            <p:cNvPr id="44036" name="AutoShape 12">
              <a:extLst>
                <a:ext uri="{FF2B5EF4-FFF2-40B4-BE49-F238E27FC236}">
                  <a16:creationId xmlns:a16="http://schemas.microsoft.com/office/drawing/2014/main" id="{FE4D6102-742D-472A-85B3-4DED22B7771A}"/>
                </a:ext>
              </a:extLst>
            </p:cNvPr>
            <p:cNvSpPr>
              <a:spLocks noChangeArrowheads="1"/>
            </p:cNvSpPr>
            <p:nvPr/>
          </p:nvSpPr>
          <p:spPr bwMode="auto">
            <a:xfrm flipH="1">
              <a:off x="1409700" y="3609421"/>
              <a:ext cx="527050" cy="534408"/>
            </a:xfrm>
            <a:prstGeom prst="moon">
              <a:avLst>
                <a:gd name="adj" fmla="val 84819"/>
              </a:avLst>
            </a:prstGeom>
            <a:solidFill>
              <a:schemeClr val="accent1"/>
            </a:solidFill>
            <a:ln w="22225">
              <a:solidFill>
                <a:schemeClr val="tx1"/>
              </a:solidFill>
              <a:miter lim="800000"/>
              <a:headEnd/>
              <a:tailEnd/>
            </a:ln>
          </p:spPr>
          <p:txBody>
            <a:bodyPr wrap="none" anchor="ctr"/>
            <a:lstStyle/>
            <a:p>
              <a:pPr eaLnBrk="1" hangingPunct="1">
                <a:defRPr/>
              </a:pPr>
              <a:endParaRPr lang="en-US" dirty="0"/>
            </a:p>
          </p:txBody>
        </p:sp>
        <p:sp>
          <p:nvSpPr>
            <p:cNvPr id="44037" name="AutoShape 25">
              <a:extLst>
                <a:ext uri="{FF2B5EF4-FFF2-40B4-BE49-F238E27FC236}">
                  <a16:creationId xmlns:a16="http://schemas.microsoft.com/office/drawing/2014/main" id="{A80741E5-DE6E-4B23-9EF8-01AD05A63F32}"/>
                </a:ext>
              </a:extLst>
            </p:cNvPr>
            <p:cNvSpPr>
              <a:spLocks noChangeArrowheads="1"/>
            </p:cNvSpPr>
            <p:nvPr/>
          </p:nvSpPr>
          <p:spPr bwMode="auto">
            <a:xfrm flipH="1">
              <a:off x="3703638" y="3614028"/>
              <a:ext cx="450850" cy="557443"/>
            </a:xfrm>
            <a:prstGeom prst="moon">
              <a:avLst>
                <a:gd name="adj" fmla="val 84819"/>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en-US" dirty="0"/>
            </a:p>
          </p:txBody>
        </p:sp>
        <p:sp>
          <p:nvSpPr>
            <p:cNvPr id="44038" name="AutoShape 37">
              <a:extLst>
                <a:ext uri="{FF2B5EF4-FFF2-40B4-BE49-F238E27FC236}">
                  <a16:creationId xmlns:a16="http://schemas.microsoft.com/office/drawing/2014/main" id="{1CF6F15E-793A-48FD-94AB-105E3C82F911}"/>
                </a:ext>
              </a:extLst>
            </p:cNvPr>
            <p:cNvSpPr>
              <a:spLocks noChangeArrowheads="1"/>
            </p:cNvSpPr>
            <p:nvPr/>
          </p:nvSpPr>
          <p:spPr bwMode="auto">
            <a:xfrm flipH="1">
              <a:off x="5907088" y="3614028"/>
              <a:ext cx="450850" cy="557443"/>
            </a:xfrm>
            <a:prstGeom prst="moon">
              <a:avLst>
                <a:gd name="adj" fmla="val 84819"/>
              </a:avLst>
            </a:prstGeom>
            <a:noFill/>
            <a:ln w="22225">
              <a:solidFill>
                <a:schemeClr val="tx1"/>
              </a:solidFill>
              <a:miter lim="800000"/>
              <a:headEnd/>
              <a:tailEnd/>
            </a:ln>
          </p:spPr>
          <p:txBody>
            <a:bodyPr wrap="none" anchor="ctr"/>
            <a:lstStyle/>
            <a:p>
              <a:pPr eaLnBrk="1" hangingPunct="1">
                <a:defRPr/>
              </a:pPr>
              <a:endParaRPr lang="en-US" dirty="0"/>
            </a:p>
          </p:txBody>
        </p:sp>
        <p:sp>
          <p:nvSpPr>
            <p:cNvPr id="44040" name="Text Box 5">
              <a:extLst>
                <a:ext uri="{FF2B5EF4-FFF2-40B4-BE49-F238E27FC236}">
                  <a16:creationId xmlns:a16="http://schemas.microsoft.com/office/drawing/2014/main" id="{EC9B01E6-5460-467C-934F-DAEE9DB4BB0D}"/>
                </a:ext>
              </a:extLst>
            </p:cNvPr>
            <p:cNvSpPr txBox="1">
              <a:spLocks noChangeArrowheads="1"/>
            </p:cNvSpPr>
            <p:nvPr/>
          </p:nvSpPr>
          <p:spPr bwMode="auto">
            <a:xfrm>
              <a:off x="2474913" y="1794275"/>
              <a:ext cx="893762" cy="1268452"/>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r>
                <a:rPr lang="en-US" dirty="0"/>
                <a:t>А      </a:t>
              </a:r>
              <a:r>
                <a:rPr lang="ru-RU" dirty="0"/>
                <a:t>S</a:t>
              </a:r>
            </a:p>
            <a:p>
              <a:pPr eaLnBrk="1" hangingPunct="1">
                <a:defRPr/>
              </a:pPr>
              <a:r>
                <a:rPr lang="ru-RU" dirty="0"/>
                <a:t>B            </a:t>
              </a:r>
            </a:p>
            <a:p>
              <a:pPr eaLnBrk="1" hangingPunct="1">
                <a:defRPr/>
              </a:pPr>
              <a:r>
                <a:rPr lang="ru-RU" dirty="0"/>
                <a:t>C</a:t>
              </a:r>
              <a:r>
                <a:rPr lang="ru-RU" baseline="-25000" dirty="0"/>
                <a:t>IN</a:t>
              </a:r>
              <a:r>
                <a:rPr lang="ru-RU" dirty="0"/>
                <a:t> C</a:t>
              </a:r>
              <a:r>
                <a:rPr lang="ru-RU" baseline="-25000" dirty="0"/>
                <a:t>O</a:t>
              </a:r>
            </a:p>
          </p:txBody>
        </p:sp>
        <p:sp>
          <p:nvSpPr>
            <p:cNvPr id="34827" name="Line 6">
              <a:extLst>
                <a:ext uri="{FF2B5EF4-FFF2-40B4-BE49-F238E27FC236}">
                  <a16:creationId xmlns:a16="http://schemas.microsoft.com/office/drawing/2014/main" id="{60B4344A-F5D5-3E2D-0987-C44D7A7C67AD}"/>
                </a:ext>
              </a:extLst>
            </p:cNvPr>
            <p:cNvSpPr>
              <a:spLocks noChangeShapeType="1"/>
            </p:cNvSpPr>
            <p:nvPr/>
          </p:nvSpPr>
          <p:spPr bwMode="auto">
            <a:xfrm>
              <a:off x="2046288" y="2001838"/>
              <a:ext cx="4095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8" name="Line 7">
              <a:extLst>
                <a:ext uri="{FF2B5EF4-FFF2-40B4-BE49-F238E27FC236}">
                  <a16:creationId xmlns:a16="http://schemas.microsoft.com/office/drawing/2014/main" id="{76E74065-F8B3-FC63-9E48-7060DD729F16}"/>
                </a:ext>
              </a:extLst>
            </p:cNvPr>
            <p:cNvSpPr>
              <a:spLocks noChangeShapeType="1"/>
            </p:cNvSpPr>
            <p:nvPr/>
          </p:nvSpPr>
          <p:spPr bwMode="auto">
            <a:xfrm flipV="1">
              <a:off x="2174672" y="2344738"/>
              <a:ext cx="284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29" name="Line 8">
              <a:extLst>
                <a:ext uri="{FF2B5EF4-FFF2-40B4-BE49-F238E27FC236}">
                  <a16:creationId xmlns:a16="http://schemas.microsoft.com/office/drawing/2014/main" id="{9DCF8B6F-6502-FD57-F6B2-6EBAAA105561}"/>
                </a:ext>
              </a:extLst>
            </p:cNvPr>
            <p:cNvSpPr>
              <a:spLocks noChangeShapeType="1"/>
            </p:cNvSpPr>
            <p:nvPr/>
          </p:nvSpPr>
          <p:spPr bwMode="auto">
            <a:xfrm>
              <a:off x="1908175" y="2668588"/>
              <a:ext cx="5667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0" name="Line 9">
              <a:extLst>
                <a:ext uri="{FF2B5EF4-FFF2-40B4-BE49-F238E27FC236}">
                  <a16:creationId xmlns:a16="http://schemas.microsoft.com/office/drawing/2014/main" id="{8FEE57D7-C8DB-6151-9B25-828AFD2EBEEA}"/>
                </a:ext>
              </a:extLst>
            </p:cNvPr>
            <p:cNvSpPr>
              <a:spLocks noChangeShapeType="1"/>
            </p:cNvSpPr>
            <p:nvPr/>
          </p:nvSpPr>
          <p:spPr bwMode="auto">
            <a:xfrm>
              <a:off x="3355975" y="2032000"/>
              <a:ext cx="284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1" name="Line 13">
              <a:extLst>
                <a:ext uri="{FF2B5EF4-FFF2-40B4-BE49-F238E27FC236}">
                  <a16:creationId xmlns:a16="http://schemas.microsoft.com/office/drawing/2014/main" id="{BF6F1F23-6AA0-CB86-540F-971E89942A30}"/>
                </a:ext>
              </a:extLst>
            </p:cNvPr>
            <p:cNvSpPr>
              <a:spLocks noChangeShapeType="1"/>
            </p:cNvSpPr>
            <p:nvPr/>
          </p:nvSpPr>
          <p:spPr bwMode="auto">
            <a:xfrm>
              <a:off x="1922463" y="3844925"/>
              <a:ext cx="2524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2" name="Line 14">
              <a:extLst>
                <a:ext uri="{FF2B5EF4-FFF2-40B4-BE49-F238E27FC236}">
                  <a16:creationId xmlns:a16="http://schemas.microsoft.com/office/drawing/2014/main" id="{F2BFE385-6145-2A63-086D-8E5E2D812E56}"/>
                </a:ext>
              </a:extLst>
            </p:cNvPr>
            <p:cNvSpPr>
              <a:spLocks noChangeShapeType="1"/>
            </p:cNvSpPr>
            <p:nvPr/>
          </p:nvSpPr>
          <p:spPr bwMode="auto">
            <a:xfrm>
              <a:off x="3357563" y="2659063"/>
              <a:ext cx="13192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3" name="Line 15">
              <a:extLst>
                <a:ext uri="{FF2B5EF4-FFF2-40B4-BE49-F238E27FC236}">
                  <a16:creationId xmlns:a16="http://schemas.microsoft.com/office/drawing/2014/main" id="{362330A9-CD88-61AD-DC6D-85C5087D9860}"/>
                </a:ext>
              </a:extLst>
            </p:cNvPr>
            <p:cNvSpPr>
              <a:spLocks noChangeShapeType="1"/>
            </p:cNvSpPr>
            <p:nvPr/>
          </p:nvSpPr>
          <p:spPr bwMode="auto">
            <a:xfrm flipH="1">
              <a:off x="2173288" y="2346325"/>
              <a:ext cx="0" cy="150018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4" name="Line 16">
              <a:extLst>
                <a:ext uri="{FF2B5EF4-FFF2-40B4-BE49-F238E27FC236}">
                  <a16:creationId xmlns:a16="http://schemas.microsoft.com/office/drawing/2014/main" id="{027F9B22-5CFA-C494-FF78-AE58F7336612}"/>
                </a:ext>
              </a:extLst>
            </p:cNvPr>
            <p:cNvSpPr>
              <a:spLocks noChangeShapeType="1"/>
            </p:cNvSpPr>
            <p:nvPr/>
          </p:nvSpPr>
          <p:spPr bwMode="auto">
            <a:xfrm>
              <a:off x="1230313" y="3733800"/>
              <a:ext cx="2254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5" name="Line 17">
              <a:extLst>
                <a:ext uri="{FF2B5EF4-FFF2-40B4-BE49-F238E27FC236}">
                  <a16:creationId xmlns:a16="http://schemas.microsoft.com/office/drawing/2014/main" id="{7C7B8961-2E03-E82B-1670-FD991EA6FC5C}"/>
                </a:ext>
              </a:extLst>
            </p:cNvPr>
            <p:cNvSpPr>
              <a:spLocks noChangeShapeType="1"/>
            </p:cNvSpPr>
            <p:nvPr/>
          </p:nvSpPr>
          <p:spPr bwMode="auto">
            <a:xfrm>
              <a:off x="965200" y="3362325"/>
              <a:ext cx="32845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6" name="Line 18">
              <a:extLst>
                <a:ext uri="{FF2B5EF4-FFF2-40B4-BE49-F238E27FC236}">
                  <a16:creationId xmlns:a16="http://schemas.microsoft.com/office/drawing/2014/main" id="{32E48375-DC86-B461-4520-A3124FF30D95}"/>
                </a:ext>
              </a:extLst>
            </p:cNvPr>
            <p:cNvSpPr>
              <a:spLocks noChangeShapeType="1"/>
            </p:cNvSpPr>
            <p:nvPr/>
          </p:nvSpPr>
          <p:spPr bwMode="auto">
            <a:xfrm>
              <a:off x="1216025" y="3362325"/>
              <a:ext cx="0" cy="371475"/>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4051" name="Text Box 19">
              <a:extLst>
                <a:ext uri="{FF2B5EF4-FFF2-40B4-BE49-F238E27FC236}">
                  <a16:creationId xmlns:a16="http://schemas.microsoft.com/office/drawing/2014/main" id="{F5B36B60-AAD8-45F4-85EF-C29763862084}"/>
                </a:ext>
              </a:extLst>
            </p:cNvPr>
            <p:cNvSpPr txBox="1">
              <a:spLocks noChangeArrowheads="1"/>
            </p:cNvSpPr>
            <p:nvPr/>
          </p:nvSpPr>
          <p:spPr bwMode="auto">
            <a:xfrm>
              <a:off x="4705350" y="1763562"/>
              <a:ext cx="893763" cy="1328343"/>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r>
                <a:rPr lang="en-US" dirty="0"/>
                <a:t>А      </a:t>
              </a:r>
              <a:r>
                <a:rPr lang="ru-RU"/>
                <a:t>S</a:t>
              </a:r>
            </a:p>
            <a:p>
              <a:pPr eaLnBrk="1" hangingPunct="1">
                <a:defRPr/>
              </a:pPr>
              <a:r>
                <a:rPr lang="ru-RU"/>
                <a:t>B            </a:t>
              </a:r>
            </a:p>
            <a:p>
              <a:pPr eaLnBrk="1" hangingPunct="1">
                <a:defRPr/>
              </a:pPr>
              <a:r>
                <a:rPr lang="ru-RU"/>
                <a:t>C</a:t>
              </a:r>
              <a:r>
                <a:rPr lang="ru-RU" baseline="-25000"/>
                <a:t>IN</a:t>
              </a:r>
              <a:r>
                <a:rPr lang="ru-RU"/>
                <a:t> C</a:t>
              </a:r>
              <a:r>
                <a:rPr lang="ru-RU" baseline="-25000"/>
                <a:t>O</a:t>
              </a:r>
            </a:p>
          </p:txBody>
        </p:sp>
        <p:sp>
          <p:nvSpPr>
            <p:cNvPr id="34838" name="Line 20">
              <a:extLst>
                <a:ext uri="{FF2B5EF4-FFF2-40B4-BE49-F238E27FC236}">
                  <a16:creationId xmlns:a16="http://schemas.microsoft.com/office/drawing/2014/main" id="{C7EEECD8-3763-540A-5DA9-3DA0179F74F3}"/>
                </a:ext>
              </a:extLst>
            </p:cNvPr>
            <p:cNvSpPr>
              <a:spLocks noChangeShapeType="1"/>
            </p:cNvSpPr>
            <p:nvPr/>
          </p:nvSpPr>
          <p:spPr bwMode="auto">
            <a:xfrm>
              <a:off x="4349750" y="2032000"/>
              <a:ext cx="3159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39" name="Line 21">
              <a:extLst>
                <a:ext uri="{FF2B5EF4-FFF2-40B4-BE49-F238E27FC236}">
                  <a16:creationId xmlns:a16="http://schemas.microsoft.com/office/drawing/2014/main" id="{E897254E-0331-E0DE-14E4-9DF6004D5060}"/>
                </a:ext>
              </a:extLst>
            </p:cNvPr>
            <p:cNvSpPr>
              <a:spLocks noChangeShapeType="1"/>
            </p:cNvSpPr>
            <p:nvPr/>
          </p:nvSpPr>
          <p:spPr bwMode="auto">
            <a:xfrm flipV="1">
              <a:off x="4403725" y="2330450"/>
              <a:ext cx="2825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0" name="Line 23">
              <a:extLst>
                <a:ext uri="{FF2B5EF4-FFF2-40B4-BE49-F238E27FC236}">
                  <a16:creationId xmlns:a16="http://schemas.microsoft.com/office/drawing/2014/main" id="{80DFFB6B-D7F7-D259-106B-BA46B29B6BE9}"/>
                </a:ext>
              </a:extLst>
            </p:cNvPr>
            <p:cNvSpPr>
              <a:spLocks noChangeShapeType="1"/>
            </p:cNvSpPr>
            <p:nvPr/>
          </p:nvSpPr>
          <p:spPr bwMode="auto">
            <a:xfrm>
              <a:off x="5597728" y="2017713"/>
              <a:ext cx="3762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1" name="Line 27">
              <a:extLst>
                <a:ext uri="{FF2B5EF4-FFF2-40B4-BE49-F238E27FC236}">
                  <a16:creationId xmlns:a16="http://schemas.microsoft.com/office/drawing/2014/main" id="{318E15DD-5B97-9A5D-5C23-8C9C04C04799}"/>
                </a:ext>
              </a:extLst>
            </p:cNvPr>
            <p:cNvSpPr>
              <a:spLocks noChangeShapeType="1"/>
            </p:cNvSpPr>
            <p:nvPr/>
          </p:nvSpPr>
          <p:spPr bwMode="auto">
            <a:xfrm>
              <a:off x="4152900" y="3889375"/>
              <a:ext cx="2206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2" name="Line 28">
              <a:extLst>
                <a:ext uri="{FF2B5EF4-FFF2-40B4-BE49-F238E27FC236}">
                  <a16:creationId xmlns:a16="http://schemas.microsoft.com/office/drawing/2014/main" id="{823D0565-A133-C8C5-E242-DEC5928FC246}"/>
                </a:ext>
              </a:extLst>
            </p:cNvPr>
            <p:cNvSpPr>
              <a:spLocks noChangeShapeType="1"/>
            </p:cNvSpPr>
            <p:nvPr/>
          </p:nvSpPr>
          <p:spPr bwMode="auto">
            <a:xfrm>
              <a:off x="5597728" y="2682558"/>
              <a:ext cx="3444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3" name="Line 29">
              <a:extLst>
                <a:ext uri="{FF2B5EF4-FFF2-40B4-BE49-F238E27FC236}">
                  <a16:creationId xmlns:a16="http://schemas.microsoft.com/office/drawing/2014/main" id="{DA564043-3F7C-567B-5D3A-37EDD139D673}"/>
                </a:ext>
              </a:extLst>
            </p:cNvPr>
            <p:cNvSpPr>
              <a:spLocks noChangeShapeType="1"/>
            </p:cNvSpPr>
            <p:nvPr/>
          </p:nvSpPr>
          <p:spPr bwMode="auto">
            <a:xfrm flipH="1">
              <a:off x="4392613" y="2335213"/>
              <a:ext cx="1587" cy="15494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4" name="Line 30">
              <a:extLst>
                <a:ext uri="{FF2B5EF4-FFF2-40B4-BE49-F238E27FC236}">
                  <a16:creationId xmlns:a16="http://schemas.microsoft.com/office/drawing/2014/main" id="{A8A16ABB-B30F-E59E-96B4-0856B3E4D708}"/>
                </a:ext>
              </a:extLst>
            </p:cNvPr>
            <p:cNvSpPr>
              <a:spLocks noChangeShapeType="1"/>
            </p:cNvSpPr>
            <p:nvPr/>
          </p:nvSpPr>
          <p:spPr bwMode="auto">
            <a:xfrm>
              <a:off x="3446463" y="3763963"/>
              <a:ext cx="22860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5" name="Line 31">
              <a:extLst>
                <a:ext uri="{FF2B5EF4-FFF2-40B4-BE49-F238E27FC236}">
                  <a16:creationId xmlns:a16="http://schemas.microsoft.com/office/drawing/2014/main" id="{393C5BEE-B8ED-4B7A-B971-7A18936480FD}"/>
                </a:ext>
              </a:extLst>
            </p:cNvPr>
            <p:cNvSpPr>
              <a:spLocks noChangeShapeType="1"/>
            </p:cNvSpPr>
            <p:nvPr/>
          </p:nvSpPr>
          <p:spPr bwMode="auto">
            <a:xfrm>
              <a:off x="3446463" y="3373438"/>
              <a:ext cx="1587" cy="390525"/>
            </a:xfrm>
            <a:prstGeom prst="line">
              <a:avLst/>
            </a:prstGeom>
            <a:noFill/>
            <a:ln w="2222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44060" name="Text Box 32">
              <a:extLst>
                <a:ext uri="{FF2B5EF4-FFF2-40B4-BE49-F238E27FC236}">
                  <a16:creationId xmlns:a16="http://schemas.microsoft.com/office/drawing/2014/main" id="{67BC4A68-1D9D-4E8F-9F7D-46C41AEEA4FF}"/>
                </a:ext>
              </a:extLst>
            </p:cNvPr>
            <p:cNvSpPr txBox="1">
              <a:spLocks noChangeArrowheads="1"/>
            </p:cNvSpPr>
            <p:nvPr/>
          </p:nvSpPr>
          <p:spPr bwMode="auto">
            <a:xfrm>
              <a:off x="6908800" y="1763562"/>
              <a:ext cx="893763" cy="1328343"/>
            </a:xfrm>
            <a:prstGeom prst="rect">
              <a:avLst/>
            </a:prstGeom>
            <a:solidFill>
              <a:schemeClr val="accent1">
                <a:lumMod val="60000"/>
                <a:lumOff val="40000"/>
              </a:schemeClr>
            </a:solidFill>
            <a:ln w="22225">
              <a:solidFill>
                <a:srgbClr val="000000"/>
              </a:solidFill>
              <a:miter lim="800000"/>
              <a:headEnd/>
              <a:tailEnd/>
            </a:ln>
          </p:spPr>
          <p:txBody>
            <a:bodyPr/>
            <a:lstStyle/>
            <a:p>
              <a:pPr eaLnBrk="1" hangingPunct="1">
                <a:defRPr/>
              </a:pPr>
              <a:r>
                <a:rPr lang="en-US" dirty="0"/>
                <a:t>А      </a:t>
              </a:r>
              <a:r>
                <a:rPr lang="ru-RU"/>
                <a:t>S</a:t>
              </a:r>
            </a:p>
            <a:p>
              <a:pPr eaLnBrk="1" hangingPunct="1">
                <a:defRPr/>
              </a:pPr>
              <a:r>
                <a:rPr lang="ru-RU"/>
                <a:t>B            </a:t>
              </a:r>
            </a:p>
            <a:p>
              <a:pPr eaLnBrk="1" hangingPunct="1">
                <a:defRPr/>
              </a:pPr>
              <a:r>
                <a:rPr lang="ru-RU"/>
                <a:t>C</a:t>
              </a:r>
              <a:r>
                <a:rPr lang="ru-RU" baseline="-25000"/>
                <a:t>IN</a:t>
              </a:r>
              <a:r>
                <a:rPr lang="ru-RU"/>
                <a:t> C</a:t>
              </a:r>
              <a:r>
                <a:rPr lang="ru-RU" baseline="-25000"/>
                <a:t>O</a:t>
              </a:r>
            </a:p>
          </p:txBody>
        </p:sp>
        <p:sp>
          <p:nvSpPr>
            <p:cNvPr id="34847" name="Line 33">
              <a:extLst>
                <a:ext uri="{FF2B5EF4-FFF2-40B4-BE49-F238E27FC236}">
                  <a16:creationId xmlns:a16="http://schemas.microsoft.com/office/drawing/2014/main" id="{D5F7B97B-D680-8CC1-2113-721D92F43FB1}"/>
                </a:ext>
              </a:extLst>
            </p:cNvPr>
            <p:cNvSpPr>
              <a:spLocks noChangeShapeType="1"/>
            </p:cNvSpPr>
            <p:nvPr/>
          </p:nvSpPr>
          <p:spPr bwMode="auto">
            <a:xfrm>
              <a:off x="6591300" y="2032000"/>
              <a:ext cx="3143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8" name="Line 34">
              <a:extLst>
                <a:ext uri="{FF2B5EF4-FFF2-40B4-BE49-F238E27FC236}">
                  <a16:creationId xmlns:a16="http://schemas.microsoft.com/office/drawing/2014/main" id="{41C6DA7C-2F62-44E0-100D-C70FAC35351D}"/>
                </a:ext>
              </a:extLst>
            </p:cNvPr>
            <p:cNvSpPr>
              <a:spLocks noChangeShapeType="1"/>
            </p:cNvSpPr>
            <p:nvPr/>
          </p:nvSpPr>
          <p:spPr bwMode="auto">
            <a:xfrm flipV="1">
              <a:off x="6605588" y="2330450"/>
              <a:ext cx="284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49" name="Line 35">
              <a:extLst>
                <a:ext uri="{FF2B5EF4-FFF2-40B4-BE49-F238E27FC236}">
                  <a16:creationId xmlns:a16="http://schemas.microsoft.com/office/drawing/2014/main" id="{E5BF2E6F-42EC-4B1B-2FAA-61C431B716FB}"/>
                </a:ext>
              </a:extLst>
            </p:cNvPr>
            <p:cNvSpPr>
              <a:spLocks noChangeShapeType="1"/>
            </p:cNvSpPr>
            <p:nvPr/>
          </p:nvSpPr>
          <p:spPr bwMode="auto">
            <a:xfrm>
              <a:off x="7802563" y="2017713"/>
              <a:ext cx="3159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0" name="Line 39">
              <a:extLst>
                <a:ext uri="{FF2B5EF4-FFF2-40B4-BE49-F238E27FC236}">
                  <a16:creationId xmlns:a16="http://schemas.microsoft.com/office/drawing/2014/main" id="{E1A2E2CA-4666-0F56-F5D0-79D8B2150EBE}"/>
                </a:ext>
              </a:extLst>
            </p:cNvPr>
            <p:cNvSpPr>
              <a:spLocks noChangeShapeType="1"/>
            </p:cNvSpPr>
            <p:nvPr/>
          </p:nvSpPr>
          <p:spPr bwMode="auto">
            <a:xfrm>
              <a:off x="6356350" y="3889375"/>
              <a:ext cx="2206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1" name="Line 40">
              <a:extLst>
                <a:ext uri="{FF2B5EF4-FFF2-40B4-BE49-F238E27FC236}">
                  <a16:creationId xmlns:a16="http://schemas.microsoft.com/office/drawing/2014/main" id="{ECF6609C-22B5-5D48-7930-A487E4BAF1A5}"/>
                </a:ext>
              </a:extLst>
            </p:cNvPr>
            <p:cNvSpPr>
              <a:spLocks noChangeShapeType="1"/>
            </p:cNvSpPr>
            <p:nvPr/>
          </p:nvSpPr>
          <p:spPr bwMode="auto">
            <a:xfrm>
              <a:off x="7802563" y="2674938"/>
              <a:ext cx="3159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2" name="Line 41">
              <a:extLst>
                <a:ext uri="{FF2B5EF4-FFF2-40B4-BE49-F238E27FC236}">
                  <a16:creationId xmlns:a16="http://schemas.microsoft.com/office/drawing/2014/main" id="{C68098D4-DAAA-4CF5-1C72-BC31840CCF87}"/>
                </a:ext>
              </a:extLst>
            </p:cNvPr>
            <p:cNvSpPr>
              <a:spLocks noChangeShapeType="1"/>
            </p:cNvSpPr>
            <p:nvPr/>
          </p:nvSpPr>
          <p:spPr bwMode="auto">
            <a:xfrm flipH="1">
              <a:off x="6594475" y="2335213"/>
              <a:ext cx="1588" cy="15494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3" name="Line 42">
              <a:extLst>
                <a:ext uri="{FF2B5EF4-FFF2-40B4-BE49-F238E27FC236}">
                  <a16:creationId xmlns:a16="http://schemas.microsoft.com/office/drawing/2014/main" id="{30077695-07C1-6B30-5822-CB9526BE26F7}"/>
                </a:ext>
              </a:extLst>
            </p:cNvPr>
            <p:cNvSpPr>
              <a:spLocks noChangeShapeType="1"/>
            </p:cNvSpPr>
            <p:nvPr/>
          </p:nvSpPr>
          <p:spPr bwMode="auto">
            <a:xfrm>
              <a:off x="5649913" y="3763963"/>
              <a:ext cx="22701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4" name="Line 43">
              <a:extLst>
                <a:ext uri="{FF2B5EF4-FFF2-40B4-BE49-F238E27FC236}">
                  <a16:creationId xmlns:a16="http://schemas.microsoft.com/office/drawing/2014/main" id="{CF723BDB-D7AF-D0DE-4EDD-F950C60EFB1E}"/>
                </a:ext>
              </a:extLst>
            </p:cNvPr>
            <p:cNvSpPr>
              <a:spLocks noChangeShapeType="1"/>
            </p:cNvSpPr>
            <p:nvPr/>
          </p:nvSpPr>
          <p:spPr bwMode="auto">
            <a:xfrm>
              <a:off x="5649913" y="3373438"/>
              <a:ext cx="1587" cy="3905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5" name="Line 44">
              <a:extLst>
                <a:ext uri="{FF2B5EF4-FFF2-40B4-BE49-F238E27FC236}">
                  <a16:creationId xmlns:a16="http://schemas.microsoft.com/office/drawing/2014/main" id="{8259E654-B53E-BAE6-6412-4315A1CE2695}"/>
                </a:ext>
              </a:extLst>
            </p:cNvPr>
            <p:cNvSpPr>
              <a:spLocks noChangeShapeType="1"/>
            </p:cNvSpPr>
            <p:nvPr/>
          </p:nvSpPr>
          <p:spPr bwMode="auto">
            <a:xfrm>
              <a:off x="6091238" y="2689225"/>
              <a:ext cx="409575" cy="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56" name="Line 47">
              <a:extLst>
                <a:ext uri="{FF2B5EF4-FFF2-40B4-BE49-F238E27FC236}">
                  <a16:creationId xmlns:a16="http://schemas.microsoft.com/office/drawing/2014/main" id="{099B1B47-2B36-23BD-5802-57D5141D3893}"/>
                </a:ext>
              </a:extLst>
            </p:cNvPr>
            <p:cNvSpPr>
              <a:spLocks noChangeShapeType="1"/>
            </p:cNvSpPr>
            <p:nvPr/>
          </p:nvSpPr>
          <p:spPr bwMode="auto">
            <a:xfrm>
              <a:off x="6705600" y="2687638"/>
              <a:ext cx="1889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7" name="Line 48">
              <a:extLst>
                <a:ext uri="{FF2B5EF4-FFF2-40B4-BE49-F238E27FC236}">
                  <a16:creationId xmlns:a16="http://schemas.microsoft.com/office/drawing/2014/main" id="{BACCF745-5130-F63C-E2FC-8D5D68D262A4}"/>
                </a:ext>
              </a:extLst>
            </p:cNvPr>
            <p:cNvSpPr>
              <a:spLocks noChangeShapeType="1"/>
            </p:cNvSpPr>
            <p:nvPr/>
          </p:nvSpPr>
          <p:spPr bwMode="auto">
            <a:xfrm>
              <a:off x="4516438" y="3362325"/>
              <a:ext cx="504825" cy="0"/>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34858" name="Line 49">
              <a:extLst>
                <a:ext uri="{FF2B5EF4-FFF2-40B4-BE49-F238E27FC236}">
                  <a16:creationId xmlns:a16="http://schemas.microsoft.com/office/drawing/2014/main" id="{AD80A90C-FC43-E03F-FBB7-7842A94BAF60}"/>
                </a:ext>
              </a:extLst>
            </p:cNvPr>
            <p:cNvSpPr>
              <a:spLocks noChangeShapeType="1"/>
            </p:cNvSpPr>
            <p:nvPr/>
          </p:nvSpPr>
          <p:spPr bwMode="auto">
            <a:xfrm>
              <a:off x="5210175" y="3362325"/>
              <a:ext cx="4397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59" name="Line 50">
              <a:extLst>
                <a:ext uri="{FF2B5EF4-FFF2-40B4-BE49-F238E27FC236}">
                  <a16:creationId xmlns:a16="http://schemas.microsoft.com/office/drawing/2014/main" id="{0C4EDEE2-184A-A440-39E2-15175ECDA7E6}"/>
                </a:ext>
              </a:extLst>
            </p:cNvPr>
            <p:cNvSpPr>
              <a:spLocks noChangeShapeType="1"/>
            </p:cNvSpPr>
            <p:nvPr/>
          </p:nvSpPr>
          <p:spPr bwMode="auto">
            <a:xfrm>
              <a:off x="1165225" y="4002088"/>
              <a:ext cx="28416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0" name="Line 51">
              <a:extLst>
                <a:ext uri="{FF2B5EF4-FFF2-40B4-BE49-F238E27FC236}">
                  <a16:creationId xmlns:a16="http://schemas.microsoft.com/office/drawing/2014/main" id="{BEEE6134-4255-D51E-36A2-D5BCDEE874E1}"/>
                </a:ext>
              </a:extLst>
            </p:cNvPr>
            <p:cNvSpPr>
              <a:spLocks noChangeShapeType="1"/>
            </p:cNvSpPr>
            <p:nvPr/>
          </p:nvSpPr>
          <p:spPr bwMode="auto">
            <a:xfrm>
              <a:off x="3398838" y="4017963"/>
              <a:ext cx="28416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1" name="Line 52">
              <a:extLst>
                <a:ext uri="{FF2B5EF4-FFF2-40B4-BE49-F238E27FC236}">
                  <a16:creationId xmlns:a16="http://schemas.microsoft.com/office/drawing/2014/main" id="{F2DE8775-87A6-207E-16B9-E426318170BA}"/>
                </a:ext>
              </a:extLst>
            </p:cNvPr>
            <p:cNvSpPr>
              <a:spLocks noChangeShapeType="1"/>
            </p:cNvSpPr>
            <p:nvPr/>
          </p:nvSpPr>
          <p:spPr bwMode="auto">
            <a:xfrm>
              <a:off x="5505450" y="4017963"/>
              <a:ext cx="3778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4862" name="Line 53">
              <a:extLst>
                <a:ext uri="{FF2B5EF4-FFF2-40B4-BE49-F238E27FC236}">
                  <a16:creationId xmlns:a16="http://schemas.microsoft.com/office/drawing/2014/main" id="{BE29E7B6-C2B2-3DAE-DC77-DFF3560BE4E1}"/>
                </a:ext>
              </a:extLst>
            </p:cNvPr>
            <p:cNvSpPr>
              <a:spLocks noChangeShapeType="1"/>
            </p:cNvSpPr>
            <p:nvPr/>
          </p:nvSpPr>
          <p:spPr bwMode="auto">
            <a:xfrm>
              <a:off x="1922030" y="2674938"/>
              <a:ext cx="0" cy="673100"/>
            </a:xfrm>
            <a:prstGeom prst="line">
              <a:avLst/>
            </a:prstGeom>
            <a:noFill/>
            <a:ln w="2222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34863" name="Text Box 54">
              <a:extLst>
                <a:ext uri="{FF2B5EF4-FFF2-40B4-BE49-F238E27FC236}">
                  <a16:creationId xmlns:a16="http://schemas.microsoft.com/office/drawing/2014/main" id="{6DE56BC5-3B71-07D9-281D-01754FEDAA70}"/>
                </a:ext>
              </a:extLst>
            </p:cNvPr>
            <p:cNvSpPr txBox="1">
              <a:spLocks noChangeArrowheads="1"/>
            </p:cNvSpPr>
            <p:nvPr/>
          </p:nvSpPr>
          <p:spPr bwMode="auto">
            <a:xfrm>
              <a:off x="1719263" y="1793875"/>
              <a:ext cx="528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а</a:t>
              </a:r>
              <a:r>
                <a:rPr lang="en-US" altLang="en-US" sz="1800" baseline="-25000"/>
                <a:t>0</a:t>
              </a:r>
              <a:endParaRPr lang="ru-RU" altLang="en-US" sz="1800"/>
            </a:p>
          </p:txBody>
        </p:sp>
        <p:sp>
          <p:nvSpPr>
            <p:cNvPr id="34864" name="Text Box 55">
              <a:extLst>
                <a:ext uri="{FF2B5EF4-FFF2-40B4-BE49-F238E27FC236}">
                  <a16:creationId xmlns:a16="http://schemas.microsoft.com/office/drawing/2014/main" id="{5636086B-7421-5CE5-AA32-385C7F8AE674}"/>
                </a:ext>
              </a:extLst>
            </p:cNvPr>
            <p:cNvSpPr txBox="1">
              <a:spLocks noChangeArrowheads="1"/>
            </p:cNvSpPr>
            <p:nvPr/>
          </p:nvSpPr>
          <p:spPr bwMode="auto">
            <a:xfrm>
              <a:off x="3924300" y="1793875"/>
              <a:ext cx="528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а</a:t>
              </a:r>
              <a:r>
                <a:rPr lang="en-US" altLang="en-US" sz="1800" baseline="-25000"/>
                <a:t>1</a:t>
              </a:r>
              <a:endParaRPr lang="ru-RU" altLang="en-US" sz="1800"/>
            </a:p>
          </p:txBody>
        </p:sp>
        <p:sp>
          <p:nvSpPr>
            <p:cNvPr id="34865" name="Text Box 56">
              <a:extLst>
                <a:ext uri="{FF2B5EF4-FFF2-40B4-BE49-F238E27FC236}">
                  <a16:creationId xmlns:a16="http://schemas.microsoft.com/office/drawing/2014/main" id="{ACB99272-C7A4-F64D-DD69-C143C3B4AD9F}"/>
                </a:ext>
              </a:extLst>
            </p:cNvPr>
            <p:cNvSpPr txBox="1">
              <a:spLocks noChangeArrowheads="1"/>
            </p:cNvSpPr>
            <p:nvPr/>
          </p:nvSpPr>
          <p:spPr bwMode="auto">
            <a:xfrm>
              <a:off x="6116638" y="1793875"/>
              <a:ext cx="528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а</a:t>
              </a:r>
              <a:r>
                <a:rPr lang="en-US" altLang="en-US" sz="1800" baseline="-25000"/>
                <a:t>63</a:t>
              </a:r>
              <a:endParaRPr lang="ru-RU" altLang="en-US" sz="1800"/>
            </a:p>
          </p:txBody>
        </p:sp>
        <p:sp>
          <p:nvSpPr>
            <p:cNvPr id="34866" name="Text Box 57">
              <a:extLst>
                <a:ext uri="{FF2B5EF4-FFF2-40B4-BE49-F238E27FC236}">
                  <a16:creationId xmlns:a16="http://schemas.microsoft.com/office/drawing/2014/main" id="{0404B859-4C8F-090D-BE25-5FFC0E366878}"/>
                </a:ext>
              </a:extLst>
            </p:cNvPr>
            <p:cNvSpPr txBox="1">
              <a:spLocks noChangeArrowheads="1"/>
            </p:cNvSpPr>
            <p:nvPr/>
          </p:nvSpPr>
          <p:spPr bwMode="auto">
            <a:xfrm>
              <a:off x="3355975" y="1538288"/>
              <a:ext cx="5286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a:t>
              </a:r>
              <a:r>
                <a:rPr lang="en-US" altLang="en-US" sz="1800" baseline="-25000"/>
                <a:t>0</a:t>
              </a:r>
              <a:endParaRPr lang="ru-RU" altLang="en-US" sz="1800"/>
            </a:p>
          </p:txBody>
        </p:sp>
        <p:sp>
          <p:nvSpPr>
            <p:cNvPr id="34867" name="Text Box 58">
              <a:extLst>
                <a:ext uri="{FF2B5EF4-FFF2-40B4-BE49-F238E27FC236}">
                  <a16:creationId xmlns:a16="http://schemas.microsoft.com/office/drawing/2014/main" id="{68244347-93A0-D448-4C6E-B832DEBF3B9F}"/>
                </a:ext>
              </a:extLst>
            </p:cNvPr>
            <p:cNvSpPr txBox="1">
              <a:spLocks noChangeArrowheads="1"/>
            </p:cNvSpPr>
            <p:nvPr/>
          </p:nvSpPr>
          <p:spPr bwMode="auto">
            <a:xfrm>
              <a:off x="5749925" y="1524000"/>
              <a:ext cx="5286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a:t>
              </a:r>
              <a:r>
                <a:rPr lang="en-US" altLang="en-US" sz="1800" baseline="-25000"/>
                <a:t>1</a:t>
              </a:r>
              <a:endParaRPr lang="ru-RU" altLang="en-US" sz="1800"/>
            </a:p>
          </p:txBody>
        </p:sp>
        <p:sp>
          <p:nvSpPr>
            <p:cNvPr id="34868" name="Text Box 59">
              <a:extLst>
                <a:ext uri="{FF2B5EF4-FFF2-40B4-BE49-F238E27FC236}">
                  <a16:creationId xmlns:a16="http://schemas.microsoft.com/office/drawing/2014/main" id="{703F4F98-9239-9C6D-B8E1-60AEB98420CD}"/>
                </a:ext>
              </a:extLst>
            </p:cNvPr>
            <p:cNvSpPr txBox="1">
              <a:spLocks noChangeArrowheads="1"/>
            </p:cNvSpPr>
            <p:nvPr/>
          </p:nvSpPr>
          <p:spPr bwMode="auto">
            <a:xfrm>
              <a:off x="7929563" y="1524000"/>
              <a:ext cx="528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a:t>
              </a:r>
              <a:r>
                <a:rPr lang="en-US" altLang="en-US" sz="1800" baseline="-25000"/>
                <a:t>63</a:t>
              </a:r>
              <a:endParaRPr lang="ru-RU" altLang="en-US" sz="1800"/>
            </a:p>
          </p:txBody>
        </p:sp>
        <p:sp>
          <p:nvSpPr>
            <p:cNvPr id="34869" name="Text Box 60">
              <a:extLst>
                <a:ext uri="{FF2B5EF4-FFF2-40B4-BE49-F238E27FC236}">
                  <a16:creationId xmlns:a16="http://schemas.microsoft.com/office/drawing/2014/main" id="{9C2380EA-7E3E-F593-D947-B5D26D67A0FB}"/>
                </a:ext>
              </a:extLst>
            </p:cNvPr>
            <p:cNvSpPr txBox="1">
              <a:spLocks noChangeArrowheads="1"/>
            </p:cNvSpPr>
            <p:nvPr/>
          </p:nvSpPr>
          <p:spPr bwMode="auto">
            <a:xfrm>
              <a:off x="912813" y="3884613"/>
              <a:ext cx="5286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b</a:t>
              </a:r>
              <a:r>
                <a:rPr lang="en-US" altLang="en-US" sz="1800" baseline="-25000"/>
                <a:t>0</a:t>
              </a:r>
              <a:endParaRPr lang="ru-RU" altLang="en-US" sz="1800"/>
            </a:p>
          </p:txBody>
        </p:sp>
        <p:sp>
          <p:nvSpPr>
            <p:cNvPr id="34870" name="Text Box 61">
              <a:extLst>
                <a:ext uri="{FF2B5EF4-FFF2-40B4-BE49-F238E27FC236}">
                  <a16:creationId xmlns:a16="http://schemas.microsoft.com/office/drawing/2014/main" id="{03C781D8-4B7E-75CC-CCE4-B7884CDC268C}"/>
                </a:ext>
              </a:extLst>
            </p:cNvPr>
            <p:cNvSpPr txBox="1">
              <a:spLocks noChangeArrowheads="1"/>
            </p:cNvSpPr>
            <p:nvPr/>
          </p:nvSpPr>
          <p:spPr bwMode="auto">
            <a:xfrm>
              <a:off x="3005138" y="3810000"/>
              <a:ext cx="5286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b</a:t>
              </a:r>
              <a:r>
                <a:rPr lang="en-US" altLang="en-US" sz="1800" baseline="-25000"/>
                <a:t>1</a:t>
              </a:r>
              <a:endParaRPr lang="ru-RU" altLang="en-US" sz="1800"/>
            </a:p>
          </p:txBody>
        </p:sp>
        <p:sp>
          <p:nvSpPr>
            <p:cNvPr id="34871" name="Text Box 62">
              <a:extLst>
                <a:ext uri="{FF2B5EF4-FFF2-40B4-BE49-F238E27FC236}">
                  <a16:creationId xmlns:a16="http://schemas.microsoft.com/office/drawing/2014/main" id="{8B9387A8-F448-8349-5C20-E7557F619BBF}"/>
                </a:ext>
              </a:extLst>
            </p:cNvPr>
            <p:cNvSpPr txBox="1">
              <a:spLocks noChangeArrowheads="1"/>
            </p:cNvSpPr>
            <p:nvPr/>
          </p:nvSpPr>
          <p:spPr bwMode="auto">
            <a:xfrm>
              <a:off x="5059363" y="3810000"/>
              <a:ext cx="530225"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b</a:t>
              </a:r>
              <a:r>
                <a:rPr lang="en-US" altLang="en-US" sz="1800" baseline="-25000"/>
                <a:t>63</a:t>
              </a:r>
              <a:endParaRPr lang="ru-RU" altLang="en-US" sz="1800"/>
            </a:p>
          </p:txBody>
        </p:sp>
        <p:sp>
          <p:nvSpPr>
            <p:cNvPr id="34872" name="Text Box 63">
              <a:extLst>
                <a:ext uri="{FF2B5EF4-FFF2-40B4-BE49-F238E27FC236}">
                  <a16:creationId xmlns:a16="http://schemas.microsoft.com/office/drawing/2014/main" id="{DB062E24-3070-7261-5AD6-2351B3BBB0C7}"/>
                </a:ext>
              </a:extLst>
            </p:cNvPr>
            <p:cNvSpPr txBox="1">
              <a:spLocks noChangeArrowheads="1"/>
            </p:cNvSpPr>
            <p:nvPr/>
          </p:nvSpPr>
          <p:spPr bwMode="auto">
            <a:xfrm>
              <a:off x="7854950" y="2614613"/>
              <a:ext cx="5286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r>
                <a:rPr lang="en-US" altLang="en-US" sz="1800" baseline="-25000"/>
                <a:t>64</a:t>
              </a:r>
              <a:endParaRPr lang="ru-RU" altLang="en-US" sz="1800"/>
            </a:p>
          </p:txBody>
        </p:sp>
        <p:sp>
          <p:nvSpPr>
            <p:cNvPr id="34873" name="Text Box 64">
              <a:extLst>
                <a:ext uri="{FF2B5EF4-FFF2-40B4-BE49-F238E27FC236}">
                  <a16:creationId xmlns:a16="http://schemas.microsoft.com/office/drawing/2014/main" id="{BE737C95-D553-A7C8-B347-6397FA428D96}"/>
                </a:ext>
              </a:extLst>
            </p:cNvPr>
            <p:cNvSpPr txBox="1">
              <a:spLocks noChangeArrowheads="1"/>
            </p:cNvSpPr>
            <p:nvPr/>
          </p:nvSpPr>
          <p:spPr bwMode="auto">
            <a:xfrm>
              <a:off x="609600" y="2986088"/>
              <a:ext cx="13541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~Add/Sub</a:t>
              </a:r>
              <a:endParaRPr lang="ru-RU" altLang="en-US" sz="1800"/>
            </a:p>
          </p:txBody>
        </p:sp>
        <p:sp>
          <p:nvSpPr>
            <p:cNvPr id="44089" name="AutoShape 11">
              <a:extLst>
                <a:ext uri="{FF2B5EF4-FFF2-40B4-BE49-F238E27FC236}">
                  <a16:creationId xmlns:a16="http://schemas.microsoft.com/office/drawing/2014/main" id="{FF48A63A-BD2C-4802-AC64-E25361BAA9E9}"/>
                </a:ext>
              </a:extLst>
            </p:cNvPr>
            <p:cNvSpPr>
              <a:spLocks noChangeArrowheads="1"/>
            </p:cNvSpPr>
            <p:nvPr/>
          </p:nvSpPr>
          <p:spPr bwMode="auto">
            <a:xfrm flipH="1">
              <a:off x="1485900" y="3609421"/>
              <a:ext cx="450850" cy="534408"/>
            </a:xfrm>
            <a:prstGeom prst="moon">
              <a:avLst>
                <a:gd name="adj" fmla="val 84819"/>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en-US" dirty="0"/>
            </a:p>
          </p:txBody>
        </p:sp>
      </p:grpSp>
      <p:sp>
        <p:nvSpPr>
          <p:cNvPr id="58" name="Rectangle 4">
            <a:extLst>
              <a:ext uri="{FF2B5EF4-FFF2-40B4-BE49-F238E27FC236}">
                <a16:creationId xmlns:a16="http://schemas.microsoft.com/office/drawing/2014/main" id="{BBC133D8-217A-42D2-ACF1-676DCE1C3A7B}"/>
              </a:ext>
            </a:extLst>
          </p:cNvPr>
          <p:cNvSpPr txBox="1">
            <a:spLocks noChangeArrowheads="1"/>
          </p:cNvSpPr>
          <p:nvPr/>
        </p:nvSpPr>
        <p:spPr bwMode="auto">
          <a:xfrm>
            <a:off x="1492817" y="1323072"/>
            <a:ext cx="8229600" cy="1139825"/>
          </a:xfrm>
          <a:prstGeom prst="rect">
            <a:avLst/>
          </a:prstGeom>
          <a:noFill/>
          <a:ln w="9525">
            <a:noFill/>
            <a:miter lim="800000"/>
            <a:headEnd/>
            <a:tailEnd/>
          </a:ln>
        </p:spPr>
        <p:txBody>
          <a:bodyPr/>
          <a:lstStyle/>
          <a:p>
            <a:pPr eaLnBrk="1" hangingPunct="1">
              <a:defRPr/>
            </a:pPr>
            <a:endParaRPr lang="ru-RU" sz="3200" b="1" kern="0" dirty="0">
              <a:latin typeface="+mj-lt"/>
              <a:ea typeface="+mj-ea"/>
              <a:cs typeface="+mj-cs"/>
            </a:endParaRPr>
          </a:p>
        </p:txBody>
      </p:sp>
      <p:sp>
        <p:nvSpPr>
          <p:cNvPr id="2" name="Title 1">
            <a:extLst>
              <a:ext uri="{FF2B5EF4-FFF2-40B4-BE49-F238E27FC236}">
                <a16:creationId xmlns:a16="http://schemas.microsoft.com/office/drawing/2014/main" id="{15433607-9844-0AC1-F708-5D26FB331D60}"/>
              </a:ext>
            </a:extLst>
          </p:cNvPr>
          <p:cNvSpPr>
            <a:spLocks noGrp="1"/>
          </p:cNvSpPr>
          <p:nvPr>
            <p:ph type="title"/>
          </p:nvPr>
        </p:nvSpPr>
        <p:spPr/>
        <p:txBody>
          <a:bodyPr>
            <a:normAutofit fontScale="90000"/>
          </a:bodyPr>
          <a:lstStyle/>
          <a:p>
            <a:br>
              <a:rPr lang="en-US" dirty="0"/>
            </a:br>
            <a:r>
              <a:rPr lang="en-US" dirty="0"/>
              <a:t>A 64-bit Adder/Subtractor</a:t>
            </a:r>
            <a:br>
              <a:rPr lang="en-US" dirty="0"/>
            </a:b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4">
            <a:extLst>
              <a:ext uri="{FF2B5EF4-FFF2-40B4-BE49-F238E27FC236}">
                <a16:creationId xmlns:a16="http://schemas.microsoft.com/office/drawing/2014/main" id="{AFE3E394-1CCB-63B3-73CD-EC72D994CA31}"/>
              </a:ext>
            </a:extLst>
          </p:cNvPr>
          <p:cNvSpPr>
            <a:spLocks noGrp="1" noChangeArrowheads="1"/>
          </p:cNvSpPr>
          <p:nvPr>
            <p:ph type="title"/>
          </p:nvPr>
        </p:nvSpPr>
        <p:spPr/>
        <p:txBody>
          <a:bodyPr/>
          <a:lstStyle/>
          <a:p>
            <a:r>
              <a:rPr lang="en-US" altLang="en-US"/>
              <a:t>Adder/Subtractor Module in Verilog</a:t>
            </a:r>
            <a:endParaRPr lang="ru-RU" altLang="en-US"/>
          </a:p>
        </p:txBody>
      </p:sp>
      <p:sp>
        <p:nvSpPr>
          <p:cNvPr id="3" name="Text Placeholder 2">
            <a:extLst>
              <a:ext uri="{FF2B5EF4-FFF2-40B4-BE49-F238E27FC236}">
                <a16:creationId xmlns:a16="http://schemas.microsoft.com/office/drawing/2014/main" id="{3F04B26F-CCE8-D0EE-20FC-C6206C3D0787}"/>
              </a:ext>
            </a:extLst>
          </p:cNvPr>
          <p:cNvSpPr>
            <a:spLocks noGrp="1"/>
          </p:cNvSpPr>
          <p:nvPr>
            <p:ph type="body" sz="quarter" idx="10"/>
          </p:nvPr>
        </p:nvSpPr>
        <p:spPr/>
        <p:txBody>
          <a:bodyPr/>
          <a:lstStyle/>
          <a:p>
            <a:pPr marL="0" indent="0" eaLnBrk="1" hangingPunct="1">
              <a:spcBef>
                <a:spcPct val="50000"/>
              </a:spcBef>
              <a:buNone/>
              <a:defRPr/>
            </a:pPr>
            <a:r>
              <a:rPr lang="en-US" sz="2400" dirty="0">
                <a:latin typeface="Arial" charset="0"/>
                <a:cs typeface="Arial" charset="0"/>
              </a:rPr>
              <a:t>IF (Select == 0)   Addition, else  Subtraction</a:t>
            </a:r>
          </a:p>
          <a:p>
            <a:pPr marL="0" indent="0" eaLnBrk="1" hangingPunct="1">
              <a:spcBef>
                <a:spcPct val="50000"/>
              </a:spcBef>
              <a:buNone/>
              <a:defRPr/>
            </a:pPr>
            <a:r>
              <a:rPr lang="en-US" sz="2400" dirty="0">
                <a:latin typeface="Arial" charset="0"/>
                <a:cs typeface="Arial" charset="0"/>
              </a:rPr>
              <a:t>//Data-flow description</a:t>
            </a:r>
            <a:endParaRPr lang="ru-RU" sz="2400" dirty="0">
              <a:latin typeface="Arial" charset="0"/>
              <a:cs typeface="Arial" charset="0"/>
            </a:endParaRPr>
          </a:p>
          <a:p>
            <a:pPr marL="0" indent="0">
              <a:lnSpc>
                <a:spcPct val="90000"/>
              </a:lnSpc>
              <a:spcBef>
                <a:spcPct val="20000"/>
              </a:spcBef>
              <a:buNone/>
              <a:defRPr/>
            </a:pPr>
            <a:r>
              <a:rPr lang="en-US" sz="2400" dirty="0">
                <a:solidFill>
                  <a:srgbClr val="0000FF"/>
                </a:solidFill>
                <a:latin typeface="Arial" charset="0"/>
                <a:cs typeface="Arial" charset="0"/>
              </a:rPr>
              <a:t>module</a:t>
            </a:r>
            <a:r>
              <a:rPr lang="en-US" sz="2400" dirty="0">
                <a:latin typeface="Arial" charset="0"/>
                <a:cs typeface="Arial" charset="0"/>
              </a:rPr>
              <a:t> </a:t>
            </a:r>
            <a:r>
              <a:rPr lang="en-US" sz="2400" dirty="0" err="1">
                <a:latin typeface="Arial" charset="0"/>
                <a:cs typeface="Arial" charset="0"/>
              </a:rPr>
              <a:t>addsub</a:t>
            </a:r>
            <a:r>
              <a:rPr lang="en-US" sz="2400" dirty="0">
                <a:latin typeface="Arial" charset="0"/>
                <a:cs typeface="Arial" charset="0"/>
              </a:rPr>
              <a:t>(a, b, select, </a:t>
            </a:r>
            <a:r>
              <a:rPr lang="en-US" sz="2400" dirty="0" err="1">
                <a:latin typeface="Arial" charset="0"/>
                <a:cs typeface="Arial" charset="0"/>
              </a:rPr>
              <a:t>cout</a:t>
            </a:r>
            <a:r>
              <a:rPr lang="en-US" sz="2400" dirty="0">
                <a:latin typeface="Arial" charset="0"/>
                <a:cs typeface="Arial" charset="0"/>
              </a:rPr>
              <a:t>, sum);			</a:t>
            </a:r>
            <a:r>
              <a:rPr lang="en-US" sz="2400" dirty="0">
                <a:solidFill>
                  <a:srgbClr val="0000FF"/>
                </a:solidFill>
                <a:latin typeface="Arial" charset="0"/>
                <a:cs typeface="Arial" charset="0"/>
              </a:rPr>
              <a:t>input</a:t>
            </a:r>
            <a:r>
              <a:rPr lang="en-US" sz="2400" dirty="0">
                <a:latin typeface="Arial" charset="0"/>
                <a:cs typeface="Arial" charset="0"/>
              </a:rPr>
              <a:t> [7:0] a, b;						</a:t>
            </a:r>
            <a:r>
              <a:rPr lang="en-US" sz="2400" dirty="0">
                <a:solidFill>
                  <a:srgbClr val="0000FF"/>
                </a:solidFill>
                <a:latin typeface="Arial" charset="0"/>
                <a:cs typeface="Arial" charset="0"/>
              </a:rPr>
              <a:t>input</a:t>
            </a:r>
            <a:r>
              <a:rPr lang="en-US" sz="2400" dirty="0">
                <a:latin typeface="Arial" charset="0"/>
                <a:cs typeface="Arial" charset="0"/>
              </a:rPr>
              <a:t> select;							</a:t>
            </a:r>
            <a:r>
              <a:rPr lang="en-US" sz="2400" dirty="0">
                <a:solidFill>
                  <a:srgbClr val="0000FF"/>
                </a:solidFill>
                <a:latin typeface="Arial" charset="0"/>
                <a:cs typeface="Arial" charset="0"/>
              </a:rPr>
              <a:t>output</a:t>
            </a:r>
            <a:r>
              <a:rPr lang="en-US" sz="2400" dirty="0">
                <a:latin typeface="Arial" charset="0"/>
                <a:cs typeface="Arial" charset="0"/>
              </a:rPr>
              <a:t> [7:0] sum;						</a:t>
            </a:r>
            <a:r>
              <a:rPr lang="en-US" sz="2400" dirty="0">
                <a:solidFill>
                  <a:srgbClr val="0000FF"/>
                </a:solidFill>
                <a:latin typeface="Arial" charset="0"/>
                <a:cs typeface="Arial" charset="0"/>
              </a:rPr>
              <a:t>output</a:t>
            </a:r>
            <a:r>
              <a:rPr lang="en-US" sz="2400" dirty="0">
                <a:latin typeface="Arial" charset="0"/>
                <a:cs typeface="Arial" charset="0"/>
              </a:rPr>
              <a:t> </a:t>
            </a:r>
            <a:r>
              <a:rPr lang="en-US" sz="2400" dirty="0" err="1">
                <a:latin typeface="Arial" charset="0"/>
                <a:cs typeface="Arial" charset="0"/>
              </a:rPr>
              <a:t>cout</a:t>
            </a:r>
            <a:r>
              <a:rPr lang="en-US" sz="2400" dirty="0">
                <a:latin typeface="Arial" charset="0"/>
                <a:cs typeface="Arial" charset="0"/>
              </a:rPr>
              <a:t>;						</a:t>
            </a:r>
            <a:r>
              <a:rPr lang="en-US" sz="2400" dirty="0">
                <a:solidFill>
                  <a:srgbClr val="0000FF"/>
                </a:solidFill>
                <a:latin typeface="Arial" charset="0"/>
                <a:cs typeface="Arial" charset="0"/>
              </a:rPr>
              <a:t>assign</a:t>
            </a:r>
            <a:r>
              <a:rPr lang="en-US" sz="2400" dirty="0">
                <a:latin typeface="Arial" charset="0"/>
                <a:cs typeface="Arial" charset="0"/>
              </a:rPr>
              <a:t> {</a:t>
            </a:r>
            <a:r>
              <a:rPr lang="en-US" sz="2400" dirty="0" err="1">
                <a:latin typeface="Arial" charset="0"/>
                <a:cs typeface="Arial" charset="0"/>
              </a:rPr>
              <a:t>cout</a:t>
            </a:r>
            <a:r>
              <a:rPr lang="en-US" sz="2400" dirty="0">
                <a:latin typeface="Arial" charset="0"/>
                <a:cs typeface="Arial" charset="0"/>
              </a:rPr>
              <a:t>, sum}=select?(a-b):(</a:t>
            </a:r>
            <a:r>
              <a:rPr lang="en-US" sz="2400" dirty="0" err="1">
                <a:latin typeface="Arial" charset="0"/>
                <a:cs typeface="Arial" charset="0"/>
              </a:rPr>
              <a:t>a+b</a:t>
            </a:r>
            <a:r>
              <a:rPr lang="en-US" sz="2400" dirty="0">
                <a:latin typeface="Arial" charset="0"/>
                <a:cs typeface="Arial" charset="0"/>
              </a:rPr>
              <a:t>);			</a:t>
            </a:r>
            <a:r>
              <a:rPr lang="en-US" sz="2400" dirty="0" err="1">
                <a:solidFill>
                  <a:srgbClr val="0000FF"/>
                </a:solidFill>
                <a:latin typeface="Arial" charset="0"/>
                <a:cs typeface="Arial" charset="0"/>
              </a:rPr>
              <a:t>endmodule</a:t>
            </a:r>
            <a:endParaRPr lang="en-US" sz="2400" dirty="0">
              <a:solidFill>
                <a:srgbClr val="0000FF"/>
              </a:solidFill>
              <a:latin typeface="Arial" charset="0"/>
              <a:cs typeface="Arial" charset="0"/>
            </a:endParaRPr>
          </a:p>
          <a:p>
            <a:pPr marL="0" indent="0">
              <a:lnSpc>
                <a:spcPct val="90000"/>
              </a:lnSpc>
              <a:spcBef>
                <a:spcPct val="20000"/>
              </a:spcBef>
              <a:buNone/>
              <a:defRPr/>
            </a:pPr>
            <a:r>
              <a:rPr lang="en-US" sz="2400" dirty="0">
                <a:latin typeface="Arial" charset="0"/>
                <a:cs typeface="Arial" charset="0"/>
              </a:rPr>
              <a:t>														</a:t>
            </a:r>
          </a:p>
          <a:p>
            <a:endParaRPr lang="en-US" dirty="0"/>
          </a:p>
        </p:txBody>
      </p:sp>
      <p:sp>
        <p:nvSpPr>
          <p:cNvPr id="31747" name="Rectangle 5">
            <a:extLst>
              <a:ext uri="{FF2B5EF4-FFF2-40B4-BE49-F238E27FC236}">
                <a16:creationId xmlns:a16="http://schemas.microsoft.com/office/drawing/2014/main" id="{42D20669-5A5D-4BB8-AB3C-49A218AC50C5}"/>
              </a:ext>
            </a:extLst>
          </p:cNvPr>
          <p:cNvSpPr>
            <a:spLocks noChangeArrowheads="1"/>
          </p:cNvSpPr>
          <p:nvPr/>
        </p:nvSpPr>
        <p:spPr bwMode="auto">
          <a:xfrm>
            <a:off x="2133600" y="1574800"/>
            <a:ext cx="7772400" cy="4191000"/>
          </a:xfrm>
          <a:prstGeom prst="rect">
            <a:avLst/>
          </a:prstGeom>
          <a:noFill/>
          <a:ln w="9525">
            <a:noFill/>
            <a:miter lim="800000"/>
            <a:headEnd/>
            <a:tailEnd/>
          </a:ln>
        </p:spPr>
        <p:txBody>
          <a:bodyPr/>
          <a:lstStyle/>
          <a:p>
            <a:pPr eaLnBrk="1" hangingPunct="1">
              <a:spcBef>
                <a:spcPct val="50000"/>
              </a:spcBef>
              <a:defRPr/>
            </a:pPr>
            <a:endParaRPr lang="en-US" sz="2400" dirty="0">
              <a:latin typeface="Arial" charset="0"/>
              <a:cs typeface="Arial"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4">
            <a:extLst>
              <a:ext uri="{FF2B5EF4-FFF2-40B4-BE49-F238E27FC236}">
                <a16:creationId xmlns:a16="http://schemas.microsoft.com/office/drawing/2014/main" id="{6FD7953B-82B3-2940-FDC6-7E314991BF66}"/>
              </a:ext>
            </a:extLst>
          </p:cNvPr>
          <p:cNvSpPr>
            <a:spLocks noGrp="1" noChangeArrowheads="1"/>
          </p:cNvSpPr>
          <p:nvPr>
            <p:ph type="title"/>
          </p:nvPr>
        </p:nvSpPr>
        <p:spPr/>
        <p:txBody>
          <a:bodyPr/>
          <a:lstStyle/>
          <a:p>
            <a:r>
              <a:rPr lang="en-US" altLang="en-US"/>
              <a:t>Inversion Property</a:t>
            </a:r>
            <a:endParaRPr lang="ru-RU" altLang="en-US"/>
          </a:p>
        </p:txBody>
      </p:sp>
      <p:sp>
        <p:nvSpPr>
          <p:cNvPr id="3" name="Text Placeholder 2">
            <a:extLst>
              <a:ext uri="{FF2B5EF4-FFF2-40B4-BE49-F238E27FC236}">
                <a16:creationId xmlns:a16="http://schemas.microsoft.com/office/drawing/2014/main" id="{CF22543F-49A9-DAAE-0AAE-072BC37A4AC4}"/>
              </a:ext>
            </a:extLst>
          </p:cNvPr>
          <p:cNvSpPr>
            <a:spLocks noGrp="1"/>
          </p:cNvSpPr>
          <p:nvPr>
            <p:ph type="body" sz="quarter" idx="10"/>
          </p:nvPr>
        </p:nvSpPr>
        <p:spPr/>
        <p:txBody>
          <a:bodyPr/>
          <a:lstStyle/>
          <a:p>
            <a:r>
              <a:rPr lang="en-US" dirty="0"/>
              <a:t>Boolean functions  S and </a:t>
            </a:r>
            <a:r>
              <a:rPr lang="en-US" dirty="0" err="1"/>
              <a:t>Cout</a:t>
            </a:r>
            <a:r>
              <a:rPr lang="en-US" dirty="0"/>
              <a:t> are self-dual.</a:t>
            </a:r>
          </a:p>
          <a:p>
            <a:endParaRPr lang="en-US" dirty="0"/>
          </a:p>
          <a:p>
            <a:endParaRPr lang="en-US" dirty="0"/>
          </a:p>
          <a:p>
            <a:endParaRPr lang="en-US" dirty="0"/>
          </a:p>
          <a:p>
            <a:endParaRPr lang="en-US" dirty="0"/>
          </a:p>
          <a:p>
            <a:endParaRPr lang="en-US" dirty="0"/>
          </a:p>
          <a:p>
            <a:endParaRPr lang="en-US" dirty="0"/>
          </a:p>
          <a:p>
            <a:r>
              <a:rPr lang="en-US" dirty="0"/>
              <a:t>S’ (A, B, Cin) = S(A’, B’, </a:t>
            </a:r>
            <a:r>
              <a:rPr lang="en-US" dirty="0" err="1"/>
              <a:t>C’in</a:t>
            </a:r>
            <a:r>
              <a:rPr lang="en-US" dirty="0"/>
              <a:t>);   </a:t>
            </a:r>
            <a:r>
              <a:rPr lang="en-US" dirty="0" err="1"/>
              <a:t>C’out</a:t>
            </a:r>
            <a:r>
              <a:rPr lang="en-US" dirty="0"/>
              <a:t> (A, B, Cin) = </a:t>
            </a:r>
            <a:r>
              <a:rPr lang="en-US" dirty="0" err="1"/>
              <a:t>Cout</a:t>
            </a:r>
            <a:r>
              <a:rPr lang="en-US" dirty="0"/>
              <a:t> (A’, B’, </a:t>
            </a:r>
            <a:r>
              <a:rPr lang="en-US" dirty="0" err="1"/>
              <a:t>C’in</a:t>
            </a:r>
            <a:r>
              <a:rPr lang="en-US" dirty="0"/>
              <a:t>)</a:t>
            </a:r>
          </a:p>
          <a:p>
            <a:r>
              <a:rPr lang="en-US" dirty="0"/>
              <a:t>Invertors on the way of carry signal may be removed (this will minimize the critical path of carry chain).</a:t>
            </a:r>
          </a:p>
          <a:p>
            <a:endParaRPr lang="en-US" dirty="0"/>
          </a:p>
        </p:txBody>
      </p:sp>
      <p:grpSp>
        <p:nvGrpSpPr>
          <p:cNvPr id="36869" name="Group 41">
            <a:extLst>
              <a:ext uri="{FF2B5EF4-FFF2-40B4-BE49-F238E27FC236}">
                <a16:creationId xmlns:a16="http://schemas.microsoft.com/office/drawing/2014/main" id="{AF449623-BA4D-9E9A-6C23-104B7C5322A0}"/>
              </a:ext>
            </a:extLst>
          </p:cNvPr>
          <p:cNvGrpSpPr>
            <a:grpSpLocks/>
          </p:cNvGrpSpPr>
          <p:nvPr/>
        </p:nvGrpSpPr>
        <p:grpSpPr bwMode="auto">
          <a:xfrm>
            <a:off x="2409826" y="2189163"/>
            <a:ext cx="7043739" cy="2536258"/>
            <a:chOff x="885825" y="2076450"/>
            <a:chExt cx="7043739" cy="2760663"/>
          </a:xfrm>
        </p:grpSpPr>
        <p:sp>
          <p:nvSpPr>
            <p:cNvPr id="36870" name="Text Box 39">
              <a:extLst>
                <a:ext uri="{FF2B5EF4-FFF2-40B4-BE49-F238E27FC236}">
                  <a16:creationId xmlns:a16="http://schemas.microsoft.com/office/drawing/2014/main" id="{3CB8323B-9F5B-D41D-5A30-5D1E1C9A7583}"/>
                </a:ext>
              </a:extLst>
            </p:cNvPr>
            <p:cNvSpPr txBox="1">
              <a:spLocks noChangeArrowheads="1"/>
            </p:cNvSpPr>
            <p:nvPr/>
          </p:nvSpPr>
          <p:spPr bwMode="auto">
            <a:xfrm>
              <a:off x="4067175" y="3349625"/>
              <a:ext cx="865188" cy="50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400"/>
            </a:p>
          </p:txBody>
        </p:sp>
        <p:grpSp>
          <p:nvGrpSpPr>
            <p:cNvPr id="36871" name="Group 38">
              <a:extLst>
                <a:ext uri="{FF2B5EF4-FFF2-40B4-BE49-F238E27FC236}">
                  <a16:creationId xmlns:a16="http://schemas.microsoft.com/office/drawing/2014/main" id="{FD9E47AE-9182-5096-325B-4B28D91EAEE2}"/>
                </a:ext>
              </a:extLst>
            </p:cNvPr>
            <p:cNvGrpSpPr>
              <a:grpSpLocks/>
            </p:cNvGrpSpPr>
            <p:nvPr/>
          </p:nvGrpSpPr>
          <p:grpSpPr bwMode="auto">
            <a:xfrm>
              <a:off x="5076826" y="2133601"/>
              <a:ext cx="2852738" cy="2636838"/>
              <a:chOff x="3360" y="1707"/>
              <a:chExt cx="1797" cy="1661"/>
            </a:xfrm>
          </p:grpSpPr>
          <p:sp>
            <p:nvSpPr>
              <p:cNvPr id="36891" name="Rectangle 6">
                <a:extLst>
                  <a:ext uri="{FF2B5EF4-FFF2-40B4-BE49-F238E27FC236}">
                    <a16:creationId xmlns:a16="http://schemas.microsoft.com/office/drawing/2014/main" id="{50C28DB8-47A0-672E-6D4A-A322AC84F506}"/>
                  </a:ext>
                </a:extLst>
              </p:cNvPr>
              <p:cNvSpPr>
                <a:spLocks noChangeArrowheads="1"/>
              </p:cNvSpPr>
              <p:nvPr/>
            </p:nvSpPr>
            <p:spPr bwMode="auto">
              <a:xfrm>
                <a:off x="3936" y="2283"/>
                <a:ext cx="624" cy="57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6892" name="Text Box 7">
                <a:extLst>
                  <a:ext uri="{FF2B5EF4-FFF2-40B4-BE49-F238E27FC236}">
                    <a16:creationId xmlns:a16="http://schemas.microsoft.com/office/drawing/2014/main" id="{6F4D4BDE-1403-2B37-C6D0-5E45A0A24FFC}"/>
                  </a:ext>
                </a:extLst>
              </p:cNvPr>
              <p:cNvSpPr txBox="1">
                <a:spLocks noChangeArrowheads="1"/>
              </p:cNvSpPr>
              <p:nvPr/>
            </p:nvSpPr>
            <p:spPr bwMode="auto">
              <a:xfrm>
                <a:off x="3936" y="1707"/>
                <a:ext cx="24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A</a:t>
                </a:r>
                <a:endParaRPr lang="en-US" altLang="en-US" sz="2400" baseline="-25000"/>
              </a:p>
            </p:txBody>
          </p:sp>
          <p:sp>
            <p:nvSpPr>
              <p:cNvPr id="36893" name="Text Box 8">
                <a:extLst>
                  <a:ext uri="{FF2B5EF4-FFF2-40B4-BE49-F238E27FC236}">
                    <a16:creationId xmlns:a16="http://schemas.microsoft.com/office/drawing/2014/main" id="{9F7F34C7-2DDB-FE9C-6D75-9D0A8D1D5564}"/>
                  </a:ext>
                </a:extLst>
              </p:cNvPr>
              <p:cNvSpPr txBox="1">
                <a:spLocks noChangeArrowheads="1"/>
              </p:cNvSpPr>
              <p:nvPr/>
            </p:nvSpPr>
            <p:spPr bwMode="auto">
              <a:xfrm>
                <a:off x="4272" y="1707"/>
                <a:ext cx="24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B</a:t>
                </a:r>
                <a:endParaRPr lang="en-US" altLang="en-US" sz="2400" baseline="-25000"/>
              </a:p>
            </p:txBody>
          </p:sp>
          <p:sp>
            <p:nvSpPr>
              <p:cNvPr id="36894" name="Text Box 9">
                <a:extLst>
                  <a:ext uri="{FF2B5EF4-FFF2-40B4-BE49-F238E27FC236}">
                    <a16:creationId xmlns:a16="http://schemas.microsoft.com/office/drawing/2014/main" id="{75244D27-053E-908F-8502-EA077899A906}"/>
                  </a:ext>
                </a:extLst>
              </p:cNvPr>
              <p:cNvSpPr txBox="1">
                <a:spLocks noChangeArrowheads="1"/>
              </p:cNvSpPr>
              <p:nvPr/>
            </p:nvSpPr>
            <p:spPr bwMode="auto">
              <a:xfrm>
                <a:off x="4128" y="3051"/>
                <a:ext cx="24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S</a:t>
                </a:r>
                <a:endParaRPr lang="en-US" altLang="en-US" sz="2400" baseline="-25000"/>
              </a:p>
            </p:txBody>
          </p:sp>
          <p:sp>
            <p:nvSpPr>
              <p:cNvPr id="36895" name="Text Box 10">
                <a:extLst>
                  <a:ext uri="{FF2B5EF4-FFF2-40B4-BE49-F238E27FC236}">
                    <a16:creationId xmlns:a16="http://schemas.microsoft.com/office/drawing/2014/main" id="{DF0E1B8A-A745-3D03-8BAD-8738937639BE}"/>
                  </a:ext>
                </a:extLst>
              </p:cNvPr>
              <p:cNvSpPr txBox="1">
                <a:spLocks noChangeArrowheads="1"/>
              </p:cNvSpPr>
              <p:nvPr/>
            </p:nvSpPr>
            <p:spPr bwMode="auto">
              <a:xfrm>
                <a:off x="4800" y="2427"/>
                <a:ext cx="35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C</a:t>
                </a:r>
                <a:r>
                  <a:rPr lang="en-US" altLang="en-US" sz="2400" baseline="-25000"/>
                  <a:t>in</a:t>
                </a:r>
              </a:p>
            </p:txBody>
          </p:sp>
          <p:sp>
            <p:nvSpPr>
              <p:cNvPr id="36896" name="Line 11">
                <a:extLst>
                  <a:ext uri="{FF2B5EF4-FFF2-40B4-BE49-F238E27FC236}">
                    <a16:creationId xmlns:a16="http://schemas.microsoft.com/office/drawing/2014/main" id="{86253221-DFAB-7C83-E93A-75DE047C6351}"/>
                  </a:ext>
                </a:extLst>
              </p:cNvPr>
              <p:cNvSpPr>
                <a:spLocks noChangeShapeType="1"/>
              </p:cNvSpPr>
              <p:nvPr/>
            </p:nvSpPr>
            <p:spPr bwMode="auto">
              <a:xfrm>
                <a:off x="4080" y="2043"/>
                <a:ext cx="0" cy="24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97" name="Line 12">
                <a:extLst>
                  <a:ext uri="{FF2B5EF4-FFF2-40B4-BE49-F238E27FC236}">
                    <a16:creationId xmlns:a16="http://schemas.microsoft.com/office/drawing/2014/main" id="{05CE8246-EAF6-24DE-8520-09EB73597A10}"/>
                  </a:ext>
                </a:extLst>
              </p:cNvPr>
              <p:cNvSpPr>
                <a:spLocks noChangeShapeType="1"/>
              </p:cNvSpPr>
              <p:nvPr/>
            </p:nvSpPr>
            <p:spPr bwMode="auto">
              <a:xfrm>
                <a:off x="4368" y="2043"/>
                <a:ext cx="0" cy="24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98" name="Line 13">
                <a:extLst>
                  <a:ext uri="{FF2B5EF4-FFF2-40B4-BE49-F238E27FC236}">
                    <a16:creationId xmlns:a16="http://schemas.microsoft.com/office/drawing/2014/main" id="{15F08BB5-4952-EFE1-32A1-EAB856DEEB24}"/>
                  </a:ext>
                </a:extLst>
              </p:cNvPr>
              <p:cNvSpPr>
                <a:spLocks noChangeShapeType="1"/>
              </p:cNvSpPr>
              <p:nvPr/>
            </p:nvSpPr>
            <p:spPr bwMode="auto">
              <a:xfrm>
                <a:off x="4224" y="2859"/>
                <a:ext cx="0" cy="24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99" name="Line 14">
                <a:extLst>
                  <a:ext uri="{FF2B5EF4-FFF2-40B4-BE49-F238E27FC236}">
                    <a16:creationId xmlns:a16="http://schemas.microsoft.com/office/drawing/2014/main" id="{B8808895-8C69-0A68-0443-FAA60DAE2C47}"/>
                  </a:ext>
                </a:extLst>
              </p:cNvPr>
              <p:cNvSpPr>
                <a:spLocks noChangeShapeType="1"/>
              </p:cNvSpPr>
              <p:nvPr/>
            </p:nvSpPr>
            <p:spPr bwMode="auto">
              <a:xfrm flipH="1">
                <a:off x="4560" y="2571"/>
                <a:ext cx="24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900" name="Line 15">
                <a:extLst>
                  <a:ext uri="{FF2B5EF4-FFF2-40B4-BE49-F238E27FC236}">
                    <a16:creationId xmlns:a16="http://schemas.microsoft.com/office/drawing/2014/main" id="{F56984F5-67EF-BD0A-B9FA-5012C8AA4CD2}"/>
                  </a:ext>
                </a:extLst>
              </p:cNvPr>
              <p:cNvSpPr>
                <a:spLocks noChangeShapeType="1"/>
              </p:cNvSpPr>
              <p:nvPr/>
            </p:nvSpPr>
            <p:spPr bwMode="auto">
              <a:xfrm flipH="1">
                <a:off x="3696" y="2571"/>
                <a:ext cx="24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901" name="Text Box 16">
                <a:extLst>
                  <a:ext uri="{FF2B5EF4-FFF2-40B4-BE49-F238E27FC236}">
                    <a16:creationId xmlns:a16="http://schemas.microsoft.com/office/drawing/2014/main" id="{D17B43A0-6A69-A081-5986-1B7378F507BD}"/>
                  </a:ext>
                </a:extLst>
              </p:cNvPr>
              <p:cNvSpPr txBox="1">
                <a:spLocks noChangeArrowheads="1"/>
              </p:cNvSpPr>
              <p:nvPr/>
            </p:nvSpPr>
            <p:spPr bwMode="auto">
              <a:xfrm>
                <a:off x="4032" y="2427"/>
                <a:ext cx="37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FA</a:t>
                </a:r>
                <a:endParaRPr lang="en-US" altLang="en-US" sz="2400" baseline="-25000"/>
              </a:p>
            </p:txBody>
          </p:sp>
          <p:sp>
            <p:nvSpPr>
              <p:cNvPr id="36902" name="Text Box 17">
                <a:extLst>
                  <a:ext uri="{FF2B5EF4-FFF2-40B4-BE49-F238E27FC236}">
                    <a16:creationId xmlns:a16="http://schemas.microsoft.com/office/drawing/2014/main" id="{5D408811-570E-7793-410A-94D5DA1A58D1}"/>
                  </a:ext>
                </a:extLst>
              </p:cNvPr>
              <p:cNvSpPr txBox="1">
                <a:spLocks noChangeArrowheads="1"/>
              </p:cNvSpPr>
              <p:nvPr/>
            </p:nvSpPr>
            <p:spPr bwMode="auto">
              <a:xfrm>
                <a:off x="3360" y="2427"/>
                <a:ext cx="43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C</a:t>
                </a:r>
                <a:r>
                  <a:rPr lang="en-US" altLang="en-US" sz="2400" baseline="-25000"/>
                  <a:t>out</a:t>
                </a:r>
              </a:p>
            </p:txBody>
          </p:sp>
        </p:grpSp>
        <p:sp>
          <p:nvSpPr>
            <p:cNvPr id="36872" name="Text Box 40">
              <a:extLst>
                <a:ext uri="{FF2B5EF4-FFF2-40B4-BE49-F238E27FC236}">
                  <a16:creationId xmlns:a16="http://schemas.microsoft.com/office/drawing/2014/main" id="{AF6C5805-0B11-0FE2-BEC3-F566393B0A9B}"/>
                </a:ext>
              </a:extLst>
            </p:cNvPr>
            <p:cNvSpPr txBox="1">
              <a:spLocks noChangeArrowheads="1"/>
            </p:cNvSpPr>
            <p:nvPr/>
          </p:nvSpPr>
          <p:spPr bwMode="auto">
            <a:xfrm>
              <a:off x="4408488" y="3113088"/>
              <a:ext cx="437940" cy="7035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a:sym typeface="Symbol" panose="05050102010706020507" pitchFamily="18" charset="2"/>
                </a:rPr>
                <a:t></a:t>
              </a:r>
            </a:p>
          </p:txBody>
        </p:sp>
        <p:grpSp>
          <p:nvGrpSpPr>
            <p:cNvPr id="36873" name="Group 21">
              <a:extLst>
                <a:ext uri="{FF2B5EF4-FFF2-40B4-BE49-F238E27FC236}">
                  <a16:creationId xmlns:a16="http://schemas.microsoft.com/office/drawing/2014/main" id="{4A3BB6F5-1D0A-7674-C3DE-8D59111EE180}"/>
                </a:ext>
              </a:extLst>
            </p:cNvPr>
            <p:cNvGrpSpPr>
              <a:grpSpLocks/>
            </p:cNvGrpSpPr>
            <p:nvPr/>
          </p:nvGrpSpPr>
          <p:grpSpPr bwMode="auto">
            <a:xfrm>
              <a:off x="885825" y="2076450"/>
              <a:ext cx="3181351" cy="2760663"/>
              <a:chOff x="558" y="1344"/>
              <a:chExt cx="2004" cy="1739"/>
            </a:xfrm>
          </p:grpSpPr>
          <p:sp>
            <p:nvSpPr>
              <p:cNvPr id="36874" name="Line 19">
                <a:extLst>
                  <a:ext uri="{FF2B5EF4-FFF2-40B4-BE49-F238E27FC236}">
                    <a16:creationId xmlns:a16="http://schemas.microsoft.com/office/drawing/2014/main" id="{02F316AD-8BD2-BD51-E1A4-63E4B9E5D1A5}"/>
                  </a:ext>
                </a:extLst>
              </p:cNvPr>
              <p:cNvSpPr>
                <a:spLocks noChangeShapeType="1"/>
              </p:cNvSpPr>
              <p:nvPr/>
            </p:nvSpPr>
            <p:spPr bwMode="auto">
              <a:xfrm flipH="1">
                <a:off x="2010" y="2231"/>
                <a:ext cx="24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75" name="Rectangle 20">
                <a:extLst>
                  <a:ext uri="{FF2B5EF4-FFF2-40B4-BE49-F238E27FC236}">
                    <a16:creationId xmlns:a16="http://schemas.microsoft.com/office/drawing/2014/main" id="{6F6E0FB9-6A75-EBF4-AA13-F558FB4710EC}"/>
                  </a:ext>
                </a:extLst>
              </p:cNvPr>
              <p:cNvSpPr>
                <a:spLocks noChangeArrowheads="1"/>
              </p:cNvSpPr>
              <p:nvPr/>
            </p:nvSpPr>
            <p:spPr bwMode="auto">
              <a:xfrm>
                <a:off x="1284" y="1920"/>
                <a:ext cx="624" cy="57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6876" name="Text Box 21">
                <a:extLst>
                  <a:ext uri="{FF2B5EF4-FFF2-40B4-BE49-F238E27FC236}">
                    <a16:creationId xmlns:a16="http://schemas.microsoft.com/office/drawing/2014/main" id="{FB1DF9FF-8D9E-991A-6E2C-9FB125854F66}"/>
                  </a:ext>
                </a:extLst>
              </p:cNvPr>
              <p:cNvSpPr txBox="1">
                <a:spLocks noChangeArrowheads="1"/>
              </p:cNvSpPr>
              <p:nvPr/>
            </p:nvSpPr>
            <p:spPr bwMode="auto">
              <a:xfrm>
                <a:off x="1284" y="1344"/>
                <a:ext cx="24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A</a:t>
                </a:r>
                <a:endParaRPr lang="en-US" altLang="en-US" sz="2400" baseline="-25000"/>
              </a:p>
            </p:txBody>
          </p:sp>
          <p:sp>
            <p:nvSpPr>
              <p:cNvPr id="36877" name="Text Box 22">
                <a:extLst>
                  <a:ext uri="{FF2B5EF4-FFF2-40B4-BE49-F238E27FC236}">
                    <a16:creationId xmlns:a16="http://schemas.microsoft.com/office/drawing/2014/main" id="{54C7A54B-E79C-96C0-6C93-26BB377D4CD7}"/>
                  </a:ext>
                </a:extLst>
              </p:cNvPr>
              <p:cNvSpPr txBox="1">
                <a:spLocks noChangeArrowheads="1"/>
              </p:cNvSpPr>
              <p:nvPr/>
            </p:nvSpPr>
            <p:spPr bwMode="auto">
              <a:xfrm>
                <a:off x="1620" y="1344"/>
                <a:ext cx="24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B</a:t>
                </a:r>
                <a:endParaRPr lang="en-US" altLang="en-US" sz="2400" baseline="-25000"/>
              </a:p>
            </p:txBody>
          </p:sp>
          <p:sp>
            <p:nvSpPr>
              <p:cNvPr id="36878" name="Text Box 23">
                <a:extLst>
                  <a:ext uri="{FF2B5EF4-FFF2-40B4-BE49-F238E27FC236}">
                    <a16:creationId xmlns:a16="http://schemas.microsoft.com/office/drawing/2014/main" id="{76886067-AD45-D066-5157-43E020807CBC}"/>
                  </a:ext>
                </a:extLst>
              </p:cNvPr>
              <p:cNvSpPr txBox="1">
                <a:spLocks noChangeArrowheads="1"/>
              </p:cNvSpPr>
              <p:nvPr/>
            </p:nvSpPr>
            <p:spPr bwMode="auto">
              <a:xfrm>
                <a:off x="1476" y="2766"/>
                <a:ext cx="24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S</a:t>
                </a:r>
                <a:endParaRPr lang="en-US" altLang="en-US" sz="2400" baseline="-25000"/>
              </a:p>
            </p:txBody>
          </p:sp>
          <p:sp>
            <p:nvSpPr>
              <p:cNvPr id="36879" name="Line 24">
                <a:extLst>
                  <a:ext uri="{FF2B5EF4-FFF2-40B4-BE49-F238E27FC236}">
                    <a16:creationId xmlns:a16="http://schemas.microsoft.com/office/drawing/2014/main" id="{0A6AB29C-0325-5D0F-74BA-AEAD7EC36C12}"/>
                  </a:ext>
                </a:extLst>
              </p:cNvPr>
              <p:cNvSpPr>
                <a:spLocks noChangeShapeType="1"/>
              </p:cNvSpPr>
              <p:nvPr/>
            </p:nvSpPr>
            <p:spPr bwMode="auto">
              <a:xfrm>
                <a:off x="1461" y="1596"/>
                <a:ext cx="0" cy="24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80" name="Line 25">
                <a:extLst>
                  <a:ext uri="{FF2B5EF4-FFF2-40B4-BE49-F238E27FC236}">
                    <a16:creationId xmlns:a16="http://schemas.microsoft.com/office/drawing/2014/main" id="{DB48FB26-7919-10C6-DDF6-42D7B7F15E26}"/>
                  </a:ext>
                </a:extLst>
              </p:cNvPr>
              <p:cNvSpPr>
                <a:spLocks noChangeShapeType="1"/>
              </p:cNvSpPr>
              <p:nvPr/>
            </p:nvSpPr>
            <p:spPr bwMode="auto">
              <a:xfrm>
                <a:off x="1740" y="1596"/>
                <a:ext cx="0" cy="24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81" name="Line 26">
                <a:extLst>
                  <a:ext uri="{FF2B5EF4-FFF2-40B4-BE49-F238E27FC236}">
                    <a16:creationId xmlns:a16="http://schemas.microsoft.com/office/drawing/2014/main" id="{E6F1CCEF-7E01-BBD1-E712-F209D1795672}"/>
                  </a:ext>
                </a:extLst>
              </p:cNvPr>
              <p:cNvSpPr>
                <a:spLocks noChangeShapeType="1"/>
              </p:cNvSpPr>
              <p:nvPr/>
            </p:nvSpPr>
            <p:spPr bwMode="auto">
              <a:xfrm>
                <a:off x="1599" y="2580"/>
                <a:ext cx="0" cy="24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82" name="Line 27">
                <a:extLst>
                  <a:ext uri="{FF2B5EF4-FFF2-40B4-BE49-F238E27FC236}">
                    <a16:creationId xmlns:a16="http://schemas.microsoft.com/office/drawing/2014/main" id="{5B924949-2832-A67B-26B4-0AF81A3CCC50}"/>
                  </a:ext>
                </a:extLst>
              </p:cNvPr>
              <p:cNvSpPr>
                <a:spLocks noChangeShapeType="1"/>
              </p:cNvSpPr>
              <p:nvPr/>
            </p:nvSpPr>
            <p:spPr bwMode="auto">
              <a:xfrm flipH="1">
                <a:off x="951" y="2223"/>
                <a:ext cx="24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6883" name="Text Box 28">
                <a:extLst>
                  <a:ext uri="{FF2B5EF4-FFF2-40B4-BE49-F238E27FC236}">
                    <a16:creationId xmlns:a16="http://schemas.microsoft.com/office/drawing/2014/main" id="{A042E00B-56BC-620D-6A42-9C5701C17F73}"/>
                  </a:ext>
                </a:extLst>
              </p:cNvPr>
              <p:cNvSpPr txBox="1">
                <a:spLocks noChangeArrowheads="1"/>
              </p:cNvSpPr>
              <p:nvPr/>
            </p:nvSpPr>
            <p:spPr bwMode="auto">
              <a:xfrm>
                <a:off x="1380" y="2064"/>
                <a:ext cx="372"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dirty="0"/>
                  <a:t>FA</a:t>
                </a:r>
                <a:endParaRPr lang="en-US" altLang="en-US" sz="2400" baseline="-25000" dirty="0"/>
              </a:p>
            </p:txBody>
          </p:sp>
          <p:sp>
            <p:nvSpPr>
              <p:cNvPr id="36884" name="Text Box 29">
                <a:extLst>
                  <a:ext uri="{FF2B5EF4-FFF2-40B4-BE49-F238E27FC236}">
                    <a16:creationId xmlns:a16="http://schemas.microsoft.com/office/drawing/2014/main" id="{FA46D80A-631F-1326-A995-DCF6E783C67B}"/>
                  </a:ext>
                </a:extLst>
              </p:cNvPr>
              <p:cNvSpPr txBox="1">
                <a:spLocks noChangeArrowheads="1"/>
              </p:cNvSpPr>
              <p:nvPr/>
            </p:nvSpPr>
            <p:spPr bwMode="auto">
              <a:xfrm>
                <a:off x="558" y="2064"/>
                <a:ext cx="436"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C</a:t>
                </a:r>
                <a:r>
                  <a:rPr lang="en-US" altLang="en-US" sz="2400" baseline="-25000"/>
                  <a:t>out</a:t>
                </a:r>
              </a:p>
            </p:txBody>
          </p:sp>
          <p:sp>
            <p:nvSpPr>
              <p:cNvPr id="36885" name="Text Box 30">
                <a:extLst>
                  <a:ext uri="{FF2B5EF4-FFF2-40B4-BE49-F238E27FC236}">
                    <a16:creationId xmlns:a16="http://schemas.microsoft.com/office/drawing/2014/main" id="{6DFC0B09-C07B-980C-27EA-F6929D366B3B}"/>
                  </a:ext>
                </a:extLst>
              </p:cNvPr>
              <p:cNvSpPr txBox="1">
                <a:spLocks noChangeArrowheads="1"/>
              </p:cNvSpPr>
              <p:nvPr/>
            </p:nvSpPr>
            <p:spPr bwMode="auto">
              <a:xfrm>
                <a:off x="2205" y="2091"/>
                <a:ext cx="357"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2400"/>
                  <a:t>C</a:t>
                </a:r>
                <a:r>
                  <a:rPr lang="en-US" altLang="en-US" sz="2400" baseline="-25000"/>
                  <a:t>in</a:t>
                </a:r>
              </a:p>
            </p:txBody>
          </p:sp>
          <p:sp>
            <p:nvSpPr>
              <p:cNvPr id="36886" name="Oval 34">
                <a:extLst>
                  <a:ext uri="{FF2B5EF4-FFF2-40B4-BE49-F238E27FC236}">
                    <a16:creationId xmlns:a16="http://schemas.microsoft.com/office/drawing/2014/main" id="{F6C651D2-02EC-E9DD-D148-FDBE77E9DCA1}"/>
                  </a:ext>
                </a:extLst>
              </p:cNvPr>
              <p:cNvSpPr>
                <a:spLocks noChangeArrowheads="1"/>
              </p:cNvSpPr>
              <p:nvPr/>
            </p:nvSpPr>
            <p:spPr bwMode="auto">
              <a:xfrm>
                <a:off x="1698" y="1830"/>
                <a:ext cx="91" cy="91"/>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6887" name="Oval 35">
                <a:extLst>
                  <a:ext uri="{FF2B5EF4-FFF2-40B4-BE49-F238E27FC236}">
                    <a16:creationId xmlns:a16="http://schemas.microsoft.com/office/drawing/2014/main" id="{E755BF50-4814-7473-0B23-0E3DB773E1EA}"/>
                  </a:ext>
                </a:extLst>
              </p:cNvPr>
              <p:cNvSpPr>
                <a:spLocks noChangeArrowheads="1"/>
              </p:cNvSpPr>
              <p:nvPr/>
            </p:nvSpPr>
            <p:spPr bwMode="auto">
              <a:xfrm>
                <a:off x="1410" y="1830"/>
                <a:ext cx="91" cy="91"/>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6888" name="Oval 35">
                <a:extLst>
                  <a:ext uri="{FF2B5EF4-FFF2-40B4-BE49-F238E27FC236}">
                    <a16:creationId xmlns:a16="http://schemas.microsoft.com/office/drawing/2014/main" id="{621D15A4-A65F-FFC1-EAB5-7C6885EA458E}"/>
                  </a:ext>
                </a:extLst>
              </p:cNvPr>
              <p:cNvSpPr>
                <a:spLocks noChangeArrowheads="1"/>
              </p:cNvSpPr>
              <p:nvPr/>
            </p:nvSpPr>
            <p:spPr bwMode="auto">
              <a:xfrm>
                <a:off x="1199" y="2183"/>
                <a:ext cx="91" cy="91"/>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6889" name="Oval 35">
                <a:extLst>
                  <a:ext uri="{FF2B5EF4-FFF2-40B4-BE49-F238E27FC236}">
                    <a16:creationId xmlns:a16="http://schemas.microsoft.com/office/drawing/2014/main" id="{FCAC69E2-5F0B-D947-8624-9C48480E4F4B}"/>
                  </a:ext>
                </a:extLst>
              </p:cNvPr>
              <p:cNvSpPr>
                <a:spLocks noChangeArrowheads="1"/>
              </p:cNvSpPr>
              <p:nvPr/>
            </p:nvSpPr>
            <p:spPr bwMode="auto">
              <a:xfrm>
                <a:off x="1550" y="2491"/>
                <a:ext cx="91" cy="91"/>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6890" name="Oval 35">
                <a:extLst>
                  <a:ext uri="{FF2B5EF4-FFF2-40B4-BE49-F238E27FC236}">
                    <a16:creationId xmlns:a16="http://schemas.microsoft.com/office/drawing/2014/main" id="{FBE7C154-09DB-ABBB-907F-17F1509303AD}"/>
                  </a:ext>
                </a:extLst>
              </p:cNvPr>
              <p:cNvSpPr>
                <a:spLocks noChangeArrowheads="1"/>
              </p:cNvSpPr>
              <p:nvPr/>
            </p:nvSpPr>
            <p:spPr bwMode="auto">
              <a:xfrm>
                <a:off x="1917" y="2187"/>
                <a:ext cx="91" cy="91"/>
              </a:xfrm>
              <a:prstGeom prst="ellipse">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gr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9DB61A-0238-DB1B-EF4E-B8D1D31643CC}"/>
              </a:ext>
            </a:extLst>
          </p:cNvPr>
          <p:cNvSpPr>
            <a:spLocks noGrp="1"/>
          </p:cNvSpPr>
          <p:nvPr>
            <p:ph type="body" sz="quarter" idx="10"/>
          </p:nvPr>
        </p:nvSpPr>
        <p:spPr/>
        <p:txBody>
          <a:bodyPr/>
          <a:lstStyle/>
          <a:p>
            <a:pPr marL="0" indent="0" eaLnBrk="1" hangingPunct="1">
              <a:buNone/>
            </a:pPr>
            <a:r>
              <a:rPr lang="ru-RU" altLang="en-US" sz="2000" dirty="0"/>
              <a:t> </a:t>
            </a:r>
            <a:r>
              <a:rPr lang="en-US" altLang="en-US" sz="2000" dirty="0"/>
              <a:t>All carries are produced in parallel</a:t>
            </a:r>
            <a:endParaRPr lang="ru-RU" altLang="en-US" sz="2000" dirty="0"/>
          </a:p>
          <a:p>
            <a:pPr marL="0" indent="0" eaLnBrk="1" hangingPunct="1">
              <a:buNone/>
            </a:pPr>
            <a:r>
              <a:rPr lang="en-US" altLang="en-US" sz="2000" dirty="0">
                <a:solidFill>
                  <a:srgbClr val="0000FF"/>
                </a:solidFill>
              </a:rPr>
              <a:t>c</a:t>
            </a:r>
            <a:r>
              <a:rPr lang="en-US" altLang="en-US" sz="2000" baseline="-25000" dirty="0">
                <a:solidFill>
                  <a:srgbClr val="0000FF"/>
                </a:solidFill>
              </a:rPr>
              <a:t>i+1</a:t>
            </a:r>
            <a:r>
              <a:rPr lang="en-US" altLang="en-US" sz="2000" dirty="0">
                <a:solidFill>
                  <a:srgbClr val="0000FF"/>
                </a:solidFill>
              </a:rPr>
              <a:t> = </a:t>
            </a:r>
            <a:r>
              <a:rPr lang="en-US" altLang="en-US" sz="2000" dirty="0" err="1">
                <a:solidFill>
                  <a:srgbClr val="0000FF"/>
                </a:solidFill>
              </a:rPr>
              <a:t>g</a:t>
            </a:r>
            <a:r>
              <a:rPr lang="en-US" altLang="en-US" sz="2000" baseline="-25000" dirty="0" err="1">
                <a:solidFill>
                  <a:srgbClr val="0000FF"/>
                </a:solidFill>
              </a:rPr>
              <a:t>i</a:t>
            </a:r>
            <a:r>
              <a:rPr lang="en-US" altLang="en-US" sz="2000" baseline="-25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a:t>
            </a:r>
            <a:r>
              <a:rPr lang="en-US" altLang="en-US" sz="2000" dirty="0" err="1">
                <a:solidFill>
                  <a:srgbClr val="0000FF"/>
                </a:solidFill>
              </a:rPr>
              <a:t>p</a:t>
            </a:r>
            <a:r>
              <a:rPr lang="en-US" altLang="en-US" sz="2000" baseline="-25000" dirty="0" err="1">
                <a:solidFill>
                  <a:srgbClr val="0000FF"/>
                </a:solidFill>
              </a:rPr>
              <a:t>i</a:t>
            </a:r>
            <a:r>
              <a:rPr lang="en-US" altLang="en-US" sz="2000" dirty="0" err="1">
                <a:solidFill>
                  <a:srgbClr val="0000FF"/>
                </a:solidFill>
                <a:sym typeface="Symbol" panose="05050102010706020507" pitchFamily="18" charset="2"/>
              </a:rPr>
              <a:t></a:t>
            </a:r>
            <a:r>
              <a:rPr lang="en-US" altLang="en-US" sz="2000" dirty="0" err="1">
                <a:solidFill>
                  <a:srgbClr val="0000FF"/>
                </a:solidFill>
              </a:rPr>
              <a:t>c</a:t>
            </a:r>
            <a:r>
              <a:rPr lang="en-US" altLang="en-US" sz="2000" baseline="-25000" dirty="0" err="1">
                <a:solidFill>
                  <a:srgbClr val="0000FF"/>
                </a:solidFill>
              </a:rPr>
              <a:t>i</a:t>
            </a:r>
            <a:r>
              <a:rPr lang="en-US" altLang="en-US" sz="2000" dirty="0">
                <a:solidFill>
                  <a:srgbClr val="0000FF"/>
                </a:solidFill>
              </a:rPr>
              <a:t>,      where </a:t>
            </a:r>
            <a:r>
              <a:rPr lang="en-US" altLang="en-US" sz="2000" dirty="0" err="1">
                <a:solidFill>
                  <a:srgbClr val="0000FF"/>
                </a:solidFill>
              </a:rPr>
              <a:t>g</a:t>
            </a:r>
            <a:r>
              <a:rPr lang="en-US" altLang="en-US" sz="2000" baseline="-25000" dirty="0" err="1">
                <a:solidFill>
                  <a:srgbClr val="0000FF"/>
                </a:solidFill>
              </a:rPr>
              <a:t>i</a:t>
            </a:r>
            <a:r>
              <a:rPr lang="en-US" altLang="en-US" sz="2000" dirty="0">
                <a:solidFill>
                  <a:srgbClr val="0000FF"/>
                </a:solidFill>
              </a:rPr>
              <a:t> = </a:t>
            </a:r>
            <a:r>
              <a:rPr lang="en-US" altLang="en-US" sz="2000" dirty="0" err="1">
                <a:solidFill>
                  <a:srgbClr val="0000FF"/>
                </a:solidFill>
              </a:rPr>
              <a:t>a</a:t>
            </a:r>
            <a:r>
              <a:rPr lang="en-US" altLang="en-US" sz="2000" baseline="-25000" dirty="0" err="1">
                <a:solidFill>
                  <a:srgbClr val="0000FF"/>
                </a:solidFill>
              </a:rPr>
              <a:t>i</a:t>
            </a:r>
            <a:r>
              <a:rPr lang="en-US" altLang="en-US" sz="2000" dirty="0" err="1">
                <a:solidFill>
                  <a:srgbClr val="0000FF"/>
                </a:solidFill>
                <a:sym typeface="Symbol" panose="05050102010706020507" pitchFamily="18" charset="2"/>
              </a:rPr>
              <a:t></a:t>
            </a:r>
            <a:r>
              <a:rPr lang="en-US" altLang="en-US" sz="2000" dirty="0" err="1">
                <a:solidFill>
                  <a:srgbClr val="0000FF"/>
                </a:solidFill>
              </a:rPr>
              <a:t>b</a:t>
            </a:r>
            <a:r>
              <a:rPr lang="en-US" altLang="en-US" sz="2000" baseline="-25000" dirty="0" err="1">
                <a:solidFill>
                  <a:srgbClr val="0000FF"/>
                </a:solidFill>
              </a:rPr>
              <a:t>i</a:t>
            </a:r>
            <a:r>
              <a:rPr lang="en-US" altLang="en-US" sz="2000" dirty="0">
                <a:solidFill>
                  <a:srgbClr val="0000FF"/>
                </a:solidFill>
              </a:rPr>
              <a:t> , p</a:t>
            </a:r>
            <a:r>
              <a:rPr lang="en-US" altLang="en-US" sz="2000" baseline="-25000" dirty="0">
                <a:solidFill>
                  <a:srgbClr val="0000FF"/>
                </a:solidFill>
              </a:rPr>
              <a:t>i</a:t>
            </a:r>
            <a:r>
              <a:rPr lang="en-US" altLang="en-US" sz="2000" dirty="0">
                <a:solidFill>
                  <a:srgbClr val="0000FF"/>
                </a:solidFill>
              </a:rPr>
              <a:t> = a</a:t>
            </a:r>
            <a:r>
              <a:rPr lang="en-US" altLang="en-US" sz="2000" baseline="-25000" dirty="0">
                <a:solidFill>
                  <a:srgbClr val="0000FF"/>
                </a:solidFill>
              </a:rPr>
              <a:t>i</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b</a:t>
            </a:r>
            <a:r>
              <a:rPr lang="en-US" altLang="en-US" sz="2000" baseline="-25000" dirty="0">
                <a:solidFill>
                  <a:srgbClr val="0000FF"/>
                </a:solidFill>
              </a:rPr>
              <a:t>i </a:t>
            </a:r>
            <a:r>
              <a:rPr lang="en-US" altLang="en-US" sz="2000" dirty="0">
                <a:solidFill>
                  <a:srgbClr val="0000FF"/>
                </a:solidFill>
              </a:rPr>
              <a:t>(or p</a:t>
            </a:r>
            <a:r>
              <a:rPr lang="en-US" altLang="en-US" sz="2000" baseline="-25000" dirty="0">
                <a:solidFill>
                  <a:srgbClr val="0000FF"/>
                </a:solidFill>
              </a:rPr>
              <a:t>i</a:t>
            </a:r>
            <a:r>
              <a:rPr lang="en-US" altLang="en-US" sz="2000" dirty="0">
                <a:solidFill>
                  <a:srgbClr val="0000FF"/>
                </a:solidFill>
              </a:rPr>
              <a:t>=</a:t>
            </a:r>
            <a:r>
              <a:rPr lang="en-US" altLang="en-US" sz="2000" dirty="0" err="1">
                <a:solidFill>
                  <a:srgbClr val="0000FF"/>
                </a:solidFill>
              </a:rPr>
              <a:t>a</a:t>
            </a:r>
            <a:r>
              <a:rPr lang="en-US" altLang="en-US" sz="2000" baseline="-25000" dirty="0" err="1">
                <a:solidFill>
                  <a:srgbClr val="0000FF"/>
                </a:solidFill>
              </a:rPr>
              <a:t>i</a:t>
            </a:r>
            <a:r>
              <a:rPr lang="en-US" altLang="en-US" sz="2000" dirty="0" err="1">
                <a:solidFill>
                  <a:srgbClr val="0000FF"/>
                </a:solidFill>
                <a:sym typeface="Symbol" panose="05050102010706020507" pitchFamily="18" charset="2"/>
              </a:rPr>
              <a:t>b</a:t>
            </a:r>
            <a:r>
              <a:rPr lang="en-US" altLang="en-US" sz="2000" baseline="-25000" dirty="0" err="1">
                <a:solidFill>
                  <a:srgbClr val="0000FF"/>
                </a:solidFill>
                <a:sym typeface="Symbol" panose="05050102010706020507" pitchFamily="18" charset="2"/>
              </a:rPr>
              <a:t>i</a:t>
            </a:r>
            <a:r>
              <a:rPr lang="en-US" altLang="en-US" sz="2000" dirty="0">
                <a:solidFill>
                  <a:srgbClr val="0000FF"/>
                </a:solidFill>
                <a:sym typeface="Symbol" panose="05050102010706020507" pitchFamily="18" charset="2"/>
              </a:rPr>
              <a:t>)</a:t>
            </a:r>
            <a:r>
              <a:rPr lang="en-US" altLang="en-US" sz="2000" dirty="0">
                <a:solidFill>
                  <a:srgbClr val="0000FF"/>
                </a:solidFill>
              </a:rPr>
              <a:t>.</a:t>
            </a:r>
          </a:p>
          <a:p>
            <a:pPr marL="0" indent="0" eaLnBrk="1" hangingPunct="1">
              <a:buNone/>
            </a:pPr>
            <a:r>
              <a:rPr lang="en-US" altLang="en-US" sz="2000" dirty="0"/>
              <a:t> </a:t>
            </a:r>
            <a:r>
              <a:rPr lang="en-US" altLang="en-US" sz="2000" dirty="0" err="1"/>
              <a:t>g</a:t>
            </a:r>
            <a:r>
              <a:rPr lang="en-US" altLang="en-US" sz="2000" baseline="-25000" dirty="0" err="1"/>
              <a:t>i</a:t>
            </a:r>
            <a:r>
              <a:rPr lang="ru-RU" altLang="en-US" sz="2000" dirty="0"/>
              <a:t>­ </a:t>
            </a:r>
            <a:r>
              <a:rPr lang="en-US" altLang="en-US" sz="2000" dirty="0"/>
              <a:t>carry generation </a:t>
            </a:r>
          </a:p>
          <a:p>
            <a:pPr marL="0" indent="0" eaLnBrk="1" hangingPunct="1">
              <a:buNone/>
            </a:pPr>
            <a:r>
              <a:rPr lang="ru-RU" altLang="en-US" sz="2000" dirty="0"/>
              <a:t> </a:t>
            </a:r>
            <a:r>
              <a:rPr lang="en-US" altLang="en-US" sz="2000" dirty="0"/>
              <a:t>p</a:t>
            </a:r>
            <a:r>
              <a:rPr lang="en-US" altLang="en-US" sz="2000" baseline="-25000" dirty="0"/>
              <a:t>i</a:t>
            </a:r>
            <a:r>
              <a:rPr lang="ru-RU" altLang="en-US" sz="2000" dirty="0"/>
              <a:t> – </a:t>
            </a:r>
            <a:r>
              <a:rPr lang="en-US" altLang="en-US" sz="2000" dirty="0"/>
              <a:t>carry propagation</a:t>
            </a:r>
          </a:p>
          <a:p>
            <a:pPr marL="0" indent="0">
              <a:lnSpc>
                <a:spcPct val="85000"/>
              </a:lnSpc>
              <a:buNone/>
            </a:pPr>
            <a:r>
              <a:rPr lang="en-US" altLang="en-US" sz="2000" dirty="0"/>
              <a:t>Re-express the carry logic for each of the bits:</a:t>
            </a:r>
          </a:p>
          <a:p>
            <a:pPr marL="0" indent="0" eaLnBrk="1" hangingPunct="1">
              <a:buNone/>
            </a:pPr>
            <a:r>
              <a:rPr lang="en-US" altLang="en-US" sz="2000" dirty="0">
                <a:solidFill>
                  <a:srgbClr val="0000FF"/>
                </a:solidFill>
              </a:rPr>
              <a:t>c</a:t>
            </a:r>
            <a:r>
              <a:rPr lang="en-US" altLang="en-US" sz="2000" baseline="-25000" dirty="0">
                <a:solidFill>
                  <a:srgbClr val="0000FF"/>
                </a:solidFill>
              </a:rPr>
              <a:t>1</a:t>
            </a:r>
            <a:r>
              <a:rPr lang="en-US" altLang="en-US" sz="2000" dirty="0">
                <a:solidFill>
                  <a:srgbClr val="0000FF"/>
                </a:solidFill>
              </a:rPr>
              <a:t> = g</a:t>
            </a:r>
            <a:r>
              <a:rPr lang="en-US" altLang="en-US" sz="2000" baseline="-25000" dirty="0">
                <a:solidFill>
                  <a:srgbClr val="0000FF"/>
                </a:solidFill>
              </a:rPr>
              <a:t>0</a:t>
            </a:r>
            <a:r>
              <a:rPr lang="en-US" altLang="en-US" sz="2000" dirty="0">
                <a:solidFill>
                  <a:srgbClr val="0000FF"/>
                </a:solidFill>
              </a:rPr>
              <a:t> </a:t>
            </a:r>
            <a:r>
              <a:rPr lang="en-US" altLang="en-US" sz="2000" dirty="0">
                <a:solidFill>
                  <a:srgbClr val="0000FF"/>
                </a:solidFill>
                <a:sym typeface="Symbol" panose="05050102010706020507" pitchFamily="18" charset="2"/>
              </a:rPr>
              <a:t>+ </a:t>
            </a:r>
            <a:r>
              <a:rPr lang="en-US" altLang="en-US" sz="2000" dirty="0">
                <a:solidFill>
                  <a:srgbClr val="0000FF"/>
                </a:solidFill>
              </a:rPr>
              <a:t>p</a:t>
            </a:r>
            <a:r>
              <a:rPr lang="en-US" altLang="en-US" sz="2000" baseline="-25000" dirty="0">
                <a:solidFill>
                  <a:srgbClr val="0000FF"/>
                </a:solidFill>
              </a:rPr>
              <a:t>0</a:t>
            </a:r>
            <a:r>
              <a:rPr lang="en-US" altLang="en-US" sz="2000" dirty="0">
                <a:solidFill>
                  <a:srgbClr val="0000FF"/>
                </a:solidFill>
                <a:sym typeface="Symbol" panose="05050102010706020507" pitchFamily="18" charset="2"/>
              </a:rPr>
              <a:t></a:t>
            </a:r>
            <a:r>
              <a:rPr lang="en-US" altLang="en-US" sz="2000" dirty="0">
                <a:solidFill>
                  <a:srgbClr val="0000FF"/>
                </a:solidFill>
              </a:rPr>
              <a:t>c</a:t>
            </a:r>
            <a:r>
              <a:rPr lang="en-US" altLang="en-US" sz="2000" baseline="-25000" dirty="0">
                <a:solidFill>
                  <a:srgbClr val="0000FF"/>
                </a:solidFill>
              </a:rPr>
              <a:t>0</a:t>
            </a:r>
            <a:r>
              <a:rPr lang="en-US" altLang="en-US" sz="2000" dirty="0">
                <a:solidFill>
                  <a:srgbClr val="0000FF"/>
                </a:solidFill>
              </a:rPr>
              <a:t>;</a:t>
            </a:r>
          </a:p>
          <a:p>
            <a:pPr marL="0" indent="0" eaLnBrk="1" hangingPunct="1">
              <a:buNone/>
            </a:pPr>
            <a:r>
              <a:rPr lang="en-US" altLang="en-US" sz="2000" dirty="0">
                <a:solidFill>
                  <a:srgbClr val="0000FF"/>
                </a:solidFill>
              </a:rPr>
              <a:t>c</a:t>
            </a:r>
            <a:r>
              <a:rPr lang="en-US" altLang="en-US" sz="2000" baseline="-25000" dirty="0">
                <a:solidFill>
                  <a:srgbClr val="0000FF"/>
                </a:solidFill>
              </a:rPr>
              <a:t>2</a:t>
            </a:r>
            <a:r>
              <a:rPr lang="en-US" altLang="en-US" sz="2000" dirty="0">
                <a:solidFill>
                  <a:srgbClr val="0000FF"/>
                </a:solidFill>
              </a:rPr>
              <a:t> = g</a:t>
            </a:r>
            <a:r>
              <a:rPr lang="en-US" altLang="en-US" sz="2000" baseline="-25000" dirty="0">
                <a:solidFill>
                  <a:srgbClr val="0000FF"/>
                </a:solidFill>
              </a:rPr>
              <a:t>1</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c</a:t>
            </a:r>
            <a:r>
              <a:rPr lang="en-US" altLang="en-US" sz="2000" baseline="-25000" dirty="0">
                <a:solidFill>
                  <a:srgbClr val="0000FF"/>
                </a:solidFill>
              </a:rPr>
              <a:t>1</a:t>
            </a:r>
            <a:r>
              <a:rPr lang="en-US" altLang="en-US" sz="2000" dirty="0">
                <a:solidFill>
                  <a:srgbClr val="0000FF"/>
                </a:solidFill>
              </a:rPr>
              <a:t> = g</a:t>
            </a:r>
            <a:r>
              <a:rPr lang="en-US" altLang="en-US" sz="2000" baseline="-25000" dirty="0">
                <a:solidFill>
                  <a:srgbClr val="0000FF"/>
                </a:solidFill>
              </a:rPr>
              <a:t>1</a:t>
            </a:r>
            <a:r>
              <a:rPr lang="en-US" altLang="en-US" sz="2000" dirty="0">
                <a:solidFill>
                  <a:srgbClr val="0000FF"/>
                </a:solidFill>
                <a:sym typeface="Symbol" panose="05050102010706020507" pitchFamily="18" charset="2"/>
              </a:rPr>
              <a:t>+ </a:t>
            </a:r>
            <a:r>
              <a:rPr lang="en-US" altLang="en-US" sz="2000" dirty="0">
                <a:solidFill>
                  <a:srgbClr val="0000FF"/>
                </a:solidFill>
              </a:rPr>
              <a:t>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g</a:t>
            </a:r>
            <a:r>
              <a:rPr lang="en-US" altLang="en-US" sz="2000" baseline="-25000" dirty="0">
                <a:solidFill>
                  <a:srgbClr val="0000FF"/>
                </a:solidFill>
              </a:rPr>
              <a:t>0</a:t>
            </a:r>
            <a:r>
              <a:rPr lang="en-US" altLang="en-US" sz="2000" dirty="0">
                <a:solidFill>
                  <a:srgbClr val="0000FF"/>
                </a:solidFill>
              </a:rPr>
              <a:t> </a:t>
            </a:r>
            <a:r>
              <a:rPr lang="en-US" altLang="en-US" sz="2000" dirty="0">
                <a:solidFill>
                  <a:srgbClr val="0000FF"/>
                </a:solidFill>
                <a:sym typeface="Symbol" panose="05050102010706020507" pitchFamily="18" charset="2"/>
              </a:rPr>
              <a:t>+ </a:t>
            </a:r>
            <a:r>
              <a:rPr lang="en-US" altLang="en-US" sz="2000" dirty="0">
                <a:solidFill>
                  <a:srgbClr val="0000FF"/>
                </a:solidFill>
              </a:rPr>
              <a:t>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0</a:t>
            </a:r>
            <a:r>
              <a:rPr lang="en-US" altLang="en-US" sz="2000" dirty="0">
                <a:solidFill>
                  <a:srgbClr val="0000FF"/>
                </a:solidFill>
                <a:sym typeface="Symbol" panose="05050102010706020507" pitchFamily="18" charset="2"/>
              </a:rPr>
              <a:t></a:t>
            </a:r>
            <a:r>
              <a:rPr lang="en-US" altLang="en-US" sz="2000" dirty="0">
                <a:solidFill>
                  <a:srgbClr val="0000FF"/>
                </a:solidFill>
              </a:rPr>
              <a:t>c</a:t>
            </a:r>
            <a:r>
              <a:rPr lang="en-US" altLang="en-US" sz="2000" baseline="-25000" dirty="0">
                <a:solidFill>
                  <a:srgbClr val="0000FF"/>
                </a:solidFill>
              </a:rPr>
              <a:t>0</a:t>
            </a:r>
            <a:r>
              <a:rPr lang="en-US" altLang="en-US" sz="2000" dirty="0">
                <a:solidFill>
                  <a:srgbClr val="0000FF"/>
                </a:solidFill>
              </a:rPr>
              <a:t>;</a:t>
            </a:r>
          </a:p>
          <a:p>
            <a:pPr marL="0" indent="0" eaLnBrk="1" hangingPunct="1">
              <a:buNone/>
            </a:pPr>
            <a:r>
              <a:rPr lang="en-US" altLang="en-US" sz="2000" dirty="0">
                <a:solidFill>
                  <a:srgbClr val="0000FF"/>
                </a:solidFill>
              </a:rPr>
              <a:t>c</a:t>
            </a:r>
            <a:r>
              <a:rPr lang="en-US" altLang="en-US" sz="2000" baseline="-25000" dirty="0">
                <a:solidFill>
                  <a:srgbClr val="0000FF"/>
                </a:solidFill>
              </a:rPr>
              <a:t>3</a:t>
            </a:r>
            <a:r>
              <a:rPr lang="en-US" altLang="en-US" sz="2000" dirty="0">
                <a:solidFill>
                  <a:srgbClr val="0000FF"/>
                </a:solidFill>
              </a:rPr>
              <a:t> = g</a:t>
            </a:r>
            <a:r>
              <a:rPr lang="en-US" altLang="en-US" sz="2000" baseline="-25000" dirty="0">
                <a:solidFill>
                  <a:srgbClr val="0000FF"/>
                </a:solidFill>
              </a:rPr>
              <a:t>2</a:t>
            </a:r>
            <a:r>
              <a:rPr lang="en-US" altLang="en-US" sz="2000" dirty="0">
                <a:solidFill>
                  <a:srgbClr val="0000FF"/>
                </a:solidFill>
              </a:rPr>
              <a:t> </a:t>
            </a:r>
            <a:r>
              <a:rPr lang="en-US" altLang="en-US" sz="2000" dirty="0">
                <a:solidFill>
                  <a:srgbClr val="0000FF"/>
                </a:solidFill>
                <a:sym typeface="Symbol" panose="05050102010706020507" pitchFamily="18" charset="2"/>
              </a:rPr>
              <a:t>+ </a:t>
            </a:r>
            <a:r>
              <a:rPr lang="en-US" altLang="en-US" sz="2000" dirty="0">
                <a:solidFill>
                  <a:srgbClr val="0000FF"/>
                </a:solidFill>
              </a:rPr>
              <a:t>p</a:t>
            </a:r>
            <a:r>
              <a:rPr lang="en-US" altLang="en-US" sz="2000" baseline="-25000" dirty="0">
                <a:solidFill>
                  <a:srgbClr val="0000FF"/>
                </a:solidFill>
              </a:rPr>
              <a:t>2</a:t>
            </a:r>
            <a:r>
              <a:rPr lang="en-US" altLang="en-US" sz="2000" dirty="0">
                <a:solidFill>
                  <a:srgbClr val="0000FF"/>
                </a:solidFill>
                <a:sym typeface="Symbol" panose="05050102010706020507" pitchFamily="18" charset="2"/>
              </a:rPr>
              <a:t></a:t>
            </a:r>
            <a:r>
              <a:rPr lang="en-US" altLang="en-US" sz="2000" dirty="0">
                <a:solidFill>
                  <a:srgbClr val="0000FF"/>
                </a:solidFill>
              </a:rPr>
              <a:t>(g</a:t>
            </a:r>
            <a:r>
              <a:rPr lang="en-US" altLang="en-US" sz="2000" baseline="-25000" dirty="0">
                <a:solidFill>
                  <a:srgbClr val="0000FF"/>
                </a:solidFill>
              </a:rPr>
              <a:t>1</a:t>
            </a:r>
            <a:r>
              <a:rPr lang="en-US" altLang="en-US" sz="2000" dirty="0">
                <a:solidFill>
                  <a:srgbClr val="0000FF"/>
                </a:solidFill>
              </a:rPr>
              <a:t> </a:t>
            </a:r>
            <a:r>
              <a:rPr lang="en-US" altLang="en-US" sz="2000" dirty="0">
                <a:solidFill>
                  <a:srgbClr val="0000FF"/>
                </a:solidFill>
                <a:sym typeface="Symbol" panose="05050102010706020507" pitchFamily="18" charset="2"/>
              </a:rPr>
              <a:t>+ </a:t>
            </a:r>
            <a:r>
              <a:rPr lang="en-US" altLang="en-US" sz="2000" dirty="0">
                <a:solidFill>
                  <a:srgbClr val="0000FF"/>
                </a:solidFill>
              </a:rPr>
              <a:t>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g</a:t>
            </a:r>
            <a:r>
              <a:rPr lang="en-US" altLang="en-US" sz="2000" baseline="-25000" dirty="0">
                <a:solidFill>
                  <a:srgbClr val="0000FF"/>
                </a:solidFill>
              </a:rPr>
              <a:t>0</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0</a:t>
            </a:r>
            <a:r>
              <a:rPr lang="en-US" altLang="en-US" sz="2000" dirty="0">
                <a:solidFill>
                  <a:srgbClr val="0000FF"/>
                </a:solidFill>
                <a:sym typeface="Symbol" panose="05050102010706020507" pitchFamily="18" charset="2"/>
              </a:rPr>
              <a:t></a:t>
            </a:r>
            <a:r>
              <a:rPr lang="en-US" altLang="en-US" sz="2000" dirty="0">
                <a:solidFill>
                  <a:srgbClr val="0000FF"/>
                </a:solidFill>
              </a:rPr>
              <a:t>c</a:t>
            </a:r>
            <a:r>
              <a:rPr lang="en-US" altLang="en-US" sz="2000" baseline="-25000" dirty="0">
                <a:solidFill>
                  <a:srgbClr val="0000FF"/>
                </a:solidFill>
              </a:rPr>
              <a:t>0</a:t>
            </a:r>
            <a:r>
              <a:rPr lang="en-US" altLang="en-US" sz="2000" dirty="0">
                <a:solidFill>
                  <a:srgbClr val="0000FF"/>
                </a:solidFill>
              </a:rPr>
              <a:t>) = g</a:t>
            </a:r>
            <a:r>
              <a:rPr lang="en-US" altLang="en-US" sz="2000" baseline="-25000" dirty="0">
                <a:solidFill>
                  <a:srgbClr val="0000FF"/>
                </a:solidFill>
              </a:rPr>
              <a:t>2</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2</a:t>
            </a:r>
            <a:r>
              <a:rPr lang="en-US" altLang="en-US" sz="2000" dirty="0">
                <a:solidFill>
                  <a:srgbClr val="0000FF"/>
                </a:solidFill>
                <a:sym typeface="Symbol" panose="05050102010706020507" pitchFamily="18" charset="2"/>
              </a:rPr>
              <a:t></a:t>
            </a:r>
            <a:r>
              <a:rPr lang="en-US" altLang="en-US" sz="2000" dirty="0">
                <a:solidFill>
                  <a:srgbClr val="0000FF"/>
                </a:solidFill>
              </a:rPr>
              <a:t> g</a:t>
            </a:r>
            <a:r>
              <a:rPr lang="en-US" altLang="en-US" sz="2000" baseline="-25000" dirty="0">
                <a:solidFill>
                  <a:srgbClr val="0000FF"/>
                </a:solidFill>
              </a:rPr>
              <a:t>1</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2</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g</a:t>
            </a:r>
            <a:r>
              <a:rPr lang="en-US" altLang="en-US" sz="2000" baseline="-25000" dirty="0">
                <a:solidFill>
                  <a:srgbClr val="0000FF"/>
                </a:solidFill>
              </a:rPr>
              <a:t>0</a:t>
            </a:r>
            <a:r>
              <a:rPr lang="en-US" altLang="en-US" sz="2000" dirty="0">
                <a:solidFill>
                  <a:srgbClr val="0000FF"/>
                </a:solidFill>
              </a:rPr>
              <a:t> </a:t>
            </a:r>
            <a:r>
              <a:rPr lang="en-US" altLang="en-US" sz="2000" dirty="0">
                <a:solidFill>
                  <a:srgbClr val="0000FF"/>
                </a:solidFill>
                <a:sym typeface="Symbol" panose="05050102010706020507" pitchFamily="18" charset="2"/>
              </a:rPr>
              <a:t>+</a:t>
            </a:r>
          </a:p>
          <a:p>
            <a:pPr marL="0" indent="0" eaLnBrk="1" hangingPunct="1">
              <a:buNone/>
            </a:pPr>
            <a:r>
              <a:rPr lang="en-US" altLang="en-US" sz="2000" dirty="0">
                <a:solidFill>
                  <a:srgbClr val="0000FF"/>
                </a:solidFill>
              </a:rPr>
              <a:t> + p</a:t>
            </a:r>
            <a:r>
              <a:rPr lang="en-US" altLang="en-US" sz="2000" baseline="-25000" dirty="0">
                <a:solidFill>
                  <a:srgbClr val="0000FF"/>
                </a:solidFill>
              </a:rPr>
              <a:t>2</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0</a:t>
            </a:r>
            <a:r>
              <a:rPr lang="en-US" altLang="en-US" sz="2000" dirty="0">
                <a:solidFill>
                  <a:srgbClr val="0000FF"/>
                </a:solidFill>
                <a:sym typeface="Symbol" panose="05050102010706020507" pitchFamily="18" charset="2"/>
              </a:rPr>
              <a:t></a:t>
            </a:r>
            <a:r>
              <a:rPr lang="en-US" altLang="en-US" sz="2000" dirty="0">
                <a:solidFill>
                  <a:srgbClr val="0000FF"/>
                </a:solidFill>
              </a:rPr>
              <a:t>c</a:t>
            </a:r>
            <a:r>
              <a:rPr lang="en-US" altLang="en-US" sz="2000" baseline="-25000" dirty="0">
                <a:solidFill>
                  <a:srgbClr val="0000FF"/>
                </a:solidFill>
              </a:rPr>
              <a:t>0</a:t>
            </a:r>
            <a:r>
              <a:rPr lang="en-US" altLang="en-US" sz="2000" dirty="0">
                <a:solidFill>
                  <a:srgbClr val="0000FF"/>
                </a:solidFill>
              </a:rPr>
              <a:t>;</a:t>
            </a:r>
          </a:p>
          <a:p>
            <a:pPr marL="0" indent="0" eaLnBrk="1" hangingPunct="1">
              <a:buNone/>
            </a:pPr>
            <a:r>
              <a:rPr lang="en-US" altLang="en-US" sz="2000" dirty="0">
                <a:solidFill>
                  <a:srgbClr val="0000FF"/>
                </a:solidFill>
              </a:rPr>
              <a:t>c</a:t>
            </a:r>
            <a:r>
              <a:rPr lang="en-US" altLang="en-US" sz="2000" baseline="-25000" dirty="0">
                <a:solidFill>
                  <a:srgbClr val="0000FF"/>
                </a:solidFill>
              </a:rPr>
              <a:t>4</a:t>
            </a:r>
            <a:r>
              <a:rPr lang="en-US" altLang="en-US" sz="2000" dirty="0">
                <a:solidFill>
                  <a:srgbClr val="0000FF"/>
                </a:solidFill>
              </a:rPr>
              <a:t> = g</a:t>
            </a:r>
            <a:r>
              <a:rPr lang="en-US" altLang="en-US" sz="2000" baseline="-25000" dirty="0">
                <a:solidFill>
                  <a:srgbClr val="0000FF"/>
                </a:solidFill>
              </a:rPr>
              <a:t>3</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3</a:t>
            </a:r>
            <a:r>
              <a:rPr lang="en-US" altLang="en-US" sz="2000" dirty="0">
                <a:solidFill>
                  <a:srgbClr val="0000FF"/>
                </a:solidFill>
                <a:sym typeface="Symbol" panose="05050102010706020507" pitchFamily="18" charset="2"/>
              </a:rPr>
              <a:t></a:t>
            </a:r>
            <a:r>
              <a:rPr lang="en-US" altLang="en-US" sz="2000" dirty="0">
                <a:solidFill>
                  <a:srgbClr val="0000FF"/>
                </a:solidFill>
              </a:rPr>
              <a:t>g</a:t>
            </a:r>
            <a:r>
              <a:rPr lang="en-US" altLang="en-US" sz="2000" baseline="-25000" dirty="0">
                <a:solidFill>
                  <a:srgbClr val="0000FF"/>
                </a:solidFill>
              </a:rPr>
              <a:t>2</a:t>
            </a:r>
            <a:r>
              <a:rPr lang="en-US" altLang="en-US" sz="2000" dirty="0">
                <a:solidFill>
                  <a:srgbClr val="0000FF"/>
                </a:solidFill>
              </a:rPr>
              <a:t> </a:t>
            </a:r>
            <a:r>
              <a:rPr lang="en-US" altLang="en-US" sz="2000" dirty="0">
                <a:solidFill>
                  <a:srgbClr val="0000FF"/>
                </a:solidFill>
                <a:sym typeface="Symbol" panose="05050102010706020507" pitchFamily="18" charset="2"/>
              </a:rPr>
              <a:t>+ </a:t>
            </a:r>
            <a:r>
              <a:rPr lang="en-US" altLang="en-US" sz="2000" dirty="0">
                <a:solidFill>
                  <a:srgbClr val="0000FF"/>
                </a:solidFill>
              </a:rPr>
              <a:t>p</a:t>
            </a:r>
            <a:r>
              <a:rPr lang="en-US" altLang="en-US" sz="2000" baseline="-25000" dirty="0">
                <a:solidFill>
                  <a:srgbClr val="0000FF"/>
                </a:solidFill>
              </a:rPr>
              <a:t>3</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2</a:t>
            </a:r>
            <a:r>
              <a:rPr lang="en-US" altLang="en-US" sz="2000" dirty="0">
                <a:solidFill>
                  <a:srgbClr val="0000FF"/>
                </a:solidFill>
                <a:sym typeface="Symbol" panose="05050102010706020507" pitchFamily="18" charset="2"/>
              </a:rPr>
              <a:t></a:t>
            </a:r>
            <a:r>
              <a:rPr lang="en-US" altLang="en-US" sz="2000" dirty="0">
                <a:solidFill>
                  <a:srgbClr val="0000FF"/>
                </a:solidFill>
              </a:rPr>
              <a:t>g</a:t>
            </a:r>
            <a:r>
              <a:rPr lang="en-US" altLang="en-US" sz="2000" baseline="-25000" dirty="0">
                <a:solidFill>
                  <a:srgbClr val="0000FF"/>
                </a:solidFill>
              </a:rPr>
              <a:t>1</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3</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2</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g</a:t>
            </a:r>
            <a:r>
              <a:rPr lang="en-US" altLang="en-US" sz="2000" baseline="-25000" dirty="0">
                <a:solidFill>
                  <a:srgbClr val="0000FF"/>
                </a:solidFill>
              </a:rPr>
              <a:t>0</a:t>
            </a:r>
            <a:r>
              <a:rPr lang="en-US" altLang="en-US" sz="2000" dirty="0">
                <a:solidFill>
                  <a:srgbClr val="0000FF"/>
                </a:solidFill>
              </a:rPr>
              <a:t> </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3</a:t>
            </a:r>
            <a:r>
              <a:rPr lang="en-US" altLang="en-US" sz="2000" dirty="0">
                <a:solidFill>
                  <a:srgbClr val="0000FF"/>
                </a:solidFill>
                <a:sym typeface="Symbol" panose="05050102010706020507" pitchFamily="18" charset="2"/>
              </a:rPr>
              <a:t></a:t>
            </a:r>
            <a:r>
              <a:rPr lang="en-US" altLang="en-US" sz="2000" dirty="0">
                <a:solidFill>
                  <a:srgbClr val="0000FF"/>
                </a:solidFill>
              </a:rPr>
              <a:t> p</a:t>
            </a:r>
            <a:r>
              <a:rPr lang="en-US" altLang="en-US" sz="2000" baseline="-25000" dirty="0">
                <a:solidFill>
                  <a:srgbClr val="0000FF"/>
                </a:solidFill>
              </a:rPr>
              <a:t>2</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1</a:t>
            </a:r>
            <a:r>
              <a:rPr lang="en-US" altLang="en-US" sz="2000" dirty="0">
                <a:solidFill>
                  <a:srgbClr val="0000FF"/>
                </a:solidFill>
                <a:sym typeface="Symbol" panose="05050102010706020507" pitchFamily="18" charset="2"/>
              </a:rPr>
              <a:t></a:t>
            </a:r>
            <a:r>
              <a:rPr lang="en-US" altLang="en-US" sz="2000" dirty="0">
                <a:solidFill>
                  <a:srgbClr val="0000FF"/>
                </a:solidFill>
              </a:rPr>
              <a:t>p</a:t>
            </a:r>
            <a:r>
              <a:rPr lang="en-US" altLang="en-US" sz="2000" baseline="-25000" dirty="0">
                <a:solidFill>
                  <a:srgbClr val="0000FF"/>
                </a:solidFill>
              </a:rPr>
              <a:t>0</a:t>
            </a:r>
            <a:r>
              <a:rPr lang="en-US" altLang="en-US" sz="2000" dirty="0">
                <a:solidFill>
                  <a:srgbClr val="0000FF"/>
                </a:solidFill>
                <a:sym typeface="Symbol" panose="05050102010706020507" pitchFamily="18" charset="2"/>
              </a:rPr>
              <a:t></a:t>
            </a:r>
            <a:r>
              <a:rPr lang="en-US" altLang="en-US" sz="2000" dirty="0">
                <a:solidFill>
                  <a:srgbClr val="0000FF"/>
                </a:solidFill>
              </a:rPr>
              <a:t>c</a:t>
            </a:r>
            <a:r>
              <a:rPr lang="en-US" altLang="en-US" sz="2000" baseline="-25000" dirty="0">
                <a:solidFill>
                  <a:srgbClr val="0000FF"/>
                </a:solidFill>
              </a:rPr>
              <a:t>0</a:t>
            </a:r>
            <a:r>
              <a:rPr lang="en-US" altLang="en-US" sz="2000" dirty="0">
                <a:solidFill>
                  <a:srgbClr val="0000FF"/>
                </a:solidFill>
              </a:rPr>
              <a:t>;</a:t>
            </a:r>
            <a:endParaRPr lang="ru-RU" altLang="en-US" sz="2000" dirty="0">
              <a:solidFill>
                <a:srgbClr val="0000FF"/>
              </a:solidFill>
            </a:endParaRPr>
          </a:p>
          <a:p>
            <a:pPr marL="0" indent="0" eaLnBrk="1" hangingPunct="1">
              <a:buNone/>
            </a:pPr>
            <a:r>
              <a:rPr lang="en-US" altLang="en-US" sz="2000" dirty="0"/>
              <a:t>Each equation corresponds to a circuit with just three levels of delay – one for generate and propagate signals, and two for the sum of products.</a:t>
            </a:r>
            <a:endParaRPr lang="ru-RU" altLang="en-US" sz="2000" dirty="0"/>
          </a:p>
          <a:p>
            <a:endParaRPr lang="en-US" sz="2000" dirty="0"/>
          </a:p>
        </p:txBody>
      </p:sp>
      <p:sp>
        <p:nvSpPr>
          <p:cNvPr id="37891" name="Rectangle 4">
            <a:extLst>
              <a:ext uri="{FF2B5EF4-FFF2-40B4-BE49-F238E27FC236}">
                <a16:creationId xmlns:a16="http://schemas.microsoft.com/office/drawing/2014/main" id="{D214348A-BE42-C343-B8BC-A81ACCEEF1DE}"/>
              </a:ext>
            </a:extLst>
          </p:cNvPr>
          <p:cNvSpPr txBox="1">
            <a:spLocks noChangeArrowheads="1"/>
          </p:cNvSpPr>
          <p:nvPr/>
        </p:nvSpPr>
        <p:spPr bwMode="auto">
          <a:xfrm>
            <a:off x="1817914" y="71324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b="1" dirty="0"/>
          </a:p>
        </p:txBody>
      </p:sp>
      <p:sp>
        <p:nvSpPr>
          <p:cNvPr id="2" name="Title 1">
            <a:extLst>
              <a:ext uri="{FF2B5EF4-FFF2-40B4-BE49-F238E27FC236}">
                <a16:creationId xmlns:a16="http://schemas.microsoft.com/office/drawing/2014/main" id="{AD570107-496A-C640-491A-6D32414A5429}"/>
              </a:ext>
            </a:extLst>
          </p:cNvPr>
          <p:cNvSpPr>
            <a:spLocks noGrp="1"/>
          </p:cNvSpPr>
          <p:nvPr>
            <p:ph type="title"/>
          </p:nvPr>
        </p:nvSpPr>
        <p:spPr/>
        <p:txBody>
          <a:bodyPr>
            <a:normAutofit/>
          </a:bodyPr>
          <a:lstStyle/>
          <a:p>
            <a:r>
              <a:rPr lang="en-US" dirty="0"/>
              <a:t>Carry Look-Ahead Adders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4">
            <a:extLst>
              <a:ext uri="{FF2B5EF4-FFF2-40B4-BE49-F238E27FC236}">
                <a16:creationId xmlns:a16="http://schemas.microsoft.com/office/drawing/2014/main" id="{E45EFED1-AEEB-036A-F6A4-73EF8F867CE9}"/>
              </a:ext>
            </a:extLst>
          </p:cNvPr>
          <p:cNvSpPr txBox="1">
            <a:spLocks noChangeArrowheads="1"/>
          </p:cNvSpPr>
          <p:nvPr/>
        </p:nvSpPr>
        <p:spPr bwMode="auto">
          <a:xfrm>
            <a:off x="1376469" y="1637911"/>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b="1" dirty="0"/>
          </a:p>
        </p:txBody>
      </p:sp>
      <p:grpSp>
        <p:nvGrpSpPr>
          <p:cNvPr id="38915" name="Group 5">
            <a:extLst>
              <a:ext uri="{FF2B5EF4-FFF2-40B4-BE49-F238E27FC236}">
                <a16:creationId xmlns:a16="http://schemas.microsoft.com/office/drawing/2014/main" id="{25958036-86E3-6B8A-0BDF-FBFC446416A7}"/>
              </a:ext>
            </a:extLst>
          </p:cNvPr>
          <p:cNvGrpSpPr>
            <a:grpSpLocks/>
          </p:cNvGrpSpPr>
          <p:nvPr/>
        </p:nvGrpSpPr>
        <p:grpSpPr bwMode="auto">
          <a:xfrm>
            <a:off x="2071688" y="1752600"/>
            <a:ext cx="8062912" cy="3429000"/>
            <a:chOff x="547688" y="1295400"/>
            <a:chExt cx="8062912" cy="3429000"/>
          </a:xfrm>
        </p:grpSpPr>
        <p:sp>
          <p:nvSpPr>
            <p:cNvPr id="37892" name="Rectangle 5">
              <a:extLst>
                <a:ext uri="{FF2B5EF4-FFF2-40B4-BE49-F238E27FC236}">
                  <a16:creationId xmlns:a16="http://schemas.microsoft.com/office/drawing/2014/main" id="{F699314A-E3CB-48E3-8269-0BCB09BDA6EF}"/>
                </a:ext>
              </a:extLst>
            </p:cNvPr>
            <p:cNvSpPr>
              <a:spLocks noChangeArrowheads="1"/>
            </p:cNvSpPr>
            <p:nvPr/>
          </p:nvSpPr>
          <p:spPr bwMode="auto">
            <a:xfrm>
              <a:off x="1460500" y="2309813"/>
              <a:ext cx="1000125" cy="1063625"/>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dirty="0">
                  <a:latin typeface="Arial" charset="0"/>
                  <a:cs typeface="Arial" charset="0"/>
                </a:rPr>
                <a:t>Partial</a:t>
              </a:r>
              <a:br>
                <a:rPr lang="en-US" dirty="0">
                  <a:latin typeface="Arial" charset="0"/>
                  <a:cs typeface="Arial" charset="0"/>
                </a:rPr>
              </a:br>
              <a:r>
                <a:rPr lang="en-US" dirty="0">
                  <a:latin typeface="Arial" charset="0"/>
                  <a:cs typeface="Arial" charset="0"/>
                </a:rPr>
                <a:t>FA</a:t>
              </a:r>
              <a:endParaRPr lang="ru-RU" dirty="0">
                <a:latin typeface="Arial" charset="0"/>
                <a:cs typeface="Arial" charset="0"/>
              </a:endParaRPr>
            </a:p>
          </p:txBody>
        </p:sp>
        <p:sp>
          <p:nvSpPr>
            <p:cNvPr id="37893" name="Rectangle 6">
              <a:extLst>
                <a:ext uri="{FF2B5EF4-FFF2-40B4-BE49-F238E27FC236}">
                  <a16:creationId xmlns:a16="http://schemas.microsoft.com/office/drawing/2014/main" id="{DE6674A5-91D3-4770-9CF2-304CA379C4A0}"/>
                </a:ext>
              </a:extLst>
            </p:cNvPr>
            <p:cNvSpPr>
              <a:spLocks noChangeArrowheads="1"/>
            </p:cNvSpPr>
            <p:nvPr/>
          </p:nvSpPr>
          <p:spPr bwMode="auto">
            <a:xfrm>
              <a:off x="3294063" y="2309813"/>
              <a:ext cx="998537" cy="1063625"/>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dirty="0">
                  <a:latin typeface="Arial" charset="0"/>
                  <a:cs typeface="Arial" charset="0"/>
                </a:rPr>
                <a:t>Partial</a:t>
              </a:r>
              <a:br>
                <a:rPr lang="en-US" dirty="0">
                  <a:latin typeface="Arial" charset="0"/>
                  <a:cs typeface="Arial" charset="0"/>
                </a:rPr>
              </a:br>
              <a:r>
                <a:rPr lang="en-US" dirty="0">
                  <a:latin typeface="Arial" charset="0"/>
                  <a:cs typeface="Arial" charset="0"/>
                </a:rPr>
                <a:t> FA</a:t>
              </a:r>
              <a:endParaRPr lang="ru-RU" dirty="0">
                <a:latin typeface="Arial" charset="0"/>
                <a:cs typeface="Arial" charset="0"/>
              </a:endParaRPr>
            </a:p>
          </p:txBody>
        </p:sp>
        <p:sp>
          <p:nvSpPr>
            <p:cNvPr id="37894" name="Rectangle 7">
              <a:extLst>
                <a:ext uri="{FF2B5EF4-FFF2-40B4-BE49-F238E27FC236}">
                  <a16:creationId xmlns:a16="http://schemas.microsoft.com/office/drawing/2014/main" id="{696C50C9-B584-440D-ADBD-7BC7A627399D}"/>
                </a:ext>
              </a:extLst>
            </p:cNvPr>
            <p:cNvSpPr>
              <a:spLocks noChangeArrowheads="1"/>
            </p:cNvSpPr>
            <p:nvPr/>
          </p:nvSpPr>
          <p:spPr bwMode="auto">
            <a:xfrm>
              <a:off x="5111750" y="2308225"/>
              <a:ext cx="998538" cy="1063625"/>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dirty="0">
                  <a:latin typeface="Arial" charset="0"/>
                  <a:cs typeface="Arial" charset="0"/>
                </a:rPr>
                <a:t>Partial</a:t>
              </a:r>
              <a:br>
                <a:rPr lang="en-US" dirty="0">
                  <a:latin typeface="Arial" charset="0"/>
                  <a:cs typeface="Arial" charset="0"/>
                </a:rPr>
              </a:br>
              <a:r>
                <a:rPr lang="en-US" dirty="0">
                  <a:latin typeface="Arial" charset="0"/>
                  <a:cs typeface="Arial" charset="0"/>
                </a:rPr>
                <a:t>FA</a:t>
              </a:r>
              <a:endParaRPr lang="ru-RU" dirty="0">
                <a:latin typeface="Arial" charset="0"/>
                <a:cs typeface="Arial" charset="0"/>
              </a:endParaRPr>
            </a:p>
          </p:txBody>
        </p:sp>
        <p:sp>
          <p:nvSpPr>
            <p:cNvPr id="37895" name="Rectangle 8">
              <a:extLst>
                <a:ext uri="{FF2B5EF4-FFF2-40B4-BE49-F238E27FC236}">
                  <a16:creationId xmlns:a16="http://schemas.microsoft.com/office/drawing/2014/main" id="{1880E2C2-B4AF-4A12-AAF3-E5F8602EC62A}"/>
                </a:ext>
              </a:extLst>
            </p:cNvPr>
            <p:cNvSpPr>
              <a:spLocks noChangeArrowheads="1"/>
            </p:cNvSpPr>
            <p:nvPr/>
          </p:nvSpPr>
          <p:spPr bwMode="auto">
            <a:xfrm>
              <a:off x="6942138" y="2308225"/>
              <a:ext cx="998537" cy="1063625"/>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dirty="0">
                  <a:latin typeface="Arial" charset="0"/>
                  <a:cs typeface="Arial" charset="0"/>
                </a:rPr>
                <a:t>Partial</a:t>
              </a:r>
              <a:br>
                <a:rPr lang="en-US" dirty="0">
                  <a:latin typeface="Arial" charset="0"/>
                  <a:cs typeface="Arial" charset="0"/>
                </a:rPr>
              </a:br>
              <a:r>
                <a:rPr lang="en-US" dirty="0">
                  <a:latin typeface="Arial" charset="0"/>
                  <a:cs typeface="Arial" charset="0"/>
                </a:rPr>
                <a:t> FA</a:t>
              </a:r>
              <a:endParaRPr lang="ru-RU" dirty="0">
                <a:latin typeface="Arial" charset="0"/>
                <a:cs typeface="Arial" charset="0"/>
              </a:endParaRPr>
            </a:p>
          </p:txBody>
        </p:sp>
        <p:sp>
          <p:nvSpPr>
            <p:cNvPr id="38920" name="Line 9">
              <a:extLst>
                <a:ext uri="{FF2B5EF4-FFF2-40B4-BE49-F238E27FC236}">
                  <a16:creationId xmlns:a16="http://schemas.microsoft.com/office/drawing/2014/main" id="{B2903047-A9CF-D2A1-0A5A-A40B316836BB}"/>
                </a:ext>
              </a:extLst>
            </p:cNvPr>
            <p:cNvSpPr>
              <a:spLocks noChangeShapeType="1"/>
            </p:cNvSpPr>
            <p:nvPr/>
          </p:nvSpPr>
          <p:spPr bwMode="auto">
            <a:xfrm>
              <a:off x="1739279" y="1826174"/>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1" name="Line 10">
              <a:extLst>
                <a:ext uri="{FF2B5EF4-FFF2-40B4-BE49-F238E27FC236}">
                  <a16:creationId xmlns:a16="http://schemas.microsoft.com/office/drawing/2014/main" id="{B76EE912-711F-7349-6D1D-26E90A157C06}"/>
                </a:ext>
              </a:extLst>
            </p:cNvPr>
            <p:cNvSpPr>
              <a:spLocks noChangeShapeType="1"/>
            </p:cNvSpPr>
            <p:nvPr/>
          </p:nvSpPr>
          <p:spPr bwMode="auto">
            <a:xfrm>
              <a:off x="2114094" y="1826174"/>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2" name="Line 11">
              <a:extLst>
                <a:ext uri="{FF2B5EF4-FFF2-40B4-BE49-F238E27FC236}">
                  <a16:creationId xmlns:a16="http://schemas.microsoft.com/office/drawing/2014/main" id="{DD660DDD-1E13-C33D-876C-140ECA583808}"/>
                </a:ext>
              </a:extLst>
            </p:cNvPr>
            <p:cNvSpPr>
              <a:spLocks noChangeShapeType="1"/>
            </p:cNvSpPr>
            <p:nvPr/>
          </p:nvSpPr>
          <p:spPr bwMode="auto">
            <a:xfrm>
              <a:off x="3613355" y="1845359"/>
              <a:ext cx="0" cy="4838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3" name="Line 12">
              <a:extLst>
                <a:ext uri="{FF2B5EF4-FFF2-40B4-BE49-F238E27FC236}">
                  <a16:creationId xmlns:a16="http://schemas.microsoft.com/office/drawing/2014/main" id="{D4499ACD-0427-4CA6-8171-E7CBBFCD2F9A}"/>
                </a:ext>
              </a:extLst>
            </p:cNvPr>
            <p:cNvSpPr>
              <a:spLocks noChangeShapeType="1"/>
            </p:cNvSpPr>
            <p:nvPr/>
          </p:nvSpPr>
          <p:spPr bwMode="auto">
            <a:xfrm>
              <a:off x="4029476" y="1845359"/>
              <a:ext cx="0" cy="4838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4" name="Line 13">
              <a:extLst>
                <a:ext uri="{FF2B5EF4-FFF2-40B4-BE49-F238E27FC236}">
                  <a16:creationId xmlns:a16="http://schemas.microsoft.com/office/drawing/2014/main" id="{05A775ED-FC4B-4E55-D4C5-D4F2CA10D0FE}"/>
                </a:ext>
              </a:extLst>
            </p:cNvPr>
            <p:cNvSpPr>
              <a:spLocks noChangeShapeType="1"/>
            </p:cNvSpPr>
            <p:nvPr/>
          </p:nvSpPr>
          <p:spPr bwMode="auto">
            <a:xfrm>
              <a:off x="5374220" y="1826174"/>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5" name="Line 14">
              <a:extLst>
                <a:ext uri="{FF2B5EF4-FFF2-40B4-BE49-F238E27FC236}">
                  <a16:creationId xmlns:a16="http://schemas.microsoft.com/office/drawing/2014/main" id="{047FC7E1-9E51-A69D-8253-C34785FADFAF}"/>
                </a:ext>
              </a:extLst>
            </p:cNvPr>
            <p:cNvSpPr>
              <a:spLocks noChangeShapeType="1"/>
            </p:cNvSpPr>
            <p:nvPr/>
          </p:nvSpPr>
          <p:spPr bwMode="auto">
            <a:xfrm>
              <a:off x="5805641" y="1826174"/>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6" name="Line 15">
              <a:extLst>
                <a:ext uri="{FF2B5EF4-FFF2-40B4-BE49-F238E27FC236}">
                  <a16:creationId xmlns:a16="http://schemas.microsoft.com/office/drawing/2014/main" id="{45E44159-5DD4-74A9-DDB2-BFD043C917C8}"/>
                </a:ext>
              </a:extLst>
            </p:cNvPr>
            <p:cNvSpPr>
              <a:spLocks noChangeShapeType="1"/>
            </p:cNvSpPr>
            <p:nvPr/>
          </p:nvSpPr>
          <p:spPr bwMode="auto">
            <a:xfrm>
              <a:off x="7193222" y="1826174"/>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7" name="Line 16">
              <a:extLst>
                <a:ext uri="{FF2B5EF4-FFF2-40B4-BE49-F238E27FC236}">
                  <a16:creationId xmlns:a16="http://schemas.microsoft.com/office/drawing/2014/main" id="{ABFEE54A-E2EF-8D91-BA03-C7FE4B60F412}"/>
                </a:ext>
              </a:extLst>
            </p:cNvPr>
            <p:cNvSpPr>
              <a:spLocks noChangeShapeType="1"/>
            </p:cNvSpPr>
            <p:nvPr/>
          </p:nvSpPr>
          <p:spPr bwMode="auto">
            <a:xfrm>
              <a:off x="7595574" y="1826174"/>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8" name="Line 17">
              <a:extLst>
                <a:ext uri="{FF2B5EF4-FFF2-40B4-BE49-F238E27FC236}">
                  <a16:creationId xmlns:a16="http://schemas.microsoft.com/office/drawing/2014/main" id="{CE327564-1FDA-4BF1-F612-E3098AEB37C7}"/>
                </a:ext>
              </a:extLst>
            </p:cNvPr>
            <p:cNvSpPr>
              <a:spLocks noChangeShapeType="1"/>
            </p:cNvSpPr>
            <p:nvPr/>
          </p:nvSpPr>
          <p:spPr bwMode="auto">
            <a:xfrm>
              <a:off x="1711741" y="3384392"/>
              <a:ext cx="0" cy="4838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29" name="Line 20">
              <a:extLst>
                <a:ext uri="{FF2B5EF4-FFF2-40B4-BE49-F238E27FC236}">
                  <a16:creationId xmlns:a16="http://schemas.microsoft.com/office/drawing/2014/main" id="{F62E20EB-9E6D-E156-67EF-F848591B008F}"/>
                </a:ext>
              </a:extLst>
            </p:cNvPr>
            <p:cNvSpPr>
              <a:spLocks noChangeShapeType="1"/>
            </p:cNvSpPr>
            <p:nvPr/>
          </p:nvSpPr>
          <p:spPr bwMode="auto">
            <a:xfrm>
              <a:off x="2127862" y="3384392"/>
              <a:ext cx="0" cy="4838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0" name="Line 21">
              <a:extLst>
                <a:ext uri="{FF2B5EF4-FFF2-40B4-BE49-F238E27FC236}">
                  <a16:creationId xmlns:a16="http://schemas.microsoft.com/office/drawing/2014/main" id="{F4B3A62F-4DA4-36B2-2A84-F132A56061E8}"/>
                </a:ext>
              </a:extLst>
            </p:cNvPr>
            <p:cNvSpPr>
              <a:spLocks noChangeShapeType="1"/>
            </p:cNvSpPr>
            <p:nvPr/>
          </p:nvSpPr>
          <p:spPr bwMode="auto">
            <a:xfrm>
              <a:off x="3568988" y="3384392"/>
              <a:ext cx="0" cy="4838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1" name="Line 22">
              <a:extLst>
                <a:ext uri="{FF2B5EF4-FFF2-40B4-BE49-F238E27FC236}">
                  <a16:creationId xmlns:a16="http://schemas.microsoft.com/office/drawing/2014/main" id="{E8E3D9EF-9B28-4BD3-1D4C-16FEBA39BEFD}"/>
                </a:ext>
              </a:extLst>
            </p:cNvPr>
            <p:cNvSpPr>
              <a:spLocks noChangeShapeType="1"/>
            </p:cNvSpPr>
            <p:nvPr/>
          </p:nvSpPr>
          <p:spPr bwMode="auto">
            <a:xfrm>
              <a:off x="3960632" y="3384392"/>
              <a:ext cx="0" cy="48387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2" name="Line 23">
              <a:extLst>
                <a:ext uri="{FF2B5EF4-FFF2-40B4-BE49-F238E27FC236}">
                  <a16:creationId xmlns:a16="http://schemas.microsoft.com/office/drawing/2014/main" id="{B63FD879-5203-55E0-0971-1920A01D0152}"/>
                </a:ext>
              </a:extLst>
            </p:cNvPr>
            <p:cNvSpPr>
              <a:spLocks noChangeShapeType="1"/>
            </p:cNvSpPr>
            <p:nvPr/>
          </p:nvSpPr>
          <p:spPr bwMode="auto">
            <a:xfrm>
              <a:off x="5358922" y="3382260"/>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3" name="Line 24">
              <a:extLst>
                <a:ext uri="{FF2B5EF4-FFF2-40B4-BE49-F238E27FC236}">
                  <a16:creationId xmlns:a16="http://schemas.microsoft.com/office/drawing/2014/main" id="{8464D301-2480-C9B5-E902-B00E578D555A}"/>
                </a:ext>
              </a:extLst>
            </p:cNvPr>
            <p:cNvSpPr>
              <a:spLocks noChangeShapeType="1"/>
            </p:cNvSpPr>
            <p:nvPr/>
          </p:nvSpPr>
          <p:spPr bwMode="auto">
            <a:xfrm>
              <a:off x="5791872" y="3382260"/>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4" name="Line 25">
              <a:extLst>
                <a:ext uri="{FF2B5EF4-FFF2-40B4-BE49-F238E27FC236}">
                  <a16:creationId xmlns:a16="http://schemas.microsoft.com/office/drawing/2014/main" id="{0A731F93-F10E-115D-47BE-CDA82BABA7D9}"/>
                </a:ext>
              </a:extLst>
            </p:cNvPr>
            <p:cNvSpPr>
              <a:spLocks noChangeShapeType="1"/>
            </p:cNvSpPr>
            <p:nvPr/>
          </p:nvSpPr>
          <p:spPr bwMode="auto">
            <a:xfrm>
              <a:off x="7176393" y="3382260"/>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5" name="Line 26">
              <a:extLst>
                <a:ext uri="{FF2B5EF4-FFF2-40B4-BE49-F238E27FC236}">
                  <a16:creationId xmlns:a16="http://schemas.microsoft.com/office/drawing/2014/main" id="{36965583-0988-F138-5D8F-2D122A426250}"/>
                </a:ext>
              </a:extLst>
            </p:cNvPr>
            <p:cNvSpPr>
              <a:spLocks noChangeShapeType="1"/>
            </p:cNvSpPr>
            <p:nvPr/>
          </p:nvSpPr>
          <p:spPr bwMode="auto">
            <a:xfrm>
              <a:off x="7583335" y="3382260"/>
              <a:ext cx="0" cy="48388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7912" name="Rectangle 27">
              <a:extLst>
                <a:ext uri="{FF2B5EF4-FFF2-40B4-BE49-F238E27FC236}">
                  <a16:creationId xmlns:a16="http://schemas.microsoft.com/office/drawing/2014/main" id="{10E2D582-8AF6-4FC5-993A-6427649F8A07}"/>
                </a:ext>
              </a:extLst>
            </p:cNvPr>
            <p:cNvSpPr>
              <a:spLocks noChangeArrowheads="1"/>
            </p:cNvSpPr>
            <p:nvPr/>
          </p:nvSpPr>
          <p:spPr bwMode="auto">
            <a:xfrm>
              <a:off x="1322388" y="3878263"/>
              <a:ext cx="6661150" cy="84613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sz="2400">
                  <a:latin typeface="Arial" charset="0"/>
                  <a:cs typeface="Arial" charset="0"/>
                </a:rPr>
                <a:t>Carry Unit</a:t>
              </a:r>
              <a:endParaRPr lang="ru-RU" sz="2400">
                <a:latin typeface="Arial" charset="0"/>
                <a:cs typeface="Arial" charset="0"/>
              </a:endParaRPr>
            </a:p>
          </p:txBody>
        </p:sp>
        <p:sp>
          <p:nvSpPr>
            <p:cNvPr id="38937" name="Line 28">
              <a:extLst>
                <a:ext uri="{FF2B5EF4-FFF2-40B4-BE49-F238E27FC236}">
                  <a16:creationId xmlns:a16="http://schemas.microsoft.com/office/drawing/2014/main" id="{D8202E5C-C1D1-B180-D36A-FC7EBDA8466D}"/>
                </a:ext>
              </a:extLst>
            </p:cNvPr>
            <p:cNvSpPr>
              <a:spLocks noChangeShapeType="1"/>
            </p:cNvSpPr>
            <p:nvPr/>
          </p:nvSpPr>
          <p:spPr bwMode="auto">
            <a:xfrm>
              <a:off x="767819" y="2793932"/>
              <a:ext cx="693025"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38" name="Line 29">
              <a:extLst>
                <a:ext uri="{FF2B5EF4-FFF2-40B4-BE49-F238E27FC236}">
                  <a16:creationId xmlns:a16="http://schemas.microsoft.com/office/drawing/2014/main" id="{0CD81425-0F64-A8A4-70E4-2741C7D05AAF}"/>
                </a:ext>
              </a:extLst>
            </p:cNvPr>
            <p:cNvSpPr>
              <a:spLocks noChangeShapeType="1"/>
            </p:cNvSpPr>
            <p:nvPr/>
          </p:nvSpPr>
          <p:spPr bwMode="auto">
            <a:xfrm>
              <a:off x="975880" y="2793932"/>
              <a:ext cx="0" cy="1547559"/>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38939" name="Line 30">
              <a:extLst>
                <a:ext uri="{FF2B5EF4-FFF2-40B4-BE49-F238E27FC236}">
                  <a16:creationId xmlns:a16="http://schemas.microsoft.com/office/drawing/2014/main" id="{685222A0-225A-280B-A796-AA9BF21345D5}"/>
                </a:ext>
              </a:extLst>
            </p:cNvPr>
            <p:cNvSpPr>
              <a:spLocks noChangeShapeType="1"/>
            </p:cNvSpPr>
            <p:nvPr/>
          </p:nvSpPr>
          <p:spPr bwMode="auto">
            <a:xfrm>
              <a:off x="975880" y="4341491"/>
              <a:ext cx="347278"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40" name="Line 31">
              <a:extLst>
                <a:ext uri="{FF2B5EF4-FFF2-40B4-BE49-F238E27FC236}">
                  <a16:creationId xmlns:a16="http://schemas.microsoft.com/office/drawing/2014/main" id="{A2E28866-72C1-D3A6-CF40-7CD66E33D335}"/>
                </a:ext>
              </a:extLst>
            </p:cNvPr>
            <p:cNvSpPr>
              <a:spLocks noChangeShapeType="1"/>
            </p:cNvSpPr>
            <p:nvPr/>
          </p:nvSpPr>
          <p:spPr bwMode="auto">
            <a:xfrm flipV="1">
              <a:off x="2891262" y="2772615"/>
              <a:ext cx="0" cy="109139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1" name="Line 32">
              <a:extLst>
                <a:ext uri="{FF2B5EF4-FFF2-40B4-BE49-F238E27FC236}">
                  <a16:creationId xmlns:a16="http://schemas.microsoft.com/office/drawing/2014/main" id="{92B87393-A48F-1557-CAF0-E201C2CBA4C1}"/>
                </a:ext>
              </a:extLst>
            </p:cNvPr>
            <p:cNvSpPr>
              <a:spLocks noChangeShapeType="1"/>
            </p:cNvSpPr>
            <p:nvPr/>
          </p:nvSpPr>
          <p:spPr bwMode="auto">
            <a:xfrm>
              <a:off x="2875963" y="2779762"/>
              <a:ext cx="41612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42" name="Line 33">
              <a:extLst>
                <a:ext uri="{FF2B5EF4-FFF2-40B4-BE49-F238E27FC236}">
                  <a16:creationId xmlns:a16="http://schemas.microsoft.com/office/drawing/2014/main" id="{52026DD6-FB80-C680-7C9F-BC51E46A4FB2}"/>
                </a:ext>
              </a:extLst>
            </p:cNvPr>
            <p:cNvSpPr>
              <a:spLocks noChangeShapeType="1"/>
            </p:cNvSpPr>
            <p:nvPr/>
          </p:nvSpPr>
          <p:spPr bwMode="auto">
            <a:xfrm flipV="1">
              <a:off x="4710262" y="2772615"/>
              <a:ext cx="0" cy="10935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3" name="Line 34">
              <a:extLst>
                <a:ext uri="{FF2B5EF4-FFF2-40B4-BE49-F238E27FC236}">
                  <a16:creationId xmlns:a16="http://schemas.microsoft.com/office/drawing/2014/main" id="{852750DD-DEB0-BC97-BB9F-F8FDF69CAB78}"/>
                </a:ext>
              </a:extLst>
            </p:cNvPr>
            <p:cNvSpPr>
              <a:spLocks noChangeShapeType="1"/>
            </p:cNvSpPr>
            <p:nvPr/>
          </p:nvSpPr>
          <p:spPr bwMode="auto">
            <a:xfrm>
              <a:off x="4694963" y="2774747"/>
              <a:ext cx="41612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44" name="Line 35">
              <a:extLst>
                <a:ext uri="{FF2B5EF4-FFF2-40B4-BE49-F238E27FC236}">
                  <a16:creationId xmlns:a16="http://schemas.microsoft.com/office/drawing/2014/main" id="{F786A815-E1F7-B11D-9C31-04CFD343F467}"/>
                </a:ext>
              </a:extLst>
            </p:cNvPr>
            <p:cNvSpPr>
              <a:spLocks noChangeShapeType="1"/>
            </p:cNvSpPr>
            <p:nvPr/>
          </p:nvSpPr>
          <p:spPr bwMode="auto">
            <a:xfrm flipV="1">
              <a:off x="6513965" y="2757694"/>
              <a:ext cx="0" cy="1104181"/>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45" name="Line 36">
              <a:extLst>
                <a:ext uri="{FF2B5EF4-FFF2-40B4-BE49-F238E27FC236}">
                  <a16:creationId xmlns:a16="http://schemas.microsoft.com/office/drawing/2014/main" id="{31710ABB-83B6-E452-B9D0-C33B5A6B246D}"/>
                </a:ext>
              </a:extLst>
            </p:cNvPr>
            <p:cNvSpPr>
              <a:spLocks noChangeShapeType="1"/>
            </p:cNvSpPr>
            <p:nvPr/>
          </p:nvSpPr>
          <p:spPr bwMode="auto">
            <a:xfrm>
              <a:off x="6513965" y="2774747"/>
              <a:ext cx="41612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46" name="Text Box 38">
              <a:extLst>
                <a:ext uri="{FF2B5EF4-FFF2-40B4-BE49-F238E27FC236}">
                  <a16:creationId xmlns:a16="http://schemas.microsoft.com/office/drawing/2014/main" id="{DE9FBD5B-E97F-4DCD-EE4D-7D1236F000D2}"/>
                </a:ext>
              </a:extLst>
            </p:cNvPr>
            <p:cNvSpPr txBox="1">
              <a:spLocks noChangeArrowheads="1"/>
            </p:cNvSpPr>
            <p:nvPr/>
          </p:nvSpPr>
          <p:spPr bwMode="auto">
            <a:xfrm>
              <a:off x="1682674" y="3337496"/>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g</a:t>
              </a:r>
              <a:r>
                <a:rPr lang="en-US" altLang="en-US" sz="2000" baseline="-25000"/>
                <a:t>0</a:t>
              </a:r>
              <a:endParaRPr lang="ru-RU" altLang="en-US" sz="2000"/>
            </a:p>
          </p:txBody>
        </p:sp>
        <p:sp>
          <p:nvSpPr>
            <p:cNvPr id="38947" name="Text Box 39">
              <a:extLst>
                <a:ext uri="{FF2B5EF4-FFF2-40B4-BE49-F238E27FC236}">
                  <a16:creationId xmlns:a16="http://schemas.microsoft.com/office/drawing/2014/main" id="{D61F84F0-B6D0-7103-2C82-9BDC4F50866E}"/>
                </a:ext>
              </a:extLst>
            </p:cNvPr>
            <p:cNvSpPr txBox="1">
              <a:spLocks noChangeArrowheads="1"/>
            </p:cNvSpPr>
            <p:nvPr/>
          </p:nvSpPr>
          <p:spPr bwMode="auto">
            <a:xfrm>
              <a:off x="2086556" y="3335365"/>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a:t>
              </a:r>
              <a:r>
                <a:rPr lang="en-US" altLang="en-US" sz="2000" baseline="-25000"/>
                <a:t>0</a:t>
              </a:r>
              <a:endParaRPr lang="ru-RU" altLang="en-US" sz="2000"/>
            </a:p>
          </p:txBody>
        </p:sp>
        <p:sp>
          <p:nvSpPr>
            <p:cNvPr id="38948" name="Text Box 40">
              <a:extLst>
                <a:ext uri="{FF2B5EF4-FFF2-40B4-BE49-F238E27FC236}">
                  <a16:creationId xmlns:a16="http://schemas.microsoft.com/office/drawing/2014/main" id="{33F70B69-A258-D5D4-86E2-808E90F29460}"/>
                </a:ext>
              </a:extLst>
            </p:cNvPr>
            <p:cNvSpPr txBox="1">
              <a:spLocks noChangeArrowheads="1"/>
            </p:cNvSpPr>
            <p:nvPr/>
          </p:nvSpPr>
          <p:spPr bwMode="auto">
            <a:xfrm>
              <a:off x="3931565" y="3316180"/>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a:t>
              </a:r>
              <a:r>
                <a:rPr lang="en-US" altLang="en-US" sz="2000" baseline="-25000"/>
                <a:t>1</a:t>
              </a:r>
              <a:endParaRPr lang="ru-RU" altLang="en-US" sz="2000"/>
            </a:p>
          </p:txBody>
        </p:sp>
        <p:sp>
          <p:nvSpPr>
            <p:cNvPr id="38949" name="Text Box 41">
              <a:extLst>
                <a:ext uri="{FF2B5EF4-FFF2-40B4-BE49-F238E27FC236}">
                  <a16:creationId xmlns:a16="http://schemas.microsoft.com/office/drawing/2014/main" id="{CCBD9C30-3388-1D68-62C3-254C8A137157}"/>
                </a:ext>
              </a:extLst>
            </p:cNvPr>
            <p:cNvSpPr txBox="1">
              <a:spLocks noChangeArrowheads="1"/>
            </p:cNvSpPr>
            <p:nvPr/>
          </p:nvSpPr>
          <p:spPr bwMode="auto">
            <a:xfrm>
              <a:off x="3512384" y="3316180"/>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g</a:t>
              </a:r>
              <a:r>
                <a:rPr lang="en-US" altLang="en-US" sz="2000" baseline="-25000"/>
                <a:t>1</a:t>
              </a:r>
              <a:endParaRPr lang="ru-RU" altLang="en-US" sz="2000"/>
            </a:p>
          </p:txBody>
        </p:sp>
        <p:sp>
          <p:nvSpPr>
            <p:cNvPr id="38950" name="Text Box 42">
              <a:extLst>
                <a:ext uri="{FF2B5EF4-FFF2-40B4-BE49-F238E27FC236}">
                  <a16:creationId xmlns:a16="http://schemas.microsoft.com/office/drawing/2014/main" id="{15D700C9-7092-8F04-6289-8E3BE5A322DC}"/>
                </a:ext>
              </a:extLst>
            </p:cNvPr>
            <p:cNvSpPr txBox="1">
              <a:spLocks noChangeArrowheads="1"/>
            </p:cNvSpPr>
            <p:nvPr/>
          </p:nvSpPr>
          <p:spPr bwMode="auto">
            <a:xfrm>
              <a:off x="5317616" y="3296995"/>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g</a:t>
              </a:r>
              <a:r>
                <a:rPr lang="en-US" altLang="en-US" sz="2000" baseline="-25000"/>
                <a:t>2</a:t>
              </a:r>
              <a:endParaRPr lang="ru-RU" altLang="en-US" sz="2000"/>
            </a:p>
          </p:txBody>
        </p:sp>
        <p:sp>
          <p:nvSpPr>
            <p:cNvPr id="38951" name="Text Box 43">
              <a:extLst>
                <a:ext uri="{FF2B5EF4-FFF2-40B4-BE49-F238E27FC236}">
                  <a16:creationId xmlns:a16="http://schemas.microsoft.com/office/drawing/2014/main" id="{EA02D182-2D13-73A2-4FFE-3F750A37404B}"/>
                </a:ext>
              </a:extLst>
            </p:cNvPr>
            <p:cNvSpPr txBox="1">
              <a:spLocks noChangeArrowheads="1"/>
            </p:cNvSpPr>
            <p:nvPr/>
          </p:nvSpPr>
          <p:spPr bwMode="auto">
            <a:xfrm>
              <a:off x="5776573" y="3316180"/>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a:t>
              </a:r>
              <a:r>
                <a:rPr lang="en-US" altLang="en-US" sz="2000" baseline="-25000"/>
                <a:t>2</a:t>
              </a:r>
              <a:endParaRPr lang="ru-RU" altLang="en-US" sz="2000"/>
            </a:p>
          </p:txBody>
        </p:sp>
        <p:sp>
          <p:nvSpPr>
            <p:cNvPr id="38952" name="Text Box 44">
              <a:extLst>
                <a:ext uri="{FF2B5EF4-FFF2-40B4-BE49-F238E27FC236}">
                  <a16:creationId xmlns:a16="http://schemas.microsoft.com/office/drawing/2014/main" id="{0F778D79-8A00-3DC1-178E-E89F60212269}"/>
                </a:ext>
              </a:extLst>
            </p:cNvPr>
            <p:cNvSpPr txBox="1">
              <a:spLocks noChangeArrowheads="1"/>
            </p:cNvSpPr>
            <p:nvPr/>
          </p:nvSpPr>
          <p:spPr bwMode="auto">
            <a:xfrm>
              <a:off x="7148855" y="3296995"/>
              <a:ext cx="5002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g</a:t>
              </a:r>
              <a:r>
                <a:rPr lang="en-US" altLang="en-US" sz="2000" baseline="-25000"/>
                <a:t>3</a:t>
              </a:r>
              <a:endParaRPr lang="ru-RU" altLang="en-US" sz="2000"/>
            </a:p>
          </p:txBody>
        </p:sp>
        <p:sp>
          <p:nvSpPr>
            <p:cNvPr id="38953" name="Text Box 45">
              <a:extLst>
                <a:ext uri="{FF2B5EF4-FFF2-40B4-BE49-F238E27FC236}">
                  <a16:creationId xmlns:a16="http://schemas.microsoft.com/office/drawing/2014/main" id="{4AEC1CCA-ABE4-AC5B-F2EF-1F3BF24739FF}"/>
                </a:ext>
              </a:extLst>
            </p:cNvPr>
            <p:cNvSpPr txBox="1">
              <a:spLocks noChangeArrowheads="1"/>
            </p:cNvSpPr>
            <p:nvPr/>
          </p:nvSpPr>
          <p:spPr bwMode="auto">
            <a:xfrm>
              <a:off x="7581806" y="3316180"/>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p</a:t>
              </a:r>
              <a:r>
                <a:rPr lang="en-US" altLang="en-US" sz="2000" baseline="-25000"/>
                <a:t>3</a:t>
              </a:r>
              <a:endParaRPr lang="ru-RU" altLang="en-US" sz="2000"/>
            </a:p>
          </p:txBody>
        </p:sp>
        <p:sp>
          <p:nvSpPr>
            <p:cNvPr id="38954" name="Text Box 46">
              <a:extLst>
                <a:ext uri="{FF2B5EF4-FFF2-40B4-BE49-F238E27FC236}">
                  <a16:creationId xmlns:a16="http://schemas.microsoft.com/office/drawing/2014/main" id="{CC824336-9A2B-E03B-C5BD-9BD2D2085354}"/>
                </a:ext>
              </a:extLst>
            </p:cNvPr>
            <p:cNvSpPr txBox="1">
              <a:spLocks noChangeArrowheads="1"/>
            </p:cNvSpPr>
            <p:nvPr/>
          </p:nvSpPr>
          <p:spPr bwMode="auto">
            <a:xfrm>
              <a:off x="1486852" y="1295400"/>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r>
                <a:rPr lang="en-US" altLang="en-US" sz="2000" baseline="-25000"/>
                <a:t>0</a:t>
              </a:r>
              <a:endParaRPr lang="ru-RU" altLang="en-US" sz="2000"/>
            </a:p>
          </p:txBody>
        </p:sp>
        <p:sp>
          <p:nvSpPr>
            <p:cNvPr id="38955" name="Text Box 47">
              <a:extLst>
                <a:ext uri="{FF2B5EF4-FFF2-40B4-BE49-F238E27FC236}">
                  <a16:creationId xmlns:a16="http://schemas.microsoft.com/office/drawing/2014/main" id="{85DB002E-50CF-676F-7EFB-09FF881A9F32}"/>
                </a:ext>
              </a:extLst>
            </p:cNvPr>
            <p:cNvSpPr txBox="1">
              <a:spLocks noChangeArrowheads="1"/>
            </p:cNvSpPr>
            <p:nvPr/>
          </p:nvSpPr>
          <p:spPr bwMode="auto">
            <a:xfrm>
              <a:off x="1962638" y="1333770"/>
              <a:ext cx="5002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r>
                <a:rPr lang="en-US" altLang="en-US" sz="2000" baseline="-25000"/>
                <a:t>0</a:t>
              </a:r>
              <a:endParaRPr lang="ru-RU" altLang="en-US" sz="2000"/>
            </a:p>
          </p:txBody>
        </p:sp>
        <p:sp>
          <p:nvSpPr>
            <p:cNvPr id="38956" name="Text Box 48">
              <a:extLst>
                <a:ext uri="{FF2B5EF4-FFF2-40B4-BE49-F238E27FC236}">
                  <a16:creationId xmlns:a16="http://schemas.microsoft.com/office/drawing/2014/main" id="{B7EA66F0-8E24-D6DE-09A1-E0C0E3DD445B}"/>
                </a:ext>
              </a:extLst>
            </p:cNvPr>
            <p:cNvSpPr txBox="1">
              <a:spLocks noChangeArrowheads="1"/>
            </p:cNvSpPr>
            <p:nvPr/>
          </p:nvSpPr>
          <p:spPr bwMode="auto">
            <a:xfrm>
              <a:off x="3319622" y="1316717"/>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r>
                <a:rPr lang="en-US" altLang="en-US" sz="2000" baseline="-25000"/>
                <a:t>1</a:t>
              </a:r>
              <a:endParaRPr lang="ru-RU" altLang="en-US" sz="2000"/>
            </a:p>
          </p:txBody>
        </p:sp>
        <p:sp>
          <p:nvSpPr>
            <p:cNvPr id="38957" name="Text Box 49">
              <a:extLst>
                <a:ext uri="{FF2B5EF4-FFF2-40B4-BE49-F238E27FC236}">
                  <a16:creationId xmlns:a16="http://schemas.microsoft.com/office/drawing/2014/main" id="{DC917C78-DECE-2D7B-E37D-999DF5BE1BCD}"/>
                </a:ext>
              </a:extLst>
            </p:cNvPr>
            <p:cNvSpPr txBox="1">
              <a:spLocks noChangeArrowheads="1"/>
            </p:cNvSpPr>
            <p:nvPr/>
          </p:nvSpPr>
          <p:spPr bwMode="auto">
            <a:xfrm>
              <a:off x="3852013" y="1335900"/>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r>
                <a:rPr lang="en-US" altLang="en-US" sz="2000" baseline="-25000"/>
                <a:t>1</a:t>
              </a:r>
              <a:endParaRPr lang="ru-RU" altLang="en-US" sz="2000"/>
            </a:p>
          </p:txBody>
        </p:sp>
        <p:sp>
          <p:nvSpPr>
            <p:cNvPr id="38958" name="Text Box 50">
              <a:extLst>
                <a:ext uri="{FF2B5EF4-FFF2-40B4-BE49-F238E27FC236}">
                  <a16:creationId xmlns:a16="http://schemas.microsoft.com/office/drawing/2014/main" id="{5B1A1FA1-482F-FD7B-FE3C-67CBD69275B7}"/>
                </a:ext>
              </a:extLst>
            </p:cNvPr>
            <p:cNvSpPr txBox="1">
              <a:spLocks noChangeArrowheads="1"/>
            </p:cNvSpPr>
            <p:nvPr/>
          </p:nvSpPr>
          <p:spPr bwMode="auto">
            <a:xfrm>
              <a:off x="5693961" y="1344426"/>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r>
                <a:rPr lang="en-US" altLang="en-US" sz="2000" baseline="-25000"/>
                <a:t>2</a:t>
              </a:r>
              <a:endParaRPr lang="ru-RU" altLang="en-US" sz="2000"/>
            </a:p>
          </p:txBody>
        </p:sp>
        <p:sp>
          <p:nvSpPr>
            <p:cNvPr id="38959" name="Text Box 51">
              <a:extLst>
                <a:ext uri="{FF2B5EF4-FFF2-40B4-BE49-F238E27FC236}">
                  <a16:creationId xmlns:a16="http://schemas.microsoft.com/office/drawing/2014/main" id="{23E8E3CE-0020-EC3B-8C3C-5416BFD87AD6}"/>
                </a:ext>
              </a:extLst>
            </p:cNvPr>
            <p:cNvSpPr txBox="1">
              <a:spLocks noChangeArrowheads="1"/>
            </p:cNvSpPr>
            <p:nvPr/>
          </p:nvSpPr>
          <p:spPr bwMode="auto">
            <a:xfrm>
              <a:off x="5109556" y="1335900"/>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r>
                <a:rPr lang="en-US" altLang="en-US" sz="2000" baseline="-25000"/>
                <a:t>2</a:t>
              </a:r>
              <a:endParaRPr lang="ru-RU" altLang="en-US" sz="2000"/>
            </a:p>
          </p:txBody>
        </p:sp>
        <p:sp>
          <p:nvSpPr>
            <p:cNvPr id="38960" name="Text Box 52">
              <a:extLst>
                <a:ext uri="{FF2B5EF4-FFF2-40B4-BE49-F238E27FC236}">
                  <a16:creationId xmlns:a16="http://schemas.microsoft.com/office/drawing/2014/main" id="{C303FC99-C6CA-C7E2-0BCD-460A83451370}"/>
                </a:ext>
              </a:extLst>
            </p:cNvPr>
            <p:cNvSpPr txBox="1">
              <a:spLocks noChangeArrowheads="1"/>
            </p:cNvSpPr>
            <p:nvPr/>
          </p:nvSpPr>
          <p:spPr bwMode="auto">
            <a:xfrm>
              <a:off x="6914788" y="1338032"/>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r>
                <a:rPr lang="en-US" altLang="en-US" sz="2000" baseline="-25000"/>
                <a:t>3</a:t>
              </a:r>
              <a:endParaRPr lang="ru-RU" altLang="en-US" sz="2000"/>
            </a:p>
          </p:txBody>
        </p:sp>
        <p:sp>
          <p:nvSpPr>
            <p:cNvPr id="38961" name="Text Box 53">
              <a:extLst>
                <a:ext uri="{FF2B5EF4-FFF2-40B4-BE49-F238E27FC236}">
                  <a16:creationId xmlns:a16="http://schemas.microsoft.com/office/drawing/2014/main" id="{9752EF52-42E3-EAD8-BAFB-E0F1223B6B3D}"/>
                </a:ext>
              </a:extLst>
            </p:cNvPr>
            <p:cNvSpPr txBox="1">
              <a:spLocks noChangeArrowheads="1"/>
            </p:cNvSpPr>
            <p:nvPr/>
          </p:nvSpPr>
          <p:spPr bwMode="auto">
            <a:xfrm>
              <a:off x="7428820" y="1363612"/>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r>
                <a:rPr lang="en-US" altLang="en-US" sz="2000" baseline="-25000"/>
                <a:t>3</a:t>
              </a:r>
              <a:endParaRPr lang="ru-RU" altLang="en-US" sz="2000"/>
            </a:p>
          </p:txBody>
        </p:sp>
        <p:sp>
          <p:nvSpPr>
            <p:cNvPr id="38962" name="Text Box 55">
              <a:extLst>
                <a:ext uri="{FF2B5EF4-FFF2-40B4-BE49-F238E27FC236}">
                  <a16:creationId xmlns:a16="http://schemas.microsoft.com/office/drawing/2014/main" id="{67E59D0B-6E1F-3ADD-9B2F-B43CA9DD3E42}"/>
                </a:ext>
              </a:extLst>
            </p:cNvPr>
            <p:cNvSpPr txBox="1">
              <a:spLocks noChangeArrowheads="1"/>
            </p:cNvSpPr>
            <p:nvPr/>
          </p:nvSpPr>
          <p:spPr bwMode="auto">
            <a:xfrm>
              <a:off x="547688" y="2378823"/>
              <a:ext cx="50026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in</a:t>
              </a:r>
              <a:endParaRPr lang="ru-RU" altLang="en-US" sz="2000"/>
            </a:p>
          </p:txBody>
        </p:sp>
        <p:sp>
          <p:nvSpPr>
            <p:cNvPr id="38963" name="Line 56">
              <a:extLst>
                <a:ext uri="{FF2B5EF4-FFF2-40B4-BE49-F238E27FC236}">
                  <a16:creationId xmlns:a16="http://schemas.microsoft.com/office/drawing/2014/main" id="{B7231D91-7A77-533B-B9FB-23B0BDE1800B}"/>
                </a:ext>
              </a:extLst>
            </p:cNvPr>
            <p:cNvSpPr>
              <a:spLocks noChangeShapeType="1"/>
            </p:cNvSpPr>
            <p:nvPr/>
          </p:nvSpPr>
          <p:spPr bwMode="auto">
            <a:xfrm>
              <a:off x="7984158" y="4341491"/>
              <a:ext cx="416121"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64" name="Text Box 57">
              <a:extLst>
                <a:ext uri="{FF2B5EF4-FFF2-40B4-BE49-F238E27FC236}">
                  <a16:creationId xmlns:a16="http://schemas.microsoft.com/office/drawing/2014/main" id="{93798DE2-77FC-DDD3-10D5-1CE9AB3A1880}"/>
                </a:ext>
              </a:extLst>
            </p:cNvPr>
            <p:cNvSpPr txBox="1">
              <a:spLocks noChangeArrowheads="1"/>
            </p:cNvSpPr>
            <p:nvPr/>
          </p:nvSpPr>
          <p:spPr bwMode="auto">
            <a:xfrm>
              <a:off x="7986418" y="3898113"/>
              <a:ext cx="6241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out</a:t>
              </a:r>
              <a:endParaRPr lang="ru-RU" altLang="en-US" sz="2000"/>
            </a:p>
          </p:txBody>
        </p:sp>
        <p:sp>
          <p:nvSpPr>
            <p:cNvPr id="38965" name="Text Box 59">
              <a:extLst>
                <a:ext uri="{FF2B5EF4-FFF2-40B4-BE49-F238E27FC236}">
                  <a16:creationId xmlns:a16="http://schemas.microsoft.com/office/drawing/2014/main" id="{1782B618-5B36-7B75-6ADC-4D93A7E66C2A}"/>
                </a:ext>
              </a:extLst>
            </p:cNvPr>
            <p:cNvSpPr txBox="1">
              <a:spLocks noChangeArrowheads="1"/>
            </p:cNvSpPr>
            <p:nvPr/>
          </p:nvSpPr>
          <p:spPr bwMode="auto">
            <a:xfrm>
              <a:off x="2644954" y="3761689"/>
              <a:ext cx="4849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1</a:t>
              </a:r>
              <a:endParaRPr lang="ru-RU" altLang="en-US" sz="2000"/>
            </a:p>
          </p:txBody>
        </p:sp>
        <p:sp>
          <p:nvSpPr>
            <p:cNvPr id="38966" name="Text Box 60">
              <a:extLst>
                <a:ext uri="{FF2B5EF4-FFF2-40B4-BE49-F238E27FC236}">
                  <a16:creationId xmlns:a16="http://schemas.microsoft.com/office/drawing/2014/main" id="{E64F6603-5671-8A38-8D24-E06E1B1B9BDB}"/>
                </a:ext>
              </a:extLst>
            </p:cNvPr>
            <p:cNvSpPr txBox="1">
              <a:spLocks noChangeArrowheads="1"/>
            </p:cNvSpPr>
            <p:nvPr/>
          </p:nvSpPr>
          <p:spPr bwMode="auto">
            <a:xfrm>
              <a:off x="4557277" y="3761689"/>
              <a:ext cx="4849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2</a:t>
              </a:r>
              <a:endParaRPr lang="ru-RU" altLang="en-US" sz="2000"/>
            </a:p>
          </p:txBody>
        </p:sp>
        <p:sp>
          <p:nvSpPr>
            <p:cNvPr id="38967" name="Text Box 61">
              <a:extLst>
                <a:ext uri="{FF2B5EF4-FFF2-40B4-BE49-F238E27FC236}">
                  <a16:creationId xmlns:a16="http://schemas.microsoft.com/office/drawing/2014/main" id="{61C7746A-EDA7-5A6C-7CD7-DFE0DF76B1C1}"/>
                </a:ext>
              </a:extLst>
            </p:cNvPr>
            <p:cNvSpPr txBox="1">
              <a:spLocks noChangeArrowheads="1"/>
            </p:cNvSpPr>
            <p:nvPr/>
          </p:nvSpPr>
          <p:spPr bwMode="auto">
            <a:xfrm>
              <a:off x="6321203" y="3761689"/>
              <a:ext cx="48496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3</a:t>
              </a:r>
              <a:endParaRPr lang="ru-RU" altLang="en-US" sz="2000"/>
            </a:p>
          </p:txBody>
        </p:sp>
        <p:sp>
          <p:nvSpPr>
            <p:cNvPr id="38968" name="Text Box 59">
              <a:extLst>
                <a:ext uri="{FF2B5EF4-FFF2-40B4-BE49-F238E27FC236}">
                  <a16:creationId xmlns:a16="http://schemas.microsoft.com/office/drawing/2014/main" id="{0694371B-6DDF-3483-C1E0-A2C7430807C3}"/>
                </a:ext>
              </a:extLst>
            </p:cNvPr>
            <p:cNvSpPr txBox="1">
              <a:spLocks noChangeArrowheads="1"/>
            </p:cNvSpPr>
            <p:nvPr/>
          </p:nvSpPr>
          <p:spPr bwMode="auto">
            <a:xfrm>
              <a:off x="1314441" y="4100945"/>
              <a:ext cx="484965" cy="40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0</a:t>
              </a:r>
              <a:endParaRPr lang="ru-RU" altLang="en-US" sz="2000"/>
            </a:p>
          </p:txBody>
        </p:sp>
        <p:sp>
          <p:nvSpPr>
            <p:cNvPr id="38969" name="Text Box 59">
              <a:extLst>
                <a:ext uri="{FF2B5EF4-FFF2-40B4-BE49-F238E27FC236}">
                  <a16:creationId xmlns:a16="http://schemas.microsoft.com/office/drawing/2014/main" id="{F34EC9EE-5CAF-D114-04AC-DB4BEAC34953}"/>
                </a:ext>
              </a:extLst>
            </p:cNvPr>
            <p:cNvSpPr txBox="1">
              <a:spLocks noChangeArrowheads="1"/>
            </p:cNvSpPr>
            <p:nvPr/>
          </p:nvSpPr>
          <p:spPr bwMode="auto">
            <a:xfrm>
              <a:off x="7538106" y="4139911"/>
              <a:ext cx="484965" cy="40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4</a:t>
              </a:r>
              <a:endParaRPr lang="ru-RU" altLang="en-US" sz="2000"/>
            </a:p>
          </p:txBody>
        </p:sp>
        <p:sp>
          <p:nvSpPr>
            <p:cNvPr id="38970" name="Line 9">
              <a:extLst>
                <a:ext uri="{FF2B5EF4-FFF2-40B4-BE49-F238E27FC236}">
                  <a16:creationId xmlns:a16="http://schemas.microsoft.com/office/drawing/2014/main" id="{8FF1F98A-1797-B1E3-FC12-D3E6280378D0}"/>
                </a:ext>
              </a:extLst>
            </p:cNvPr>
            <p:cNvSpPr>
              <a:spLocks noChangeShapeType="1"/>
            </p:cNvSpPr>
            <p:nvPr/>
          </p:nvSpPr>
          <p:spPr bwMode="auto">
            <a:xfrm>
              <a:off x="2647736" y="3192707"/>
              <a:ext cx="0" cy="28055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71" name="Text Box 39">
              <a:extLst>
                <a:ext uri="{FF2B5EF4-FFF2-40B4-BE49-F238E27FC236}">
                  <a16:creationId xmlns:a16="http://schemas.microsoft.com/office/drawing/2014/main" id="{20C508BF-FACE-BB0D-3420-73F2B6D72897}"/>
                </a:ext>
              </a:extLst>
            </p:cNvPr>
            <p:cNvSpPr txBox="1">
              <a:spLocks noChangeArrowheads="1"/>
            </p:cNvSpPr>
            <p:nvPr/>
          </p:nvSpPr>
          <p:spPr bwMode="auto">
            <a:xfrm>
              <a:off x="2443187" y="3345144"/>
              <a:ext cx="500263" cy="40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a:t>
              </a:r>
              <a:r>
                <a:rPr lang="en-US" altLang="en-US" sz="2000" baseline="-25000"/>
                <a:t>0</a:t>
              </a:r>
              <a:endParaRPr lang="ru-RU" altLang="en-US" sz="2000"/>
            </a:p>
          </p:txBody>
        </p:sp>
        <p:cxnSp>
          <p:nvCxnSpPr>
            <p:cNvPr id="38972" name="Straight Connector 2">
              <a:extLst>
                <a:ext uri="{FF2B5EF4-FFF2-40B4-BE49-F238E27FC236}">
                  <a16:creationId xmlns:a16="http://schemas.microsoft.com/office/drawing/2014/main" id="{17AD8671-A0D9-04A0-1F9A-CC1C54F959AD}"/>
                </a:ext>
              </a:extLst>
            </p:cNvPr>
            <p:cNvCxnSpPr>
              <a:cxnSpLocks noChangeShapeType="1"/>
            </p:cNvCxnSpPr>
            <p:nvPr/>
          </p:nvCxnSpPr>
          <p:spPr bwMode="auto">
            <a:xfrm flipV="1">
              <a:off x="2455344" y="3200400"/>
              <a:ext cx="183581" cy="208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38973" name="Line 9">
              <a:extLst>
                <a:ext uri="{FF2B5EF4-FFF2-40B4-BE49-F238E27FC236}">
                  <a16:creationId xmlns:a16="http://schemas.microsoft.com/office/drawing/2014/main" id="{7CCAF700-D9B2-FF99-5633-5DC472918DBE}"/>
                </a:ext>
              </a:extLst>
            </p:cNvPr>
            <p:cNvSpPr>
              <a:spLocks noChangeShapeType="1"/>
            </p:cNvSpPr>
            <p:nvPr/>
          </p:nvSpPr>
          <p:spPr bwMode="auto">
            <a:xfrm>
              <a:off x="4484246" y="3103837"/>
              <a:ext cx="0" cy="28055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cxnSp>
          <p:nvCxnSpPr>
            <p:cNvPr id="38974" name="Straight Connector 64">
              <a:extLst>
                <a:ext uri="{FF2B5EF4-FFF2-40B4-BE49-F238E27FC236}">
                  <a16:creationId xmlns:a16="http://schemas.microsoft.com/office/drawing/2014/main" id="{BDC19D97-E760-6E97-B569-A6FEA2E571E7}"/>
                </a:ext>
              </a:extLst>
            </p:cNvPr>
            <p:cNvCxnSpPr>
              <a:cxnSpLocks noChangeShapeType="1"/>
            </p:cNvCxnSpPr>
            <p:nvPr/>
          </p:nvCxnSpPr>
          <p:spPr bwMode="auto">
            <a:xfrm flipV="1">
              <a:off x="4291854" y="3111530"/>
              <a:ext cx="183581" cy="208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38975" name="Text Box 39">
              <a:extLst>
                <a:ext uri="{FF2B5EF4-FFF2-40B4-BE49-F238E27FC236}">
                  <a16:creationId xmlns:a16="http://schemas.microsoft.com/office/drawing/2014/main" id="{2907D27D-E442-8458-80B6-049E988EFD69}"/>
                </a:ext>
              </a:extLst>
            </p:cNvPr>
            <p:cNvSpPr txBox="1">
              <a:spLocks noChangeArrowheads="1"/>
            </p:cNvSpPr>
            <p:nvPr/>
          </p:nvSpPr>
          <p:spPr bwMode="auto">
            <a:xfrm>
              <a:off x="4291854" y="3307106"/>
              <a:ext cx="500263" cy="40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a:t>
              </a:r>
              <a:r>
                <a:rPr lang="en-US" altLang="en-US" sz="2000" baseline="-25000"/>
                <a:t>1</a:t>
              </a:r>
              <a:endParaRPr lang="ru-RU" altLang="en-US" sz="2000"/>
            </a:p>
          </p:txBody>
        </p:sp>
        <p:cxnSp>
          <p:nvCxnSpPr>
            <p:cNvPr id="38976" name="Straight Connector 66">
              <a:extLst>
                <a:ext uri="{FF2B5EF4-FFF2-40B4-BE49-F238E27FC236}">
                  <a16:creationId xmlns:a16="http://schemas.microsoft.com/office/drawing/2014/main" id="{63864B5C-E52B-E9AC-18A2-B7DCFFC0D10B}"/>
                </a:ext>
              </a:extLst>
            </p:cNvPr>
            <p:cNvCxnSpPr>
              <a:cxnSpLocks noChangeShapeType="1"/>
            </p:cNvCxnSpPr>
            <p:nvPr/>
          </p:nvCxnSpPr>
          <p:spPr bwMode="auto">
            <a:xfrm flipV="1">
              <a:off x="6103307" y="3121092"/>
              <a:ext cx="183581" cy="208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38977" name="Line 9">
              <a:extLst>
                <a:ext uri="{FF2B5EF4-FFF2-40B4-BE49-F238E27FC236}">
                  <a16:creationId xmlns:a16="http://schemas.microsoft.com/office/drawing/2014/main" id="{77310E4F-94DA-3511-7802-BA9A23C97A33}"/>
                </a:ext>
              </a:extLst>
            </p:cNvPr>
            <p:cNvSpPr>
              <a:spLocks noChangeShapeType="1"/>
            </p:cNvSpPr>
            <p:nvPr/>
          </p:nvSpPr>
          <p:spPr bwMode="auto">
            <a:xfrm>
              <a:off x="6276836" y="3130299"/>
              <a:ext cx="0" cy="28055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78" name="Text Box 39">
              <a:extLst>
                <a:ext uri="{FF2B5EF4-FFF2-40B4-BE49-F238E27FC236}">
                  <a16:creationId xmlns:a16="http://schemas.microsoft.com/office/drawing/2014/main" id="{E91556F6-7F3B-7E00-AD59-F3A38E746C0C}"/>
                </a:ext>
              </a:extLst>
            </p:cNvPr>
            <p:cNvSpPr txBox="1">
              <a:spLocks noChangeArrowheads="1"/>
            </p:cNvSpPr>
            <p:nvPr/>
          </p:nvSpPr>
          <p:spPr bwMode="auto">
            <a:xfrm>
              <a:off x="6103307" y="3307106"/>
              <a:ext cx="500263" cy="40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a:t>
              </a:r>
              <a:r>
                <a:rPr lang="en-US" altLang="en-US" sz="2000" baseline="-25000"/>
                <a:t>2</a:t>
              </a:r>
              <a:endParaRPr lang="ru-RU" altLang="en-US" sz="2000"/>
            </a:p>
          </p:txBody>
        </p:sp>
        <p:cxnSp>
          <p:nvCxnSpPr>
            <p:cNvPr id="38979" name="Straight Connector 69">
              <a:extLst>
                <a:ext uri="{FF2B5EF4-FFF2-40B4-BE49-F238E27FC236}">
                  <a16:creationId xmlns:a16="http://schemas.microsoft.com/office/drawing/2014/main" id="{BF4DCFCB-9B52-1FAD-261E-7B5A71665578}"/>
                </a:ext>
              </a:extLst>
            </p:cNvPr>
            <p:cNvCxnSpPr>
              <a:cxnSpLocks noChangeShapeType="1"/>
            </p:cNvCxnSpPr>
            <p:nvPr/>
          </p:nvCxnSpPr>
          <p:spPr bwMode="auto">
            <a:xfrm flipV="1">
              <a:off x="7953243" y="3129257"/>
              <a:ext cx="183581" cy="208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38980" name="Line 9">
              <a:extLst>
                <a:ext uri="{FF2B5EF4-FFF2-40B4-BE49-F238E27FC236}">
                  <a16:creationId xmlns:a16="http://schemas.microsoft.com/office/drawing/2014/main" id="{21877E88-F274-7383-F077-29F6941854B1}"/>
                </a:ext>
              </a:extLst>
            </p:cNvPr>
            <p:cNvSpPr>
              <a:spLocks noChangeShapeType="1"/>
            </p:cNvSpPr>
            <p:nvPr/>
          </p:nvSpPr>
          <p:spPr bwMode="auto">
            <a:xfrm>
              <a:off x="8133630" y="3139465"/>
              <a:ext cx="0" cy="28055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38981" name="Text Box 39">
              <a:extLst>
                <a:ext uri="{FF2B5EF4-FFF2-40B4-BE49-F238E27FC236}">
                  <a16:creationId xmlns:a16="http://schemas.microsoft.com/office/drawing/2014/main" id="{2F7D3642-215B-C6BF-C711-5E814A271627}"/>
                </a:ext>
              </a:extLst>
            </p:cNvPr>
            <p:cNvSpPr txBox="1">
              <a:spLocks noChangeArrowheads="1"/>
            </p:cNvSpPr>
            <p:nvPr/>
          </p:nvSpPr>
          <p:spPr bwMode="auto">
            <a:xfrm>
              <a:off x="7975826" y="3327891"/>
              <a:ext cx="500263" cy="40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a:t>
              </a:r>
              <a:r>
                <a:rPr lang="en-US" altLang="en-US" sz="2000" baseline="-25000"/>
                <a:t>2</a:t>
              </a:r>
              <a:endParaRPr lang="ru-RU" altLang="en-US" sz="2000"/>
            </a:p>
          </p:txBody>
        </p:sp>
      </p:grpSp>
      <p:sp>
        <p:nvSpPr>
          <p:cNvPr id="2" name="Title 1">
            <a:extLst>
              <a:ext uri="{FF2B5EF4-FFF2-40B4-BE49-F238E27FC236}">
                <a16:creationId xmlns:a16="http://schemas.microsoft.com/office/drawing/2014/main" id="{BC336D22-2358-AB80-E054-3CF1796297A5}"/>
              </a:ext>
            </a:extLst>
          </p:cNvPr>
          <p:cNvSpPr>
            <a:spLocks noGrp="1"/>
          </p:cNvSpPr>
          <p:nvPr>
            <p:ph type="title"/>
          </p:nvPr>
        </p:nvSpPr>
        <p:spPr/>
        <p:txBody>
          <a:bodyPr>
            <a:normAutofit/>
          </a:bodyPr>
          <a:lstStyle/>
          <a:p>
            <a:r>
              <a:rPr lang="en-US" dirty="0"/>
              <a:t>Carry Look-Ahead Adders (2)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a:extLst>
              <a:ext uri="{FF2B5EF4-FFF2-40B4-BE49-F238E27FC236}">
                <a16:creationId xmlns:a16="http://schemas.microsoft.com/office/drawing/2014/main" id="{5A5A91C9-E29E-8F20-813D-87840B3A1397}"/>
              </a:ext>
            </a:extLst>
          </p:cNvPr>
          <p:cNvSpPr>
            <a:spLocks noGrp="1" noChangeArrowheads="1"/>
          </p:cNvSpPr>
          <p:nvPr>
            <p:ph type="title"/>
          </p:nvPr>
        </p:nvSpPr>
        <p:spPr/>
        <p:txBody>
          <a:bodyPr/>
          <a:lstStyle/>
          <a:p>
            <a:r>
              <a:rPr lang="en-US" altLang="en-US"/>
              <a:t>One Stage of a Carry Look-Ahead Adder</a:t>
            </a:r>
            <a:endParaRPr lang="ru-RU" altLang="en-US"/>
          </a:p>
        </p:txBody>
      </p:sp>
      <p:grpSp>
        <p:nvGrpSpPr>
          <p:cNvPr id="39939" name="Group 37">
            <a:extLst>
              <a:ext uri="{FF2B5EF4-FFF2-40B4-BE49-F238E27FC236}">
                <a16:creationId xmlns:a16="http://schemas.microsoft.com/office/drawing/2014/main" id="{AE00608A-C9C8-B4F2-C06B-0F3C9445ABE9}"/>
              </a:ext>
            </a:extLst>
          </p:cNvPr>
          <p:cNvGrpSpPr>
            <a:grpSpLocks/>
          </p:cNvGrpSpPr>
          <p:nvPr/>
        </p:nvGrpSpPr>
        <p:grpSpPr bwMode="auto">
          <a:xfrm>
            <a:off x="3789363" y="1968501"/>
            <a:ext cx="4773612" cy="3465513"/>
            <a:chOff x="2265363" y="1968500"/>
            <a:chExt cx="4773612" cy="3465513"/>
          </a:xfrm>
        </p:grpSpPr>
        <p:sp>
          <p:nvSpPr>
            <p:cNvPr id="39940" name="AutoShape 26">
              <a:extLst>
                <a:ext uri="{FF2B5EF4-FFF2-40B4-BE49-F238E27FC236}">
                  <a16:creationId xmlns:a16="http://schemas.microsoft.com/office/drawing/2014/main" id="{BB9970B3-3F62-8143-3618-03985EBF2BA8}"/>
                </a:ext>
              </a:extLst>
            </p:cNvPr>
            <p:cNvSpPr>
              <a:spLocks noChangeArrowheads="1"/>
            </p:cNvSpPr>
            <p:nvPr/>
          </p:nvSpPr>
          <p:spPr bwMode="auto">
            <a:xfrm flipH="1">
              <a:off x="5381625" y="2281734"/>
              <a:ext cx="601663" cy="544116"/>
            </a:xfrm>
            <a:prstGeom prst="moon">
              <a:avLst>
                <a:gd name="adj" fmla="val 84819"/>
              </a:avLst>
            </a:prstGeom>
            <a:solidFill>
              <a:schemeClr val="accent1"/>
            </a:solidFill>
            <a:ln w="12700">
              <a:solidFill>
                <a:schemeClr val="tx1"/>
              </a:solidFill>
              <a:miter lim="800000"/>
              <a:headEnd/>
              <a:tailEnd/>
            </a:ln>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8917" name="AutoShape 26">
              <a:extLst>
                <a:ext uri="{FF2B5EF4-FFF2-40B4-BE49-F238E27FC236}">
                  <a16:creationId xmlns:a16="http://schemas.microsoft.com/office/drawing/2014/main" id="{73B4260C-0910-4565-A44E-0B8D09A1CB01}"/>
                </a:ext>
              </a:extLst>
            </p:cNvPr>
            <p:cNvSpPr>
              <a:spLocks noChangeArrowheads="1"/>
            </p:cNvSpPr>
            <p:nvPr/>
          </p:nvSpPr>
          <p:spPr bwMode="auto">
            <a:xfrm flipH="1">
              <a:off x="3228975" y="2179638"/>
              <a:ext cx="601663" cy="544512"/>
            </a:xfrm>
            <a:prstGeom prst="moon">
              <a:avLst>
                <a:gd name="adj" fmla="val 84819"/>
              </a:avLst>
            </a:prstGeom>
            <a:solidFill>
              <a:schemeClr val="accent1">
                <a:lumMod val="60000"/>
                <a:lumOff val="40000"/>
              </a:schemeClr>
            </a:solidFill>
            <a:ln w="1905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39942" name="AutoShape 25">
              <a:extLst>
                <a:ext uri="{FF2B5EF4-FFF2-40B4-BE49-F238E27FC236}">
                  <a16:creationId xmlns:a16="http://schemas.microsoft.com/office/drawing/2014/main" id="{B69EA5EF-FBDC-A3EE-00A9-2B8D8F7CDF2D}"/>
                </a:ext>
              </a:extLst>
            </p:cNvPr>
            <p:cNvSpPr>
              <a:spLocks noChangeArrowheads="1"/>
            </p:cNvSpPr>
            <p:nvPr/>
          </p:nvSpPr>
          <p:spPr bwMode="auto">
            <a:xfrm flipH="1">
              <a:off x="3314700" y="2180264"/>
              <a:ext cx="515938" cy="544116"/>
            </a:xfrm>
            <a:prstGeom prst="moon">
              <a:avLst>
                <a:gd name="adj" fmla="val 84819"/>
              </a:avLst>
            </a:prstGeom>
            <a:noFill/>
            <a:ln w="127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38919" name="AutoShape 25">
              <a:extLst>
                <a:ext uri="{FF2B5EF4-FFF2-40B4-BE49-F238E27FC236}">
                  <a16:creationId xmlns:a16="http://schemas.microsoft.com/office/drawing/2014/main" id="{5608A875-7502-4B2C-95F9-64EEBEB2BE77}"/>
                </a:ext>
              </a:extLst>
            </p:cNvPr>
            <p:cNvSpPr>
              <a:spLocks noChangeArrowheads="1"/>
            </p:cNvSpPr>
            <p:nvPr/>
          </p:nvSpPr>
          <p:spPr bwMode="auto">
            <a:xfrm flipH="1">
              <a:off x="5467350" y="2281238"/>
              <a:ext cx="515938" cy="544512"/>
            </a:xfrm>
            <a:prstGeom prst="moon">
              <a:avLst>
                <a:gd name="adj" fmla="val 84819"/>
              </a:avLst>
            </a:prstGeom>
            <a:solidFill>
              <a:schemeClr val="accent1">
                <a:lumMod val="60000"/>
                <a:lumOff val="40000"/>
              </a:schemeClr>
            </a:solidFill>
            <a:ln w="1905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39944" name="Line 11">
              <a:extLst>
                <a:ext uri="{FF2B5EF4-FFF2-40B4-BE49-F238E27FC236}">
                  <a16:creationId xmlns:a16="http://schemas.microsoft.com/office/drawing/2014/main" id="{E749F351-80EF-8612-43E3-80115131D2A2}"/>
                </a:ext>
              </a:extLst>
            </p:cNvPr>
            <p:cNvSpPr>
              <a:spLocks noChangeShapeType="1"/>
            </p:cNvSpPr>
            <p:nvPr/>
          </p:nvSpPr>
          <p:spPr bwMode="auto">
            <a:xfrm>
              <a:off x="2814638" y="2315558"/>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5" name="Line 12">
              <a:extLst>
                <a:ext uri="{FF2B5EF4-FFF2-40B4-BE49-F238E27FC236}">
                  <a16:creationId xmlns:a16="http://schemas.microsoft.com/office/drawing/2014/main" id="{8C50738F-C55B-73A0-4816-32CB4EDDCD10}"/>
                </a:ext>
              </a:extLst>
            </p:cNvPr>
            <p:cNvSpPr>
              <a:spLocks noChangeShapeType="1"/>
            </p:cNvSpPr>
            <p:nvPr/>
          </p:nvSpPr>
          <p:spPr bwMode="auto">
            <a:xfrm>
              <a:off x="2819400" y="2580263"/>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6" name="Line 13">
              <a:extLst>
                <a:ext uri="{FF2B5EF4-FFF2-40B4-BE49-F238E27FC236}">
                  <a16:creationId xmlns:a16="http://schemas.microsoft.com/office/drawing/2014/main" id="{9F30AB1F-0D78-9650-D600-235AA2511A55}"/>
                </a:ext>
              </a:extLst>
            </p:cNvPr>
            <p:cNvSpPr>
              <a:spLocks noChangeShapeType="1"/>
            </p:cNvSpPr>
            <p:nvPr/>
          </p:nvSpPr>
          <p:spPr bwMode="auto">
            <a:xfrm>
              <a:off x="3838575" y="2455263"/>
              <a:ext cx="1600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8923" name="Rectangle 14">
              <a:extLst>
                <a:ext uri="{FF2B5EF4-FFF2-40B4-BE49-F238E27FC236}">
                  <a16:creationId xmlns:a16="http://schemas.microsoft.com/office/drawing/2014/main" id="{7052D531-9CC4-4D8F-8895-EA098D45AEDF}"/>
                </a:ext>
              </a:extLst>
            </p:cNvPr>
            <p:cNvSpPr>
              <a:spLocks noChangeArrowheads="1"/>
            </p:cNvSpPr>
            <p:nvPr/>
          </p:nvSpPr>
          <p:spPr bwMode="auto">
            <a:xfrm>
              <a:off x="3152775" y="3217863"/>
              <a:ext cx="1371600" cy="2216150"/>
            </a:xfrm>
            <a:prstGeom prst="rect">
              <a:avLst/>
            </a:prstGeom>
            <a:solidFill>
              <a:schemeClr val="accent1">
                <a:lumMod val="60000"/>
                <a:lumOff val="40000"/>
              </a:schemeClr>
            </a:solidFill>
            <a:ln w="19050">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39948" name="Line 15">
              <a:extLst>
                <a:ext uri="{FF2B5EF4-FFF2-40B4-BE49-F238E27FC236}">
                  <a16:creationId xmlns:a16="http://schemas.microsoft.com/office/drawing/2014/main" id="{A008208A-B0D8-445A-EF38-E2144C06F65F}"/>
                </a:ext>
              </a:extLst>
            </p:cNvPr>
            <p:cNvSpPr>
              <a:spLocks noChangeShapeType="1"/>
            </p:cNvSpPr>
            <p:nvPr/>
          </p:nvSpPr>
          <p:spPr bwMode="auto">
            <a:xfrm>
              <a:off x="2695575" y="3353136"/>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49" name="Line 16">
              <a:extLst>
                <a:ext uri="{FF2B5EF4-FFF2-40B4-BE49-F238E27FC236}">
                  <a16:creationId xmlns:a16="http://schemas.microsoft.com/office/drawing/2014/main" id="{758A1B66-DF61-B9F6-2215-FA15B6DB1666}"/>
                </a:ext>
              </a:extLst>
            </p:cNvPr>
            <p:cNvSpPr>
              <a:spLocks noChangeShapeType="1"/>
            </p:cNvSpPr>
            <p:nvPr/>
          </p:nvSpPr>
          <p:spPr bwMode="auto">
            <a:xfrm>
              <a:off x="2695575" y="3964899"/>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0" name="Text Box 19">
              <a:extLst>
                <a:ext uri="{FF2B5EF4-FFF2-40B4-BE49-F238E27FC236}">
                  <a16:creationId xmlns:a16="http://schemas.microsoft.com/office/drawing/2014/main" id="{50137493-23E5-AE3C-3A51-3799B5700DCE}"/>
                </a:ext>
              </a:extLst>
            </p:cNvPr>
            <p:cNvSpPr txBox="1">
              <a:spLocks noChangeArrowheads="1"/>
            </p:cNvSpPr>
            <p:nvPr/>
          </p:nvSpPr>
          <p:spPr bwMode="auto">
            <a:xfrm>
              <a:off x="2738438" y="3285489"/>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800">
                  <a:sym typeface="Symbol" panose="05050102010706020507" pitchFamily="18" charset="2"/>
                </a:rPr>
                <a:t></a:t>
              </a:r>
            </a:p>
          </p:txBody>
        </p:sp>
        <p:sp>
          <p:nvSpPr>
            <p:cNvPr id="39951" name="Text Box 20">
              <a:extLst>
                <a:ext uri="{FF2B5EF4-FFF2-40B4-BE49-F238E27FC236}">
                  <a16:creationId xmlns:a16="http://schemas.microsoft.com/office/drawing/2014/main" id="{C4F41DAE-C7D9-6A29-F6D7-A22FB4B77619}"/>
                </a:ext>
              </a:extLst>
            </p:cNvPr>
            <p:cNvSpPr txBox="1">
              <a:spLocks noChangeArrowheads="1"/>
            </p:cNvSpPr>
            <p:nvPr/>
          </p:nvSpPr>
          <p:spPr bwMode="auto">
            <a:xfrm>
              <a:off x="2738438" y="3450195"/>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800">
                  <a:sym typeface="Symbol" panose="05050102010706020507" pitchFamily="18" charset="2"/>
                </a:rPr>
                <a:t></a:t>
              </a:r>
            </a:p>
          </p:txBody>
        </p:sp>
        <p:sp>
          <p:nvSpPr>
            <p:cNvPr id="39952" name="Text Box 21">
              <a:extLst>
                <a:ext uri="{FF2B5EF4-FFF2-40B4-BE49-F238E27FC236}">
                  <a16:creationId xmlns:a16="http://schemas.microsoft.com/office/drawing/2014/main" id="{1E797647-93F2-D8CD-4049-92DC71A69400}"/>
                </a:ext>
              </a:extLst>
            </p:cNvPr>
            <p:cNvSpPr txBox="1">
              <a:spLocks noChangeArrowheads="1"/>
            </p:cNvSpPr>
            <p:nvPr/>
          </p:nvSpPr>
          <p:spPr bwMode="auto">
            <a:xfrm>
              <a:off x="3152963" y="3782547"/>
              <a:ext cx="13716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b="1">
                  <a:sym typeface="Symbol" panose="05050102010706020507" pitchFamily="18" charset="2"/>
                </a:rPr>
                <a:t>Carry</a:t>
              </a:r>
              <a:br>
                <a:rPr lang="en-US" altLang="en-US" sz="1600" b="1">
                  <a:sym typeface="Symbol" panose="05050102010706020507" pitchFamily="18" charset="2"/>
                </a:rPr>
              </a:br>
              <a:r>
                <a:rPr lang="en-US" altLang="en-US" sz="1600" b="1">
                  <a:sym typeface="Symbol" panose="05050102010706020507" pitchFamily="18" charset="2"/>
                </a:rPr>
                <a:t>Look-ahead</a:t>
              </a:r>
            </a:p>
            <a:p>
              <a:pPr algn="ctr" eaLnBrk="1" hangingPunct="1"/>
              <a:r>
                <a:rPr lang="en-US" altLang="en-US" sz="1600" b="1">
                  <a:sym typeface="Symbol" panose="05050102010706020507" pitchFamily="18" charset="2"/>
                </a:rPr>
                <a:t>Logic</a:t>
              </a:r>
              <a:endParaRPr lang="ru-RU" altLang="en-US" sz="1600" b="1">
                <a:sym typeface="Symbol" panose="05050102010706020507" pitchFamily="18" charset="2"/>
              </a:endParaRPr>
            </a:p>
          </p:txBody>
        </p:sp>
        <p:sp>
          <p:nvSpPr>
            <p:cNvPr id="39953" name="Text Box 22">
              <a:extLst>
                <a:ext uri="{FF2B5EF4-FFF2-40B4-BE49-F238E27FC236}">
                  <a16:creationId xmlns:a16="http://schemas.microsoft.com/office/drawing/2014/main" id="{9C964D81-F62D-C011-F05F-A45C86F4DC62}"/>
                </a:ext>
              </a:extLst>
            </p:cNvPr>
            <p:cNvSpPr txBox="1">
              <a:spLocks noChangeArrowheads="1"/>
            </p:cNvSpPr>
            <p:nvPr/>
          </p:nvSpPr>
          <p:spPr bwMode="auto">
            <a:xfrm>
              <a:off x="2743200" y="3609018"/>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800">
                  <a:sym typeface="Symbol" panose="05050102010706020507" pitchFamily="18" charset="2"/>
                </a:rPr>
                <a:t></a:t>
              </a:r>
            </a:p>
          </p:txBody>
        </p:sp>
        <p:sp>
          <p:nvSpPr>
            <p:cNvPr id="39954" name="Line 23">
              <a:extLst>
                <a:ext uri="{FF2B5EF4-FFF2-40B4-BE49-F238E27FC236}">
                  <a16:creationId xmlns:a16="http://schemas.microsoft.com/office/drawing/2014/main" id="{C5708B5A-209C-6333-7EA3-531DEC299202}"/>
                </a:ext>
              </a:extLst>
            </p:cNvPr>
            <p:cNvSpPr>
              <a:spLocks noChangeShapeType="1"/>
            </p:cNvSpPr>
            <p:nvPr/>
          </p:nvSpPr>
          <p:spPr bwMode="auto">
            <a:xfrm>
              <a:off x="2700338" y="4176664"/>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5" name="Line 24">
              <a:extLst>
                <a:ext uri="{FF2B5EF4-FFF2-40B4-BE49-F238E27FC236}">
                  <a16:creationId xmlns:a16="http://schemas.microsoft.com/office/drawing/2014/main" id="{F05789C3-559C-83EF-6499-52ADD6A33731}"/>
                </a:ext>
              </a:extLst>
            </p:cNvPr>
            <p:cNvSpPr>
              <a:spLocks noChangeShapeType="1"/>
            </p:cNvSpPr>
            <p:nvPr/>
          </p:nvSpPr>
          <p:spPr bwMode="auto">
            <a:xfrm>
              <a:off x="2700338" y="4788427"/>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56" name="Text Box 25">
              <a:extLst>
                <a:ext uri="{FF2B5EF4-FFF2-40B4-BE49-F238E27FC236}">
                  <a16:creationId xmlns:a16="http://schemas.microsoft.com/office/drawing/2014/main" id="{25052F84-FE26-F0D9-0AFD-F364BE8768A7}"/>
                </a:ext>
              </a:extLst>
            </p:cNvPr>
            <p:cNvSpPr txBox="1">
              <a:spLocks noChangeArrowheads="1"/>
            </p:cNvSpPr>
            <p:nvPr/>
          </p:nvSpPr>
          <p:spPr bwMode="auto">
            <a:xfrm>
              <a:off x="2743200" y="4109017"/>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800">
                  <a:sym typeface="Symbol" panose="05050102010706020507" pitchFamily="18" charset="2"/>
                </a:rPr>
                <a:t></a:t>
              </a:r>
            </a:p>
          </p:txBody>
        </p:sp>
        <p:sp>
          <p:nvSpPr>
            <p:cNvPr id="39957" name="Text Box 26">
              <a:extLst>
                <a:ext uri="{FF2B5EF4-FFF2-40B4-BE49-F238E27FC236}">
                  <a16:creationId xmlns:a16="http://schemas.microsoft.com/office/drawing/2014/main" id="{25D583A7-B28F-29B0-0B85-10AF8CC913F0}"/>
                </a:ext>
              </a:extLst>
            </p:cNvPr>
            <p:cNvSpPr txBox="1">
              <a:spLocks noChangeArrowheads="1"/>
            </p:cNvSpPr>
            <p:nvPr/>
          </p:nvSpPr>
          <p:spPr bwMode="auto">
            <a:xfrm>
              <a:off x="2743200" y="4273722"/>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800">
                  <a:sym typeface="Symbol" panose="05050102010706020507" pitchFamily="18" charset="2"/>
                </a:rPr>
                <a:t></a:t>
              </a:r>
            </a:p>
          </p:txBody>
        </p:sp>
        <p:sp>
          <p:nvSpPr>
            <p:cNvPr id="39958" name="Text Box 27">
              <a:extLst>
                <a:ext uri="{FF2B5EF4-FFF2-40B4-BE49-F238E27FC236}">
                  <a16:creationId xmlns:a16="http://schemas.microsoft.com/office/drawing/2014/main" id="{DD39843D-4EF8-9B64-DF5D-4CC8C041F7C5}"/>
                </a:ext>
              </a:extLst>
            </p:cNvPr>
            <p:cNvSpPr txBox="1">
              <a:spLocks noChangeArrowheads="1"/>
            </p:cNvSpPr>
            <p:nvPr/>
          </p:nvSpPr>
          <p:spPr bwMode="auto">
            <a:xfrm>
              <a:off x="2743200" y="4419600"/>
              <a:ext cx="457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ru-RU" altLang="en-US" sz="1800">
                  <a:sym typeface="Symbol" panose="05050102010706020507" pitchFamily="18" charset="2"/>
                </a:rPr>
                <a:t></a:t>
              </a:r>
            </a:p>
          </p:txBody>
        </p:sp>
        <p:sp>
          <p:nvSpPr>
            <p:cNvPr id="39959" name="Line 28">
              <a:extLst>
                <a:ext uri="{FF2B5EF4-FFF2-40B4-BE49-F238E27FC236}">
                  <a16:creationId xmlns:a16="http://schemas.microsoft.com/office/drawing/2014/main" id="{86DD2FB9-87C2-8862-21C6-1E4A6C836343}"/>
                </a:ext>
              </a:extLst>
            </p:cNvPr>
            <p:cNvSpPr>
              <a:spLocks noChangeShapeType="1"/>
            </p:cNvSpPr>
            <p:nvPr/>
          </p:nvSpPr>
          <p:spPr bwMode="auto">
            <a:xfrm>
              <a:off x="4524375" y="4214363"/>
              <a:ext cx="460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60" name="Line 29">
              <a:extLst>
                <a:ext uri="{FF2B5EF4-FFF2-40B4-BE49-F238E27FC236}">
                  <a16:creationId xmlns:a16="http://schemas.microsoft.com/office/drawing/2014/main" id="{A4191C19-8402-354C-4658-E9B5F5454743}"/>
                </a:ext>
              </a:extLst>
            </p:cNvPr>
            <p:cNvSpPr>
              <a:spLocks noChangeShapeType="1"/>
            </p:cNvSpPr>
            <p:nvPr/>
          </p:nvSpPr>
          <p:spPr bwMode="auto">
            <a:xfrm>
              <a:off x="4973638" y="2711680"/>
              <a:ext cx="0" cy="14996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61" name="Line 30">
              <a:extLst>
                <a:ext uri="{FF2B5EF4-FFF2-40B4-BE49-F238E27FC236}">
                  <a16:creationId xmlns:a16="http://schemas.microsoft.com/office/drawing/2014/main" id="{36930489-6466-608F-C2DB-C686F26166CD}"/>
                </a:ext>
              </a:extLst>
            </p:cNvPr>
            <p:cNvSpPr>
              <a:spLocks noChangeShapeType="1"/>
            </p:cNvSpPr>
            <p:nvPr/>
          </p:nvSpPr>
          <p:spPr bwMode="auto">
            <a:xfrm>
              <a:off x="4981575" y="2719969"/>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62" name="Line 31">
              <a:extLst>
                <a:ext uri="{FF2B5EF4-FFF2-40B4-BE49-F238E27FC236}">
                  <a16:creationId xmlns:a16="http://schemas.microsoft.com/office/drawing/2014/main" id="{A3206340-53A0-57A9-F5CC-4F69D6ADDAF9}"/>
                </a:ext>
              </a:extLst>
            </p:cNvPr>
            <p:cNvSpPr>
              <a:spLocks noChangeShapeType="1"/>
            </p:cNvSpPr>
            <p:nvPr/>
          </p:nvSpPr>
          <p:spPr bwMode="auto">
            <a:xfrm>
              <a:off x="5972175" y="2565557"/>
              <a:ext cx="4603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63" name="Text Box 32">
              <a:extLst>
                <a:ext uri="{FF2B5EF4-FFF2-40B4-BE49-F238E27FC236}">
                  <a16:creationId xmlns:a16="http://schemas.microsoft.com/office/drawing/2014/main" id="{96EFFC72-C190-B228-C53E-FF6910A26F23}"/>
                </a:ext>
              </a:extLst>
            </p:cNvPr>
            <p:cNvSpPr txBox="1">
              <a:spLocks noChangeArrowheads="1"/>
            </p:cNvSpPr>
            <p:nvPr/>
          </p:nvSpPr>
          <p:spPr bwMode="auto">
            <a:xfrm>
              <a:off x="2454275" y="1968500"/>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r>
                <a:rPr lang="en-US" altLang="en-US" sz="2000" baseline="-25000"/>
                <a:t>i</a:t>
              </a:r>
              <a:endParaRPr lang="ru-RU" altLang="en-US" sz="2000"/>
            </a:p>
          </p:txBody>
        </p:sp>
        <p:sp>
          <p:nvSpPr>
            <p:cNvPr id="39964" name="Text Box 33">
              <a:extLst>
                <a:ext uri="{FF2B5EF4-FFF2-40B4-BE49-F238E27FC236}">
                  <a16:creationId xmlns:a16="http://schemas.microsoft.com/office/drawing/2014/main" id="{235A6039-E7DE-F1B2-B21F-1D7F4DDA8B2F}"/>
                </a:ext>
              </a:extLst>
            </p:cNvPr>
            <p:cNvSpPr txBox="1">
              <a:spLocks noChangeArrowheads="1"/>
            </p:cNvSpPr>
            <p:nvPr/>
          </p:nvSpPr>
          <p:spPr bwMode="auto">
            <a:xfrm>
              <a:off x="2460178" y="2269516"/>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r>
                <a:rPr lang="en-US" altLang="en-US" sz="2000" baseline="-25000"/>
                <a:t>i</a:t>
              </a:r>
              <a:endParaRPr lang="ru-RU" altLang="en-US" sz="2000"/>
            </a:p>
          </p:txBody>
        </p:sp>
        <p:sp>
          <p:nvSpPr>
            <p:cNvPr id="39965" name="Text Box 34">
              <a:extLst>
                <a:ext uri="{FF2B5EF4-FFF2-40B4-BE49-F238E27FC236}">
                  <a16:creationId xmlns:a16="http://schemas.microsoft.com/office/drawing/2014/main" id="{D2E7A472-13FA-E7AD-EAA5-A59D27E72F1E}"/>
                </a:ext>
              </a:extLst>
            </p:cNvPr>
            <p:cNvSpPr txBox="1">
              <a:spLocks noChangeArrowheads="1"/>
            </p:cNvSpPr>
            <p:nvPr/>
          </p:nvSpPr>
          <p:spPr bwMode="auto">
            <a:xfrm>
              <a:off x="4876800" y="2089088"/>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hs</a:t>
              </a:r>
              <a:r>
                <a:rPr lang="en-US" altLang="en-US" sz="2000" baseline="-25000"/>
                <a:t>i</a:t>
              </a:r>
              <a:endParaRPr lang="ru-RU" altLang="en-US" sz="2000"/>
            </a:p>
          </p:txBody>
        </p:sp>
        <p:sp>
          <p:nvSpPr>
            <p:cNvPr id="39966" name="Text Box 35">
              <a:extLst>
                <a:ext uri="{FF2B5EF4-FFF2-40B4-BE49-F238E27FC236}">
                  <a16:creationId xmlns:a16="http://schemas.microsoft.com/office/drawing/2014/main" id="{22011C61-D680-86CF-7155-E9A1F1406071}"/>
                </a:ext>
              </a:extLst>
            </p:cNvPr>
            <p:cNvSpPr txBox="1">
              <a:spLocks noChangeArrowheads="1"/>
            </p:cNvSpPr>
            <p:nvPr/>
          </p:nvSpPr>
          <p:spPr bwMode="auto">
            <a:xfrm>
              <a:off x="4908751" y="2353793"/>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i</a:t>
              </a:r>
              <a:endParaRPr lang="ru-RU" altLang="en-US" sz="2000"/>
            </a:p>
          </p:txBody>
        </p:sp>
        <p:sp>
          <p:nvSpPr>
            <p:cNvPr id="39967" name="Text Box 36">
              <a:extLst>
                <a:ext uri="{FF2B5EF4-FFF2-40B4-BE49-F238E27FC236}">
                  <a16:creationId xmlns:a16="http://schemas.microsoft.com/office/drawing/2014/main" id="{EE425664-7A32-FB88-FA84-6B25383A9832}"/>
                </a:ext>
              </a:extLst>
            </p:cNvPr>
            <p:cNvSpPr txBox="1">
              <a:spLocks noChangeArrowheads="1"/>
            </p:cNvSpPr>
            <p:nvPr/>
          </p:nvSpPr>
          <p:spPr bwMode="auto">
            <a:xfrm>
              <a:off x="2316163" y="3122255"/>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r>
                <a:rPr lang="en-US" altLang="en-US" sz="2000" baseline="-25000"/>
                <a:t>0</a:t>
              </a:r>
              <a:endParaRPr lang="ru-RU" altLang="en-US" sz="2000"/>
            </a:p>
          </p:txBody>
        </p:sp>
        <p:sp>
          <p:nvSpPr>
            <p:cNvPr id="39968" name="Text Box 37">
              <a:extLst>
                <a:ext uri="{FF2B5EF4-FFF2-40B4-BE49-F238E27FC236}">
                  <a16:creationId xmlns:a16="http://schemas.microsoft.com/office/drawing/2014/main" id="{73827C16-9188-184C-6B45-FA51447CAC04}"/>
                </a:ext>
              </a:extLst>
            </p:cNvPr>
            <p:cNvSpPr txBox="1">
              <a:spLocks noChangeArrowheads="1"/>
            </p:cNvSpPr>
            <p:nvPr/>
          </p:nvSpPr>
          <p:spPr bwMode="auto">
            <a:xfrm>
              <a:off x="2286000" y="3681077"/>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a:t>
              </a:r>
              <a:r>
                <a:rPr lang="en-US" altLang="en-US" sz="2000" baseline="-25000"/>
                <a:t>i-1</a:t>
              </a:r>
              <a:endParaRPr lang="ru-RU" altLang="en-US" sz="2000"/>
            </a:p>
          </p:txBody>
        </p:sp>
        <p:sp>
          <p:nvSpPr>
            <p:cNvPr id="39969" name="Text Box 38">
              <a:extLst>
                <a:ext uri="{FF2B5EF4-FFF2-40B4-BE49-F238E27FC236}">
                  <a16:creationId xmlns:a16="http://schemas.microsoft.com/office/drawing/2014/main" id="{1E301583-9B08-6118-EA90-FD640A11A667}"/>
                </a:ext>
              </a:extLst>
            </p:cNvPr>
            <p:cNvSpPr txBox="1">
              <a:spLocks noChangeArrowheads="1"/>
            </p:cNvSpPr>
            <p:nvPr/>
          </p:nvSpPr>
          <p:spPr bwMode="auto">
            <a:xfrm>
              <a:off x="2287588" y="3998723"/>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r>
                <a:rPr lang="en-US" altLang="en-US" sz="2000" baseline="-25000"/>
                <a:t>0</a:t>
              </a:r>
              <a:endParaRPr lang="ru-RU" altLang="en-US" sz="2000"/>
            </a:p>
          </p:txBody>
        </p:sp>
        <p:sp>
          <p:nvSpPr>
            <p:cNvPr id="39970" name="Text Box 39">
              <a:extLst>
                <a:ext uri="{FF2B5EF4-FFF2-40B4-BE49-F238E27FC236}">
                  <a16:creationId xmlns:a16="http://schemas.microsoft.com/office/drawing/2014/main" id="{E98946FB-7F82-3945-BD62-B2992E70A485}"/>
                </a:ext>
              </a:extLst>
            </p:cNvPr>
            <p:cNvSpPr txBox="1">
              <a:spLocks noChangeArrowheads="1"/>
            </p:cNvSpPr>
            <p:nvPr/>
          </p:nvSpPr>
          <p:spPr bwMode="auto">
            <a:xfrm>
              <a:off x="2278063" y="4663427"/>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b</a:t>
              </a:r>
              <a:r>
                <a:rPr lang="en-US" altLang="en-US" sz="2000" baseline="-25000"/>
                <a:t>i-1</a:t>
              </a:r>
              <a:endParaRPr lang="ru-RU" altLang="en-US" sz="2000"/>
            </a:p>
          </p:txBody>
        </p:sp>
        <p:sp>
          <p:nvSpPr>
            <p:cNvPr id="39971" name="Text Box 40">
              <a:extLst>
                <a:ext uri="{FF2B5EF4-FFF2-40B4-BE49-F238E27FC236}">
                  <a16:creationId xmlns:a16="http://schemas.microsoft.com/office/drawing/2014/main" id="{4534CCB3-300C-B4B4-133D-C8184EB5474A}"/>
                </a:ext>
              </a:extLst>
            </p:cNvPr>
            <p:cNvSpPr txBox="1">
              <a:spLocks noChangeArrowheads="1"/>
            </p:cNvSpPr>
            <p:nvPr/>
          </p:nvSpPr>
          <p:spPr bwMode="auto">
            <a:xfrm>
              <a:off x="6429375" y="2311955"/>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a:t>
              </a:r>
              <a:r>
                <a:rPr lang="en-US" altLang="en-US" sz="2000" baseline="-25000"/>
                <a:t>i</a:t>
              </a:r>
              <a:endParaRPr lang="ru-RU" altLang="en-US" sz="2000"/>
            </a:p>
          </p:txBody>
        </p:sp>
        <p:sp>
          <p:nvSpPr>
            <p:cNvPr id="39972" name="Line 24">
              <a:extLst>
                <a:ext uri="{FF2B5EF4-FFF2-40B4-BE49-F238E27FC236}">
                  <a16:creationId xmlns:a16="http://schemas.microsoft.com/office/drawing/2014/main" id="{EC73815D-2088-D81B-5EBD-A9C4B1F3938A}"/>
                </a:ext>
              </a:extLst>
            </p:cNvPr>
            <p:cNvSpPr>
              <a:spLocks noChangeShapeType="1"/>
            </p:cNvSpPr>
            <p:nvPr/>
          </p:nvSpPr>
          <p:spPr bwMode="auto">
            <a:xfrm>
              <a:off x="2700338" y="5153131"/>
              <a:ext cx="4572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9973" name="Text Box 35">
              <a:extLst>
                <a:ext uri="{FF2B5EF4-FFF2-40B4-BE49-F238E27FC236}">
                  <a16:creationId xmlns:a16="http://schemas.microsoft.com/office/drawing/2014/main" id="{DBC3BCFE-D27E-995A-DB64-B5BDF51603A0}"/>
                </a:ext>
              </a:extLst>
            </p:cNvPr>
            <p:cNvSpPr txBox="1">
              <a:spLocks noChangeArrowheads="1"/>
            </p:cNvSpPr>
            <p:nvPr/>
          </p:nvSpPr>
          <p:spPr bwMode="auto">
            <a:xfrm>
              <a:off x="2265363" y="4926661"/>
              <a:ext cx="6096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t>
              </a:r>
              <a:r>
                <a:rPr lang="en-US" altLang="en-US" sz="2000" baseline="-25000"/>
                <a:t>0</a:t>
              </a:r>
              <a:endParaRPr lang="ru-RU" altLang="en-US" sz="200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A9B2C92-357D-7C39-6891-466DA8A8EB31}"/>
              </a:ext>
            </a:extLst>
          </p:cNvPr>
          <p:cNvSpPr>
            <a:spLocks noGrp="1"/>
          </p:cNvSpPr>
          <p:nvPr>
            <p:ph type="title"/>
          </p:nvPr>
        </p:nvSpPr>
        <p:spPr/>
        <p:txBody>
          <a:bodyPr>
            <a:normAutofit/>
          </a:bodyPr>
          <a:lstStyle/>
          <a:p>
            <a:r>
              <a:rPr lang="en-US" dirty="0"/>
              <a:t>CRU (Carry Unit)</a:t>
            </a:r>
          </a:p>
        </p:txBody>
      </p:sp>
      <p:sp>
        <p:nvSpPr>
          <p:cNvPr id="4" name="Text Placeholder 3">
            <a:extLst>
              <a:ext uri="{FF2B5EF4-FFF2-40B4-BE49-F238E27FC236}">
                <a16:creationId xmlns:a16="http://schemas.microsoft.com/office/drawing/2014/main" id="{81B75D96-CFF6-D114-D572-F565E057C90D}"/>
              </a:ext>
            </a:extLst>
          </p:cNvPr>
          <p:cNvSpPr>
            <a:spLocks noGrp="1"/>
          </p:cNvSpPr>
          <p:nvPr>
            <p:ph type="body" sz="quarter" idx="13"/>
          </p:nvPr>
        </p:nvSpPr>
        <p:spPr/>
        <p:txBody>
          <a:bodyPr/>
          <a:lstStyle/>
          <a:p>
            <a:pPr marL="0" indent="0">
              <a:buNone/>
            </a:pPr>
            <a:r>
              <a:rPr lang="en-US" dirty="0"/>
              <a:t>Look-ahead carry circuit (Carry Unit) forms carry signals</a:t>
            </a:r>
          </a:p>
          <a:p>
            <a:pPr marL="0" indent="0">
              <a:buNone/>
            </a:pPr>
            <a:r>
              <a:rPr lang="en-US" dirty="0"/>
              <a:t>c4 = G + P·c0, where  G = g3 + p3·g2 + p3·p2·g1 + p3·p2·p1·g0 and P = p3· p2·p1·p0·c0.</a:t>
            </a:r>
          </a:p>
          <a:p>
            <a:pPr marL="0" indent="0">
              <a:buNone/>
            </a:pPr>
            <a:r>
              <a:rPr lang="en-US" dirty="0"/>
              <a:t>This equations formal coincide with equations  ci+1=</a:t>
            </a:r>
            <a:r>
              <a:rPr lang="en-US" dirty="0" err="1"/>
              <a:t>gi</a:t>
            </a:r>
            <a:r>
              <a:rPr lang="en-US" dirty="0"/>
              <a:t> + </a:t>
            </a:r>
            <a:r>
              <a:rPr lang="en-US" dirty="0" err="1"/>
              <a:t>pi·ci</a:t>
            </a:r>
            <a:r>
              <a:rPr lang="en-US" dirty="0"/>
              <a:t> .</a:t>
            </a:r>
          </a:p>
          <a:p>
            <a:pPr marL="0" indent="0">
              <a:buNone/>
            </a:pPr>
            <a:r>
              <a:rPr lang="en-US" dirty="0"/>
              <a:t>Look-ahead carry for 4-bit sections ALU is executed like lookahead carry for separate bits of 4-bit adder.</a:t>
            </a:r>
          </a:p>
          <a:p>
            <a:endParaRPr lang="en-US" dirty="0"/>
          </a:p>
        </p:txBody>
      </p:sp>
      <p:grpSp>
        <p:nvGrpSpPr>
          <p:cNvPr id="2" name="Group 31">
            <a:extLst>
              <a:ext uri="{FF2B5EF4-FFF2-40B4-BE49-F238E27FC236}">
                <a16:creationId xmlns:a16="http://schemas.microsoft.com/office/drawing/2014/main" id="{B804325E-0832-48AB-A77C-F7C3C2A4A749}"/>
              </a:ext>
            </a:extLst>
          </p:cNvPr>
          <p:cNvGrpSpPr>
            <a:grpSpLocks/>
          </p:cNvGrpSpPr>
          <p:nvPr/>
        </p:nvGrpSpPr>
        <p:grpSpPr bwMode="auto">
          <a:xfrm>
            <a:off x="7380288" y="1662113"/>
            <a:ext cx="2525712" cy="3168650"/>
            <a:chOff x="6149975" y="1676400"/>
            <a:chExt cx="2525713" cy="3168650"/>
          </a:xfrm>
          <a:solidFill>
            <a:schemeClr val="accent1"/>
          </a:solidFill>
        </p:grpSpPr>
        <p:sp>
          <p:nvSpPr>
            <p:cNvPr id="51204" name="Oval 9">
              <a:extLst>
                <a:ext uri="{FF2B5EF4-FFF2-40B4-BE49-F238E27FC236}">
                  <a16:creationId xmlns:a16="http://schemas.microsoft.com/office/drawing/2014/main" id="{E31D4A44-7C9A-48E0-8DB7-ED1511FCF14D}"/>
                </a:ext>
              </a:extLst>
            </p:cNvPr>
            <p:cNvSpPr>
              <a:spLocks noChangeArrowheads="1"/>
            </p:cNvSpPr>
            <p:nvPr/>
          </p:nvSpPr>
          <p:spPr bwMode="auto">
            <a:xfrm>
              <a:off x="6594475" y="2152650"/>
              <a:ext cx="160337" cy="171450"/>
            </a:xfrm>
            <a:prstGeom prst="ellipse">
              <a:avLst/>
            </a:prstGeom>
            <a:grpFill/>
            <a:ln w="28575">
              <a:solidFill>
                <a:srgbClr val="000000"/>
              </a:solidFill>
              <a:round/>
              <a:headEnd/>
              <a:tailEnd/>
            </a:ln>
          </p:spPr>
          <p:txBody>
            <a:bodyPr/>
            <a:lstStyle/>
            <a:p>
              <a:pPr eaLnBrk="1" hangingPunct="1">
                <a:defRPr/>
              </a:pPr>
              <a:endParaRPr lang="en-US" dirty="0"/>
            </a:p>
          </p:txBody>
        </p:sp>
        <p:sp>
          <p:nvSpPr>
            <p:cNvPr id="51205" name="Text Box 10">
              <a:extLst>
                <a:ext uri="{FF2B5EF4-FFF2-40B4-BE49-F238E27FC236}">
                  <a16:creationId xmlns:a16="http://schemas.microsoft.com/office/drawing/2014/main" id="{5F39F6A5-9092-4FD1-9153-09E98DDA8643}"/>
                </a:ext>
              </a:extLst>
            </p:cNvPr>
            <p:cNvSpPr txBox="1">
              <a:spLocks noChangeArrowheads="1"/>
            </p:cNvSpPr>
            <p:nvPr/>
          </p:nvSpPr>
          <p:spPr bwMode="auto">
            <a:xfrm>
              <a:off x="6604000" y="1676400"/>
              <a:ext cx="1552576" cy="3168650"/>
            </a:xfrm>
            <a:prstGeom prst="rect">
              <a:avLst/>
            </a:prstGeom>
            <a:solidFill>
              <a:schemeClr val="accent1">
                <a:lumMod val="60000"/>
                <a:lumOff val="40000"/>
              </a:schemeClr>
            </a:solidFill>
            <a:ln w="28575">
              <a:solidFill>
                <a:srgbClr val="000000"/>
              </a:solidFill>
              <a:miter lim="800000"/>
              <a:headEnd/>
              <a:tailEnd/>
            </a:ln>
          </p:spPr>
          <p:txBody>
            <a:bodyPr/>
            <a:lstStyle/>
            <a:p>
              <a:pPr eaLnBrk="1" hangingPunct="1">
                <a:defRPr/>
              </a:pPr>
              <a:r>
                <a:rPr lang="en-US" sz="2000" dirty="0"/>
                <a:t>C0</a:t>
              </a:r>
            </a:p>
            <a:p>
              <a:pPr eaLnBrk="1" hangingPunct="1">
                <a:defRPr/>
              </a:pPr>
              <a:r>
                <a:rPr lang="ru-RU" sz="2000"/>
                <a:t>G0</a:t>
              </a:r>
            </a:p>
            <a:p>
              <a:pPr eaLnBrk="1" hangingPunct="1">
                <a:defRPr/>
              </a:pPr>
              <a:r>
                <a:rPr lang="ru-RU" sz="2000"/>
                <a:t>P0</a:t>
              </a:r>
            </a:p>
            <a:p>
              <a:pPr eaLnBrk="1" hangingPunct="1">
                <a:defRPr/>
              </a:pPr>
              <a:r>
                <a:rPr lang="ru-RU" sz="2000"/>
                <a:t>G1</a:t>
              </a:r>
            </a:p>
            <a:p>
              <a:pPr eaLnBrk="1" hangingPunct="1">
                <a:defRPr/>
              </a:pPr>
              <a:r>
                <a:rPr lang="ru-RU" sz="2000"/>
                <a:t>P1</a:t>
              </a:r>
            </a:p>
            <a:p>
              <a:pPr eaLnBrk="1" hangingPunct="1">
                <a:defRPr/>
              </a:pPr>
              <a:r>
                <a:rPr lang="ru-RU" sz="2000"/>
                <a:t>G2</a:t>
              </a:r>
            </a:p>
            <a:p>
              <a:pPr eaLnBrk="1" hangingPunct="1">
                <a:defRPr/>
              </a:pPr>
              <a:r>
                <a:rPr lang="ru-RU" sz="2000"/>
                <a:t>P2</a:t>
              </a:r>
            </a:p>
            <a:p>
              <a:pPr eaLnBrk="1" hangingPunct="1">
                <a:defRPr/>
              </a:pPr>
              <a:r>
                <a:rPr lang="ru-RU" sz="2000"/>
                <a:t>G3</a:t>
              </a:r>
            </a:p>
            <a:p>
              <a:pPr eaLnBrk="1" hangingPunct="1">
                <a:defRPr/>
              </a:pPr>
              <a:r>
                <a:rPr lang="ru-RU" sz="2000"/>
                <a:t>P3</a:t>
              </a:r>
            </a:p>
          </p:txBody>
        </p:sp>
        <p:sp>
          <p:nvSpPr>
            <p:cNvPr id="51206" name="Text Box 11">
              <a:extLst>
                <a:ext uri="{FF2B5EF4-FFF2-40B4-BE49-F238E27FC236}">
                  <a16:creationId xmlns:a16="http://schemas.microsoft.com/office/drawing/2014/main" id="{4517F8D0-B447-4692-A30C-76DEB0134FA7}"/>
                </a:ext>
              </a:extLst>
            </p:cNvPr>
            <p:cNvSpPr txBox="1">
              <a:spLocks noChangeArrowheads="1"/>
            </p:cNvSpPr>
            <p:nvPr/>
          </p:nvSpPr>
          <p:spPr bwMode="auto">
            <a:xfrm>
              <a:off x="7608888" y="1898650"/>
              <a:ext cx="887413" cy="2854325"/>
            </a:xfrm>
            <a:prstGeom prst="rect">
              <a:avLst/>
            </a:prstGeom>
            <a:noFill/>
            <a:ln w="28575">
              <a:noFill/>
              <a:miter lim="800000"/>
              <a:headEnd/>
              <a:tailEnd/>
            </a:ln>
          </p:spPr>
          <p:txBody>
            <a:bodyPr/>
            <a:lstStyle/>
            <a:p>
              <a:pPr eaLnBrk="1" hangingPunct="1">
                <a:defRPr/>
              </a:pPr>
              <a:r>
                <a:rPr lang="ru-RU" sz="2400" dirty="0"/>
                <a:t>C1</a:t>
              </a:r>
            </a:p>
            <a:p>
              <a:pPr eaLnBrk="1" hangingPunct="1">
                <a:defRPr/>
              </a:pPr>
              <a:endParaRPr lang="ru-RU" sz="2400" dirty="0"/>
            </a:p>
            <a:p>
              <a:pPr eaLnBrk="1" hangingPunct="1">
                <a:defRPr/>
              </a:pPr>
              <a:r>
                <a:rPr lang="ru-RU" sz="2400" dirty="0"/>
                <a:t>C2</a:t>
              </a:r>
            </a:p>
            <a:p>
              <a:pPr eaLnBrk="1" hangingPunct="1">
                <a:defRPr/>
              </a:pPr>
              <a:endParaRPr lang="ru-RU" sz="2400" dirty="0"/>
            </a:p>
            <a:p>
              <a:pPr eaLnBrk="1" hangingPunct="1">
                <a:defRPr/>
              </a:pPr>
              <a:r>
                <a:rPr lang="ru-RU" sz="2400" dirty="0"/>
                <a:t>C3</a:t>
              </a:r>
            </a:p>
            <a:p>
              <a:pPr eaLnBrk="1" hangingPunct="1">
                <a:defRPr/>
              </a:pPr>
              <a:r>
                <a:rPr lang="ru-RU" sz="2400" dirty="0"/>
                <a:t>G</a:t>
              </a:r>
            </a:p>
            <a:p>
              <a:pPr eaLnBrk="1" hangingPunct="1">
                <a:defRPr/>
              </a:pPr>
              <a:r>
                <a:rPr lang="ru-RU" sz="2400" dirty="0"/>
                <a:t>P</a:t>
              </a:r>
            </a:p>
            <a:p>
              <a:pPr eaLnBrk="1" hangingPunct="1">
                <a:defRPr/>
              </a:pPr>
              <a:endParaRPr lang="ru-RU" sz="2400" dirty="0"/>
            </a:p>
          </p:txBody>
        </p:sp>
        <p:sp>
          <p:nvSpPr>
            <p:cNvPr id="51207" name="Line 12">
              <a:extLst>
                <a:ext uri="{FF2B5EF4-FFF2-40B4-BE49-F238E27FC236}">
                  <a16:creationId xmlns:a16="http://schemas.microsoft.com/office/drawing/2014/main" id="{73F7EF83-98D5-4BDA-A447-6D100193A581}"/>
                </a:ext>
              </a:extLst>
            </p:cNvPr>
            <p:cNvSpPr>
              <a:spLocks noChangeShapeType="1"/>
            </p:cNvSpPr>
            <p:nvPr/>
          </p:nvSpPr>
          <p:spPr bwMode="auto">
            <a:xfrm>
              <a:off x="8156576" y="2136775"/>
              <a:ext cx="496887"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08" name="Line 13">
              <a:extLst>
                <a:ext uri="{FF2B5EF4-FFF2-40B4-BE49-F238E27FC236}">
                  <a16:creationId xmlns:a16="http://schemas.microsoft.com/office/drawing/2014/main" id="{E2964AA8-A5CD-4AC7-BDF9-01D4ADC1C24C}"/>
                </a:ext>
              </a:extLst>
            </p:cNvPr>
            <p:cNvSpPr>
              <a:spLocks noChangeShapeType="1"/>
            </p:cNvSpPr>
            <p:nvPr/>
          </p:nvSpPr>
          <p:spPr bwMode="auto">
            <a:xfrm>
              <a:off x="8166101" y="2836862"/>
              <a:ext cx="496887"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09" name="Line 14">
              <a:extLst>
                <a:ext uri="{FF2B5EF4-FFF2-40B4-BE49-F238E27FC236}">
                  <a16:creationId xmlns:a16="http://schemas.microsoft.com/office/drawing/2014/main" id="{69CAAE54-D496-480C-8E2B-D4D15600031C}"/>
                </a:ext>
              </a:extLst>
            </p:cNvPr>
            <p:cNvSpPr>
              <a:spLocks noChangeShapeType="1"/>
            </p:cNvSpPr>
            <p:nvPr/>
          </p:nvSpPr>
          <p:spPr bwMode="auto">
            <a:xfrm>
              <a:off x="8178801" y="3492500"/>
              <a:ext cx="496887"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0" name="Line 15">
              <a:extLst>
                <a:ext uri="{FF2B5EF4-FFF2-40B4-BE49-F238E27FC236}">
                  <a16:creationId xmlns:a16="http://schemas.microsoft.com/office/drawing/2014/main" id="{078B26FD-9053-47B8-AE6D-77CF8701411E}"/>
                </a:ext>
              </a:extLst>
            </p:cNvPr>
            <p:cNvSpPr>
              <a:spLocks noChangeShapeType="1"/>
            </p:cNvSpPr>
            <p:nvPr/>
          </p:nvSpPr>
          <p:spPr bwMode="auto">
            <a:xfrm>
              <a:off x="8156576" y="4151312"/>
              <a:ext cx="496887"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1" name="Line 16">
              <a:extLst>
                <a:ext uri="{FF2B5EF4-FFF2-40B4-BE49-F238E27FC236}">
                  <a16:creationId xmlns:a16="http://schemas.microsoft.com/office/drawing/2014/main" id="{BB7C3896-9499-49D9-A08E-D80122E11A89}"/>
                </a:ext>
              </a:extLst>
            </p:cNvPr>
            <p:cNvSpPr>
              <a:spLocks noChangeShapeType="1"/>
            </p:cNvSpPr>
            <p:nvPr/>
          </p:nvSpPr>
          <p:spPr bwMode="auto">
            <a:xfrm>
              <a:off x="8156576" y="4510087"/>
              <a:ext cx="496887"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2" name="Line 17">
              <a:extLst>
                <a:ext uri="{FF2B5EF4-FFF2-40B4-BE49-F238E27FC236}">
                  <a16:creationId xmlns:a16="http://schemas.microsoft.com/office/drawing/2014/main" id="{89534579-2D70-43ED-B605-4A93BF78F707}"/>
                </a:ext>
              </a:extLst>
            </p:cNvPr>
            <p:cNvSpPr>
              <a:spLocks noChangeShapeType="1"/>
            </p:cNvSpPr>
            <p:nvPr/>
          </p:nvSpPr>
          <p:spPr bwMode="auto">
            <a:xfrm>
              <a:off x="6159500" y="1939925"/>
              <a:ext cx="444500"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3" name="Line 18">
              <a:extLst>
                <a:ext uri="{FF2B5EF4-FFF2-40B4-BE49-F238E27FC236}">
                  <a16:creationId xmlns:a16="http://schemas.microsoft.com/office/drawing/2014/main" id="{C261BF93-4A2E-4DBD-A9C9-A86B469047FF}"/>
                </a:ext>
              </a:extLst>
            </p:cNvPr>
            <p:cNvSpPr>
              <a:spLocks noChangeShapeType="1"/>
            </p:cNvSpPr>
            <p:nvPr/>
          </p:nvSpPr>
          <p:spPr bwMode="auto">
            <a:xfrm>
              <a:off x="6159500" y="2206625"/>
              <a:ext cx="444500" cy="1587"/>
            </a:xfrm>
            <a:prstGeom prst="line">
              <a:avLst/>
            </a:prstGeom>
            <a:grpFill/>
            <a:ln w="28575">
              <a:solidFill>
                <a:srgbClr val="000000"/>
              </a:solidFill>
              <a:round/>
              <a:headEnd/>
              <a:tailEnd/>
            </a:ln>
          </p:spPr>
          <p:txBody>
            <a:bodyPr/>
            <a:lstStyle/>
            <a:p>
              <a:pPr eaLnBrk="1" hangingPunct="1">
                <a:defRPr/>
              </a:pPr>
              <a:endParaRPr lang="en-US" dirty="0"/>
            </a:p>
          </p:txBody>
        </p:sp>
        <p:sp>
          <p:nvSpPr>
            <p:cNvPr id="51214" name="Line 19">
              <a:extLst>
                <a:ext uri="{FF2B5EF4-FFF2-40B4-BE49-F238E27FC236}">
                  <a16:creationId xmlns:a16="http://schemas.microsoft.com/office/drawing/2014/main" id="{6553DF1D-84A9-4778-8C66-1096773C6504}"/>
                </a:ext>
              </a:extLst>
            </p:cNvPr>
            <p:cNvSpPr>
              <a:spLocks noChangeShapeType="1"/>
            </p:cNvSpPr>
            <p:nvPr/>
          </p:nvSpPr>
          <p:spPr bwMode="auto">
            <a:xfrm>
              <a:off x="6162675" y="2493962"/>
              <a:ext cx="444500"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5" name="Line 20">
              <a:extLst>
                <a:ext uri="{FF2B5EF4-FFF2-40B4-BE49-F238E27FC236}">
                  <a16:creationId xmlns:a16="http://schemas.microsoft.com/office/drawing/2014/main" id="{0E8F556D-9136-49E7-91C1-7F2FEB2D8CBC}"/>
                </a:ext>
              </a:extLst>
            </p:cNvPr>
            <p:cNvSpPr>
              <a:spLocks noChangeShapeType="1"/>
            </p:cNvSpPr>
            <p:nvPr/>
          </p:nvSpPr>
          <p:spPr bwMode="auto">
            <a:xfrm>
              <a:off x="6149975" y="2817812"/>
              <a:ext cx="444500"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6" name="Line 21">
              <a:extLst>
                <a:ext uri="{FF2B5EF4-FFF2-40B4-BE49-F238E27FC236}">
                  <a16:creationId xmlns:a16="http://schemas.microsoft.com/office/drawing/2014/main" id="{43ED54A5-A1F5-4161-986C-6E5EB434683C}"/>
                </a:ext>
              </a:extLst>
            </p:cNvPr>
            <p:cNvSpPr>
              <a:spLocks noChangeShapeType="1"/>
            </p:cNvSpPr>
            <p:nvPr/>
          </p:nvSpPr>
          <p:spPr bwMode="auto">
            <a:xfrm>
              <a:off x="6167437" y="3132137"/>
              <a:ext cx="442913"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7" name="Line 22">
              <a:extLst>
                <a:ext uri="{FF2B5EF4-FFF2-40B4-BE49-F238E27FC236}">
                  <a16:creationId xmlns:a16="http://schemas.microsoft.com/office/drawing/2014/main" id="{0C9FAE84-9549-414C-B5C9-98140A616180}"/>
                </a:ext>
              </a:extLst>
            </p:cNvPr>
            <p:cNvSpPr>
              <a:spLocks noChangeShapeType="1"/>
            </p:cNvSpPr>
            <p:nvPr/>
          </p:nvSpPr>
          <p:spPr bwMode="auto">
            <a:xfrm>
              <a:off x="6153150" y="3429000"/>
              <a:ext cx="442912"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18" name="Line 23">
              <a:extLst>
                <a:ext uri="{FF2B5EF4-FFF2-40B4-BE49-F238E27FC236}">
                  <a16:creationId xmlns:a16="http://schemas.microsoft.com/office/drawing/2014/main" id="{A5AD5EF4-52FE-446F-B122-DBC8FA917A31}"/>
                </a:ext>
              </a:extLst>
            </p:cNvPr>
            <p:cNvSpPr>
              <a:spLocks noChangeShapeType="1"/>
            </p:cNvSpPr>
            <p:nvPr/>
          </p:nvSpPr>
          <p:spPr bwMode="auto">
            <a:xfrm>
              <a:off x="6156325" y="3714750"/>
              <a:ext cx="444500" cy="0"/>
            </a:xfrm>
            <a:prstGeom prst="line">
              <a:avLst/>
            </a:prstGeom>
            <a:grpFill/>
            <a:ln w="25400">
              <a:solidFill>
                <a:srgbClr val="000000"/>
              </a:solidFill>
              <a:round/>
              <a:headEnd/>
              <a:tailEnd/>
            </a:ln>
          </p:spPr>
          <p:txBody>
            <a:bodyPr/>
            <a:lstStyle/>
            <a:p>
              <a:pPr eaLnBrk="1" hangingPunct="1">
                <a:defRPr/>
              </a:pPr>
              <a:endParaRPr lang="en-US" dirty="0"/>
            </a:p>
          </p:txBody>
        </p:sp>
        <p:sp>
          <p:nvSpPr>
            <p:cNvPr id="51219" name="Line 24">
              <a:extLst>
                <a:ext uri="{FF2B5EF4-FFF2-40B4-BE49-F238E27FC236}">
                  <a16:creationId xmlns:a16="http://schemas.microsoft.com/office/drawing/2014/main" id="{AB87FBD9-C488-4BB8-91F9-6983553FD21C}"/>
                </a:ext>
              </a:extLst>
            </p:cNvPr>
            <p:cNvSpPr>
              <a:spLocks noChangeShapeType="1"/>
            </p:cNvSpPr>
            <p:nvPr/>
          </p:nvSpPr>
          <p:spPr bwMode="auto">
            <a:xfrm>
              <a:off x="6159500" y="4032250"/>
              <a:ext cx="444500"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20" name="Line 25">
              <a:extLst>
                <a:ext uri="{FF2B5EF4-FFF2-40B4-BE49-F238E27FC236}">
                  <a16:creationId xmlns:a16="http://schemas.microsoft.com/office/drawing/2014/main" id="{79B6601F-4CE5-4DFE-AE7C-311E893FA01D}"/>
                </a:ext>
              </a:extLst>
            </p:cNvPr>
            <p:cNvSpPr>
              <a:spLocks noChangeShapeType="1"/>
            </p:cNvSpPr>
            <p:nvPr/>
          </p:nvSpPr>
          <p:spPr bwMode="auto">
            <a:xfrm>
              <a:off x="6162675" y="4356100"/>
              <a:ext cx="442912" cy="0"/>
            </a:xfrm>
            <a:prstGeom prst="line">
              <a:avLst/>
            </a:prstGeom>
            <a:grpFill/>
            <a:ln w="28575">
              <a:solidFill>
                <a:srgbClr val="000000"/>
              </a:solidFill>
              <a:round/>
              <a:headEnd/>
              <a:tailEnd/>
            </a:ln>
          </p:spPr>
          <p:txBody>
            <a:bodyPr/>
            <a:lstStyle/>
            <a:p>
              <a:pPr eaLnBrk="1" hangingPunct="1">
                <a:defRPr/>
              </a:pPr>
              <a:endParaRPr lang="en-US" dirty="0"/>
            </a:p>
          </p:txBody>
        </p:sp>
        <p:sp>
          <p:nvSpPr>
            <p:cNvPr id="51221" name="Oval 26">
              <a:extLst>
                <a:ext uri="{FF2B5EF4-FFF2-40B4-BE49-F238E27FC236}">
                  <a16:creationId xmlns:a16="http://schemas.microsoft.com/office/drawing/2014/main" id="{E92337E2-B77D-46FA-AAEE-B60584447B35}"/>
                </a:ext>
              </a:extLst>
            </p:cNvPr>
            <p:cNvSpPr>
              <a:spLocks noChangeArrowheads="1"/>
            </p:cNvSpPr>
            <p:nvPr/>
          </p:nvSpPr>
          <p:spPr bwMode="auto">
            <a:xfrm>
              <a:off x="6530975" y="2422525"/>
              <a:ext cx="161925" cy="173037"/>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2" name="Oval 27">
              <a:extLst>
                <a:ext uri="{FF2B5EF4-FFF2-40B4-BE49-F238E27FC236}">
                  <a16:creationId xmlns:a16="http://schemas.microsoft.com/office/drawing/2014/main" id="{7190DEB0-435E-4B93-92B9-F02C2EF5EF49}"/>
                </a:ext>
              </a:extLst>
            </p:cNvPr>
            <p:cNvSpPr>
              <a:spLocks noChangeArrowheads="1"/>
            </p:cNvSpPr>
            <p:nvPr/>
          </p:nvSpPr>
          <p:spPr bwMode="auto">
            <a:xfrm>
              <a:off x="6515100" y="2741612"/>
              <a:ext cx="158750" cy="173038"/>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3" name="Oval 28">
              <a:extLst>
                <a:ext uri="{FF2B5EF4-FFF2-40B4-BE49-F238E27FC236}">
                  <a16:creationId xmlns:a16="http://schemas.microsoft.com/office/drawing/2014/main" id="{E49735A4-A5F7-4EEE-BCF8-4D2F9EC2C0D1}"/>
                </a:ext>
              </a:extLst>
            </p:cNvPr>
            <p:cNvSpPr>
              <a:spLocks noChangeArrowheads="1"/>
            </p:cNvSpPr>
            <p:nvPr/>
          </p:nvSpPr>
          <p:spPr bwMode="auto">
            <a:xfrm>
              <a:off x="6515100" y="3071812"/>
              <a:ext cx="158750" cy="173038"/>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4" name="Oval 29">
              <a:extLst>
                <a:ext uri="{FF2B5EF4-FFF2-40B4-BE49-F238E27FC236}">
                  <a16:creationId xmlns:a16="http://schemas.microsoft.com/office/drawing/2014/main" id="{38F00846-D966-4D52-8CAB-5D5596DB0262}"/>
                </a:ext>
              </a:extLst>
            </p:cNvPr>
            <p:cNvSpPr>
              <a:spLocks noChangeArrowheads="1"/>
            </p:cNvSpPr>
            <p:nvPr/>
          </p:nvSpPr>
          <p:spPr bwMode="auto">
            <a:xfrm>
              <a:off x="6515100" y="3348037"/>
              <a:ext cx="158750" cy="171450"/>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5" name="Oval 30">
              <a:extLst>
                <a:ext uri="{FF2B5EF4-FFF2-40B4-BE49-F238E27FC236}">
                  <a16:creationId xmlns:a16="http://schemas.microsoft.com/office/drawing/2014/main" id="{B86692F4-C1CE-479E-B55A-6BBADC8D8AD2}"/>
                </a:ext>
              </a:extLst>
            </p:cNvPr>
            <p:cNvSpPr>
              <a:spLocks noChangeArrowheads="1"/>
            </p:cNvSpPr>
            <p:nvPr/>
          </p:nvSpPr>
          <p:spPr bwMode="auto">
            <a:xfrm>
              <a:off x="6515100" y="3633787"/>
              <a:ext cx="158750" cy="171450"/>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6" name="Oval 31">
              <a:extLst>
                <a:ext uri="{FF2B5EF4-FFF2-40B4-BE49-F238E27FC236}">
                  <a16:creationId xmlns:a16="http://schemas.microsoft.com/office/drawing/2014/main" id="{56A61151-6D9E-4179-9BF4-16E7C5EFBB0D}"/>
                </a:ext>
              </a:extLst>
            </p:cNvPr>
            <p:cNvSpPr>
              <a:spLocks noChangeArrowheads="1"/>
            </p:cNvSpPr>
            <p:nvPr/>
          </p:nvSpPr>
          <p:spPr bwMode="auto">
            <a:xfrm>
              <a:off x="6515100" y="3968750"/>
              <a:ext cx="158750" cy="171450"/>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7" name="Oval 32">
              <a:extLst>
                <a:ext uri="{FF2B5EF4-FFF2-40B4-BE49-F238E27FC236}">
                  <a16:creationId xmlns:a16="http://schemas.microsoft.com/office/drawing/2014/main" id="{1ECA0FED-6ECC-41DD-AA26-48CBD57B3717}"/>
                </a:ext>
              </a:extLst>
            </p:cNvPr>
            <p:cNvSpPr>
              <a:spLocks noChangeArrowheads="1"/>
            </p:cNvSpPr>
            <p:nvPr/>
          </p:nvSpPr>
          <p:spPr bwMode="auto">
            <a:xfrm>
              <a:off x="6515100" y="4292600"/>
              <a:ext cx="158750" cy="171450"/>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8" name="Oval 33">
              <a:extLst>
                <a:ext uri="{FF2B5EF4-FFF2-40B4-BE49-F238E27FC236}">
                  <a16:creationId xmlns:a16="http://schemas.microsoft.com/office/drawing/2014/main" id="{ED02D8A2-86D4-48CB-9320-C56962468306}"/>
                </a:ext>
              </a:extLst>
            </p:cNvPr>
            <p:cNvSpPr>
              <a:spLocks noChangeArrowheads="1"/>
            </p:cNvSpPr>
            <p:nvPr/>
          </p:nvSpPr>
          <p:spPr bwMode="auto">
            <a:xfrm>
              <a:off x="8105776" y="4059237"/>
              <a:ext cx="160337" cy="171450"/>
            </a:xfrm>
            <a:prstGeom prst="ellipse">
              <a:avLst/>
            </a:prstGeom>
            <a:grpFill/>
            <a:ln w="28575">
              <a:solidFill>
                <a:srgbClr val="000000"/>
              </a:solidFill>
              <a:round/>
              <a:headEnd/>
              <a:tailEnd/>
            </a:ln>
          </p:spPr>
          <p:txBody>
            <a:bodyPr/>
            <a:lstStyle/>
            <a:p>
              <a:pPr eaLnBrk="1" hangingPunct="1">
                <a:defRPr/>
              </a:pPr>
              <a:endParaRPr lang="en-US" dirty="0"/>
            </a:p>
          </p:txBody>
        </p:sp>
        <p:sp>
          <p:nvSpPr>
            <p:cNvPr id="51229" name="Oval 34">
              <a:extLst>
                <a:ext uri="{FF2B5EF4-FFF2-40B4-BE49-F238E27FC236}">
                  <a16:creationId xmlns:a16="http://schemas.microsoft.com/office/drawing/2014/main" id="{A66D1614-33F9-4088-A520-96EA0E9C3246}"/>
                </a:ext>
              </a:extLst>
            </p:cNvPr>
            <p:cNvSpPr>
              <a:spLocks noChangeArrowheads="1"/>
            </p:cNvSpPr>
            <p:nvPr/>
          </p:nvSpPr>
          <p:spPr bwMode="auto">
            <a:xfrm>
              <a:off x="8093076" y="4398962"/>
              <a:ext cx="160337" cy="173038"/>
            </a:xfrm>
            <a:prstGeom prst="ellipse">
              <a:avLst/>
            </a:prstGeom>
            <a:grpFill/>
            <a:ln w="28575">
              <a:solidFill>
                <a:srgbClr val="000000"/>
              </a:solidFill>
              <a:round/>
              <a:headEnd/>
              <a:tailEnd/>
            </a:ln>
          </p:spPr>
          <p:txBody>
            <a:bodyPr/>
            <a:lstStyle/>
            <a:p>
              <a:pPr eaLnBrk="1" hangingPunct="1">
                <a:defRPr/>
              </a:pPr>
              <a:endParaRPr lang="en-US" dirty="0"/>
            </a:p>
          </p:txBody>
        </p:sp>
        <p:sp>
          <p:nvSpPr>
            <p:cNvPr id="51230" name="Oval 35">
              <a:extLst>
                <a:ext uri="{FF2B5EF4-FFF2-40B4-BE49-F238E27FC236}">
                  <a16:creationId xmlns:a16="http://schemas.microsoft.com/office/drawing/2014/main" id="{F096A1FA-36A0-43B0-9044-BF2F4E42AC42}"/>
                </a:ext>
              </a:extLst>
            </p:cNvPr>
            <p:cNvSpPr>
              <a:spLocks noChangeArrowheads="1"/>
            </p:cNvSpPr>
            <p:nvPr/>
          </p:nvSpPr>
          <p:spPr bwMode="auto">
            <a:xfrm>
              <a:off x="6500812" y="2116137"/>
              <a:ext cx="160338" cy="171450"/>
            </a:xfrm>
            <a:prstGeom prst="ellipse">
              <a:avLst/>
            </a:prstGeom>
            <a:grpFill/>
            <a:ln w="28575">
              <a:solidFill>
                <a:srgbClr val="000000"/>
              </a:solidFill>
              <a:round/>
              <a:headEnd/>
              <a:tailEnd/>
            </a:ln>
          </p:spPr>
          <p:txBody>
            <a:bodyPr/>
            <a:lstStyle/>
            <a:p>
              <a:pPr eaLnBrk="1" hangingPunct="1">
                <a:defRPr/>
              </a:pPr>
              <a:endParaRPr lang="en-US" dirty="0"/>
            </a:p>
          </p:txBody>
        </p:sp>
      </p:grpSp>
      <p:sp>
        <p:nvSpPr>
          <p:cNvPr id="31" name="Rectangle 4">
            <a:extLst>
              <a:ext uri="{FF2B5EF4-FFF2-40B4-BE49-F238E27FC236}">
                <a16:creationId xmlns:a16="http://schemas.microsoft.com/office/drawing/2014/main" id="{8D91B40D-6DA9-4C6C-A092-2EBE0E39ABA6}"/>
              </a:ext>
            </a:extLst>
          </p:cNvPr>
          <p:cNvSpPr txBox="1">
            <a:spLocks noChangeArrowheads="1"/>
          </p:cNvSpPr>
          <p:nvPr/>
        </p:nvSpPr>
        <p:spPr>
          <a:xfrm>
            <a:off x="1981200" y="277814"/>
            <a:ext cx="8229600" cy="1139825"/>
          </a:xfrm>
          <a:prstGeom prst="rect">
            <a:avLst/>
          </a:prstGeom>
        </p:spPr>
        <p:txBody>
          <a:bodyPr/>
          <a:lstStyle/>
          <a:p>
            <a:pPr eaLnBrk="1" hangingPunct="1">
              <a:defRPr/>
            </a:pPr>
            <a:endParaRPr lang="ru-RU" b="1" kern="0" dirty="0">
              <a:latin typeface="+mj-lt"/>
              <a:ea typeface="+mj-ea"/>
              <a:cs typeface="+mj-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4">
            <a:extLst>
              <a:ext uri="{FF2B5EF4-FFF2-40B4-BE49-F238E27FC236}">
                <a16:creationId xmlns:a16="http://schemas.microsoft.com/office/drawing/2014/main" id="{ED4F8662-0B96-EEA6-2540-4395A24987A7}"/>
              </a:ext>
            </a:extLst>
          </p:cNvPr>
          <p:cNvSpPr>
            <a:spLocks noGrp="1" noChangeArrowheads="1"/>
          </p:cNvSpPr>
          <p:nvPr>
            <p:ph type="title"/>
          </p:nvPr>
        </p:nvSpPr>
        <p:spPr/>
        <p:txBody>
          <a:bodyPr/>
          <a:lstStyle/>
          <a:p>
            <a:r>
              <a:rPr lang="en-US" altLang="en-US"/>
              <a:t>MSI Adders</a:t>
            </a:r>
            <a:endParaRPr lang="ru-RU" altLang="en-US"/>
          </a:p>
        </p:txBody>
      </p:sp>
      <p:sp>
        <p:nvSpPr>
          <p:cNvPr id="3" name="Text Placeholder 2">
            <a:extLst>
              <a:ext uri="{FF2B5EF4-FFF2-40B4-BE49-F238E27FC236}">
                <a16:creationId xmlns:a16="http://schemas.microsoft.com/office/drawing/2014/main" id="{DA570F0E-AAF0-18E4-1DAE-00151B610DDB}"/>
              </a:ext>
            </a:extLst>
          </p:cNvPr>
          <p:cNvSpPr>
            <a:spLocks noGrp="1"/>
          </p:cNvSpPr>
          <p:nvPr>
            <p:ph type="body" sz="quarter" idx="13"/>
          </p:nvPr>
        </p:nvSpPr>
        <p:spPr>
          <a:xfrm>
            <a:off x="457200" y="1188720"/>
            <a:ext cx="6923314" cy="5238974"/>
          </a:xfrm>
        </p:spPr>
        <p:txBody>
          <a:bodyPr/>
          <a:lstStyle/>
          <a:p>
            <a:pPr eaLnBrk="1" hangingPunct="1"/>
            <a:r>
              <a:rPr lang="en-US" altLang="en-US" sz="2400" b="1" dirty="0"/>
              <a:t>IC 74x283</a:t>
            </a:r>
          </a:p>
          <a:p>
            <a:pPr eaLnBrk="1" hangingPunct="1"/>
            <a:r>
              <a:rPr lang="en-US" altLang="en-US" sz="2400" dirty="0"/>
              <a:t>Adder produces active-low versions of the carry-generate and carry-propagate signals.</a:t>
            </a:r>
          </a:p>
          <a:p>
            <a:pPr eaLnBrk="1" hangingPunct="1"/>
            <a:r>
              <a:rPr lang="en-US" altLang="en-US" sz="2400" dirty="0"/>
              <a:t>Equations for half-sum:</a:t>
            </a:r>
          </a:p>
          <a:p>
            <a:pPr eaLnBrk="1" hangingPunct="1"/>
            <a:r>
              <a:rPr lang="en-US" altLang="en-US" sz="2400" dirty="0" err="1"/>
              <a:t>hs</a:t>
            </a:r>
            <a:r>
              <a:rPr lang="en-US" altLang="en-US" sz="2400" baseline="-25000" dirty="0" err="1"/>
              <a:t>i</a:t>
            </a:r>
            <a:r>
              <a:rPr lang="en-US" altLang="en-US" sz="2400" dirty="0"/>
              <a:t> = </a:t>
            </a:r>
            <a:r>
              <a:rPr lang="en-US" altLang="en-US" sz="2400" dirty="0" err="1"/>
              <a:t>a</a:t>
            </a:r>
            <a:r>
              <a:rPr lang="en-US" altLang="en-US" sz="2400" baseline="-25000" dirty="0" err="1"/>
              <a:t>i</a:t>
            </a:r>
            <a:r>
              <a:rPr lang="en-US" altLang="en-US" sz="2400" dirty="0" err="1">
                <a:sym typeface="Symbol" panose="05050102010706020507" pitchFamily="18" charset="2"/>
              </a:rPr>
              <a:t>b</a:t>
            </a:r>
            <a:r>
              <a:rPr lang="en-US" altLang="en-US" sz="2400" baseline="-25000" dirty="0" err="1">
                <a:sym typeface="Symbol" panose="05050102010706020507" pitchFamily="18" charset="2"/>
              </a:rPr>
              <a:t>i</a:t>
            </a:r>
            <a:r>
              <a:rPr lang="en-US" altLang="en-US" sz="2400" dirty="0">
                <a:sym typeface="Symbol" panose="05050102010706020507" pitchFamily="18" charset="2"/>
              </a:rPr>
              <a:t> =</a:t>
            </a:r>
            <a:r>
              <a:rPr lang="en-US" altLang="en-US" sz="2400" dirty="0"/>
              <a:t> a</a:t>
            </a:r>
            <a:r>
              <a:rPr lang="en-US" altLang="en-US" sz="2400" baseline="-25000" dirty="0"/>
              <a:t>i</a:t>
            </a:r>
            <a:r>
              <a:rPr lang="en-US" altLang="en-US" sz="2400" dirty="0"/>
              <a:t>·~b</a:t>
            </a:r>
            <a:r>
              <a:rPr lang="en-US" altLang="en-US" sz="2400" baseline="-25000" dirty="0"/>
              <a:t>i</a:t>
            </a:r>
            <a:r>
              <a:rPr lang="en-US" altLang="en-US" sz="2400" dirty="0"/>
              <a:t> +~</a:t>
            </a:r>
            <a:r>
              <a:rPr lang="en-US" altLang="en-US" sz="2400" dirty="0" err="1"/>
              <a:t>a</a:t>
            </a:r>
            <a:r>
              <a:rPr lang="en-US" altLang="en-US" sz="2400" baseline="-25000" dirty="0" err="1"/>
              <a:t>i</a:t>
            </a:r>
            <a:r>
              <a:rPr lang="en-US" altLang="en-US" sz="2400" dirty="0" err="1"/>
              <a:t>·b</a:t>
            </a:r>
            <a:r>
              <a:rPr lang="en-US" altLang="en-US" sz="2400" baseline="-25000" dirty="0" err="1"/>
              <a:t>i</a:t>
            </a:r>
            <a:r>
              <a:rPr lang="en-US" altLang="en-US" sz="2400" dirty="0"/>
              <a:t> =</a:t>
            </a:r>
            <a:r>
              <a:rPr lang="en-US" altLang="en-US" sz="2400" baseline="-25000" dirty="0"/>
              <a:t> </a:t>
            </a:r>
            <a:r>
              <a:rPr lang="en-US" altLang="en-US" sz="2400" dirty="0"/>
              <a:t>=a</a:t>
            </a:r>
            <a:r>
              <a:rPr lang="en-US" altLang="en-US" sz="2400" baseline="-25000" dirty="0"/>
              <a:t>i</a:t>
            </a:r>
            <a:r>
              <a:rPr lang="en-US" altLang="en-US" sz="2400" dirty="0"/>
              <a:t>·~</a:t>
            </a:r>
            <a:r>
              <a:rPr lang="en-US" altLang="en-US" sz="2400" dirty="0" err="1"/>
              <a:t>b</a:t>
            </a:r>
            <a:r>
              <a:rPr lang="en-US" altLang="en-US" sz="2400" baseline="-25000" dirty="0" err="1"/>
              <a:t>i</a:t>
            </a:r>
            <a:r>
              <a:rPr lang="en-US" altLang="en-US" sz="2400" dirty="0" err="1"/>
              <a:t>+a</a:t>
            </a:r>
            <a:r>
              <a:rPr lang="en-US" altLang="en-US" sz="2400" baseline="-25000" dirty="0" err="1"/>
              <a:t>i</a:t>
            </a:r>
            <a:r>
              <a:rPr lang="en-US" altLang="en-US" sz="2400" dirty="0"/>
              <a:t>·~a</a:t>
            </a:r>
            <a:r>
              <a:rPr lang="en-US" altLang="en-US" sz="2400" baseline="-25000" dirty="0"/>
              <a:t>i</a:t>
            </a:r>
            <a:r>
              <a:rPr lang="en-US" altLang="en-US" sz="2400" dirty="0"/>
              <a:t>+~</a:t>
            </a:r>
            <a:r>
              <a:rPr lang="en-US" altLang="en-US" sz="2400" dirty="0" err="1"/>
              <a:t>a</a:t>
            </a:r>
            <a:r>
              <a:rPr lang="en-US" altLang="en-US" sz="2400" baseline="-25000" dirty="0" err="1"/>
              <a:t>i</a:t>
            </a:r>
            <a:r>
              <a:rPr lang="en-US" altLang="en-US" sz="2400" dirty="0" err="1"/>
              <a:t>·b</a:t>
            </a:r>
            <a:r>
              <a:rPr lang="en-US" altLang="en-US" sz="2400" baseline="-25000" dirty="0" err="1"/>
              <a:t>i</a:t>
            </a:r>
            <a:r>
              <a:rPr lang="en-US" altLang="en-US" sz="2400" dirty="0" err="1"/>
              <a:t>+b</a:t>
            </a:r>
            <a:r>
              <a:rPr lang="en-US" altLang="en-US" sz="2400" baseline="-25000" dirty="0" err="1"/>
              <a:t>i</a:t>
            </a:r>
            <a:r>
              <a:rPr lang="en-US" altLang="en-US" sz="2400" dirty="0"/>
              <a:t>·~b</a:t>
            </a:r>
            <a:r>
              <a:rPr lang="en-US" altLang="en-US" sz="2400" baseline="-25000" dirty="0"/>
              <a:t>i</a:t>
            </a:r>
            <a:r>
              <a:rPr lang="en-US" altLang="en-US" sz="2400" dirty="0"/>
              <a:t>=</a:t>
            </a:r>
          </a:p>
          <a:p>
            <a:pPr eaLnBrk="1" hangingPunct="1"/>
            <a:r>
              <a:rPr lang="en-US" altLang="en-US" sz="2400" dirty="0"/>
              <a:t>=(</a:t>
            </a:r>
            <a:r>
              <a:rPr lang="en-US" altLang="en-US" sz="2400" dirty="0" err="1"/>
              <a:t>a</a:t>
            </a:r>
            <a:r>
              <a:rPr lang="en-US" altLang="en-US" sz="2400" baseline="-25000" dirty="0" err="1"/>
              <a:t>i</a:t>
            </a:r>
            <a:r>
              <a:rPr lang="en-US" altLang="en-US" sz="2400" dirty="0" err="1"/>
              <a:t>+b</a:t>
            </a:r>
            <a:r>
              <a:rPr lang="en-US" altLang="en-US" sz="2400" baseline="-25000" dirty="0" err="1"/>
              <a:t>i</a:t>
            </a:r>
            <a:r>
              <a:rPr lang="en-US" altLang="en-US" sz="2400" dirty="0"/>
              <a:t>)(~a</a:t>
            </a:r>
            <a:r>
              <a:rPr lang="en-US" altLang="en-US" sz="2400" baseline="-25000" dirty="0"/>
              <a:t>i</a:t>
            </a:r>
            <a:r>
              <a:rPr lang="en-US" altLang="en-US" sz="2400" dirty="0"/>
              <a:t>+~b</a:t>
            </a:r>
            <a:r>
              <a:rPr lang="en-US" altLang="en-US" sz="2400" baseline="-25000" dirty="0"/>
              <a:t>i</a:t>
            </a:r>
            <a:r>
              <a:rPr lang="en-US" altLang="en-US" sz="2400" dirty="0"/>
              <a:t>)=(</a:t>
            </a:r>
            <a:r>
              <a:rPr lang="en-US" altLang="en-US" sz="2400" dirty="0" err="1"/>
              <a:t>a</a:t>
            </a:r>
            <a:r>
              <a:rPr lang="en-US" altLang="en-US" sz="2400" baseline="-25000" dirty="0" err="1"/>
              <a:t>i</a:t>
            </a:r>
            <a:r>
              <a:rPr lang="en-US" altLang="en-US" sz="2400" dirty="0" err="1"/>
              <a:t>+b</a:t>
            </a:r>
            <a:r>
              <a:rPr lang="en-US" altLang="en-US" sz="2400" baseline="-25000" dirty="0" err="1"/>
              <a:t>i</a:t>
            </a:r>
            <a:r>
              <a:rPr lang="en-US" altLang="en-US" sz="2400" dirty="0"/>
              <a:t>)·~(</a:t>
            </a:r>
            <a:r>
              <a:rPr lang="en-US" altLang="en-US" sz="2400" dirty="0" err="1"/>
              <a:t>a</a:t>
            </a:r>
            <a:r>
              <a:rPr lang="en-US" altLang="en-US" sz="2400" baseline="-25000" dirty="0" err="1"/>
              <a:t>i</a:t>
            </a:r>
            <a:r>
              <a:rPr lang="en-US" altLang="en-US" sz="2400" dirty="0" err="1"/>
              <a:t>·b</a:t>
            </a:r>
            <a:r>
              <a:rPr lang="en-US" altLang="en-US" sz="2400" baseline="-25000" dirty="0" err="1"/>
              <a:t>i</a:t>
            </a:r>
            <a:r>
              <a:rPr lang="en-US" altLang="en-US" sz="2400" dirty="0"/>
              <a:t>)=p</a:t>
            </a:r>
            <a:r>
              <a:rPr lang="en-US" altLang="en-US" sz="2400" baseline="-25000" dirty="0"/>
              <a:t>i</a:t>
            </a:r>
            <a:r>
              <a:rPr lang="en-US" altLang="en-US" sz="2400" dirty="0"/>
              <a:t>·~</a:t>
            </a:r>
            <a:r>
              <a:rPr lang="en-US" altLang="en-US" sz="2400" dirty="0" err="1"/>
              <a:t>g</a:t>
            </a:r>
            <a:r>
              <a:rPr lang="en-US" altLang="en-US" sz="2400" baseline="-25000" dirty="0" err="1"/>
              <a:t>i</a:t>
            </a:r>
            <a:endParaRPr lang="en-US" altLang="en-US" sz="2400" dirty="0"/>
          </a:p>
          <a:p>
            <a:pPr eaLnBrk="1" hangingPunct="1"/>
            <a:r>
              <a:rPr lang="en-US" altLang="en-US" sz="2400" dirty="0"/>
              <a:t>And gate can be used instead of XOR gate</a:t>
            </a:r>
          </a:p>
          <a:p>
            <a:pPr eaLnBrk="1" hangingPunct="1"/>
            <a:r>
              <a:rPr lang="en-US" altLang="en-US" sz="2400" dirty="0"/>
              <a:t>Equations for carry is factored</a:t>
            </a:r>
          </a:p>
          <a:p>
            <a:pPr eaLnBrk="1" hangingPunct="1"/>
            <a:r>
              <a:rPr lang="en-US" altLang="en-US" sz="2400" dirty="0"/>
              <a:t>c</a:t>
            </a:r>
            <a:r>
              <a:rPr lang="en-US" altLang="en-US" sz="2400" baseline="-25000" dirty="0"/>
              <a:t>i+1</a:t>
            </a:r>
            <a:r>
              <a:rPr lang="en-US" altLang="en-US" sz="2400" dirty="0"/>
              <a:t> = </a:t>
            </a:r>
            <a:r>
              <a:rPr lang="en-US" altLang="en-US" sz="2400" dirty="0" err="1"/>
              <a:t>g</a:t>
            </a:r>
            <a:r>
              <a:rPr lang="en-US" altLang="en-US" sz="2400" baseline="-25000" dirty="0" err="1"/>
              <a:t>i</a:t>
            </a:r>
            <a:r>
              <a:rPr lang="en-US" altLang="en-US" sz="2400" dirty="0" err="1"/>
              <a:t>+p</a:t>
            </a:r>
            <a:r>
              <a:rPr lang="en-US" altLang="en-US" sz="2400" baseline="-25000" dirty="0" err="1"/>
              <a:t>i</a:t>
            </a:r>
            <a:r>
              <a:rPr lang="en-US" altLang="en-US" sz="2400" dirty="0" err="1"/>
              <a:t>·c</a:t>
            </a:r>
            <a:r>
              <a:rPr lang="en-US" altLang="en-US" sz="2400" baseline="-25000" dirty="0" err="1"/>
              <a:t>i</a:t>
            </a:r>
            <a:r>
              <a:rPr lang="en-US" altLang="en-US" sz="2400" dirty="0"/>
              <a:t>=</a:t>
            </a:r>
            <a:r>
              <a:rPr lang="en-US" altLang="en-US" sz="2400" dirty="0" err="1"/>
              <a:t>p</a:t>
            </a:r>
            <a:r>
              <a:rPr lang="en-US" altLang="en-US" sz="2400" baseline="-25000" dirty="0" err="1"/>
              <a:t>i</a:t>
            </a:r>
            <a:r>
              <a:rPr lang="en-US" altLang="en-US" sz="2400" dirty="0" err="1"/>
              <a:t>·g</a:t>
            </a:r>
            <a:r>
              <a:rPr lang="en-US" altLang="en-US" sz="2400" baseline="-25000" dirty="0" err="1"/>
              <a:t>i</a:t>
            </a:r>
            <a:r>
              <a:rPr lang="en-US" altLang="en-US" sz="2400" dirty="0" err="1"/>
              <a:t>+p</a:t>
            </a:r>
            <a:r>
              <a:rPr lang="en-US" altLang="en-US" sz="2400" baseline="-25000" dirty="0" err="1"/>
              <a:t>i</a:t>
            </a:r>
            <a:r>
              <a:rPr lang="en-US" altLang="en-US" sz="2400" dirty="0" err="1"/>
              <a:t>·c</a:t>
            </a:r>
            <a:r>
              <a:rPr lang="en-US" altLang="en-US" sz="2400" baseline="-25000" dirty="0" err="1"/>
              <a:t>i</a:t>
            </a:r>
            <a:r>
              <a:rPr lang="en-US" altLang="en-US" sz="2400" dirty="0"/>
              <a:t>=p</a:t>
            </a:r>
            <a:r>
              <a:rPr lang="en-US" altLang="en-US" sz="2400" baseline="-25000" dirty="0"/>
              <a:t>i</a:t>
            </a:r>
            <a:r>
              <a:rPr lang="en-US" altLang="en-US" sz="2400" dirty="0"/>
              <a:t>·(</a:t>
            </a:r>
            <a:r>
              <a:rPr lang="en-US" altLang="en-US" sz="2400" dirty="0" err="1"/>
              <a:t>g</a:t>
            </a:r>
            <a:r>
              <a:rPr lang="en-US" altLang="en-US" sz="2400" baseline="-25000" dirty="0" err="1"/>
              <a:t>i</a:t>
            </a:r>
            <a:r>
              <a:rPr lang="en-US" altLang="en-US" sz="2400" dirty="0" err="1"/>
              <a:t>+c</a:t>
            </a:r>
            <a:r>
              <a:rPr lang="en-US" altLang="en-US" sz="2400" baseline="-25000" dirty="0" err="1"/>
              <a:t>i</a:t>
            </a:r>
            <a:r>
              <a:rPr lang="en-US" altLang="en-US" sz="2400" dirty="0"/>
              <a:t>)</a:t>
            </a:r>
          </a:p>
          <a:p>
            <a:endParaRPr lang="en-US" dirty="0"/>
          </a:p>
        </p:txBody>
      </p:sp>
      <p:grpSp>
        <p:nvGrpSpPr>
          <p:cNvPr id="41988" name="Group 4">
            <a:extLst>
              <a:ext uri="{FF2B5EF4-FFF2-40B4-BE49-F238E27FC236}">
                <a16:creationId xmlns:a16="http://schemas.microsoft.com/office/drawing/2014/main" id="{3AA718EB-FE53-4357-788F-BA4A3FBCF5E2}"/>
              </a:ext>
            </a:extLst>
          </p:cNvPr>
          <p:cNvGrpSpPr>
            <a:grpSpLocks/>
          </p:cNvGrpSpPr>
          <p:nvPr/>
        </p:nvGrpSpPr>
        <p:grpSpPr bwMode="auto">
          <a:xfrm>
            <a:off x="7086600" y="1524001"/>
            <a:ext cx="2438400" cy="3281363"/>
            <a:chOff x="3429000" y="1447800"/>
            <a:chExt cx="2364716" cy="3204547"/>
          </a:xfrm>
        </p:grpSpPr>
        <p:sp>
          <p:nvSpPr>
            <p:cNvPr id="6" name="Rectangle 5">
              <a:extLst>
                <a:ext uri="{FF2B5EF4-FFF2-40B4-BE49-F238E27FC236}">
                  <a16:creationId xmlns:a16="http://schemas.microsoft.com/office/drawing/2014/main" id="{B563553E-0AD3-42C6-A747-E62037B9D3FD}"/>
                </a:ext>
              </a:extLst>
            </p:cNvPr>
            <p:cNvSpPr>
              <a:spLocks noChangeArrowheads="1"/>
            </p:cNvSpPr>
            <p:nvPr/>
          </p:nvSpPr>
          <p:spPr bwMode="auto">
            <a:xfrm>
              <a:off x="3958598" y="1447800"/>
              <a:ext cx="1320916" cy="3204547"/>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41990" name="Line 6">
              <a:extLst>
                <a:ext uri="{FF2B5EF4-FFF2-40B4-BE49-F238E27FC236}">
                  <a16:creationId xmlns:a16="http://schemas.microsoft.com/office/drawing/2014/main" id="{E4DA1AE6-AD97-FA2B-F4EE-ACFAAF68742D}"/>
                </a:ext>
              </a:extLst>
            </p:cNvPr>
            <p:cNvSpPr>
              <a:spLocks noChangeShapeType="1"/>
            </p:cNvSpPr>
            <p:nvPr/>
          </p:nvSpPr>
          <p:spPr bwMode="auto">
            <a:xfrm>
              <a:off x="3445175" y="1753796"/>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1" name="Line 7">
              <a:extLst>
                <a:ext uri="{FF2B5EF4-FFF2-40B4-BE49-F238E27FC236}">
                  <a16:creationId xmlns:a16="http://schemas.microsoft.com/office/drawing/2014/main" id="{93320AE7-D33B-5DAE-25D2-2D36A277E376}"/>
                </a:ext>
              </a:extLst>
            </p:cNvPr>
            <p:cNvSpPr>
              <a:spLocks noChangeShapeType="1"/>
            </p:cNvSpPr>
            <p:nvPr/>
          </p:nvSpPr>
          <p:spPr bwMode="auto">
            <a:xfrm>
              <a:off x="3430617" y="2076604"/>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2" name="Line 8">
              <a:extLst>
                <a:ext uri="{FF2B5EF4-FFF2-40B4-BE49-F238E27FC236}">
                  <a16:creationId xmlns:a16="http://schemas.microsoft.com/office/drawing/2014/main" id="{B798FAF7-AEC0-7E5D-7AEB-8439B08A785F}"/>
                </a:ext>
              </a:extLst>
            </p:cNvPr>
            <p:cNvSpPr>
              <a:spLocks noChangeShapeType="1"/>
            </p:cNvSpPr>
            <p:nvPr/>
          </p:nvSpPr>
          <p:spPr bwMode="auto">
            <a:xfrm>
              <a:off x="3430617" y="2399413"/>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3" name="Line 9">
              <a:extLst>
                <a:ext uri="{FF2B5EF4-FFF2-40B4-BE49-F238E27FC236}">
                  <a16:creationId xmlns:a16="http://schemas.microsoft.com/office/drawing/2014/main" id="{09B0BE61-99A3-A41A-A010-C7AEED08ED18}"/>
                </a:ext>
              </a:extLst>
            </p:cNvPr>
            <p:cNvSpPr>
              <a:spLocks noChangeShapeType="1"/>
            </p:cNvSpPr>
            <p:nvPr/>
          </p:nvSpPr>
          <p:spPr bwMode="auto">
            <a:xfrm>
              <a:off x="3430617" y="2735671"/>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4" name="Line 10">
              <a:extLst>
                <a:ext uri="{FF2B5EF4-FFF2-40B4-BE49-F238E27FC236}">
                  <a16:creationId xmlns:a16="http://schemas.microsoft.com/office/drawing/2014/main" id="{D5B9C7CF-F599-2D31-9DF3-A6238BDE4821}"/>
                </a:ext>
              </a:extLst>
            </p:cNvPr>
            <p:cNvSpPr>
              <a:spLocks noChangeShapeType="1"/>
            </p:cNvSpPr>
            <p:nvPr/>
          </p:nvSpPr>
          <p:spPr bwMode="auto">
            <a:xfrm>
              <a:off x="3430617" y="3028217"/>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5" name="Line 11">
              <a:extLst>
                <a:ext uri="{FF2B5EF4-FFF2-40B4-BE49-F238E27FC236}">
                  <a16:creationId xmlns:a16="http://schemas.microsoft.com/office/drawing/2014/main" id="{A3667F4A-FEB6-0F45-4EB6-BD2AAA63C2E1}"/>
                </a:ext>
              </a:extLst>
            </p:cNvPr>
            <p:cNvSpPr>
              <a:spLocks noChangeShapeType="1"/>
            </p:cNvSpPr>
            <p:nvPr/>
          </p:nvSpPr>
          <p:spPr bwMode="auto">
            <a:xfrm>
              <a:off x="3445175" y="3320762"/>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6" name="Line 12">
              <a:extLst>
                <a:ext uri="{FF2B5EF4-FFF2-40B4-BE49-F238E27FC236}">
                  <a16:creationId xmlns:a16="http://schemas.microsoft.com/office/drawing/2014/main" id="{474625D7-300B-CA15-27EC-FD057A31FA5D}"/>
                </a:ext>
              </a:extLst>
            </p:cNvPr>
            <p:cNvSpPr>
              <a:spLocks noChangeShapeType="1"/>
            </p:cNvSpPr>
            <p:nvPr/>
          </p:nvSpPr>
          <p:spPr bwMode="auto">
            <a:xfrm>
              <a:off x="3429000" y="3643570"/>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7" name="Line 13">
              <a:extLst>
                <a:ext uri="{FF2B5EF4-FFF2-40B4-BE49-F238E27FC236}">
                  <a16:creationId xmlns:a16="http://schemas.microsoft.com/office/drawing/2014/main" id="{E8962307-95FD-535B-DE93-A76223741115}"/>
                </a:ext>
              </a:extLst>
            </p:cNvPr>
            <p:cNvSpPr>
              <a:spLocks noChangeShapeType="1"/>
            </p:cNvSpPr>
            <p:nvPr/>
          </p:nvSpPr>
          <p:spPr bwMode="auto">
            <a:xfrm>
              <a:off x="3443557" y="3979829"/>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8" name="Line 14">
              <a:extLst>
                <a:ext uri="{FF2B5EF4-FFF2-40B4-BE49-F238E27FC236}">
                  <a16:creationId xmlns:a16="http://schemas.microsoft.com/office/drawing/2014/main" id="{6EAE400C-3AB8-F0C6-125A-26BFDB1FEE2E}"/>
                </a:ext>
              </a:extLst>
            </p:cNvPr>
            <p:cNvSpPr>
              <a:spLocks noChangeShapeType="1"/>
            </p:cNvSpPr>
            <p:nvPr/>
          </p:nvSpPr>
          <p:spPr bwMode="auto">
            <a:xfrm>
              <a:off x="3445175" y="4287505"/>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1999" name="Line 15">
              <a:extLst>
                <a:ext uri="{FF2B5EF4-FFF2-40B4-BE49-F238E27FC236}">
                  <a16:creationId xmlns:a16="http://schemas.microsoft.com/office/drawing/2014/main" id="{C334635C-88BA-265C-8102-F0E0BF05BF3D}"/>
                </a:ext>
              </a:extLst>
            </p:cNvPr>
            <p:cNvSpPr>
              <a:spLocks noChangeShapeType="1"/>
            </p:cNvSpPr>
            <p:nvPr/>
          </p:nvSpPr>
          <p:spPr bwMode="auto">
            <a:xfrm>
              <a:off x="5264808" y="1953869"/>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0" name="Line 16">
              <a:extLst>
                <a:ext uri="{FF2B5EF4-FFF2-40B4-BE49-F238E27FC236}">
                  <a16:creationId xmlns:a16="http://schemas.microsoft.com/office/drawing/2014/main" id="{6FDD3C14-D14A-9361-069F-BF0005B78C5D}"/>
                </a:ext>
              </a:extLst>
            </p:cNvPr>
            <p:cNvSpPr>
              <a:spLocks noChangeShapeType="1"/>
            </p:cNvSpPr>
            <p:nvPr/>
          </p:nvSpPr>
          <p:spPr bwMode="auto">
            <a:xfrm>
              <a:off x="5279366" y="2429676"/>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1" name="Line 17">
              <a:extLst>
                <a:ext uri="{FF2B5EF4-FFF2-40B4-BE49-F238E27FC236}">
                  <a16:creationId xmlns:a16="http://schemas.microsoft.com/office/drawing/2014/main" id="{1581825A-2A6E-FBC9-D196-2EFB5407F07B}"/>
                </a:ext>
              </a:extLst>
            </p:cNvPr>
            <p:cNvSpPr>
              <a:spLocks noChangeShapeType="1"/>
            </p:cNvSpPr>
            <p:nvPr/>
          </p:nvSpPr>
          <p:spPr bwMode="auto">
            <a:xfrm>
              <a:off x="5279366" y="2934064"/>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2" name="Line 18">
              <a:extLst>
                <a:ext uri="{FF2B5EF4-FFF2-40B4-BE49-F238E27FC236}">
                  <a16:creationId xmlns:a16="http://schemas.microsoft.com/office/drawing/2014/main" id="{69B39221-180C-746B-002B-3262F4182AEC}"/>
                </a:ext>
              </a:extLst>
            </p:cNvPr>
            <p:cNvSpPr>
              <a:spLocks noChangeShapeType="1"/>
            </p:cNvSpPr>
            <p:nvPr/>
          </p:nvSpPr>
          <p:spPr bwMode="auto">
            <a:xfrm>
              <a:off x="5279366" y="3393057"/>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3" name="Line 19">
              <a:extLst>
                <a:ext uri="{FF2B5EF4-FFF2-40B4-BE49-F238E27FC236}">
                  <a16:creationId xmlns:a16="http://schemas.microsoft.com/office/drawing/2014/main" id="{4760FC92-1375-B09D-9FFB-7E5E1CAB2629}"/>
                </a:ext>
              </a:extLst>
            </p:cNvPr>
            <p:cNvSpPr>
              <a:spLocks noChangeShapeType="1"/>
            </p:cNvSpPr>
            <p:nvPr/>
          </p:nvSpPr>
          <p:spPr bwMode="auto">
            <a:xfrm>
              <a:off x="5266426" y="3897445"/>
              <a:ext cx="514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2004" name="Text Box 20">
              <a:extLst>
                <a:ext uri="{FF2B5EF4-FFF2-40B4-BE49-F238E27FC236}">
                  <a16:creationId xmlns:a16="http://schemas.microsoft.com/office/drawing/2014/main" id="{86A60A14-8F97-4780-47F6-04A131867B35}"/>
                </a:ext>
              </a:extLst>
            </p:cNvPr>
            <p:cNvSpPr txBox="1">
              <a:spLocks noChangeArrowheads="1"/>
            </p:cNvSpPr>
            <p:nvPr/>
          </p:nvSpPr>
          <p:spPr bwMode="auto">
            <a:xfrm>
              <a:off x="4032309" y="1525140"/>
              <a:ext cx="587136" cy="2795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C0</a:t>
              </a:r>
            </a:p>
            <a:p>
              <a:pPr eaLnBrk="1" hangingPunct="1"/>
              <a:r>
                <a:rPr lang="en-US" altLang="en-US" sz="2000"/>
                <a:t>A0</a:t>
              </a:r>
            </a:p>
            <a:p>
              <a:pPr eaLnBrk="1" hangingPunct="1"/>
              <a:r>
                <a:rPr lang="en-US" altLang="en-US" sz="2000"/>
                <a:t>B0</a:t>
              </a:r>
            </a:p>
            <a:p>
              <a:pPr eaLnBrk="1" hangingPunct="1"/>
              <a:r>
                <a:rPr lang="en-US" altLang="en-US" sz="2000"/>
                <a:t>A1</a:t>
              </a:r>
            </a:p>
            <a:p>
              <a:pPr eaLnBrk="1" hangingPunct="1"/>
              <a:r>
                <a:rPr lang="en-US" altLang="en-US" sz="2000"/>
                <a:t>B1</a:t>
              </a:r>
            </a:p>
            <a:p>
              <a:pPr eaLnBrk="1" hangingPunct="1"/>
              <a:r>
                <a:rPr lang="en-US" altLang="en-US" sz="2000"/>
                <a:t>A2</a:t>
              </a:r>
            </a:p>
            <a:p>
              <a:pPr eaLnBrk="1" hangingPunct="1"/>
              <a:r>
                <a:rPr lang="en-US" altLang="en-US" sz="2000"/>
                <a:t>B2</a:t>
              </a:r>
            </a:p>
            <a:p>
              <a:pPr eaLnBrk="1" hangingPunct="1"/>
              <a:r>
                <a:rPr lang="en-US" altLang="en-US" sz="2000"/>
                <a:t>A3</a:t>
              </a:r>
            </a:p>
            <a:p>
              <a:pPr eaLnBrk="1" hangingPunct="1"/>
              <a:r>
                <a:rPr lang="en-US" altLang="en-US" sz="2000"/>
                <a:t>B3</a:t>
              </a:r>
              <a:endParaRPr lang="ru-RU" altLang="en-US" sz="2000"/>
            </a:p>
          </p:txBody>
        </p:sp>
        <p:sp>
          <p:nvSpPr>
            <p:cNvPr id="42005" name="Text Box 21">
              <a:extLst>
                <a:ext uri="{FF2B5EF4-FFF2-40B4-BE49-F238E27FC236}">
                  <a16:creationId xmlns:a16="http://schemas.microsoft.com/office/drawing/2014/main" id="{8BF073CE-3343-00A7-1FAF-F2CFCFFBD39F}"/>
                </a:ext>
              </a:extLst>
            </p:cNvPr>
            <p:cNvSpPr txBox="1">
              <a:spLocks noChangeArrowheads="1"/>
            </p:cNvSpPr>
            <p:nvPr/>
          </p:nvSpPr>
          <p:spPr bwMode="auto">
            <a:xfrm>
              <a:off x="4766633" y="1731938"/>
              <a:ext cx="587136" cy="2194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S0</a:t>
              </a:r>
            </a:p>
            <a:p>
              <a:pPr eaLnBrk="1" hangingPunct="1">
                <a:spcBef>
                  <a:spcPct val="50000"/>
                </a:spcBef>
              </a:pPr>
              <a:r>
                <a:rPr lang="en-US" altLang="en-US" sz="2000"/>
                <a:t>S1</a:t>
              </a:r>
            </a:p>
            <a:p>
              <a:pPr eaLnBrk="1" hangingPunct="1">
                <a:spcBef>
                  <a:spcPct val="50000"/>
                </a:spcBef>
              </a:pPr>
              <a:r>
                <a:rPr lang="en-US" altLang="en-US" sz="2000"/>
                <a:t>S2</a:t>
              </a:r>
            </a:p>
            <a:p>
              <a:pPr eaLnBrk="1" hangingPunct="1">
                <a:spcBef>
                  <a:spcPct val="50000"/>
                </a:spcBef>
              </a:pPr>
              <a:r>
                <a:rPr lang="en-US" altLang="en-US" sz="2000"/>
                <a:t>S3</a:t>
              </a:r>
            </a:p>
            <a:p>
              <a:pPr eaLnBrk="1" hangingPunct="1">
                <a:spcBef>
                  <a:spcPct val="50000"/>
                </a:spcBef>
              </a:pPr>
              <a:r>
                <a:rPr lang="en-US" altLang="en-US" sz="2000"/>
                <a:t>C4</a:t>
              </a:r>
              <a:endParaRPr lang="ru-RU" altLang="en-US" sz="2000"/>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itle 5">
            <a:extLst>
              <a:ext uri="{FF2B5EF4-FFF2-40B4-BE49-F238E27FC236}">
                <a16:creationId xmlns:a16="http://schemas.microsoft.com/office/drawing/2014/main" id="{8A80300B-BEEE-F117-4E65-4CF90AD2905B}"/>
              </a:ext>
            </a:extLst>
          </p:cNvPr>
          <p:cNvSpPr>
            <a:spLocks noGrp="1" noChangeArrowheads="1"/>
          </p:cNvSpPr>
          <p:nvPr>
            <p:ph type="title"/>
          </p:nvPr>
        </p:nvSpPr>
        <p:spPr/>
        <p:txBody>
          <a:bodyPr>
            <a:normAutofit/>
          </a:bodyPr>
          <a:lstStyle/>
          <a:p>
            <a:r>
              <a:rPr lang="en-US" altLang="en-US" dirty="0"/>
              <a:t>Equations for Carry Signals</a:t>
            </a:r>
          </a:p>
        </p:txBody>
      </p:sp>
      <p:sp>
        <p:nvSpPr>
          <p:cNvPr id="3" name="Text Placeholder 2">
            <a:extLst>
              <a:ext uri="{FF2B5EF4-FFF2-40B4-BE49-F238E27FC236}">
                <a16:creationId xmlns:a16="http://schemas.microsoft.com/office/drawing/2014/main" id="{FE87B475-9952-2609-3C84-5673DF1078FF}"/>
              </a:ext>
            </a:extLst>
          </p:cNvPr>
          <p:cNvSpPr>
            <a:spLocks noGrp="1"/>
          </p:cNvSpPr>
          <p:nvPr>
            <p:ph type="body" sz="quarter" idx="10"/>
          </p:nvPr>
        </p:nvSpPr>
        <p:spPr/>
        <p:txBody>
          <a:bodyPr/>
          <a:lstStyle/>
          <a:p>
            <a:pPr marL="0" indent="0">
              <a:buNone/>
            </a:pPr>
            <a:r>
              <a:rPr lang="en-US" dirty="0"/>
              <a:t>c1= p0·(g0+c0)</a:t>
            </a:r>
          </a:p>
          <a:p>
            <a:pPr marL="0" indent="0">
              <a:buNone/>
            </a:pPr>
            <a:r>
              <a:rPr lang="en-US" dirty="0"/>
              <a:t>c2= p1·(g1+c1) = p1·(g1+ p0·(g0+c0))=</a:t>
            </a:r>
          </a:p>
          <a:p>
            <a:pPr marL="0" indent="0">
              <a:buNone/>
            </a:pPr>
            <a:r>
              <a:rPr lang="en-US" dirty="0"/>
              <a:t>= p1·(g1+p0)·(g1+g0+c0)</a:t>
            </a:r>
          </a:p>
          <a:p>
            <a:pPr marL="0" indent="0">
              <a:buNone/>
            </a:pPr>
            <a:r>
              <a:rPr lang="en-US" dirty="0"/>
              <a:t>c3= p2·(g2+c2) = p2·(g2+ p1·(g1+p0)·(g1+g0+c0))=</a:t>
            </a:r>
          </a:p>
          <a:p>
            <a:pPr marL="0" indent="0">
              <a:buNone/>
            </a:pPr>
            <a:r>
              <a:rPr lang="en-US" dirty="0"/>
              <a:t>=p2·(g2+ p1)·(g2+g1 +p0)·(g2+g1+g0+c0)</a:t>
            </a:r>
          </a:p>
          <a:p>
            <a:pPr marL="0" indent="0">
              <a:buNone/>
            </a:pPr>
            <a:r>
              <a:rPr lang="en-US" dirty="0"/>
              <a:t>c4 = p3·(g3+c3)= p3·(g3 + p2·(g2+ p1)·(g2+ g1+p0)·(g2+ g1+g0+c0))=</a:t>
            </a:r>
          </a:p>
          <a:p>
            <a:pPr marL="0" indent="0">
              <a:buNone/>
            </a:pPr>
            <a:r>
              <a:rPr lang="en-US" dirty="0"/>
              <a:t>=p3·(g3 + p2)·(g3+g2+p1) · (g3+g2+g1+ p0)·(g3+g2+ g1+g0+c0)</a:t>
            </a:r>
          </a:p>
          <a:p>
            <a:pPr marL="0" indent="0">
              <a:buNone/>
            </a:pPr>
            <a:r>
              <a:rPr lang="en-US" dirty="0"/>
              <a:t>The propagation delay from the C0 input to the C4 output is very short, about  the same as two inverter gates.</a:t>
            </a:r>
          </a:p>
          <a:p>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Title 2">
            <a:extLst>
              <a:ext uri="{FF2B5EF4-FFF2-40B4-BE49-F238E27FC236}">
                <a16:creationId xmlns:a16="http://schemas.microsoft.com/office/drawing/2014/main" id="{6B2CEC3B-8618-9AA1-F3EE-FC7A13AE0E84}"/>
              </a:ext>
            </a:extLst>
          </p:cNvPr>
          <p:cNvSpPr>
            <a:spLocks noGrp="1" noChangeArrowheads="1"/>
          </p:cNvSpPr>
          <p:nvPr>
            <p:ph type="title"/>
          </p:nvPr>
        </p:nvSpPr>
        <p:spPr/>
        <p:txBody>
          <a:bodyPr/>
          <a:lstStyle/>
          <a:p>
            <a:r>
              <a:rPr lang="en-US" altLang="en-US"/>
              <a:t>CLA  Description in Verilog</a:t>
            </a:r>
          </a:p>
        </p:txBody>
      </p:sp>
      <p:sp>
        <p:nvSpPr>
          <p:cNvPr id="44035" name="Content Placeholder 3">
            <a:extLst>
              <a:ext uri="{FF2B5EF4-FFF2-40B4-BE49-F238E27FC236}">
                <a16:creationId xmlns:a16="http://schemas.microsoft.com/office/drawing/2014/main" id="{FBE78980-3595-4C06-A007-8B1E90EA8D16}"/>
              </a:ext>
            </a:extLst>
          </p:cNvPr>
          <p:cNvSpPr>
            <a:spLocks noGrp="1"/>
          </p:cNvSpPr>
          <p:nvPr>
            <p:ph type="body" sz="quarter" idx="13"/>
          </p:nvPr>
        </p:nvSpPr>
        <p:spPr>
          <a:xfrm>
            <a:off x="253093" y="1188720"/>
            <a:ext cx="5423807" cy="5238974"/>
          </a:xfrm>
          <a:solidFill>
            <a:schemeClr val="accent1">
              <a:lumMod val="20000"/>
              <a:lumOff val="80000"/>
            </a:schemeClr>
          </a:solidFill>
        </p:spPr>
        <p:txBody>
          <a:bodyPr/>
          <a:lstStyle/>
          <a:p>
            <a:pPr marL="0" indent="0">
              <a:buNone/>
            </a:pPr>
            <a:r>
              <a:rPr lang="pt-BR" sz="1800" dirty="0"/>
              <a:t>module cla</a:t>
            </a:r>
            <a:r>
              <a:rPr lang="ru-RU" sz="1800" dirty="0"/>
              <a:t>(</a:t>
            </a:r>
            <a:r>
              <a:rPr lang="pt-BR" sz="1800" dirty="0"/>
              <a:t>a</a:t>
            </a:r>
            <a:r>
              <a:rPr lang="ru-RU" sz="1800" dirty="0"/>
              <a:t>,</a:t>
            </a:r>
            <a:r>
              <a:rPr lang="pt-BR" sz="1800" dirty="0"/>
              <a:t>b</a:t>
            </a:r>
            <a:r>
              <a:rPr lang="ru-RU" sz="1800" dirty="0"/>
              <a:t>,</a:t>
            </a:r>
            <a:r>
              <a:rPr lang="pt-BR" sz="1800" dirty="0"/>
              <a:t>cin</a:t>
            </a:r>
            <a:r>
              <a:rPr lang="ru-RU" sz="1800" dirty="0"/>
              <a:t>, </a:t>
            </a:r>
            <a:r>
              <a:rPr lang="pt-BR" sz="1800" dirty="0"/>
              <a:t>sum</a:t>
            </a:r>
            <a:r>
              <a:rPr lang="ru-RU" sz="1800" dirty="0"/>
              <a:t>);</a:t>
            </a:r>
          </a:p>
          <a:p>
            <a:pPr marL="0" indent="0">
              <a:buNone/>
            </a:pPr>
            <a:r>
              <a:rPr lang="ru-RU" sz="1800" dirty="0"/>
              <a:t>	</a:t>
            </a:r>
            <a:r>
              <a:rPr lang="pt-BR" sz="1800" dirty="0"/>
              <a:t>parameter n</a:t>
            </a:r>
            <a:r>
              <a:rPr lang="ru-RU" sz="1800" dirty="0"/>
              <a:t>=8;</a:t>
            </a:r>
          </a:p>
          <a:p>
            <a:pPr marL="0" indent="0">
              <a:buNone/>
            </a:pPr>
            <a:r>
              <a:rPr lang="ru-RU" sz="1800" dirty="0"/>
              <a:t>	</a:t>
            </a:r>
            <a:r>
              <a:rPr lang="en-US" sz="1800" dirty="0"/>
              <a:t>input [n-1:0] </a:t>
            </a:r>
            <a:r>
              <a:rPr lang="en-US" sz="1800" dirty="0" err="1"/>
              <a:t>a,b</a:t>
            </a:r>
            <a:r>
              <a:rPr lang="en-US" sz="1800" dirty="0"/>
              <a:t>;</a:t>
            </a:r>
          </a:p>
          <a:p>
            <a:pPr marL="0" indent="0">
              <a:buNone/>
            </a:pPr>
            <a:r>
              <a:rPr lang="en-US" sz="1800" dirty="0"/>
              <a:t>	input </a:t>
            </a:r>
            <a:r>
              <a:rPr lang="en-US" sz="1800" dirty="0" err="1"/>
              <a:t>cin</a:t>
            </a:r>
            <a:r>
              <a:rPr lang="en-US" sz="1800" dirty="0"/>
              <a:t>;</a:t>
            </a:r>
          </a:p>
          <a:p>
            <a:pPr marL="0" indent="0">
              <a:buNone/>
            </a:pPr>
            <a:r>
              <a:rPr lang="en-US" sz="1800" dirty="0"/>
              <a:t>output [n:0] sum;</a:t>
            </a:r>
            <a:endParaRPr lang="pt-BR" sz="1800" dirty="0"/>
          </a:p>
          <a:p>
            <a:pPr marL="0" indent="0">
              <a:buNone/>
            </a:pPr>
            <a:r>
              <a:rPr lang="pt-BR" sz="1800" dirty="0"/>
              <a:t>reg [n:0] sum;</a:t>
            </a:r>
          </a:p>
          <a:p>
            <a:pPr marL="0" indent="0">
              <a:buNone/>
            </a:pPr>
            <a:r>
              <a:rPr lang="pt-BR" sz="1800" dirty="0"/>
              <a:t>	reg [n:0] carry;</a:t>
            </a:r>
          </a:p>
          <a:p>
            <a:pPr marL="0" indent="0">
              <a:buNone/>
            </a:pPr>
            <a:r>
              <a:rPr lang="pt-BR" sz="1800" dirty="0"/>
              <a:t>	</a:t>
            </a:r>
            <a:r>
              <a:rPr lang="en-US" sz="1800" dirty="0" err="1"/>
              <a:t>reg</a:t>
            </a:r>
            <a:r>
              <a:rPr lang="en-US" sz="1800" dirty="0"/>
              <a:t> [n-1:0] </a:t>
            </a:r>
            <a:r>
              <a:rPr lang="en-US" sz="1800" dirty="0" err="1"/>
              <a:t>g,p</a:t>
            </a:r>
            <a:r>
              <a:rPr lang="en-US" sz="1800" dirty="0"/>
              <a:t>;</a:t>
            </a:r>
          </a:p>
          <a:p>
            <a:pPr marL="0" indent="0">
              <a:buNone/>
            </a:pPr>
            <a:r>
              <a:rPr lang="en-US" sz="1800" dirty="0"/>
              <a:t>	integer </a:t>
            </a:r>
            <a:r>
              <a:rPr lang="en-US" sz="1800" dirty="0" err="1"/>
              <a:t>i</a:t>
            </a:r>
            <a:r>
              <a:rPr lang="en-US" sz="1800" dirty="0"/>
              <a:t>;</a:t>
            </a:r>
          </a:p>
          <a:p>
            <a:pPr marL="0" indent="0">
              <a:buNone/>
            </a:pPr>
            <a:r>
              <a:rPr lang="en-US" sz="1800" dirty="0"/>
              <a:t>	always @(a or b or </a:t>
            </a:r>
            <a:r>
              <a:rPr lang="en-US" sz="1800" dirty="0" err="1"/>
              <a:t>cin</a:t>
            </a:r>
            <a:r>
              <a:rPr lang="en-US" sz="1800" dirty="0"/>
              <a:t>)</a:t>
            </a:r>
          </a:p>
          <a:p>
            <a:pPr marL="0" indent="0">
              <a:buNone/>
            </a:pPr>
            <a:r>
              <a:rPr lang="en-US" sz="1800" dirty="0"/>
              <a:t>				</a:t>
            </a:r>
            <a:endParaRPr lang="ru-RU" sz="1800" dirty="0"/>
          </a:p>
          <a:p>
            <a:pPr marL="0" indent="0">
              <a:buNone/>
            </a:pPr>
            <a:endParaRPr lang="en-US" sz="1800" dirty="0"/>
          </a:p>
        </p:txBody>
      </p:sp>
      <p:sp>
        <p:nvSpPr>
          <p:cNvPr id="44036" name="Content Placeholder 4">
            <a:extLst>
              <a:ext uri="{FF2B5EF4-FFF2-40B4-BE49-F238E27FC236}">
                <a16:creationId xmlns:a16="http://schemas.microsoft.com/office/drawing/2014/main" id="{030EEFB0-C4FC-44A2-9F32-89E0CEA6EE02}"/>
              </a:ext>
            </a:extLst>
          </p:cNvPr>
          <p:cNvSpPr>
            <a:spLocks noGrp="1"/>
          </p:cNvSpPr>
          <p:nvPr>
            <p:ph type="body" sz="quarter" idx="14"/>
          </p:nvPr>
        </p:nvSpPr>
        <p:spPr>
          <a:solidFill>
            <a:schemeClr val="accent1">
              <a:lumMod val="20000"/>
              <a:lumOff val="80000"/>
            </a:schemeClr>
          </a:solidFill>
        </p:spPr>
        <p:txBody>
          <a:bodyPr/>
          <a:lstStyle/>
          <a:p>
            <a:pPr marL="0" indent="0">
              <a:buNone/>
            </a:pPr>
            <a:r>
              <a:rPr lang="en-US" sz="1800" dirty="0"/>
              <a:t>begin  carry[0]=</a:t>
            </a:r>
            <a:r>
              <a:rPr lang="en-US" sz="1800" dirty="0" err="1"/>
              <a:t>cin</a:t>
            </a:r>
            <a:r>
              <a:rPr lang="en-US" sz="1800" dirty="0"/>
              <a:t>;</a:t>
            </a:r>
          </a:p>
          <a:p>
            <a:pPr marL="0" indent="0">
              <a:buNone/>
            </a:pPr>
            <a:r>
              <a:rPr lang="en-US" sz="1800" dirty="0"/>
              <a:t>		for (</a:t>
            </a:r>
            <a:r>
              <a:rPr lang="en-US" sz="1800" dirty="0" err="1"/>
              <a:t>i</a:t>
            </a:r>
            <a:r>
              <a:rPr lang="en-US" sz="1800" dirty="0"/>
              <a:t>=0; </a:t>
            </a:r>
            <a:r>
              <a:rPr lang="en-US" sz="1800" dirty="0" err="1"/>
              <a:t>i</a:t>
            </a:r>
            <a:r>
              <a:rPr lang="en-US" sz="1800" dirty="0"/>
              <a:t>&lt;n; </a:t>
            </a:r>
            <a:r>
              <a:rPr lang="en-US" sz="1800" dirty="0" err="1"/>
              <a:t>i</a:t>
            </a:r>
            <a:r>
              <a:rPr lang="en-US" sz="1800" dirty="0"/>
              <a:t>=i+1)</a:t>
            </a:r>
          </a:p>
          <a:p>
            <a:pPr marL="0" indent="0">
              <a:buNone/>
            </a:pPr>
            <a:r>
              <a:rPr lang="en-US" sz="1800" dirty="0"/>
              <a:t>begin</a:t>
            </a:r>
          </a:p>
          <a:p>
            <a:pPr marL="0" indent="0">
              <a:buNone/>
            </a:pPr>
            <a:r>
              <a:rPr lang="en-US" sz="1800" dirty="0"/>
              <a:t>	g[</a:t>
            </a:r>
            <a:r>
              <a:rPr lang="en-US" sz="1800" dirty="0" err="1"/>
              <a:t>i</a:t>
            </a:r>
            <a:r>
              <a:rPr lang="en-US" sz="1800" dirty="0"/>
              <a:t>] = a[</a:t>
            </a:r>
            <a:r>
              <a:rPr lang="en-US" sz="1800" dirty="0" err="1"/>
              <a:t>i</a:t>
            </a:r>
            <a:r>
              <a:rPr lang="en-US" sz="1800" dirty="0"/>
              <a:t>]&amp;b[</a:t>
            </a:r>
            <a:r>
              <a:rPr lang="en-US" sz="1800" dirty="0" err="1"/>
              <a:t>i</a:t>
            </a:r>
            <a:r>
              <a:rPr lang="en-US" sz="1800" dirty="0"/>
              <a:t>];</a:t>
            </a:r>
          </a:p>
          <a:p>
            <a:pPr marL="0" indent="0">
              <a:buNone/>
            </a:pPr>
            <a:r>
              <a:rPr lang="en-US" sz="1800" dirty="0"/>
              <a:t>	p[</a:t>
            </a:r>
            <a:r>
              <a:rPr lang="en-US" sz="1800" dirty="0" err="1"/>
              <a:t>i</a:t>
            </a:r>
            <a:r>
              <a:rPr lang="en-US" sz="1800" dirty="0"/>
              <a:t>]= a[</a:t>
            </a:r>
            <a:r>
              <a:rPr lang="en-US" sz="1800" dirty="0" err="1"/>
              <a:t>i</a:t>
            </a:r>
            <a:r>
              <a:rPr lang="en-US" sz="1800" dirty="0"/>
              <a:t>]^b[</a:t>
            </a:r>
            <a:r>
              <a:rPr lang="en-US" sz="1800" dirty="0" err="1"/>
              <a:t>i</a:t>
            </a:r>
            <a:r>
              <a:rPr lang="en-US" sz="1800" dirty="0"/>
              <a:t>];</a:t>
            </a:r>
          </a:p>
          <a:p>
            <a:pPr marL="0" indent="0">
              <a:buNone/>
            </a:pPr>
            <a:r>
              <a:rPr lang="en-US" sz="1800" dirty="0"/>
              <a:t>carry[i+1] = g[</a:t>
            </a:r>
            <a:r>
              <a:rPr lang="en-US" sz="1800" dirty="0" err="1"/>
              <a:t>i</a:t>
            </a:r>
            <a:r>
              <a:rPr lang="en-US" sz="1800" dirty="0"/>
              <a:t>]|(p[</a:t>
            </a:r>
            <a:r>
              <a:rPr lang="en-US" sz="1800" dirty="0" err="1"/>
              <a:t>i</a:t>
            </a:r>
            <a:r>
              <a:rPr lang="en-US" sz="1800" dirty="0"/>
              <a:t>]&amp;carry[</a:t>
            </a:r>
            <a:r>
              <a:rPr lang="en-US" sz="1800" dirty="0" err="1"/>
              <a:t>i</a:t>
            </a:r>
            <a:r>
              <a:rPr lang="en-US" sz="1800" dirty="0"/>
              <a:t>]);</a:t>
            </a:r>
            <a:endParaRPr lang="da-DK" sz="1800" dirty="0"/>
          </a:p>
          <a:p>
            <a:pPr marL="0" indent="0">
              <a:buNone/>
            </a:pPr>
            <a:r>
              <a:rPr lang="da-DK" sz="1800" dirty="0"/>
              <a:t>sum[i]=p[i]^carry[i];</a:t>
            </a:r>
          </a:p>
          <a:p>
            <a:pPr marL="0" indent="0">
              <a:buNone/>
            </a:pPr>
            <a:r>
              <a:rPr lang="da-DK" sz="1800" dirty="0"/>
              <a:t>end</a:t>
            </a:r>
            <a:endParaRPr lang="en-US" sz="1800" dirty="0"/>
          </a:p>
          <a:p>
            <a:pPr marL="0" indent="0">
              <a:buNone/>
            </a:pPr>
            <a:r>
              <a:rPr lang="en-US" sz="1800" dirty="0"/>
              <a:t>	sum[n]=carry[n];</a:t>
            </a:r>
          </a:p>
          <a:p>
            <a:pPr marL="0" indent="0">
              <a:buNone/>
            </a:pPr>
            <a:r>
              <a:rPr lang="en-US" sz="1800" dirty="0"/>
              <a:t>end</a:t>
            </a:r>
          </a:p>
          <a:p>
            <a:pPr marL="0" indent="0">
              <a:buNone/>
            </a:pPr>
            <a:r>
              <a:rPr lang="en-US" sz="1800" dirty="0" err="1"/>
              <a:t>endmodule</a:t>
            </a:r>
            <a:endParaRPr lang="ru-RU" sz="1800" dirty="0"/>
          </a:p>
          <a:p>
            <a:pPr marL="0" indent="0">
              <a:buNone/>
            </a:pPr>
            <a:endParaRPr lang="ru-RU" sz="1800" dirty="0"/>
          </a:p>
          <a:p>
            <a:pPr marL="0" indent="0">
              <a:buNone/>
            </a:pPr>
            <a:endParaRPr lang="en-US" sz="1800" dirty="0"/>
          </a:p>
        </p:txBody>
      </p:sp>
      <p:sp>
        <p:nvSpPr>
          <p:cNvPr id="44037" name="Right Arrow 5">
            <a:extLst>
              <a:ext uri="{FF2B5EF4-FFF2-40B4-BE49-F238E27FC236}">
                <a16:creationId xmlns:a16="http://schemas.microsoft.com/office/drawing/2014/main" id="{C7ED8496-1398-45A4-5F7E-3E67DC1D7CB2}"/>
              </a:ext>
            </a:extLst>
          </p:cNvPr>
          <p:cNvSpPr>
            <a:spLocks noChangeArrowheads="1"/>
          </p:cNvSpPr>
          <p:nvPr/>
        </p:nvSpPr>
        <p:spPr bwMode="auto">
          <a:xfrm>
            <a:off x="5715000" y="3200400"/>
            <a:ext cx="457200" cy="381000"/>
          </a:xfrm>
          <a:prstGeom prst="rightArrow">
            <a:avLst>
              <a:gd name="adj1" fmla="val 50000"/>
              <a:gd name="adj2" fmla="val 50000"/>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D03FDF79-BA25-F575-30A6-3A255D44D703}"/>
              </a:ext>
            </a:extLst>
          </p:cNvPr>
          <p:cNvSpPr>
            <a:spLocks noGrp="1" noChangeArrowheads="1"/>
          </p:cNvSpPr>
          <p:nvPr>
            <p:ph type="title"/>
          </p:nvPr>
        </p:nvSpPr>
        <p:spPr/>
        <p:txBody>
          <a:bodyPr/>
          <a:lstStyle/>
          <a:p>
            <a:r>
              <a:rPr lang="en-US" altLang="en-US"/>
              <a:t>Multi-bit Adders. Ripple-Block Carry Look-Ahead Adder</a:t>
            </a:r>
            <a:endParaRPr lang="ru-RU" altLang="en-US"/>
          </a:p>
        </p:txBody>
      </p:sp>
      <p:grpSp>
        <p:nvGrpSpPr>
          <p:cNvPr id="45059" name="Group 3">
            <a:extLst>
              <a:ext uri="{FF2B5EF4-FFF2-40B4-BE49-F238E27FC236}">
                <a16:creationId xmlns:a16="http://schemas.microsoft.com/office/drawing/2014/main" id="{10B0825B-B7E2-C248-3583-1982984C1234}"/>
              </a:ext>
            </a:extLst>
          </p:cNvPr>
          <p:cNvGrpSpPr>
            <a:grpSpLocks/>
          </p:cNvGrpSpPr>
          <p:nvPr/>
        </p:nvGrpSpPr>
        <p:grpSpPr bwMode="auto">
          <a:xfrm>
            <a:off x="1905000" y="2057400"/>
            <a:ext cx="8458200" cy="2057400"/>
            <a:chOff x="240" y="1296"/>
            <a:chExt cx="5328" cy="1278"/>
          </a:xfrm>
        </p:grpSpPr>
        <p:sp>
          <p:nvSpPr>
            <p:cNvPr id="2" name="Text Box 4">
              <a:extLst>
                <a:ext uri="{FF2B5EF4-FFF2-40B4-BE49-F238E27FC236}">
                  <a16:creationId xmlns:a16="http://schemas.microsoft.com/office/drawing/2014/main" id="{D9A6C695-4A5B-4EDC-BB35-4746A2FF2671}"/>
                </a:ext>
              </a:extLst>
            </p:cNvPr>
            <p:cNvSpPr txBox="1">
              <a:spLocks noChangeArrowheads="1"/>
            </p:cNvSpPr>
            <p:nvPr/>
          </p:nvSpPr>
          <p:spPr bwMode="auto">
            <a:xfrm>
              <a:off x="5245" y="2071"/>
              <a:ext cx="323" cy="281"/>
            </a:xfrm>
            <a:prstGeom prst="rect">
              <a:avLst/>
            </a:prstGeom>
            <a:noFill/>
            <a:ln w="9525">
              <a:noFill/>
              <a:miter lim="800000"/>
              <a:headEnd/>
              <a:tailEnd/>
            </a:ln>
          </p:spPr>
          <p:txBody>
            <a:bodyPr/>
            <a:lstStyle/>
            <a:p>
              <a:pPr eaLnBrk="1" hangingPunct="1">
                <a:defRPr/>
              </a:pPr>
              <a:r>
                <a:rPr lang="ru-RU" sz="1600">
                  <a:latin typeface="+mj-lt"/>
                  <a:cs typeface="Arial" charset="0"/>
                </a:rPr>
                <a:t>C0</a:t>
              </a:r>
            </a:p>
          </p:txBody>
        </p:sp>
        <p:sp>
          <p:nvSpPr>
            <p:cNvPr id="44038" name="Rectangle 5">
              <a:extLst>
                <a:ext uri="{FF2B5EF4-FFF2-40B4-BE49-F238E27FC236}">
                  <a16:creationId xmlns:a16="http://schemas.microsoft.com/office/drawing/2014/main" id="{5B70B59F-8A08-4174-A358-5B5BA2CFE371}"/>
                </a:ext>
              </a:extLst>
            </p:cNvPr>
            <p:cNvSpPr>
              <a:spLocks noChangeArrowheads="1"/>
            </p:cNvSpPr>
            <p:nvPr/>
          </p:nvSpPr>
          <p:spPr bwMode="auto">
            <a:xfrm>
              <a:off x="4327" y="2011"/>
              <a:ext cx="847" cy="563"/>
            </a:xfrm>
            <a:prstGeom prst="rect">
              <a:avLst/>
            </a:prstGeom>
            <a:solidFill>
              <a:schemeClr val="accent1">
                <a:lumMod val="60000"/>
                <a:lumOff val="40000"/>
              </a:schemeClr>
            </a:solidFill>
            <a:ln w="28575">
              <a:solidFill>
                <a:srgbClr val="000000"/>
              </a:solidFill>
              <a:miter lim="800000"/>
              <a:headEnd/>
              <a:tailEnd/>
            </a:ln>
          </p:spPr>
          <p:txBody>
            <a:bodyPr/>
            <a:lstStyle/>
            <a:p>
              <a:pPr algn="ctr" eaLnBrk="1" hangingPunct="1">
                <a:defRPr/>
              </a:pPr>
              <a:r>
                <a:rPr lang="ru-RU" sz="2000">
                  <a:latin typeface="+mj-lt"/>
                  <a:cs typeface="Arial" charset="0"/>
                </a:rPr>
                <a:t>Block </a:t>
              </a:r>
            </a:p>
            <a:p>
              <a:pPr algn="ctr" eaLnBrk="1" hangingPunct="1">
                <a:defRPr/>
              </a:pPr>
              <a:r>
                <a:rPr lang="ru-RU" sz="2000">
                  <a:latin typeface="+mj-lt"/>
                  <a:cs typeface="Arial" charset="0"/>
                </a:rPr>
                <a:t>0</a:t>
              </a:r>
            </a:p>
          </p:txBody>
        </p:sp>
        <p:sp>
          <p:nvSpPr>
            <p:cNvPr id="44039" name="Rectangle 6">
              <a:extLst>
                <a:ext uri="{FF2B5EF4-FFF2-40B4-BE49-F238E27FC236}">
                  <a16:creationId xmlns:a16="http://schemas.microsoft.com/office/drawing/2014/main" id="{A1AD42B7-D9B9-419B-9EDF-2D1B4697E91C}"/>
                </a:ext>
              </a:extLst>
            </p:cNvPr>
            <p:cNvSpPr>
              <a:spLocks noChangeArrowheads="1"/>
            </p:cNvSpPr>
            <p:nvPr/>
          </p:nvSpPr>
          <p:spPr bwMode="auto">
            <a:xfrm>
              <a:off x="3109" y="2011"/>
              <a:ext cx="847" cy="563"/>
            </a:xfrm>
            <a:prstGeom prst="rect">
              <a:avLst/>
            </a:prstGeom>
            <a:solidFill>
              <a:schemeClr val="accent1">
                <a:lumMod val="60000"/>
                <a:lumOff val="40000"/>
              </a:schemeClr>
            </a:solidFill>
            <a:ln w="28575">
              <a:solidFill>
                <a:srgbClr val="000000"/>
              </a:solidFill>
              <a:miter lim="800000"/>
              <a:headEnd/>
              <a:tailEnd/>
            </a:ln>
          </p:spPr>
          <p:txBody>
            <a:bodyPr/>
            <a:lstStyle/>
            <a:p>
              <a:pPr algn="ctr" eaLnBrk="1" hangingPunct="1">
                <a:defRPr/>
              </a:pPr>
              <a:r>
                <a:rPr lang="ru-RU" sz="2000">
                  <a:latin typeface="+mj-lt"/>
                  <a:cs typeface="Arial" charset="0"/>
                </a:rPr>
                <a:t>Block </a:t>
              </a:r>
            </a:p>
            <a:p>
              <a:pPr algn="ctr" eaLnBrk="1" hangingPunct="1">
                <a:defRPr/>
              </a:pPr>
              <a:r>
                <a:rPr lang="ru-RU" sz="2000">
                  <a:latin typeface="+mj-lt"/>
                  <a:cs typeface="Arial" charset="0"/>
                </a:rPr>
                <a:t>1</a:t>
              </a:r>
            </a:p>
          </p:txBody>
        </p:sp>
        <p:sp>
          <p:nvSpPr>
            <p:cNvPr id="44040" name="Rectangle 7">
              <a:extLst>
                <a:ext uri="{FF2B5EF4-FFF2-40B4-BE49-F238E27FC236}">
                  <a16:creationId xmlns:a16="http://schemas.microsoft.com/office/drawing/2014/main" id="{0BAA7D30-ADF7-4D02-AC5A-C324C551A315}"/>
                </a:ext>
              </a:extLst>
            </p:cNvPr>
            <p:cNvSpPr>
              <a:spLocks noChangeArrowheads="1"/>
            </p:cNvSpPr>
            <p:nvPr/>
          </p:nvSpPr>
          <p:spPr bwMode="auto">
            <a:xfrm>
              <a:off x="1899" y="1988"/>
              <a:ext cx="848" cy="563"/>
            </a:xfrm>
            <a:prstGeom prst="rect">
              <a:avLst/>
            </a:prstGeom>
            <a:solidFill>
              <a:schemeClr val="accent1">
                <a:lumMod val="60000"/>
                <a:lumOff val="40000"/>
              </a:schemeClr>
            </a:solidFill>
            <a:ln w="28575">
              <a:solidFill>
                <a:srgbClr val="000000"/>
              </a:solidFill>
              <a:miter lim="800000"/>
              <a:headEnd/>
              <a:tailEnd/>
            </a:ln>
          </p:spPr>
          <p:txBody>
            <a:bodyPr/>
            <a:lstStyle/>
            <a:p>
              <a:pPr algn="ctr" eaLnBrk="1" hangingPunct="1">
                <a:defRPr/>
              </a:pPr>
              <a:r>
                <a:rPr lang="ru-RU" sz="2000">
                  <a:latin typeface="+mj-lt"/>
                  <a:cs typeface="Arial" charset="0"/>
                </a:rPr>
                <a:t>Block </a:t>
              </a:r>
            </a:p>
            <a:p>
              <a:pPr algn="ctr" eaLnBrk="1" hangingPunct="1">
                <a:defRPr/>
              </a:pPr>
              <a:r>
                <a:rPr lang="ru-RU" sz="2000">
                  <a:latin typeface="+mj-lt"/>
                  <a:cs typeface="Arial" charset="0"/>
                </a:rPr>
                <a:t>2</a:t>
              </a:r>
            </a:p>
          </p:txBody>
        </p:sp>
        <p:sp>
          <p:nvSpPr>
            <p:cNvPr id="44041" name="Rectangle 8">
              <a:extLst>
                <a:ext uri="{FF2B5EF4-FFF2-40B4-BE49-F238E27FC236}">
                  <a16:creationId xmlns:a16="http://schemas.microsoft.com/office/drawing/2014/main" id="{52B03630-5F69-4B62-B165-D4C6916E7BF5}"/>
                </a:ext>
              </a:extLst>
            </p:cNvPr>
            <p:cNvSpPr>
              <a:spLocks noChangeArrowheads="1"/>
            </p:cNvSpPr>
            <p:nvPr/>
          </p:nvSpPr>
          <p:spPr bwMode="auto">
            <a:xfrm>
              <a:off x="690" y="1953"/>
              <a:ext cx="848" cy="562"/>
            </a:xfrm>
            <a:prstGeom prst="rect">
              <a:avLst/>
            </a:prstGeom>
            <a:solidFill>
              <a:schemeClr val="accent1">
                <a:lumMod val="60000"/>
                <a:lumOff val="40000"/>
              </a:schemeClr>
            </a:solidFill>
            <a:ln w="28575">
              <a:solidFill>
                <a:srgbClr val="000000"/>
              </a:solidFill>
              <a:miter lim="800000"/>
              <a:headEnd/>
              <a:tailEnd/>
            </a:ln>
          </p:spPr>
          <p:txBody>
            <a:bodyPr/>
            <a:lstStyle/>
            <a:p>
              <a:pPr algn="ctr" eaLnBrk="1" hangingPunct="1">
                <a:defRPr/>
              </a:pPr>
              <a:r>
                <a:rPr lang="ru-RU" sz="2000" dirty="0">
                  <a:latin typeface="+mj-lt"/>
                  <a:cs typeface="Arial" charset="0"/>
                </a:rPr>
                <a:t>Block </a:t>
              </a:r>
            </a:p>
            <a:p>
              <a:pPr algn="ctr" eaLnBrk="1" hangingPunct="1">
                <a:defRPr/>
              </a:pPr>
              <a:r>
                <a:rPr lang="ru-RU" sz="2000" dirty="0">
                  <a:latin typeface="+mj-lt"/>
                  <a:cs typeface="Arial" charset="0"/>
                </a:rPr>
                <a:t>3</a:t>
              </a:r>
            </a:p>
          </p:txBody>
        </p:sp>
        <p:sp>
          <p:nvSpPr>
            <p:cNvPr id="44042" name="Line 9">
              <a:extLst>
                <a:ext uri="{FF2B5EF4-FFF2-40B4-BE49-F238E27FC236}">
                  <a16:creationId xmlns:a16="http://schemas.microsoft.com/office/drawing/2014/main" id="{2AD1FE00-8EC9-441A-A544-A3FB6C6E4236}"/>
                </a:ext>
              </a:extLst>
            </p:cNvPr>
            <p:cNvSpPr>
              <a:spLocks noChangeShapeType="1"/>
            </p:cNvSpPr>
            <p:nvPr/>
          </p:nvSpPr>
          <p:spPr bwMode="auto">
            <a:xfrm>
              <a:off x="4565" y="1577"/>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43" name="Line 10">
              <a:extLst>
                <a:ext uri="{FF2B5EF4-FFF2-40B4-BE49-F238E27FC236}">
                  <a16:creationId xmlns:a16="http://schemas.microsoft.com/office/drawing/2014/main" id="{98F6E198-E433-4FEA-9CA6-6E3C8E2A7101}"/>
                </a:ext>
              </a:extLst>
            </p:cNvPr>
            <p:cNvSpPr>
              <a:spLocks noChangeShapeType="1"/>
            </p:cNvSpPr>
            <p:nvPr/>
          </p:nvSpPr>
          <p:spPr bwMode="auto">
            <a:xfrm>
              <a:off x="4945" y="1589"/>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44" name="Text Box 11">
              <a:extLst>
                <a:ext uri="{FF2B5EF4-FFF2-40B4-BE49-F238E27FC236}">
                  <a16:creationId xmlns:a16="http://schemas.microsoft.com/office/drawing/2014/main" id="{8CAD30CD-4CBA-4660-BEDC-D60AAA719E7D}"/>
                </a:ext>
              </a:extLst>
            </p:cNvPr>
            <p:cNvSpPr txBox="1">
              <a:spLocks noChangeArrowheads="1"/>
            </p:cNvSpPr>
            <p:nvPr/>
          </p:nvSpPr>
          <p:spPr bwMode="auto">
            <a:xfrm>
              <a:off x="4273" y="1308"/>
              <a:ext cx="530" cy="281"/>
            </a:xfrm>
            <a:prstGeom prst="rect">
              <a:avLst/>
            </a:prstGeom>
            <a:noFill/>
            <a:ln w="9525">
              <a:noFill/>
              <a:miter lim="800000"/>
              <a:headEnd/>
              <a:tailEnd/>
            </a:ln>
          </p:spPr>
          <p:txBody>
            <a:bodyPr/>
            <a:lstStyle/>
            <a:p>
              <a:pPr eaLnBrk="1" hangingPunct="1">
                <a:defRPr/>
              </a:pPr>
              <a:r>
                <a:rPr lang="ru-RU" sz="1600" dirty="0">
                  <a:latin typeface="+mj-lt"/>
                  <a:cs typeface="Arial" charset="0"/>
                </a:rPr>
                <a:t>A[</a:t>
              </a:r>
              <a:r>
                <a:rPr lang="en-US" sz="1600" dirty="0">
                  <a:latin typeface="+mj-lt"/>
                  <a:cs typeface="Arial" charset="0"/>
                </a:rPr>
                <a:t>3</a:t>
              </a:r>
              <a:r>
                <a:rPr lang="ru-RU" sz="1600" dirty="0">
                  <a:latin typeface="+mj-lt"/>
                  <a:cs typeface="Arial" charset="0"/>
                </a:rPr>
                <a:t>:0]</a:t>
              </a:r>
            </a:p>
          </p:txBody>
        </p:sp>
        <p:sp>
          <p:nvSpPr>
            <p:cNvPr id="44045" name="Line 12">
              <a:extLst>
                <a:ext uri="{FF2B5EF4-FFF2-40B4-BE49-F238E27FC236}">
                  <a16:creationId xmlns:a16="http://schemas.microsoft.com/office/drawing/2014/main" id="{0C26C3A7-BCC5-4053-8546-F394588A6298}"/>
                </a:ext>
              </a:extLst>
            </p:cNvPr>
            <p:cNvSpPr>
              <a:spLocks noChangeShapeType="1"/>
            </p:cNvSpPr>
            <p:nvPr/>
          </p:nvSpPr>
          <p:spPr bwMode="auto">
            <a:xfrm flipV="1">
              <a:off x="4521" y="1688"/>
              <a:ext cx="85" cy="89"/>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46" name="Text Box 13">
              <a:extLst>
                <a:ext uri="{FF2B5EF4-FFF2-40B4-BE49-F238E27FC236}">
                  <a16:creationId xmlns:a16="http://schemas.microsoft.com/office/drawing/2014/main" id="{E23927BF-3DA0-4933-BD75-31531252BAD6}"/>
                </a:ext>
              </a:extLst>
            </p:cNvPr>
            <p:cNvSpPr txBox="1">
              <a:spLocks noChangeArrowheads="1"/>
            </p:cNvSpPr>
            <p:nvPr/>
          </p:nvSpPr>
          <p:spPr bwMode="auto">
            <a:xfrm>
              <a:off x="4751" y="1308"/>
              <a:ext cx="529" cy="281"/>
            </a:xfrm>
            <a:prstGeom prst="rect">
              <a:avLst/>
            </a:prstGeom>
            <a:noFill/>
            <a:ln w="9525">
              <a:noFill/>
              <a:miter lim="800000"/>
              <a:headEnd/>
              <a:tailEnd/>
            </a:ln>
          </p:spPr>
          <p:txBody>
            <a:bodyPr/>
            <a:lstStyle/>
            <a:p>
              <a:pPr eaLnBrk="1" hangingPunct="1">
                <a:defRPr/>
              </a:pPr>
              <a:r>
                <a:rPr lang="ru-RU" sz="1600" dirty="0">
                  <a:latin typeface="+mj-lt"/>
                  <a:cs typeface="Arial" charset="0"/>
                </a:rPr>
                <a:t>B[</a:t>
              </a:r>
              <a:r>
                <a:rPr lang="en-US" sz="1600" dirty="0">
                  <a:latin typeface="+mj-lt"/>
                  <a:cs typeface="Arial" charset="0"/>
                </a:rPr>
                <a:t>3</a:t>
              </a:r>
              <a:r>
                <a:rPr lang="ru-RU" sz="1600" dirty="0">
                  <a:latin typeface="+mj-lt"/>
                  <a:cs typeface="Arial" charset="0"/>
                </a:rPr>
                <a:t>:0]</a:t>
              </a:r>
            </a:p>
          </p:txBody>
        </p:sp>
        <p:sp>
          <p:nvSpPr>
            <p:cNvPr id="44047" name="Line 14">
              <a:extLst>
                <a:ext uri="{FF2B5EF4-FFF2-40B4-BE49-F238E27FC236}">
                  <a16:creationId xmlns:a16="http://schemas.microsoft.com/office/drawing/2014/main" id="{EAF3D0CA-D58F-4A79-9543-548416FB068D}"/>
                </a:ext>
              </a:extLst>
            </p:cNvPr>
            <p:cNvSpPr>
              <a:spLocks noChangeShapeType="1"/>
            </p:cNvSpPr>
            <p:nvPr/>
          </p:nvSpPr>
          <p:spPr bwMode="auto">
            <a:xfrm flipV="1">
              <a:off x="4909" y="1683"/>
              <a:ext cx="85" cy="91"/>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48" name="Line 15">
              <a:extLst>
                <a:ext uri="{FF2B5EF4-FFF2-40B4-BE49-F238E27FC236}">
                  <a16:creationId xmlns:a16="http://schemas.microsoft.com/office/drawing/2014/main" id="{FE6C20CC-020E-4F44-9FD3-EF974701065B}"/>
                </a:ext>
              </a:extLst>
            </p:cNvPr>
            <p:cNvSpPr>
              <a:spLocks noChangeShapeType="1"/>
            </p:cNvSpPr>
            <p:nvPr/>
          </p:nvSpPr>
          <p:spPr bwMode="auto">
            <a:xfrm>
              <a:off x="3338" y="1566"/>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49" name="Line 16">
              <a:extLst>
                <a:ext uri="{FF2B5EF4-FFF2-40B4-BE49-F238E27FC236}">
                  <a16:creationId xmlns:a16="http://schemas.microsoft.com/office/drawing/2014/main" id="{9A5488FA-D73D-4922-BF62-2DAE3B412408}"/>
                </a:ext>
              </a:extLst>
            </p:cNvPr>
            <p:cNvSpPr>
              <a:spLocks noChangeShapeType="1"/>
            </p:cNvSpPr>
            <p:nvPr/>
          </p:nvSpPr>
          <p:spPr bwMode="auto">
            <a:xfrm>
              <a:off x="3717" y="1577"/>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50" name="Text Box 17">
              <a:extLst>
                <a:ext uri="{FF2B5EF4-FFF2-40B4-BE49-F238E27FC236}">
                  <a16:creationId xmlns:a16="http://schemas.microsoft.com/office/drawing/2014/main" id="{2DF8E740-ABD4-4BC0-BC90-DEAD5271C72E}"/>
                </a:ext>
              </a:extLst>
            </p:cNvPr>
            <p:cNvSpPr txBox="1">
              <a:spLocks noChangeArrowheads="1"/>
            </p:cNvSpPr>
            <p:nvPr/>
          </p:nvSpPr>
          <p:spPr bwMode="auto">
            <a:xfrm>
              <a:off x="3019" y="1296"/>
              <a:ext cx="773" cy="281"/>
            </a:xfrm>
            <a:prstGeom prst="rect">
              <a:avLst/>
            </a:prstGeom>
            <a:noFill/>
            <a:ln w="9525">
              <a:noFill/>
              <a:miter lim="800000"/>
              <a:headEnd/>
              <a:tailEnd/>
            </a:ln>
          </p:spPr>
          <p:txBody>
            <a:bodyPr/>
            <a:lstStyle/>
            <a:p>
              <a:pPr eaLnBrk="1" hangingPunct="1">
                <a:defRPr/>
              </a:pPr>
              <a:r>
                <a:rPr lang="ru-RU" sz="1600" dirty="0">
                  <a:latin typeface="+mj-lt"/>
                  <a:cs typeface="Arial" charset="0"/>
                </a:rPr>
                <a:t>A[</a:t>
              </a:r>
              <a:r>
                <a:rPr lang="en-US" sz="1600" dirty="0">
                  <a:latin typeface="+mj-lt"/>
                  <a:cs typeface="Arial" charset="0"/>
                </a:rPr>
                <a:t>7</a:t>
              </a:r>
              <a:r>
                <a:rPr lang="ru-RU" sz="1600" dirty="0">
                  <a:latin typeface="+mj-lt"/>
                  <a:cs typeface="Arial" charset="0"/>
                </a:rPr>
                <a:t>:</a:t>
              </a:r>
              <a:r>
                <a:rPr lang="en-US" sz="1600" dirty="0">
                  <a:latin typeface="+mj-lt"/>
                  <a:cs typeface="Arial" charset="0"/>
                </a:rPr>
                <a:t>4</a:t>
              </a:r>
              <a:r>
                <a:rPr lang="ru-RU" sz="1600" dirty="0">
                  <a:latin typeface="+mj-lt"/>
                  <a:cs typeface="Arial" charset="0"/>
                </a:rPr>
                <a:t>]</a:t>
              </a:r>
            </a:p>
          </p:txBody>
        </p:sp>
        <p:sp>
          <p:nvSpPr>
            <p:cNvPr id="44051" name="Line 18">
              <a:extLst>
                <a:ext uri="{FF2B5EF4-FFF2-40B4-BE49-F238E27FC236}">
                  <a16:creationId xmlns:a16="http://schemas.microsoft.com/office/drawing/2014/main" id="{9C45AD07-5F6A-45FD-93CC-8274B8DC194C}"/>
                </a:ext>
              </a:extLst>
            </p:cNvPr>
            <p:cNvSpPr>
              <a:spLocks noChangeShapeType="1"/>
            </p:cNvSpPr>
            <p:nvPr/>
          </p:nvSpPr>
          <p:spPr bwMode="auto">
            <a:xfrm flipV="1">
              <a:off x="3294" y="1676"/>
              <a:ext cx="85" cy="91"/>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52" name="Text Box 19">
              <a:extLst>
                <a:ext uri="{FF2B5EF4-FFF2-40B4-BE49-F238E27FC236}">
                  <a16:creationId xmlns:a16="http://schemas.microsoft.com/office/drawing/2014/main" id="{B8EEF5BA-537A-4E1A-9CE5-4525926871C7}"/>
                </a:ext>
              </a:extLst>
            </p:cNvPr>
            <p:cNvSpPr txBox="1">
              <a:spLocks noChangeArrowheads="1"/>
            </p:cNvSpPr>
            <p:nvPr/>
          </p:nvSpPr>
          <p:spPr bwMode="auto">
            <a:xfrm>
              <a:off x="3524" y="1296"/>
              <a:ext cx="748" cy="281"/>
            </a:xfrm>
            <a:prstGeom prst="rect">
              <a:avLst/>
            </a:prstGeom>
            <a:noFill/>
            <a:ln w="9525">
              <a:noFill/>
              <a:miter lim="800000"/>
              <a:headEnd/>
              <a:tailEnd/>
            </a:ln>
          </p:spPr>
          <p:txBody>
            <a:bodyPr/>
            <a:lstStyle/>
            <a:p>
              <a:pPr eaLnBrk="1" hangingPunct="1">
                <a:defRPr/>
              </a:pPr>
              <a:r>
                <a:rPr lang="ru-RU" sz="1600" dirty="0">
                  <a:latin typeface="+mj-lt"/>
                  <a:cs typeface="Arial" charset="0"/>
                </a:rPr>
                <a:t>B[</a:t>
              </a:r>
              <a:r>
                <a:rPr lang="en-US" sz="1600" dirty="0">
                  <a:latin typeface="+mj-lt"/>
                  <a:cs typeface="Arial" charset="0"/>
                </a:rPr>
                <a:t>7</a:t>
              </a:r>
              <a:r>
                <a:rPr lang="ru-RU" sz="1600" dirty="0">
                  <a:latin typeface="+mj-lt"/>
                  <a:cs typeface="Arial" charset="0"/>
                </a:rPr>
                <a:t>:</a:t>
              </a:r>
              <a:r>
                <a:rPr lang="en-US" sz="1600" dirty="0">
                  <a:latin typeface="+mj-lt"/>
                  <a:cs typeface="Arial" charset="0"/>
                </a:rPr>
                <a:t>4]</a:t>
              </a:r>
              <a:endParaRPr lang="ru-RU" sz="1600" dirty="0">
                <a:latin typeface="+mj-lt"/>
                <a:cs typeface="Arial" charset="0"/>
              </a:endParaRPr>
            </a:p>
          </p:txBody>
        </p:sp>
        <p:sp>
          <p:nvSpPr>
            <p:cNvPr id="44053" name="Line 20">
              <a:extLst>
                <a:ext uri="{FF2B5EF4-FFF2-40B4-BE49-F238E27FC236}">
                  <a16:creationId xmlns:a16="http://schemas.microsoft.com/office/drawing/2014/main" id="{1C04099E-6E0C-4A2F-AC58-565F14D7938F}"/>
                </a:ext>
              </a:extLst>
            </p:cNvPr>
            <p:cNvSpPr>
              <a:spLocks noChangeShapeType="1"/>
            </p:cNvSpPr>
            <p:nvPr/>
          </p:nvSpPr>
          <p:spPr bwMode="auto">
            <a:xfrm flipV="1">
              <a:off x="3682" y="1671"/>
              <a:ext cx="85" cy="91"/>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54" name="Line 21">
              <a:extLst>
                <a:ext uri="{FF2B5EF4-FFF2-40B4-BE49-F238E27FC236}">
                  <a16:creationId xmlns:a16="http://schemas.microsoft.com/office/drawing/2014/main" id="{BB30AD9E-D3D5-4B84-B640-AB6607976B2D}"/>
                </a:ext>
              </a:extLst>
            </p:cNvPr>
            <p:cNvSpPr>
              <a:spLocks noChangeShapeType="1"/>
            </p:cNvSpPr>
            <p:nvPr/>
          </p:nvSpPr>
          <p:spPr bwMode="auto">
            <a:xfrm>
              <a:off x="2129" y="1566"/>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55" name="Line 22">
              <a:extLst>
                <a:ext uri="{FF2B5EF4-FFF2-40B4-BE49-F238E27FC236}">
                  <a16:creationId xmlns:a16="http://schemas.microsoft.com/office/drawing/2014/main" id="{C8D4D846-1998-40B8-B6D3-F900A598CDB7}"/>
                </a:ext>
              </a:extLst>
            </p:cNvPr>
            <p:cNvSpPr>
              <a:spLocks noChangeShapeType="1"/>
            </p:cNvSpPr>
            <p:nvPr/>
          </p:nvSpPr>
          <p:spPr bwMode="auto">
            <a:xfrm>
              <a:off x="2508" y="1577"/>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56" name="Text Box 23">
              <a:extLst>
                <a:ext uri="{FF2B5EF4-FFF2-40B4-BE49-F238E27FC236}">
                  <a16:creationId xmlns:a16="http://schemas.microsoft.com/office/drawing/2014/main" id="{D56FD7CA-5126-4E09-B89C-1663E795C3C0}"/>
                </a:ext>
              </a:extLst>
            </p:cNvPr>
            <p:cNvSpPr txBox="1">
              <a:spLocks noChangeArrowheads="1"/>
            </p:cNvSpPr>
            <p:nvPr/>
          </p:nvSpPr>
          <p:spPr bwMode="auto">
            <a:xfrm>
              <a:off x="1838" y="1296"/>
              <a:ext cx="653" cy="281"/>
            </a:xfrm>
            <a:prstGeom prst="rect">
              <a:avLst/>
            </a:prstGeom>
            <a:noFill/>
            <a:ln w="9525">
              <a:noFill/>
              <a:miter lim="800000"/>
              <a:headEnd/>
              <a:tailEnd/>
            </a:ln>
          </p:spPr>
          <p:txBody>
            <a:bodyPr/>
            <a:lstStyle/>
            <a:p>
              <a:pPr eaLnBrk="1" hangingPunct="1">
                <a:defRPr/>
              </a:pPr>
              <a:r>
                <a:rPr lang="ru-RU" sz="1600" dirty="0">
                  <a:latin typeface="+mj-lt"/>
                  <a:cs typeface="Arial" charset="0"/>
                </a:rPr>
                <a:t>A[</a:t>
              </a:r>
              <a:r>
                <a:rPr lang="en-US" sz="1600" dirty="0">
                  <a:latin typeface="+mj-lt"/>
                  <a:cs typeface="Arial" charset="0"/>
                </a:rPr>
                <a:t>11</a:t>
              </a:r>
              <a:r>
                <a:rPr lang="ru-RU" sz="1600" dirty="0">
                  <a:latin typeface="+mj-lt"/>
                  <a:cs typeface="Arial" charset="0"/>
                </a:rPr>
                <a:t>:</a:t>
              </a:r>
              <a:r>
                <a:rPr lang="en-US" sz="1600" dirty="0">
                  <a:latin typeface="+mj-lt"/>
                  <a:cs typeface="Arial" charset="0"/>
                </a:rPr>
                <a:t>8</a:t>
              </a:r>
              <a:r>
                <a:rPr lang="ru-RU" sz="1600" dirty="0">
                  <a:latin typeface="+mj-lt"/>
                  <a:cs typeface="Arial" charset="0"/>
                </a:rPr>
                <a:t>]</a:t>
              </a:r>
            </a:p>
          </p:txBody>
        </p:sp>
        <p:sp>
          <p:nvSpPr>
            <p:cNvPr id="44057" name="Line 24">
              <a:extLst>
                <a:ext uri="{FF2B5EF4-FFF2-40B4-BE49-F238E27FC236}">
                  <a16:creationId xmlns:a16="http://schemas.microsoft.com/office/drawing/2014/main" id="{7394C957-5A26-41E4-91F4-354D744C0F8B}"/>
                </a:ext>
              </a:extLst>
            </p:cNvPr>
            <p:cNvSpPr>
              <a:spLocks noChangeShapeType="1"/>
            </p:cNvSpPr>
            <p:nvPr/>
          </p:nvSpPr>
          <p:spPr bwMode="auto">
            <a:xfrm flipV="1">
              <a:off x="2085" y="1676"/>
              <a:ext cx="85" cy="91"/>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58" name="Text Box 25">
              <a:extLst>
                <a:ext uri="{FF2B5EF4-FFF2-40B4-BE49-F238E27FC236}">
                  <a16:creationId xmlns:a16="http://schemas.microsoft.com/office/drawing/2014/main" id="{C4DEC7AB-A193-47F3-82F0-B12B3D993AD6}"/>
                </a:ext>
              </a:extLst>
            </p:cNvPr>
            <p:cNvSpPr txBox="1">
              <a:spLocks noChangeArrowheads="1"/>
            </p:cNvSpPr>
            <p:nvPr/>
          </p:nvSpPr>
          <p:spPr bwMode="auto">
            <a:xfrm>
              <a:off x="2397" y="1296"/>
              <a:ext cx="724" cy="281"/>
            </a:xfrm>
            <a:prstGeom prst="rect">
              <a:avLst/>
            </a:prstGeom>
            <a:noFill/>
            <a:ln w="9525">
              <a:noFill/>
              <a:miter lim="800000"/>
              <a:headEnd/>
              <a:tailEnd/>
            </a:ln>
          </p:spPr>
          <p:txBody>
            <a:bodyPr/>
            <a:lstStyle/>
            <a:p>
              <a:pPr eaLnBrk="1" hangingPunct="1">
                <a:defRPr/>
              </a:pPr>
              <a:r>
                <a:rPr lang="ru-RU" sz="1600" dirty="0">
                  <a:latin typeface="+mj-lt"/>
                  <a:cs typeface="Arial" charset="0"/>
                </a:rPr>
                <a:t>B[</a:t>
              </a:r>
              <a:r>
                <a:rPr lang="en-US" sz="1600" dirty="0">
                  <a:latin typeface="+mj-lt"/>
                  <a:cs typeface="Arial" charset="0"/>
                </a:rPr>
                <a:t>11</a:t>
              </a:r>
              <a:r>
                <a:rPr lang="ru-RU" sz="1600" dirty="0">
                  <a:latin typeface="+mj-lt"/>
                  <a:cs typeface="Arial" charset="0"/>
                </a:rPr>
                <a:t>:</a:t>
              </a:r>
              <a:r>
                <a:rPr lang="en-US" sz="1600" dirty="0">
                  <a:latin typeface="+mj-lt"/>
                  <a:cs typeface="Arial" charset="0"/>
                </a:rPr>
                <a:t>8</a:t>
              </a:r>
              <a:r>
                <a:rPr lang="ru-RU" sz="1600" dirty="0">
                  <a:latin typeface="+mj-lt"/>
                  <a:cs typeface="Arial" charset="0"/>
                </a:rPr>
                <a:t>]</a:t>
              </a:r>
            </a:p>
          </p:txBody>
        </p:sp>
        <p:sp>
          <p:nvSpPr>
            <p:cNvPr id="44059" name="Line 26">
              <a:extLst>
                <a:ext uri="{FF2B5EF4-FFF2-40B4-BE49-F238E27FC236}">
                  <a16:creationId xmlns:a16="http://schemas.microsoft.com/office/drawing/2014/main" id="{0394051E-002F-4DCF-94E1-D752BE52C7FF}"/>
                </a:ext>
              </a:extLst>
            </p:cNvPr>
            <p:cNvSpPr>
              <a:spLocks noChangeShapeType="1"/>
            </p:cNvSpPr>
            <p:nvPr/>
          </p:nvSpPr>
          <p:spPr bwMode="auto">
            <a:xfrm flipV="1">
              <a:off x="2473" y="1671"/>
              <a:ext cx="84" cy="91"/>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60" name="Line 27">
              <a:extLst>
                <a:ext uri="{FF2B5EF4-FFF2-40B4-BE49-F238E27FC236}">
                  <a16:creationId xmlns:a16="http://schemas.microsoft.com/office/drawing/2014/main" id="{D0706C94-AC4F-4F14-AFFE-6A8C2B17F48F}"/>
                </a:ext>
              </a:extLst>
            </p:cNvPr>
            <p:cNvSpPr>
              <a:spLocks noChangeShapeType="1"/>
            </p:cNvSpPr>
            <p:nvPr/>
          </p:nvSpPr>
          <p:spPr bwMode="auto">
            <a:xfrm>
              <a:off x="937" y="1507"/>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61" name="Line 28">
              <a:extLst>
                <a:ext uri="{FF2B5EF4-FFF2-40B4-BE49-F238E27FC236}">
                  <a16:creationId xmlns:a16="http://schemas.microsoft.com/office/drawing/2014/main" id="{D89B1C73-2998-498A-9518-CE95A297C55E}"/>
                </a:ext>
              </a:extLst>
            </p:cNvPr>
            <p:cNvSpPr>
              <a:spLocks noChangeShapeType="1"/>
            </p:cNvSpPr>
            <p:nvPr/>
          </p:nvSpPr>
          <p:spPr bwMode="auto">
            <a:xfrm>
              <a:off x="1316" y="1519"/>
              <a:ext cx="0" cy="422"/>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62" name="Text Box 29">
              <a:extLst>
                <a:ext uri="{FF2B5EF4-FFF2-40B4-BE49-F238E27FC236}">
                  <a16:creationId xmlns:a16="http://schemas.microsoft.com/office/drawing/2014/main" id="{FF76C799-BF4C-4666-8931-879991CD69A3}"/>
                </a:ext>
              </a:extLst>
            </p:cNvPr>
            <p:cNvSpPr txBox="1">
              <a:spLocks noChangeArrowheads="1"/>
            </p:cNvSpPr>
            <p:nvPr/>
          </p:nvSpPr>
          <p:spPr bwMode="auto">
            <a:xfrm>
              <a:off x="496" y="1296"/>
              <a:ext cx="786" cy="281"/>
            </a:xfrm>
            <a:prstGeom prst="rect">
              <a:avLst/>
            </a:prstGeom>
            <a:noFill/>
            <a:ln w="9525">
              <a:noFill/>
              <a:miter lim="800000"/>
              <a:headEnd/>
              <a:tailEnd/>
            </a:ln>
          </p:spPr>
          <p:txBody>
            <a:bodyPr/>
            <a:lstStyle/>
            <a:p>
              <a:pPr eaLnBrk="1" hangingPunct="1">
                <a:defRPr/>
              </a:pPr>
              <a:r>
                <a:rPr lang="ru-RU" sz="1600" dirty="0">
                  <a:latin typeface="+mj-lt"/>
                  <a:cs typeface="Arial" charset="0"/>
                </a:rPr>
                <a:t>A[</a:t>
              </a:r>
              <a:r>
                <a:rPr lang="en-US" sz="1600" dirty="0">
                  <a:latin typeface="+mj-lt"/>
                  <a:cs typeface="Arial" charset="0"/>
                </a:rPr>
                <a:t>15</a:t>
              </a:r>
              <a:r>
                <a:rPr lang="ru-RU" sz="1600" dirty="0">
                  <a:latin typeface="+mj-lt"/>
                  <a:cs typeface="Arial" charset="0"/>
                </a:rPr>
                <a:t>:</a:t>
              </a:r>
              <a:r>
                <a:rPr lang="en-US" sz="1600" dirty="0">
                  <a:latin typeface="+mj-lt"/>
                  <a:cs typeface="Arial" charset="0"/>
                </a:rPr>
                <a:t>12</a:t>
              </a:r>
              <a:r>
                <a:rPr lang="ru-RU" sz="1600" dirty="0">
                  <a:latin typeface="+mj-lt"/>
                  <a:cs typeface="Arial" charset="0"/>
                </a:rPr>
                <a:t>]</a:t>
              </a:r>
            </a:p>
          </p:txBody>
        </p:sp>
        <p:sp>
          <p:nvSpPr>
            <p:cNvPr id="44063" name="Line 30">
              <a:extLst>
                <a:ext uri="{FF2B5EF4-FFF2-40B4-BE49-F238E27FC236}">
                  <a16:creationId xmlns:a16="http://schemas.microsoft.com/office/drawing/2014/main" id="{4AFDEA82-4D20-44B4-9AA5-D0AC0C959288}"/>
                </a:ext>
              </a:extLst>
            </p:cNvPr>
            <p:cNvSpPr>
              <a:spLocks noChangeShapeType="1"/>
            </p:cNvSpPr>
            <p:nvPr/>
          </p:nvSpPr>
          <p:spPr bwMode="auto">
            <a:xfrm flipV="1">
              <a:off x="893" y="1617"/>
              <a:ext cx="85" cy="89"/>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64" name="Line 31">
              <a:extLst>
                <a:ext uri="{FF2B5EF4-FFF2-40B4-BE49-F238E27FC236}">
                  <a16:creationId xmlns:a16="http://schemas.microsoft.com/office/drawing/2014/main" id="{E1CCCD88-0C38-4D64-8325-B0AB8A882DC7}"/>
                </a:ext>
              </a:extLst>
            </p:cNvPr>
            <p:cNvSpPr>
              <a:spLocks noChangeShapeType="1"/>
            </p:cNvSpPr>
            <p:nvPr/>
          </p:nvSpPr>
          <p:spPr bwMode="auto">
            <a:xfrm flipV="1">
              <a:off x="1282" y="1613"/>
              <a:ext cx="84" cy="91"/>
            </a:xfrm>
            <a:prstGeom prst="line">
              <a:avLst/>
            </a:prstGeom>
            <a:noFill/>
            <a:ln w="9525">
              <a:solidFill>
                <a:srgbClr val="000000"/>
              </a:solidFill>
              <a:round/>
              <a:headEnd/>
              <a:tailEnd/>
            </a:ln>
          </p:spPr>
          <p:txBody>
            <a:bodyPr/>
            <a:lstStyle/>
            <a:p>
              <a:pPr eaLnBrk="1" hangingPunct="1">
                <a:defRPr/>
              </a:pPr>
              <a:endParaRPr lang="en-US">
                <a:latin typeface="+mj-lt"/>
                <a:cs typeface="Arial" charset="0"/>
              </a:endParaRPr>
            </a:p>
          </p:txBody>
        </p:sp>
        <p:sp>
          <p:nvSpPr>
            <p:cNvPr id="44065" name="Text Box 32">
              <a:extLst>
                <a:ext uri="{FF2B5EF4-FFF2-40B4-BE49-F238E27FC236}">
                  <a16:creationId xmlns:a16="http://schemas.microsoft.com/office/drawing/2014/main" id="{EC63444B-D1DB-4453-A15C-A23C73467F38}"/>
                </a:ext>
              </a:extLst>
            </p:cNvPr>
            <p:cNvSpPr txBox="1">
              <a:spLocks noChangeArrowheads="1"/>
            </p:cNvSpPr>
            <p:nvPr/>
          </p:nvSpPr>
          <p:spPr bwMode="auto">
            <a:xfrm>
              <a:off x="1105" y="1296"/>
              <a:ext cx="644" cy="281"/>
            </a:xfrm>
            <a:prstGeom prst="rect">
              <a:avLst/>
            </a:prstGeom>
            <a:noFill/>
            <a:ln w="9525">
              <a:noFill/>
              <a:miter lim="800000"/>
              <a:headEnd/>
              <a:tailEnd/>
            </a:ln>
          </p:spPr>
          <p:txBody>
            <a:bodyPr/>
            <a:lstStyle/>
            <a:p>
              <a:pPr eaLnBrk="1" hangingPunct="1">
                <a:defRPr/>
              </a:pPr>
              <a:r>
                <a:rPr lang="ru-RU" sz="1600" dirty="0">
                  <a:latin typeface="+mj-lt"/>
                  <a:cs typeface="Arial" charset="0"/>
                </a:rPr>
                <a:t>B[</a:t>
              </a:r>
              <a:r>
                <a:rPr lang="en-US" sz="1600" dirty="0">
                  <a:latin typeface="+mj-lt"/>
                  <a:cs typeface="Arial" charset="0"/>
                </a:rPr>
                <a:t>15</a:t>
              </a:r>
              <a:r>
                <a:rPr lang="ru-RU" sz="1600" dirty="0">
                  <a:latin typeface="+mj-lt"/>
                  <a:cs typeface="Arial" charset="0"/>
                </a:rPr>
                <a:t>:</a:t>
              </a:r>
              <a:r>
                <a:rPr lang="en-US" sz="1600" dirty="0">
                  <a:latin typeface="+mj-lt"/>
                  <a:cs typeface="Arial" charset="0"/>
                </a:rPr>
                <a:t>12</a:t>
              </a:r>
              <a:r>
                <a:rPr lang="ru-RU" sz="1600" dirty="0">
                  <a:latin typeface="+mj-lt"/>
                  <a:cs typeface="Arial" charset="0"/>
                </a:rPr>
                <a:t>]</a:t>
              </a:r>
            </a:p>
          </p:txBody>
        </p:sp>
        <p:sp>
          <p:nvSpPr>
            <p:cNvPr id="44066" name="Line 33">
              <a:extLst>
                <a:ext uri="{FF2B5EF4-FFF2-40B4-BE49-F238E27FC236}">
                  <a16:creationId xmlns:a16="http://schemas.microsoft.com/office/drawing/2014/main" id="{FC584C5C-B9CF-4543-AC7F-2126093D0DCF}"/>
                </a:ext>
              </a:extLst>
            </p:cNvPr>
            <p:cNvSpPr>
              <a:spLocks noChangeShapeType="1"/>
            </p:cNvSpPr>
            <p:nvPr/>
          </p:nvSpPr>
          <p:spPr bwMode="auto">
            <a:xfrm flipH="1">
              <a:off x="5174" y="2283"/>
              <a:ext cx="250" cy="0"/>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67" name="Line 34">
              <a:extLst>
                <a:ext uri="{FF2B5EF4-FFF2-40B4-BE49-F238E27FC236}">
                  <a16:creationId xmlns:a16="http://schemas.microsoft.com/office/drawing/2014/main" id="{B59F9D69-9A4B-4560-967D-B228C52EB4D8}"/>
                </a:ext>
              </a:extLst>
            </p:cNvPr>
            <p:cNvSpPr>
              <a:spLocks noChangeShapeType="1"/>
            </p:cNvSpPr>
            <p:nvPr/>
          </p:nvSpPr>
          <p:spPr bwMode="auto">
            <a:xfrm flipH="1">
              <a:off x="3965" y="2281"/>
              <a:ext cx="357" cy="0"/>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68" name="Line 35">
              <a:extLst>
                <a:ext uri="{FF2B5EF4-FFF2-40B4-BE49-F238E27FC236}">
                  <a16:creationId xmlns:a16="http://schemas.microsoft.com/office/drawing/2014/main" id="{04ABC904-6F52-4407-B878-7E3A7B0DFC1D}"/>
                </a:ext>
              </a:extLst>
            </p:cNvPr>
            <p:cNvSpPr>
              <a:spLocks noChangeShapeType="1"/>
            </p:cNvSpPr>
            <p:nvPr/>
          </p:nvSpPr>
          <p:spPr bwMode="auto">
            <a:xfrm flipH="1">
              <a:off x="2747" y="2281"/>
              <a:ext cx="356" cy="0"/>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69" name="Line 36">
              <a:extLst>
                <a:ext uri="{FF2B5EF4-FFF2-40B4-BE49-F238E27FC236}">
                  <a16:creationId xmlns:a16="http://schemas.microsoft.com/office/drawing/2014/main" id="{D05C41DC-1970-477B-9BB9-434A9194C419}"/>
                </a:ext>
              </a:extLst>
            </p:cNvPr>
            <p:cNvSpPr>
              <a:spLocks noChangeShapeType="1"/>
            </p:cNvSpPr>
            <p:nvPr/>
          </p:nvSpPr>
          <p:spPr bwMode="auto">
            <a:xfrm flipH="1">
              <a:off x="1538" y="2257"/>
              <a:ext cx="356" cy="0"/>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70" name="Line 37">
              <a:extLst>
                <a:ext uri="{FF2B5EF4-FFF2-40B4-BE49-F238E27FC236}">
                  <a16:creationId xmlns:a16="http://schemas.microsoft.com/office/drawing/2014/main" id="{A23CF752-EA14-41C5-8494-032F7DC3129D}"/>
                </a:ext>
              </a:extLst>
            </p:cNvPr>
            <p:cNvSpPr>
              <a:spLocks noChangeShapeType="1"/>
            </p:cNvSpPr>
            <p:nvPr/>
          </p:nvSpPr>
          <p:spPr bwMode="auto">
            <a:xfrm flipH="1">
              <a:off x="443" y="2234"/>
              <a:ext cx="250" cy="0"/>
            </a:xfrm>
            <a:prstGeom prst="line">
              <a:avLst/>
            </a:prstGeom>
            <a:noFill/>
            <a:ln w="95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44071" name="Text Box 38">
              <a:extLst>
                <a:ext uri="{FF2B5EF4-FFF2-40B4-BE49-F238E27FC236}">
                  <a16:creationId xmlns:a16="http://schemas.microsoft.com/office/drawing/2014/main" id="{BFC18B30-1097-496D-AD50-B28D412FA7FE}"/>
                </a:ext>
              </a:extLst>
            </p:cNvPr>
            <p:cNvSpPr txBox="1">
              <a:spLocks noChangeArrowheads="1"/>
            </p:cNvSpPr>
            <p:nvPr/>
          </p:nvSpPr>
          <p:spPr bwMode="auto">
            <a:xfrm>
              <a:off x="3983" y="2011"/>
              <a:ext cx="529" cy="282"/>
            </a:xfrm>
            <a:prstGeom prst="rect">
              <a:avLst/>
            </a:prstGeom>
            <a:noFill/>
            <a:ln w="9525">
              <a:noFill/>
              <a:miter lim="800000"/>
              <a:headEnd/>
              <a:tailEnd/>
            </a:ln>
          </p:spPr>
          <p:txBody>
            <a:bodyPr/>
            <a:lstStyle/>
            <a:p>
              <a:pPr eaLnBrk="1" hangingPunct="1">
                <a:defRPr/>
              </a:pPr>
              <a:r>
                <a:rPr lang="ru-RU" sz="1600">
                  <a:latin typeface="+mj-lt"/>
                  <a:cs typeface="Arial" charset="0"/>
                </a:rPr>
                <a:t>C4</a:t>
              </a:r>
            </a:p>
          </p:txBody>
        </p:sp>
        <p:sp>
          <p:nvSpPr>
            <p:cNvPr id="44072" name="Text Box 39">
              <a:extLst>
                <a:ext uri="{FF2B5EF4-FFF2-40B4-BE49-F238E27FC236}">
                  <a16:creationId xmlns:a16="http://schemas.microsoft.com/office/drawing/2014/main" id="{11AD7500-C3AD-40C3-9D74-B4DE2DCD76D3}"/>
                </a:ext>
              </a:extLst>
            </p:cNvPr>
            <p:cNvSpPr txBox="1">
              <a:spLocks noChangeArrowheads="1"/>
            </p:cNvSpPr>
            <p:nvPr/>
          </p:nvSpPr>
          <p:spPr bwMode="auto">
            <a:xfrm>
              <a:off x="2782" y="2023"/>
              <a:ext cx="530" cy="281"/>
            </a:xfrm>
            <a:prstGeom prst="rect">
              <a:avLst/>
            </a:prstGeom>
            <a:noFill/>
            <a:ln w="9525">
              <a:noFill/>
              <a:miter lim="800000"/>
              <a:headEnd/>
              <a:tailEnd/>
            </a:ln>
          </p:spPr>
          <p:txBody>
            <a:bodyPr/>
            <a:lstStyle/>
            <a:p>
              <a:pPr eaLnBrk="1" hangingPunct="1">
                <a:defRPr/>
              </a:pPr>
              <a:r>
                <a:rPr lang="ru-RU" sz="1600" dirty="0">
                  <a:latin typeface="+mj-lt"/>
                  <a:cs typeface="Arial" charset="0"/>
                </a:rPr>
                <a:t>C8</a:t>
              </a:r>
            </a:p>
          </p:txBody>
        </p:sp>
        <p:sp>
          <p:nvSpPr>
            <p:cNvPr id="44073" name="Text Box 40">
              <a:extLst>
                <a:ext uri="{FF2B5EF4-FFF2-40B4-BE49-F238E27FC236}">
                  <a16:creationId xmlns:a16="http://schemas.microsoft.com/office/drawing/2014/main" id="{18E3682D-6A2F-43AD-ABA4-99D3120B6B91}"/>
                </a:ext>
              </a:extLst>
            </p:cNvPr>
            <p:cNvSpPr txBox="1">
              <a:spLocks noChangeArrowheads="1"/>
            </p:cNvSpPr>
            <p:nvPr/>
          </p:nvSpPr>
          <p:spPr bwMode="auto">
            <a:xfrm>
              <a:off x="1564" y="2009"/>
              <a:ext cx="530" cy="281"/>
            </a:xfrm>
            <a:prstGeom prst="rect">
              <a:avLst/>
            </a:prstGeom>
            <a:noFill/>
            <a:ln w="9525">
              <a:noFill/>
              <a:miter lim="800000"/>
              <a:headEnd/>
              <a:tailEnd/>
            </a:ln>
          </p:spPr>
          <p:txBody>
            <a:bodyPr/>
            <a:lstStyle/>
            <a:p>
              <a:pPr eaLnBrk="1" hangingPunct="1">
                <a:defRPr/>
              </a:pPr>
              <a:r>
                <a:rPr lang="ru-RU" sz="1600" dirty="0">
                  <a:latin typeface="+mj-lt"/>
                  <a:cs typeface="Arial" charset="0"/>
                </a:rPr>
                <a:t>C12</a:t>
              </a:r>
            </a:p>
          </p:txBody>
        </p:sp>
        <p:sp>
          <p:nvSpPr>
            <p:cNvPr id="44074" name="Text Box 41">
              <a:extLst>
                <a:ext uri="{FF2B5EF4-FFF2-40B4-BE49-F238E27FC236}">
                  <a16:creationId xmlns:a16="http://schemas.microsoft.com/office/drawing/2014/main" id="{C370ACB8-A8BE-4DCA-8205-4F7768072193}"/>
                </a:ext>
              </a:extLst>
            </p:cNvPr>
            <p:cNvSpPr txBox="1">
              <a:spLocks noChangeArrowheads="1"/>
            </p:cNvSpPr>
            <p:nvPr/>
          </p:nvSpPr>
          <p:spPr bwMode="auto">
            <a:xfrm>
              <a:off x="240" y="2008"/>
              <a:ext cx="530" cy="282"/>
            </a:xfrm>
            <a:prstGeom prst="rect">
              <a:avLst/>
            </a:prstGeom>
            <a:noFill/>
            <a:ln w="9525">
              <a:noFill/>
              <a:miter lim="800000"/>
              <a:headEnd/>
              <a:tailEnd/>
            </a:ln>
          </p:spPr>
          <p:txBody>
            <a:bodyPr/>
            <a:lstStyle/>
            <a:p>
              <a:pPr eaLnBrk="1" hangingPunct="1">
                <a:defRPr/>
              </a:pPr>
              <a:r>
                <a:rPr lang="ru-RU" sz="1600" dirty="0">
                  <a:latin typeface="+mj-lt"/>
                  <a:cs typeface="Arial" charset="0"/>
                </a:rPr>
                <a:t>C16</a:t>
              </a:r>
            </a:p>
          </p:txBody>
        </p:sp>
      </p:grpSp>
      <p:sp>
        <p:nvSpPr>
          <p:cNvPr id="45060" name="Text Box 42">
            <a:extLst>
              <a:ext uri="{FF2B5EF4-FFF2-40B4-BE49-F238E27FC236}">
                <a16:creationId xmlns:a16="http://schemas.microsoft.com/office/drawing/2014/main" id="{704D137E-E6D9-A7B4-0E2C-53546D4E4BDA}"/>
              </a:ext>
            </a:extLst>
          </p:cNvPr>
          <p:cNvSpPr txBox="1">
            <a:spLocks noChangeArrowheads="1"/>
          </p:cNvSpPr>
          <p:nvPr/>
        </p:nvSpPr>
        <p:spPr bwMode="auto">
          <a:xfrm>
            <a:off x="1905000" y="4327526"/>
            <a:ext cx="792480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Tadd </a:t>
            </a:r>
            <a:r>
              <a:rPr lang="ru-RU" altLang="en-US" sz="2000"/>
              <a:t>= (</a:t>
            </a:r>
            <a:r>
              <a:rPr lang="en-US" altLang="en-US" sz="2000"/>
              <a:t>N</a:t>
            </a:r>
            <a:r>
              <a:rPr lang="ru-RU" altLang="en-US" sz="2000"/>
              <a:t>/</a:t>
            </a:r>
            <a:r>
              <a:rPr lang="en-US" altLang="en-US" sz="2000"/>
              <a:t>B</a:t>
            </a:r>
            <a:r>
              <a:rPr lang="ru-RU" altLang="en-US" sz="2000"/>
              <a:t>)</a:t>
            </a:r>
            <a:r>
              <a:rPr lang="en-US" altLang="en-US" sz="2000">
                <a:sym typeface="Symbol" panose="05050102010706020507" pitchFamily="18" charset="2"/>
              </a:rPr>
              <a:t></a:t>
            </a:r>
            <a:r>
              <a:rPr lang="en-US" altLang="en-US" sz="2000"/>
              <a:t>tcarry</a:t>
            </a:r>
            <a:r>
              <a:rPr lang="ru-RU" altLang="en-US" sz="2000"/>
              <a:t>_</a:t>
            </a:r>
            <a:r>
              <a:rPr lang="en-US" altLang="en-US" sz="2000"/>
              <a:t>lookahead</a:t>
            </a:r>
            <a:r>
              <a:rPr lang="ru-RU" altLang="en-US" sz="2000"/>
              <a:t>_</a:t>
            </a:r>
            <a:r>
              <a:rPr lang="en-US" altLang="en-US" sz="2000"/>
              <a:t>logic </a:t>
            </a:r>
          </a:p>
          <a:p>
            <a:pPr eaLnBrk="1" hangingPunct="1">
              <a:spcBef>
                <a:spcPct val="50000"/>
              </a:spcBef>
            </a:pPr>
            <a:r>
              <a:rPr lang="en-US" altLang="en-US" sz="2000"/>
              <a:t>B – number of bits in block</a:t>
            </a:r>
          </a:p>
          <a:p>
            <a:pPr eaLnBrk="1" hangingPunct="1">
              <a:spcBef>
                <a:spcPct val="50000"/>
              </a:spcBef>
            </a:pPr>
            <a:r>
              <a:rPr lang="en-US" altLang="en-US" sz="2000"/>
              <a:t>tcarry_lookahead_logic – t(</a:t>
            </a:r>
            <a:r>
              <a:rPr lang="en-US" altLang="en-US" sz="2000">
                <a:sym typeface="Symbol" panose="05050102010706020507" pitchFamily="18" charset="2"/>
              </a:rPr>
              <a:t> </a:t>
            </a:r>
            <a:r>
              <a:rPr lang="en-US" altLang="en-US" sz="2000"/>
              <a:t>c</a:t>
            </a:r>
            <a:r>
              <a:rPr lang="en-US" altLang="en-US" sz="2000" b="1" baseline="-25000"/>
              <a:t>0</a:t>
            </a:r>
            <a:r>
              <a:rPr lang="en-US" altLang="en-US" sz="2000" b="1"/>
              <a:t> </a:t>
            </a:r>
            <a:r>
              <a:rPr lang="en-US" altLang="en-US" sz="2000" b="1">
                <a:sym typeface="Symbol" panose="05050102010706020507" pitchFamily="18" charset="2"/>
              </a:rPr>
              <a:t></a:t>
            </a:r>
            <a:r>
              <a:rPr lang="en-US" altLang="en-US" sz="2000">
                <a:sym typeface="Symbol" panose="05050102010706020507" pitchFamily="18" charset="2"/>
              </a:rPr>
              <a:t>c</a:t>
            </a:r>
            <a:r>
              <a:rPr lang="en-US" altLang="en-US" sz="2000" b="1" baseline="-25000">
                <a:sym typeface="Symbol" panose="05050102010706020507" pitchFamily="18" charset="2"/>
              </a:rPr>
              <a:t>4</a:t>
            </a:r>
            <a:r>
              <a:rPr lang="en-US" altLang="en-US" sz="2000">
                <a:sym typeface="Symbol" panose="05050102010706020507" pitchFamily="18" charset="2"/>
              </a:rPr>
              <a:t>)</a:t>
            </a:r>
            <a:endParaRPr lang="ru-RU" altLang="en-US" sz="2000" baseline="-25000">
              <a:sym typeface="Symbol" panose="05050102010706020507" pitchFamily="18"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85">
            <a:extLst>
              <a:ext uri="{FF2B5EF4-FFF2-40B4-BE49-F238E27FC236}">
                <a16:creationId xmlns:a16="http://schemas.microsoft.com/office/drawing/2014/main" id="{8291633B-2CB7-4B9D-3A87-0A978AE2DD52}"/>
              </a:ext>
            </a:extLst>
          </p:cNvPr>
          <p:cNvSpPr txBox="1">
            <a:spLocks noChangeArrowheads="1"/>
          </p:cNvSpPr>
          <p:nvPr/>
        </p:nvSpPr>
        <p:spPr bwMode="auto">
          <a:xfrm>
            <a:off x="8936038" y="4648200"/>
            <a:ext cx="1046162"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b="1"/>
              <a:t>S[0:15]</a:t>
            </a:r>
          </a:p>
        </p:txBody>
      </p:sp>
      <p:sp>
        <p:nvSpPr>
          <p:cNvPr id="46083" name="Text Box 145">
            <a:extLst>
              <a:ext uri="{FF2B5EF4-FFF2-40B4-BE49-F238E27FC236}">
                <a16:creationId xmlns:a16="http://schemas.microsoft.com/office/drawing/2014/main" id="{411875F1-3FA6-DE00-A9C4-4EF58E7B3E9F}"/>
              </a:ext>
            </a:extLst>
          </p:cNvPr>
          <p:cNvSpPr txBox="1">
            <a:spLocks noChangeArrowheads="1"/>
          </p:cNvSpPr>
          <p:nvPr/>
        </p:nvSpPr>
        <p:spPr bwMode="auto">
          <a:xfrm>
            <a:off x="1847851" y="6308725"/>
            <a:ext cx="7127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2400"/>
          </a:p>
        </p:txBody>
      </p:sp>
      <p:sp>
        <p:nvSpPr>
          <p:cNvPr id="46084" name="Text Box 146">
            <a:extLst>
              <a:ext uri="{FF2B5EF4-FFF2-40B4-BE49-F238E27FC236}">
                <a16:creationId xmlns:a16="http://schemas.microsoft.com/office/drawing/2014/main" id="{EA6A8543-1458-AB8D-D82A-60DC27EB6F24}"/>
              </a:ext>
            </a:extLst>
          </p:cNvPr>
          <p:cNvSpPr txBox="1">
            <a:spLocks noChangeArrowheads="1"/>
          </p:cNvSpPr>
          <p:nvPr/>
        </p:nvSpPr>
        <p:spPr bwMode="auto">
          <a:xfrm>
            <a:off x="1905001" y="5029200"/>
            <a:ext cx="8424863" cy="769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200"/>
              <a:t>N- the number of bits, B – the number of bits in group, Tadd=(N/B)·t(c</a:t>
            </a:r>
            <a:r>
              <a:rPr lang="en-US" altLang="en-US" sz="2200" b="1" baseline="-25000"/>
              <a:t>0</a:t>
            </a:r>
            <a:r>
              <a:rPr lang="en-US" altLang="en-US" sz="2200" b="1">
                <a:sym typeface="Symbol" panose="05050102010706020507" pitchFamily="18" charset="2"/>
              </a:rPr>
              <a:t></a:t>
            </a:r>
            <a:r>
              <a:rPr lang="en-US" altLang="en-US" sz="2200">
                <a:sym typeface="Symbol" panose="05050102010706020507" pitchFamily="18" charset="2"/>
              </a:rPr>
              <a:t>c</a:t>
            </a:r>
            <a:r>
              <a:rPr lang="en-US" altLang="en-US" sz="2200" b="1" baseline="-25000">
                <a:sym typeface="Symbol" panose="05050102010706020507" pitchFamily="18" charset="2"/>
              </a:rPr>
              <a:t>4</a:t>
            </a:r>
            <a:r>
              <a:rPr lang="en-US" altLang="en-US" sz="2200">
                <a:sym typeface="Symbol" panose="05050102010706020507" pitchFamily="18" charset="2"/>
              </a:rPr>
              <a:t>)=4</a:t>
            </a:r>
            <a:r>
              <a:rPr lang="en-US" altLang="en-US" sz="2200"/>
              <a:t>·3</a:t>
            </a:r>
            <a:r>
              <a:rPr lang="en-US" altLang="en-US" sz="2200">
                <a:sym typeface="Symbol" panose="05050102010706020507" pitchFamily="18" charset="2"/>
              </a:rPr>
              <a:t>=12, where N/B – the number of groups</a:t>
            </a:r>
            <a:endParaRPr lang="en-US" altLang="en-US" sz="2200" b="1" baseline="-25000">
              <a:sym typeface="Symbol" panose="05050102010706020507" pitchFamily="18" charset="2"/>
            </a:endParaRPr>
          </a:p>
        </p:txBody>
      </p:sp>
      <p:sp>
        <p:nvSpPr>
          <p:cNvPr id="137" name="Rectangle 4">
            <a:extLst>
              <a:ext uri="{FF2B5EF4-FFF2-40B4-BE49-F238E27FC236}">
                <a16:creationId xmlns:a16="http://schemas.microsoft.com/office/drawing/2014/main" id="{4EEAB2D2-9EAB-414F-B805-150D1EB1C781}"/>
              </a:ext>
            </a:extLst>
          </p:cNvPr>
          <p:cNvSpPr txBox="1">
            <a:spLocks noChangeArrowheads="1"/>
          </p:cNvSpPr>
          <p:nvPr/>
        </p:nvSpPr>
        <p:spPr bwMode="auto">
          <a:xfrm>
            <a:off x="1506539" y="1083583"/>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pSp>
        <p:nvGrpSpPr>
          <p:cNvPr id="46086" name="Group 139">
            <a:extLst>
              <a:ext uri="{FF2B5EF4-FFF2-40B4-BE49-F238E27FC236}">
                <a16:creationId xmlns:a16="http://schemas.microsoft.com/office/drawing/2014/main" id="{79AEDCC2-B99E-12FE-F566-1A5681A4FD2F}"/>
              </a:ext>
            </a:extLst>
          </p:cNvPr>
          <p:cNvGrpSpPr>
            <a:grpSpLocks/>
          </p:cNvGrpSpPr>
          <p:nvPr/>
        </p:nvGrpSpPr>
        <p:grpSpPr bwMode="auto">
          <a:xfrm>
            <a:off x="2028826" y="1257301"/>
            <a:ext cx="8334375" cy="3408363"/>
            <a:chOff x="318" y="792"/>
            <a:chExt cx="5250" cy="2147"/>
          </a:xfrm>
        </p:grpSpPr>
        <p:sp>
          <p:nvSpPr>
            <p:cNvPr id="46087" name="Text Box 6">
              <a:extLst>
                <a:ext uri="{FF2B5EF4-FFF2-40B4-BE49-F238E27FC236}">
                  <a16:creationId xmlns:a16="http://schemas.microsoft.com/office/drawing/2014/main" id="{03DD76AC-879A-0CCF-FF77-8B66C94CB21A}"/>
                </a:ext>
              </a:extLst>
            </p:cNvPr>
            <p:cNvSpPr txBox="1">
              <a:spLocks noChangeArrowheads="1"/>
            </p:cNvSpPr>
            <p:nvPr/>
          </p:nvSpPr>
          <p:spPr bwMode="auto">
            <a:xfrm>
              <a:off x="318" y="1632"/>
              <a:ext cx="354"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Cin</a:t>
              </a:r>
            </a:p>
          </p:txBody>
        </p:sp>
        <p:sp>
          <p:nvSpPr>
            <p:cNvPr id="46088" name="Text Box 84">
              <a:extLst>
                <a:ext uri="{FF2B5EF4-FFF2-40B4-BE49-F238E27FC236}">
                  <a16:creationId xmlns:a16="http://schemas.microsoft.com/office/drawing/2014/main" id="{D00F18A4-4F34-CCCD-E38F-F7144A128B2D}"/>
                </a:ext>
              </a:extLst>
            </p:cNvPr>
            <p:cNvSpPr txBox="1">
              <a:spLocks noChangeArrowheads="1"/>
            </p:cNvSpPr>
            <p:nvPr/>
          </p:nvSpPr>
          <p:spPr bwMode="auto">
            <a:xfrm>
              <a:off x="5056" y="2656"/>
              <a:ext cx="512" cy="2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Cout</a:t>
              </a:r>
            </a:p>
          </p:txBody>
        </p:sp>
        <p:sp>
          <p:nvSpPr>
            <p:cNvPr id="46089" name="Text Box 83">
              <a:extLst>
                <a:ext uri="{FF2B5EF4-FFF2-40B4-BE49-F238E27FC236}">
                  <a16:creationId xmlns:a16="http://schemas.microsoft.com/office/drawing/2014/main" id="{334C954B-E3D1-C4CA-3D37-F88602BF7E80}"/>
                </a:ext>
              </a:extLst>
            </p:cNvPr>
            <p:cNvSpPr txBox="1">
              <a:spLocks noChangeArrowheads="1"/>
            </p:cNvSpPr>
            <p:nvPr/>
          </p:nvSpPr>
          <p:spPr bwMode="auto">
            <a:xfrm>
              <a:off x="336" y="1234"/>
              <a:ext cx="700"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B[0:15]</a:t>
              </a:r>
            </a:p>
          </p:txBody>
        </p:sp>
        <p:sp>
          <p:nvSpPr>
            <p:cNvPr id="46090" name="Text Box 8">
              <a:extLst>
                <a:ext uri="{FF2B5EF4-FFF2-40B4-BE49-F238E27FC236}">
                  <a16:creationId xmlns:a16="http://schemas.microsoft.com/office/drawing/2014/main" id="{029B391E-91F3-47B8-A148-BA4F62E11C34}"/>
                </a:ext>
              </a:extLst>
            </p:cNvPr>
            <p:cNvSpPr txBox="1">
              <a:spLocks noChangeArrowheads="1"/>
            </p:cNvSpPr>
            <p:nvPr/>
          </p:nvSpPr>
          <p:spPr bwMode="auto">
            <a:xfrm>
              <a:off x="973" y="1479"/>
              <a:ext cx="508" cy="1291"/>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200" dirty="0">
                  <a:latin typeface="Arial" charset="0"/>
                  <a:cs typeface="Arial" charset="0"/>
                </a:rPr>
                <a:t>C0         </a:t>
              </a:r>
            </a:p>
            <a:p>
              <a:pPr eaLnBrk="1" hangingPunct="1">
                <a:defRPr/>
              </a:pPr>
              <a:r>
                <a:rPr lang="ru-RU" sz="1200" dirty="0">
                  <a:latin typeface="Arial" charset="0"/>
                  <a:cs typeface="Arial" charset="0"/>
                </a:rPr>
                <a:t>А0    S0</a:t>
              </a:r>
            </a:p>
            <a:p>
              <a:pPr eaLnBrk="1" hangingPunct="1">
                <a:defRPr/>
              </a:pPr>
              <a:r>
                <a:rPr lang="ru-RU" sz="1200" dirty="0">
                  <a:latin typeface="Arial" charset="0"/>
                  <a:cs typeface="Arial" charset="0"/>
                </a:rPr>
                <a:t>B0</a:t>
              </a:r>
            </a:p>
            <a:p>
              <a:pPr eaLnBrk="1" hangingPunct="1">
                <a:defRPr/>
              </a:pPr>
              <a:r>
                <a:rPr lang="ru-RU" sz="1200" dirty="0">
                  <a:latin typeface="Arial" charset="0"/>
                  <a:cs typeface="Arial" charset="0"/>
                </a:rPr>
                <a:t>A1    S1</a:t>
              </a:r>
            </a:p>
            <a:p>
              <a:pPr eaLnBrk="1" hangingPunct="1">
                <a:defRPr/>
              </a:pPr>
              <a:r>
                <a:rPr lang="ru-RU" sz="1200" dirty="0">
                  <a:latin typeface="Arial" charset="0"/>
                  <a:cs typeface="Arial" charset="0"/>
                </a:rPr>
                <a:t>B1</a:t>
              </a:r>
            </a:p>
            <a:p>
              <a:pPr eaLnBrk="1" hangingPunct="1">
                <a:defRPr/>
              </a:pPr>
              <a:r>
                <a:rPr lang="ru-RU" sz="1200" dirty="0">
                  <a:latin typeface="Arial" charset="0"/>
                  <a:cs typeface="Arial" charset="0"/>
                </a:rPr>
                <a:t>A2    S2</a:t>
              </a:r>
            </a:p>
            <a:p>
              <a:pPr eaLnBrk="1" hangingPunct="1">
                <a:defRPr/>
              </a:pPr>
              <a:r>
                <a:rPr lang="ru-RU" sz="1200" dirty="0">
                  <a:latin typeface="Arial" charset="0"/>
                  <a:cs typeface="Arial" charset="0"/>
                </a:rPr>
                <a:t>B2</a:t>
              </a:r>
            </a:p>
            <a:p>
              <a:pPr eaLnBrk="1" hangingPunct="1">
                <a:defRPr/>
              </a:pPr>
              <a:r>
                <a:rPr lang="ru-RU" sz="1200" dirty="0">
                  <a:latin typeface="Arial" charset="0"/>
                  <a:cs typeface="Arial" charset="0"/>
                </a:rPr>
                <a:t>A3    S3 </a:t>
              </a:r>
            </a:p>
            <a:p>
              <a:pPr eaLnBrk="1" hangingPunct="1">
                <a:defRPr/>
              </a:pPr>
              <a:r>
                <a:rPr lang="ru-RU" sz="1200" dirty="0">
                  <a:latin typeface="Arial" charset="0"/>
                  <a:cs typeface="Arial" charset="0"/>
                </a:rPr>
                <a:t>B3        </a:t>
              </a:r>
            </a:p>
            <a:p>
              <a:pPr eaLnBrk="1" hangingPunct="1">
                <a:defRPr/>
              </a:pPr>
              <a:r>
                <a:rPr lang="ru-RU" sz="1200" dirty="0">
                  <a:latin typeface="Arial" charset="0"/>
                  <a:cs typeface="Arial" charset="0"/>
                </a:rPr>
                <a:t>         C4</a:t>
              </a:r>
            </a:p>
            <a:p>
              <a:pPr eaLnBrk="1" hangingPunct="1">
                <a:defRPr/>
              </a:pPr>
              <a:endParaRPr lang="ru-RU" sz="1200" dirty="0">
                <a:latin typeface="Arial" charset="0"/>
                <a:cs typeface="Arial" charset="0"/>
              </a:endParaRPr>
            </a:p>
            <a:p>
              <a:pPr eaLnBrk="1" hangingPunct="1">
                <a:defRPr/>
              </a:pPr>
              <a:endParaRPr lang="ru-RU" sz="1200" dirty="0">
                <a:latin typeface="Arial" charset="0"/>
                <a:cs typeface="Arial" charset="0"/>
              </a:endParaRPr>
            </a:p>
            <a:p>
              <a:pPr eaLnBrk="1" hangingPunct="1">
                <a:defRPr/>
              </a:pPr>
              <a:endParaRPr lang="ru-RU" sz="1200" dirty="0">
                <a:latin typeface="Arial" charset="0"/>
                <a:cs typeface="Arial" charset="0"/>
              </a:endParaRPr>
            </a:p>
          </p:txBody>
        </p:sp>
        <p:sp>
          <p:nvSpPr>
            <p:cNvPr id="46091" name="Text Box 9">
              <a:extLst>
                <a:ext uri="{FF2B5EF4-FFF2-40B4-BE49-F238E27FC236}">
                  <a16:creationId xmlns:a16="http://schemas.microsoft.com/office/drawing/2014/main" id="{562887B5-2CE7-42DE-86AA-E6227BD96B0E}"/>
                </a:ext>
              </a:extLst>
            </p:cNvPr>
            <p:cNvSpPr txBox="1">
              <a:spLocks noChangeArrowheads="1"/>
            </p:cNvSpPr>
            <p:nvPr/>
          </p:nvSpPr>
          <p:spPr bwMode="auto">
            <a:xfrm>
              <a:off x="2142" y="1479"/>
              <a:ext cx="508" cy="1291"/>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200" dirty="0">
                  <a:latin typeface="Arial" charset="0"/>
                  <a:cs typeface="Arial" charset="0"/>
                </a:rPr>
                <a:t>C0         </a:t>
              </a:r>
            </a:p>
            <a:p>
              <a:pPr eaLnBrk="1" hangingPunct="1">
                <a:defRPr/>
              </a:pPr>
              <a:r>
                <a:rPr lang="ru-RU" sz="1200" dirty="0">
                  <a:latin typeface="Arial" charset="0"/>
                  <a:cs typeface="Arial" charset="0"/>
                </a:rPr>
                <a:t>А0    S0</a:t>
              </a:r>
            </a:p>
            <a:p>
              <a:pPr eaLnBrk="1" hangingPunct="1">
                <a:defRPr/>
              </a:pPr>
              <a:r>
                <a:rPr lang="ru-RU" sz="1200" dirty="0">
                  <a:latin typeface="Arial" charset="0"/>
                  <a:cs typeface="Arial" charset="0"/>
                </a:rPr>
                <a:t>B0</a:t>
              </a:r>
            </a:p>
            <a:p>
              <a:pPr eaLnBrk="1" hangingPunct="1">
                <a:defRPr/>
              </a:pPr>
              <a:r>
                <a:rPr lang="ru-RU" sz="1200" dirty="0">
                  <a:latin typeface="Arial" charset="0"/>
                  <a:cs typeface="Arial" charset="0"/>
                </a:rPr>
                <a:t>A1    S1</a:t>
              </a:r>
            </a:p>
            <a:p>
              <a:pPr eaLnBrk="1" hangingPunct="1">
                <a:defRPr/>
              </a:pPr>
              <a:r>
                <a:rPr lang="ru-RU" sz="1200" dirty="0">
                  <a:latin typeface="Arial" charset="0"/>
                  <a:cs typeface="Arial" charset="0"/>
                </a:rPr>
                <a:t>B1</a:t>
              </a:r>
            </a:p>
            <a:p>
              <a:pPr eaLnBrk="1" hangingPunct="1">
                <a:defRPr/>
              </a:pPr>
              <a:r>
                <a:rPr lang="ru-RU" sz="1200" dirty="0">
                  <a:latin typeface="Arial" charset="0"/>
                  <a:cs typeface="Arial" charset="0"/>
                </a:rPr>
                <a:t>A2    S2</a:t>
              </a:r>
            </a:p>
            <a:p>
              <a:pPr eaLnBrk="1" hangingPunct="1">
                <a:defRPr/>
              </a:pPr>
              <a:r>
                <a:rPr lang="ru-RU" sz="1200" dirty="0">
                  <a:latin typeface="Arial" charset="0"/>
                  <a:cs typeface="Arial" charset="0"/>
                </a:rPr>
                <a:t>B2</a:t>
              </a:r>
            </a:p>
            <a:p>
              <a:pPr eaLnBrk="1" hangingPunct="1">
                <a:defRPr/>
              </a:pPr>
              <a:r>
                <a:rPr lang="ru-RU" sz="1200" dirty="0">
                  <a:latin typeface="Arial" charset="0"/>
                  <a:cs typeface="Arial" charset="0"/>
                </a:rPr>
                <a:t>A3    S3 </a:t>
              </a:r>
            </a:p>
            <a:p>
              <a:pPr eaLnBrk="1" hangingPunct="1">
                <a:defRPr/>
              </a:pPr>
              <a:r>
                <a:rPr lang="ru-RU" sz="1200" dirty="0">
                  <a:latin typeface="Arial" charset="0"/>
                  <a:cs typeface="Arial" charset="0"/>
                </a:rPr>
                <a:t>B3        </a:t>
              </a:r>
            </a:p>
            <a:p>
              <a:pPr eaLnBrk="1" hangingPunct="1">
                <a:defRPr/>
              </a:pPr>
              <a:r>
                <a:rPr lang="ru-RU" sz="1200" dirty="0">
                  <a:latin typeface="Arial" charset="0"/>
                  <a:cs typeface="Arial" charset="0"/>
                </a:rPr>
                <a:t>         C4</a:t>
              </a:r>
            </a:p>
            <a:p>
              <a:pPr eaLnBrk="1" hangingPunct="1">
                <a:defRPr/>
              </a:pPr>
              <a:endParaRPr lang="ru-RU" sz="1200" dirty="0">
                <a:latin typeface="Arial" charset="0"/>
                <a:cs typeface="Arial" charset="0"/>
              </a:endParaRPr>
            </a:p>
            <a:p>
              <a:pPr eaLnBrk="1" hangingPunct="1">
                <a:defRPr/>
              </a:pPr>
              <a:endParaRPr lang="ru-RU" sz="1200" dirty="0">
                <a:latin typeface="Arial" charset="0"/>
                <a:cs typeface="Arial" charset="0"/>
              </a:endParaRPr>
            </a:p>
            <a:p>
              <a:pPr eaLnBrk="1" hangingPunct="1">
                <a:defRPr/>
              </a:pPr>
              <a:endParaRPr lang="ru-RU" sz="1200" dirty="0">
                <a:latin typeface="Arial" charset="0"/>
                <a:cs typeface="Arial" charset="0"/>
              </a:endParaRPr>
            </a:p>
          </p:txBody>
        </p:sp>
        <p:sp>
          <p:nvSpPr>
            <p:cNvPr id="46092" name="Text Box 10">
              <a:extLst>
                <a:ext uri="{FF2B5EF4-FFF2-40B4-BE49-F238E27FC236}">
                  <a16:creationId xmlns:a16="http://schemas.microsoft.com/office/drawing/2014/main" id="{1E25A83B-F8FD-4823-8883-C393EBD56D8F}"/>
                </a:ext>
              </a:extLst>
            </p:cNvPr>
            <p:cNvSpPr txBox="1">
              <a:spLocks noChangeArrowheads="1"/>
            </p:cNvSpPr>
            <p:nvPr/>
          </p:nvSpPr>
          <p:spPr bwMode="auto">
            <a:xfrm>
              <a:off x="3319" y="1486"/>
              <a:ext cx="508" cy="1292"/>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200">
                  <a:latin typeface="Arial" charset="0"/>
                  <a:cs typeface="Arial" charset="0"/>
                </a:rPr>
                <a:t>C0         </a:t>
              </a:r>
            </a:p>
            <a:p>
              <a:pPr eaLnBrk="1" hangingPunct="1">
                <a:defRPr/>
              </a:pPr>
              <a:r>
                <a:rPr lang="ru-RU" sz="1200">
                  <a:latin typeface="Arial" charset="0"/>
                  <a:cs typeface="Arial" charset="0"/>
                </a:rPr>
                <a:t>А0    S0</a:t>
              </a:r>
            </a:p>
            <a:p>
              <a:pPr eaLnBrk="1" hangingPunct="1">
                <a:defRPr/>
              </a:pPr>
              <a:r>
                <a:rPr lang="ru-RU" sz="1200">
                  <a:latin typeface="Arial" charset="0"/>
                  <a:cs typeface="Arial" charset="0"/>
                </a:rPr>
                <a:t>B0</a:t>
              </a:r>
            </a:p>
            <a:p>
              <a:pPr eaLnBrk="1" hangingPunct="1">
                <a:defRPr/>
              </a:pPr>
              <a:r>
                <a:rPr lang="ru-RU" sz="1200">
                  <a:latin typeface="Arial" charset="0"/>
                  <a:cs typeface="Arial" charset="0"/>
                </a:rPr>
                <a:t>A1    S1</a:t>
              </a:r>
            </a:p>
            <a:p>
              <a:pPr eaLnBrk="1" hangingPunct="1">
                <a:defRPr/>
              </a:pPr>
              <a:r>
                <a:rPr lang="ru-RU" sz="1200">
                  <a:latin typeface="Arial" charset="0"/>
                  <a:cs typeface="Arial" charset="0"/>
                </a:rPr>
                <a:t>B1</a:t>
              </a:r>
            </a:p>
            <a:p>
              <a:pPr eaLnBrk="1" hangingPunct="1">
                <a:defRPr/>
              </a:pPr>
              <a:r>
                <a:rPr lang="ru-RU" sz="1200">
                  <a:latin typeface="Arial" charset="0"/>
                  <a:cs typeface="Arial" charset="0"/>
                </a:rPr>
                <a:t>A2    S2</a:t>
              </a:r>
            </a:p>
            <a:p>
              <a:pPr eaLnBrk="1" hangingPunct="1">
                <a:defRPr/>
              </a:pPr>
              <a:r>
                <a:rPr lang="ru-RU" sz="1200">
                  <a:latin typeface="Arial" charset="0"/>
                  <a:cs typeface="Arial" charset="0"/>
                </a:rPr>
                <a:t>B2</a:t>
              </a:r>
            </a:p>
            <a:p>
              <a:pPr eaLnBrk="1" hangingPunct="1">
                <a:defRPr/>
              </a:pPr>
              <a:r>
                <a:rPr lang="ru-RU" sz="1200">
                  <a:latin typeface="Arial" charset="0"/>
                  <a:cs typeface="Arial" charset="0"/>
                </a:rPr>
                <a:t>A3    S3 </a:t>
              </a:r>
            </a:p>
            <a:p>
              <a:pPr eaLnBrk="1" hangingPunct="1">
                <a:defRPr/>
              </a:pPr>
              <a:r>
                <a:rPr lang="ru-RU" sz="1200">
                  <a:latin typeface="Arial" charset="0"/>
                  <a:cs typeface="Arial" charset="0"/>
                </a:rPr>
                <a:t>B3        </a:t>
              </a:r>
            </a:p>
            <a:p>
              <a:pPr eaLnBrk="1" hangingPunct="1">
                <a:defRPr/>
              </a:pPr>
              <a:r>
                <a:rPr lang="ru-RU" sz="1200">
                  <a:latin typeface="Arial" charset="0"/>
                  <a:cs typeface="Arial" charset="0"/>
                </a:rPr>
                <a:t>         C4</a:t>
              </a:r>
            </a:p>
            <a:p>
              <a:pPr eaLnBrk="1" hangingPunct="1">
                <a:defRPr/>
              </a:pPr>
              <a:endParaRPr lang="ru-RU" sz="1200">
                <a:latin typeface="Arial" charset="0"/>
                <a:cs typeface="Arial" charset="0"/>
              </a:endParaRPr>
            </a:p>
            <a:p>
              <a:pPr eaLnBrk="1" hangingPunct="1">
                <a:defRPr/>
              </a:pPr>
              <a:endParaRPr lang="ru-RU" sz="1200">
                <a:latin typeface="Arial" charset="0"/>
                <a:cs typeface="Arial" charset="0"/>
              </a:endParaRPr>
            </a:p>
            <a:p>
              <a:pPr eaLnBrk="1" hangingPunct="1">
                <a:defRPr/>
              </a:pPr>
              <a:endParaRPr lang="ru-RU" sz="1200">
                <a:latin typeface="Arial" charset="0"/>
                <a:cs typeface="Arial" charset="0"/>
              </a:endParaRPr>
            </a:p>
          </p:txBody>
        </p:sp>
        <p:sp>
          <p:nvSpPr>
            <p:cNvPr id="46093" name="Text Box 11">
              <a:extLst>
                <a:ext uri="{FF2B5EF4-FFF2-40B4-BE49-F238E27FC236}">
                  <a16:creationId xmlns:a16="http://schemas.microsoft.com/office/drawing/2014/main" id="{D1FD0126-C012-4EAD-8E3C-B914D3DD0FDE}"/>
                </a:ext>
              </a:extLst>
            </p:cNvPr>
            <p:cNvSpPr txBox="1">
              <a:spLocks noChangeArrowheads="1"/>
            </p:cNvSpPr>
            <p:nvPr/>
          </p:nvSpPr>
          <p:spPr bwMode="auto">
            <a:xfrm>
              <a:off x="4444" y="1479"/>
              <a:ext cx="507" cy="1291"/>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200">
                  <a:latin typeface="Arial" charset="0"/>
                  <a:cs typeface="Arial" charset="0"/>
                </a:rPr>
                <a:t>C0         </a:t>
              </a:r>
            </a:p>
            <a:p>
              <a:pPr eaLnBrk="1" hangingPunct="1">
                <a:defRPr/>
              </a:pPr>
              <a:r>
                <a:rPr lang="ru-RU" sz="1200">
                  <a:latin typeface="Arial" charset="0"/>
                  <a:cs typeface="Arial" charset="0"/>
                </a:rPr>
                <a:t>А0    S0</a:t>
              </a:r>
            </a:p>
            <a:p>
              <a:pPr eaLnBrk="1" hangingPunct="1">
                <a:defRPr/>
              </a:pPr>
              <a:r>
                <a:rPr lang="ru-RU" sz="1200">
                  <a:latin typeface="Arial" charset="0"/>
                  <a:cs typeface="Arial" charset="0"/>
                </a:rPr>
                <a:t>B0</a:t>
              </a:r>
            </a:p>
            <a:p>
              <a:pPr eaLnBrk="1" hangingPunct="1">
                <a:defRPr/>
              </a:pPr>
              <a:r>
                <a:rPr lang="ru-RU" sz="1200">
                  <a:latin typeface="Arial" charset="0"/>
                  <a:cs typeface="Arial" charset="0"/>
                </a:rPr>
                <a:t>A1    S1</a:t>
              </a:r>
            </a:p>
            <a:p>
              <a:pPr eaLnBrk="1" hangingPunct="1">
                <a:defRPr/>
              </a:pPr>
              <a:r>
                <a:rPr lang="ru-RU" sz="1200">
                  <a:latin typeface="Arial" charset="0"/>
                  <a:cs typeface="Arial" charset="0"/>
                </a:rPr>
                <a:t>B1</a:t>
              </a:r>
            </a:p>
            <a:p>
              <a:pPr eaLnBrk="1" hangingPunct="1">
                <a:defRPr/>
              </a:pPr>
              <a:r>
                <a:rPr lang="ru-RU" sz="1200">
                  <a:latin typeface="Arial" charset="0"/>
                  <a:cs typeface="Arial" charset="0"/>
                </a:rPr>
                <a:t>A2    S2</a:t>
              </a:r>
            </a:p>
            <a:p>
              <a:pPr eaLnBrk="1" hangingPunct="1">
                <a:defRPr/>
              </a:pPr>
              <a:r>
                <a:rPr lang="ru-RU" sz="1200">
                  <a:latin typeface="Arial" charset="0"/>
                  <a:cs typeface="Arial" charset="0"/>
                </a:rPr>
                <a:t>B2</a:t>
              </a:r>
            </a:p>
            <a:p>
              <a:pPr eaLnBrk="1" hangingPunct="1">
                <a:defRPr/>
              </a:pPr>
              <a:r>
                <a:rPr lang="ru-RU" sz="1200">
                  <a:latin typeface="Arial" charset="0"/>
                  <a:cs typeface="Arial" charset="0"/>
                </a:rPr>
                <a:t>A3    S3 </a:t>
              </a:r>
            </a:p>
            <a:p>
              <a:pPr eaLnBrk="1" hangingPunct="1">
                <a:defRPr/>
              </a:pPr>
              <a:r>
                <a:rPr lang="ru-RU" sz="1200">
                  <a:latin typeface="Arial" charset="0"/>
                  <a:cs typeface="Arial" charset="0"/>
                </a:rPr>
                <a:t>B3        </a:t>
              </a:r>
            </a:p>
            <a:p>
              <a:pPr eaLnBrk="1" hangingPunct="1">
                <a:defRPr/>
              </a:pPr>
              <a:r>
                <a:rPr lang="ru-RU" sz="1200">
                  <a:latin typeface="Arial" charset="0"/>
                  <a:cs typeface="Arial" charset="0"/>
                </a:rPr>
                <a:t>         C4</a:t>
              </a:r>
            </a:p>
            <a:p>
              <a:pPr eaLnBrk="1" hangingPunct="1">
                <a:defRPr/>
              </a:pPr>
              <a:endParaRPr lang="ru-RU" sz="1200">
                <a:latin typeface="Arial" charset="0"/>
                <a:cs typeface="Arial" charset="0"/>
              </a:endParaRPr>
            </a:p>
            <a:p>
              <a:pPr eaLnBrk="1" hangingPunct="1">
                <a:defRPr/>
              </a:pPr>
              <a:endParaRPr lang="ru-RU" sz="1200">
                <a:latin typeface="Arial" charset="0"/>
                <a:cs typeface="Arial" charset="0"/>
              </a:endParaRPr>
            </a:p>
            <a:p>
              <a:pPr eaLnBrk="1" hangingPunct="1">
                <a:defRPr/>
              </a:pPr>
              <a:endParaRPr lang="ru-RU" sz="1200">
                <a:latin typeface="Arial" charset="0"/>
                <a:cs typeface="Arial" charset="0"/>
              </a:endParaRPr>
            </a:p>
          </p:txBody>
        </p:sp>
        <p:sp>
          <p:nvSpPr>
            <p:cNvPr id="46094" name="Line 12">
              <a:extLst>
                <a:ext uri="{FF2B5EF4-FFF2-40B4-BE49-F238E27FC236}">
                  <a16:creationId xmlns:a16="http://schemas.microsoft.com/office/drawing/2014/main" id="{E129D3E6-B1B2-6B51-C3D9-618D0A35F2B7}"/>
                </a:ext>
              </a:extLst>
            </p:cNvPr>
            <p:cNvSpPr>
              <a:spLocks noChangeShapeType="1"/>
            </p:cNvSpPr>
            <p:nvPr/>
          </p:nvSpPr>
          <p:spPr bwMode="auto">
            <a:xfrm>
              <a:off x="458" y="1594"/>
              <a:ext cx="51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5" name="Line 13">
              <a:extLst>
                <a:ext uri="{FF2B5EF4-FFF2-40B4-BE49-F238E27FC236}">
                  <a16:creationId xmlns:a16="http://schemas.microsoft.com/office/drawing/2014/main" id="{926FD9D8-2A64-6F14-5E5E-4B1D10A27D10}"/>
                </a:ext>
              </a:extLst>
            </p:cNvPr>
            <p:cNvSpPr>
              <a:spLocks noChangeShapeType="1"/>
            </p:cNvSpPr>
            <p:nvPr/>
          </p:nvSpPr>
          <p:spPr bwMode="auto">
            <a:xfrm>
              <a:off x="806" y="1279"/>
              <a:ext cx="0" cy="114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6" name="Line 14">
              <a:extLst>
                <a:ext uri="{FF2B5EF4-FFF2-40B4-BE49-F238E27FC236}">
                  <a16:creationId xmlns:a16="http://schemas.microsoft.com/office/drawing/2014/main" id="{9E298FE0-3B81-B9F5-B32B-AA520F6B34EC}"/>
                </a:ext>
              </a:extLst>
            </p:cNvPr>
            <p:cNvSpPr>
              <a:spLocks noChangeShapeType="1"/>
            </p:cNvSpPr>
            <p:nvPr/>
          </p:nvSpPr>
          <p:spPr bwMode="auto">
            <a:xfrm>
              <a:off x="659" y="1402"/>
              <a:ext cx="0" cy="1114"/>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7" name="Line 15">
              <a:extLst>
                <a:ext uri="{FF2B5EF4-FFF2-40B4-BE49-F238E27FC236}">
                  <a16:creationId xmlns:a16="http://schemas.microsoft.com/office/drawing/2014/main" id="{F4E9CE81-6075-EBDC-5F56-97947D52071E}"/>
                </a:ext>
              </a:extLst>
            </p:cNvPr>
            <p:cNvSpPr>
              <a:spLocks noChangeShapeType="1"/>
            </p:cNvSpPr>
            <p:nvPr/>
          </p:nvSpPr>
          <p:spPr bwMode="auto">
            <a:xfrm>
              <a:off x="521" y="1402"/>
              <a:ext cx="3619"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8" name="Line 16">
              <a:extLst>
                <a:ext uri="{FF2B5EF4-FFF2-40B4-BE49-F238E27FC236}">
                  <a16:creationId xmlns:a16="http://schemas.microsoft.com/office/drawing/2014/main" id="{B25405E9-CC67-505C-B616-616EDF2BB166}"/>
                </a:ext>
              </a:extLst>
            </p:cNvPr>
            <p:cNvSpPr>
              <a:spLocks noChangeShapeType="1"/>
            </p:cNvSpPr>
            <p:nvPr/>
          </p:nvSpPr>
          <p:spPr bwMode="auto">
            <a:xfrm>
              <a:off x="532" y="1272"/>
              <a:ext cx="3781" cy="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099" name="Line 17">
              <a:extLst>
                <a:ext uri="{FF2B5EF4-FFF2-40B4-BE49-F238E27FC236}">
                  <a16:creationId xmlns:a16="http://schemas.microsoft.com/office/drawing/2014/main" id="{EA3D221D-00F3-70A7-0038-64E30C988E0C}"/>
                </a:ext>
              </a:extLst>
            </p:cNvPr>
            <p:cNvSpPr>
              <a:spLocks noChangeShapeType="1"/>
            </p:cNvSpPr>
            <p:nvPr/>
          </p:nvSpPr>
          <p:spPr bwMode="auto">
            <a:xfrm>
              <a:off x="4299" y="1272"/>
              <a:ext cx="0" cy="1152"/>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0" name="Line 18">
              <a:extLst>
                <a:ext uri="{FF2B5EF4-FFF2-40B4-BE49-F238E27FC236}">
                  <a16:creationId xmlns:a16="http://schemas.microsoft.com/office/drawing/2014/main" id="{3EF10145-F01F-80D6-185F-794827848201}"/>
                </a:ext>
              </a:extLst>
            </p:cNvPr>
            <p:cNvSpPr>
              <a:spLocks noChangeShapeType="1"/>
            </p:cNvSpPr>
            <p:nvPr/>
          </p:nvSpPr>
          <p:spPr bwMode="auto">
            <a:xfrm>
              <a:off x="4142" y="1402"/>
              <a:ext cx="0" cy="115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1" name="Line 19">
              <a:extLst>
                <a:ext uri="{FF2B5EF4-FFF2-40B4-BE49-F238E27FC236}">
                  <a16:creationId xmlns:a16="http://schemas.microsoft.com/office/drawing/2014/main" id="{E6529C39-CB80-6D4A-0929-C466B165060D}"/>
                </a:ext>
              </a:extLst>
            </p:cNvPr>
            <p:cNvSpPr>
              <a:spLocks noChangeShapeType="1"/>
            </p:cNvSpPr>
            <p:nvPr/>
          </p:nvSpPr>
          <p:spPr bwMode="auto">
            <a:xfrm>
              <a:off x="2979" y="1409"/>
              <a:ext cx="0" cy="11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2" name="Line 20">
              <a:extLst>
                <a:ext uri="{FF2B5EF4-FFF2-40B4-BE49-F238E27FC236}">
                  <a16:creationId xmlns:a16="http://schemas.microsoft.com/office/drawing/2014/main" id="{74633BB6-D78F-AFDA-2F45-E5829C57A359}"/>
                </a:ext>
              </a:extLst>
            </p:cNvPr>
            <p:cNvSpPr>
              <a:spLocks noChangeShapeType="1"/>
            </p:cNvSpPr>
            <p:nvPr/>
          </p:nvSpPr>
          <p:spPr bwMode="auto">
            <a:xfrm>
              <a:off x="3152" y="1279"/>
              <a:ext cx="0" cy="1153"/>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3" name="Line 21">
              <a:extLst>
                <a:ext uri="{FF2B5EF4-FFF2-40B4-BE49-F238E27FC236}">
                  <a16:creationId xmlns:a16="http://schemas.microsoft.com/office/drawing/2014/main" id="{B9F2CE04-A74C-E091-D8C2-F15D9C912AC6}"/>
                </a:ext>
              </a:extLst>
            </p:cNvPr>
            <p:cNvSpPr>
              <a:spLocks noChangeShapeType="1"/>
            </p:cNvSpPr>
            <p:nvPr/>
          </p:nvSpPr>
          <p:spPr bwMode="auto">
            <a:xfrm>
              <a:off x="1816" y="1409"/>
              <a:ext cx="0" cy="113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4" name="Line 22">
              <a:extLst>
                <a:ext uri="{FF2B5EF4-FFF2-40B4-BE49-F238E27FC236}">
                  <a16:creationId xmlns:a16="http://schemas.microsoft.com/office/drawing/2014/main" id="{32EB9888-2E2B-F33F-FD16-D1B578D5C9EB}"/>
                </a:ext>
              </a:extLst>
            </p:cNvPr>
            <p:cNvSpPr>
              <a:spLocks noChangeShapeType="1"/>
            </p:cNvSpPr>
            <p:nvPr/>
          </p:nvSpPr>
          <p:spPr bwMode="auto">
            <a:xfrm>
              <a:off x="1976" y="1272"/>
              <a:ext cx="0" cy="115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5" name="Line 23">
              <a:extLst>
                <a:ext uri="{FF2B5EF4-FFF2-40B4-BE49-F238E27FC236}">
                  <a16:creationId xmlns:a16="http://schemas.microsoft.com/office/drawing/2014/main" id="{73184247-4384-AA5F-6596-1F2827C7C481}"/>
                </a:ext>
              </a:extLst>
            </p:cNvPr>
            <p:cNvSpPr>
              <a:spLocks noChangeShapeType="1"/>
            </p:cNvSpPr>
            <p:nvPr/>
          </p:nvSpPr>
          <p:spPr bwMode="auto">
            <a:xfrm>
              <a:off x="1642" y="1652"/>
              <a:ext cx="0" cy="12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6" name="Line 24">
              <a:extLst>
                <a:ext uri="{FF2B5EF4-FFF2-40B4-BE49-F238E27FC236}">
                  <a16:creationId xmlns:a16="http://schemas.microsoft.com/office/drawing/2014/main" id="{B6465895-8014-7ABA-6F14-D3E16FE4B1CE}"/>
                </a:ext>
              </a:extLst>
            </p:cNvPr>
            <p:cNvSpPr>
              <a:spLocks noChangeShapeType="1"/>
            </p:cNvSpPr>
            <p:nvPr/>
          </p:nvSpPr>
          <p:spPr bwMode="auto">
            <a:xfrm>
              <a:off x="2805" y="1652"/>
              <a:ext cx="0" cy="128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7" name="Line 25">
              <a:extLst>
                <a:ext uri="{FF2B5EF4-FFF2-40B4-BE49-F238E27FC236}">
                  <a16:creationId xmlns:a16="http://schemas.microsoft.com/office/drawing/2014/main" id="{C7069CB4-7A5F-F8F9-E401-566512E40D73}"/>
                </a:ext>
              </a:extLst>
            </p:cNvPr>
            <p:cNvSpPr>
              <a:spLocks noChangeShapeType="1"/>
            </p:cNvSpPr>
            <p:nvPr/>
          </p:nvSpPr>
          <p:spPr bwMode="auto">
            <a:xfrm>
              <a:off x="3988" y="1660"/>
              <a:ext cx="0" cy="127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8" name="Line 26">
              <a:extLst>
                <a:ext uri="{FF2B5EF4-FFF2-40B4-BE49-F238E27FC236}">
                  <a16:creationId xmlns:a16="http://schemas.microsoft.com/office/drawing/2014/main" id="{7C1BD771-84A5-D1E3-A05C-493BB99E7B45}"/>
                </a:ext>
              </a:extLst>
            </p:cNvPr>
            <p:cNvSpPr>
              <a:spLocks noChangeShapeType="1"/>
            </p:cNvSpPr>
            <p:nvPr/>
          </p:nvSpPr>
          <p:spPr bwMode="auto">
            <a:xfrm>
              <a:off x="1481" y="1702"/>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09" name="Line 27">
              <a:extLst>
                <a:ext uri="{FF2B5EF4-FFF2-40B4-BE49-F238E27FC236}">
                  <a16:creationId xmlns:a16="http://schemas.microsoft.com/office/drawing/2014/main" id="{5A85F4D3-DD98-C0B1-CE47-D71C769E1959}"/>
                </a:ext>
              </a:extLst>
            </p:cNvPr>
            <p:cNvSpPr>
              <a:spLocks noChangeShapeType="1"/>
            </p:cNvSpPr>
            <p:nvPr/>
          </p:nvSpPr>
          <p:spPr bwMode="auto">
            <a:xfrm>
              <a:off x="1481" y="1947"/>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0" name="Line 28">
              <a:extLst>
                <a:ext uri="{FF2B5EF4-FFF2-40B4-BE49-F238E27FC236}">
                  <a16:creationId xmlns:a16="http://schemas.microsoft.com/office/drawing/2014/main" id="{9B9C2CB9-1C4E-AA08-B095-4D2EA335AFCA}"/>
                </a:ext>
              </a:extLst>
            </p:cNvPr>
            <p:cNvSpPr>
              <a:spLocks noChangeShapeType="1"/>
            </p:cNvSpPr>
            <p:nvPr/>
          </p:nvSpPr>
          <p:spPr bwMode="auto">
            <a:xfrm>
              <a:off x="1481" y="2194"/>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1" name="Line 29">
              <a:extLst>
                <a:ext uri="{FF2B5EF4-FFF2-40B4-BE49-F238E27FC236}">
                  <a16:creationId xmlns:a16="http://schemas.microsoft.com/office/drawing/2014/main" id="{D3BD3AF8-DA62-92D7-CD4D-ADDF006CCDC8}"/>
                </a:ext>
              </a:extLst>
            </p:cNvPr>
            <p:cNvSpPr>
              <a:spLocks noChangeShapeType="1"/>
            </p:cNvSpPr>
            <p:nvPr/>
          </p:nvSpPr>
          <p:spPr bwMode="auto">
            <a:xfrm>
              <a:off x="1481" y="2424"/>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2" name="Line 30">
              <a:extLst>
                <a:ext uri="{FF2B5EF4-FFF2-40B4-BE49-F238E27FC236}">
                  <a16:creationId xmlns:a16="http://schemas.microsoft.com/office/drawing/2014/main" id="{5FD5C66E-5AE3-92FC-18AA-FD2C71E5E4B9}"/>
                </a:ext>
              </a:extLst>
            </p:cNvPr>
            <p:cNvSpPr>
              <a:spLocks noChangeShapeType="1"/>
            </p:cNvSpPr>
            <p:nvPr/>
          </p:nvSpPr>
          <p:spPr bwMode="auto">
            <a:xfrm>
              <a:off x="1481" y="2647"/>
              <a:ext cx="24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3" name="Line 31">
              <a:extLst>
                <a:ext uri="{FF2B5EF4-FFF2-40B4-BE49-F238E27FC236}">
                  <a16:creationId xmlns:a16="http://schemas.microsoft.com/office/drawing/2014/main" id="{EDE8D740-D8FD-E23B-6DFA-4BFABD2B23BD}"/>
                </a:ext>
              </a:extLst>
            </p:cNvPr>
            <p:cNvSpPr>
              <a:spLocks noChangeShapeType="1"/>
            </p:cNvSpPr>
            <p:nvPr/>
          </p:nvSpPr>
          <p:spPr bwMode="auto">
            <a:xfrm flipV="1">
              <a:off x="1729" y="1579"/>
              <a:ext cx="0" cy="10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4" name="Line 32">
              <a:extLst>
                <a:ext uri="{FF2B5EF4-FFF2-40B4-BE49-F238E27FC236}">
                  <a16:creationId xmlns:a16="http://schemas.microsoft.com/office/drawing/2014/main" id="{9996CB8E-6710-8817-BB69-395F41BCD3F6}"/>
                </a:ext>
              </a:extLst>
            </p:cNvPr>
            <p:cNvSpPr>
              <a:spLocks noChangeShapeType="1"/>
            </p:cNvSpPr>
            <p:nvPr/>
          </p:nvSpPr>
          <p:spPr bwMode="auto">
            <a:xfrm>
              <a:off x="1729" y="1571"/>
              <a:ext cx="41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5" name="Line 33">
              <a:extLst>
                <a:ext uri="{FF2B5EF4-FFF2-40B4-BE49-F238E27FC236}">
                  <a16:creationId xmlns:a16="http://schemas.microsoft.com/office/drawing/2014/main" id="{5F630CE5-5AB5-D18B-6505-AAD1BF5FC4CC}"/>
                </a:ext>
              </a:extLst>
            </p:cNvPr>
            <p:cNvSpPr>
              <a:spLocks noChangeShapeType="1"/>
            </p:cNvSpPr>
            <p:nvPr/>
          </p:nvSpPr>
          <p:spPr bwMode="auto">
            <a:xfrm>
              <a:off x="2657" y="1709"/>
              <a:ext cx="1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6" name="Line 34">
              <a:extLst>
                <a:ext uri="{FF2B5EF4-FFF2-40B4-BE49-F238E27FC236}">
                  <a16:creationId xmlns:a16="http://schemas.microsoft.com/office/drawing/2014/main" id="{151BC0B0-33CF-5DCE-56E7-D811E12CB3A5}"/>
                </a:ext>
              </a:extLst>
            </p:cNvPr>
            <p:cNvSpPr>
              <a:spLocks noChangeShapeType="1"/>
            </p:cNvSpPr>
            <p:nvPr/>
          </p:nvSpPr>
          <p:spPr bwMode="auto">
            <a:xfrm>
              <a:off x="1635" y="2939"/>
              <a:ext cx="3711" cy="0"/>
            </a:xfrm>
            <a:prstGeom prst="line">
              <a:avLst/>
            </a:prstGeom>
            <a:noFill/>
            <a:ln w="381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46117" name="Line 35">
              <a:extLst>
                <a:ext uri="{FF2B5EF4-FFF2-40B4-BE49-F238E27FC236}">
                  <a16:creationId xmlns:a16="http://schemas.microsoft.com/office/drawing/2014/main" id="{DABB32F3-E17B-EDBC-F8FC-DE092EAAE311}"/>
                </a:ext>
              </a:extLst>
            </p:cNvPr>
            <p:cNvSpPr>
              <a:spLocks noChangeShapeType="1"/>
            </p:cNvSpPr>
            <p:nvPr/>
          </p:nvSpPr>
          <p:spPr bwMode="auto">
            <a:xfrm>
              <a:off x="3834" y="1717"/>
              <a:ext cx="1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8" name="Line 36">
              <a:extLst>
                <a:ext uri="{FF2B5EF4-FFF2-40B4-BE49-F238E27FC236}">
                  <a16:creationId xmlns:a16="http://schemas.microsoft.com/office/drawing/2014/main" id="{229E815E-2DAD-9AE1-5F16-4A8074505E10}"/>
                </a:ext>
              </a:extLst>
            </p:cNvPr>
            <p:cNvSpPr>
              <a:spLocks noChangeShapeType="1"/>
            </p:cNvSpPr>
            <p:nvPr/>
          </p:nvSpPr>
          <p:spPr bwMode="auto">
            <a:xfrm>
              <a:off x="3834" y="1955"/>
              <a:ext cx="1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19" name="Line 37">
              <a:extLst>
                <a:ext uri="{FF2B5EF4-FFF2-40B4-BE49-F238E27FC236}">
                  <a16:creationId xmlns:a16="http://schemas.microsoft.com/office/drawing/2014/main" id="{36F45AEF-72C8-FE5B-0267-C8F29F6BC55C}"/>
                </a:ext>
              </a:extLst>
            </p:cNvPr>
            <p:cNvSpPr>
              <a:spLocks noChangeShapeType="1"/>
            </p:cNvSpPr>
            <p:nvPr/>
          </p:nvSpPr>
          <p:spPr bwMode="auto">
            <a:xfrm>
              <a:off x="3834" y="2178"/>
              <a:ext cx="1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0" name="Line 38">
              <a:extLst>
                <a:ext uri="{FF2B5EF4-FFF2-40B4-BE49-F238E27FC236}">
                  <a16:creationId xmlns:a16="http://schemas.microsoft.com/office/drawing/2014/main" id="{044995BF-C71F-CFCC-0CF3-3D9B1E6AD6E8}"/>
                </a:ext>
              </a:extLst>
            </p:cNvPr>
            <p:cNvSpPr>
              <a:spLocks noChangeShapeType="1"/>
            </p:cNvSpPr>
            <p:nvPr/>
          </p:nvSpPr>
          <p:spPr bwMode="auto">
            <a:xfrm>
              <a:off x="3834" y="2416"/>
              <a:ext cx="1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1" name="Line 39">
              <a:extLst>
                <a:ext uri="{FF2B5EF4-FFF2-40B4-BE49-F238E27FC236}">
                  <a16:creationId xmlns:a16="http://schemas.microsoft.com/office/drawing/2014/main" id="{5967EC6D-6B94-E555-B997-76C0B37B7E81}"/>
                </a:ext>
              </a:extLst>
            </p:cNvPr>
            <p:cNvSpPr>
              <a:spLocks noChangeShapeType="1"/>
            </p:cNvSpPr>
            <p:nvPr/>
          </p:nvSpPr>
          <p:spPr bwMode="auto">
            <a:xfrm>
              <a:off x="2651" y="1947"/>
              <a:ext cx="1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2" name="Line 40">
              <a:extLst>
                <a:ext uri="{FF2B5EF4-FFF2-40B4-BE49-F238E27FC236}">
                  <a16:creationId xmlns:a16="http://schemas.microsoft.com/office/drawing/2014/main" id="{73D63E4C-05E7-4CE6-6DD2-39F104038AB3}"/>
                </a:ext>
              </a:extLst>
            </p:cNvPr>
            <p:cNvSpPr>
              <a:spLocks noChangeShapeType="1"/>
            </p:cNvSpPr>
            <p:nvPr/>
          </p:nvSpPr>
          <p:spPr bwMode="auto">
            <a:xfrm>
              <a:off x="2657" y="2170"/>
              <a:ext cx="1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3" name="Line 41">
              <a:extLst>
                <a:ext uri="{FF2B5EF4-FFF2-40B4-BE49-F238E27FC236}">
                  <a16:creationId xmlns:a16="http://schemas.microsoft.com/office/drawing/2014/main" id="{831DA5A5-F368-873C-B5AC-0622B5E17F50}"/>
                </a:ext>
              </a:extLst>
            </p:cNvPr>
            <p:cNvSpPr>
              <a:spLocks noChangeShapeType="1"/>
            </p:cNvSpPr>
            <p:nvPr/>
          </p:nvSpPr>
          <p:spPr bwMode="auto">
            <a:xfrm>
              <a:off x="2651" y="2409"/>
              <a:ext cx="14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4" name="Line 42">
              <a:extLst>
                <a:ext uri="{FF2B5EF4-FFF2-40B4-BE49-F238E27FC236}">
                  <a16:creationId xmlns:a16="http://schemas.microsoft.com/office/drawing/2014/main" id="{F86FB893-69C3-5420-ADE3-B7F629367DCF}"/>
                </a:ext>
              </a:extLst>
            </p:cNvPr>
            <p:cNvSpPr>
              <a:spLocks noChangeShapeType="1"/>
            </p:cNvSpPr>
            <p:nvPr/>
          </p:nvSpPr>
          <p:spPr bwMode="auto">
            <a:xfrm>
              <a:off x="4951" y="1717"/>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5" name="Line 43">
              <a:extLst>
                <a:ext uri="{FF2B5EF4-FFF2-40B4-BE49-F238E27FC236}">
                  <a16:creationId xmlns:a16="http://schemas.microsoft.com/office/drawing/2014/main" id="{2B5A16E1-01D2-CB36-BE92-2441339D7514}"/>
                </a:ext>
              </a:extLst>
            </p:cNvPr>
            <p:cNvSpPr>
              <a:spLocks noChangeShapeType="1"/>
            </p:cNvSpPr>
            <p:nvPr/>
          </p:nvSpPr>
          <p:spPr bwMode="auto">
            <a:xfrm>
              <a:off x="4951" y="1940"/>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6" name="Line 44">
              <a:extLst>
                <a:ext uri="{FF2B5EF4-FFF2-40B4-BE49-F238E27FC236}">
                  <a16:creationId xmlns:a16="http://schemas.microsoft.com/office/drawing/2014/main" id="{B7B3C717-CFE4-5C03-3E53-4D5F244B3783}"/>
                </a:ext>
              </a:extLst>
            </p:cNvPr>
            <p:cNvSpPr>
              <a:spLocks noChangeShapeType="1"/>
            </p:cNvSpPr>
            <p:nvPr/>
          </p:nvSpPr>
          <p:spPr bwMode="auto">
            <a:xfrm>
              <a:off x="4957" y="2170"/>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7" name="Line 45">
              <a:extLst>
                <a:ext uri="{FF2B5EF4-FFF2-40B4-BE49-F238E27FC236}">
                  <a16:creationId xmlns:a16="http://schemas.microsoft.com/office/drawing/2014/main" id="{A9E733A4-EB60-4938-9912-B37E32FC7881}"/>
                </a:ext>
              </a:extLst>
            </p:cNvPr>
            <p:cNvSpPr>
              <a:spLocks noChangeShapeType="1"/>
            </p:cNvSpPr>
            <p:nvPr/>
          </p:nvSpPr>
          <p:spPr bwMode="auto">
            <a:xfrm>
              <a:off x="4957" y="2401"/>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8" name="Line 46">
              <a:extLst>
                <a:ext uri="{FF2B5EF4-FFF2-40B4-BE49-F238E27FC236}">
                  <a16:creationId xmlns:a16="http://schemas.microsoft.com/office/drawing/2014/main" id="{9306A386-B400-6FBD-C9BA-31BD353513A0}"/>
                </a:ext>
              </a:extLst>
            </p:cNvPr>
            <p:cNvSpPr>
              <a:spLocks noChangeShapeType="1"/>
            </p:cNvSpPr>
            <p:nvPr/>
          </p:nvSpPr>
          <p:spPr bwMode="auto">
            <a:xfrm>
              <a:off x="5108" y="1636"/>
              <a:ext cx="0" cy="1299"/>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29" name="Line 47">
              <a:extLst>
                <a:ext uri="{FF2B5EF4-FFF2-40B4-BE49-F238E27FC236}">
                  <a16:creationId xmlns:a16="http://schemas.microsoft.com/office/drawing/2014/main" id="{25E52174-1B58-C2AF-0346-6932C8833B44}"/>
                </a:ext>
              </a:extLst>
            </p:cNvPr>
            <p:cNvSpPr>
              <a:spLocks noChangeShapeType="1"/>
            </p:cNvSpPr>
            <p:nvPr/>
          </p:nvSpPr>
          <p:spPr bwMode="auto">
            <a:xfrm>
              <a:off x="2657" y="2655"/>
              <a:ext cx="24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0" name="Line 48">
              <a:extLst>
                <a:ext uri="{FF2B5EF4-FFF2-40B4-BE49-F238E27FC236}">
                  <a16:creationId xmlns:a16="http://schemas.microsoft.com/office/drawing/2014/main" id="{E2AB21C7-6648-D637-1468-FC5CC839C201}"/>
                </a:ext>
              </a:extLst>
            </p:cNvPr>
            <p:cNvSpPr>
              <a:spLocks noChangeShapeType="1"/>
            </p:cNvSpPr>
            <p:nvPr/>
          </p:nvSpPr>
          <p:spPr bwMode="auto">
            <a:xfrm flipV="1">
              <a:off x="2904" y="1587"/>
              <a:ext cx="0" cy="106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1" name="Line 49">
              <a:extLst>
                <a:ext uri="{FF2B5EF4-FFF2-40B4-BE49-F238E27FC236}">
                  <a16:creationId xmlns:a16="http://schemas.microsoft.com/office/drawing/2014/main" id="{A9F10176-2908-8416-29AB-9F4C7AD06863}"/>
                </a:ext>
              </a:extLst>
            </p:cNvPr>
            <p:cNvSpPr>
              <a:spLocks noChangeShapeType="1"/>
            </p:cNvSpPr>
            <p:nvPr/>
          </p:nvSpPr>
          <p:spPr bwMode="auto">
            <a:xfrm>
              <a:off x="2904" y="1587"/>
              <a:ext cx="41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2" name="Line 50">
              <a:extLst>
                <a:ext uri="{FF2B5EF4-FFF2-40B4-BE49-F238E27FC236}">
                  <a16:creationId xmlns:a16="http://schemas.microsoft.com/office/drawing/2014/main" id="{77C897A9-C747-5C0C-9E55-AF3A9A644ED7}"/>
                </a:ext>
              </a:extLst>
            </p:cNvPr>
            <p:cNvSpPr>
              <a:spLocks noChangeShapeType="1"/>
            </p:cNvSpPr>
            <p:nvPr/>
          </p:nvSpPr>
          <p:spPr bwMode="auto">
            <a:xfrm>
              <a:off x="4061" y="1594"/>
              <a:ext cx="37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3" name="Line 51">
              <a:extLst>
                <a:ext uri="{FF2B5EF4-FFF2-40B4-BE49-F238E27FC236}">
                  <a16:creationId xmlns:a16="http://schemas.microsoft.com/office/drawing/2014/main" id="{19A0299E-8A12-9BCC-C213-0F130ABF5E02}"/>
                </a:ext>
              </a:extLst>
            </p:cNvPr>
            <p:cNvSpPr>
              <a:spLocks noChangeShapeType="1"/>
            </p:cNvSpPr>
            <p:nvPr/>
          </p:nvSpPr>
          <p:spPr bwMode="auto">
            <a:xfrm flipV="1">
              <a:off x="4061" y="1594"/>
              <a:ext cx="0" cy="107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4" name="Line 52">
              <a:extLst>
                <a:ext uri="{FF2B5EF4-FFF2-40B4-BE49-F238E27FC236}">
                  <a16:creationId xmlns:a16="http://schemas.microsoft.com/office/drawing/2014/main" id="{A5C68C64-D306-5597-84DF-85315351F655}"/>
                </a:ext>
              </a:extLst>
            </p:cNvPr>
            <p:cNvSpPr>
              <a:spLocks noChangeShapeType="1"/>
            </p:cNvSpPr>
            <p:nvPr/>
          </p:nvSpPr>
          <p:spPr bwMode="auto">
            <a:xfrm>
              <a:off x="3828" y="2663"/>
              <a:ext cx="2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5" name="Line 53">
              <a:extLst>
                <a:ext uri="{FF2B5EF4-FFF2-40B4-BE49-F238E27FC236}">
                  <a16:creationId xmlns:a16="http://schemas.microsoft.com/office/drawing/2014/main" id="{F7A977AA-7F30-5F4F-53E7-C8AFB852A934}"/>
                </a:ext>
              </a:extLst>
            </p:cNvPr>
            <p:cNvSpPr>
              <a:spLocks noChangeShapeType="1"/>
            </p:cNvSpPr>
            <p:nvPr/>
          </p:nvSpPr>
          <p:spPr bwMode="auto">
            <a:xfrm>
              <a:off x="806" y="1702"/>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6" name="Line 54">
              <a:extLst>
                <a:ext uri="{FF2B5EF4-FFF2-40B4-BE49-F238E27FC236}">
                  <a16:creationId xmlns:a16="http://schemas.microsoft.com/office/drawing/2014/main" id="{DA695F0A-6A78-29A4-9C66-00547036DD23}"/>
                </a:ext>
              </a:extLst>
            </p:cNvPr>
            <p:cNvSpPr>
              <a:spLocks noChangeShapeType="1"/>
            </p:cNvSpPr>
            <p:nvPr/>
          </p:nvSpPr>
          <p:spPr bwMode="auto">
            <a:xfrm>
              <a:off x="1976" y="1717"/>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7" name="Line 55">
              <a:extLst>
                <a:ext uri="{FF2B5EF4-FFF2-40B4-BE49-F238E27FC236}">
                  <a16:creationId xmlns:a16="http://schemas.microsoft.com/office/drawing/2014/main" id="{CA920D4D-665B-7701-0D29-65908E376BDF}"/>
                </a:ext>
              </a:extLst>
            </p:cNvPr>
            <p:cNvSpPr>
              <a:spLocks noChangeShapeType="1"/>
            </p:cNvSpPr>
            <p:nvPr/>
          </p:nvSpPr>
          <p:spPr bwMode="auto">
            <a:xfrm>
              <a:off x="3159" y="1717"/>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8" name="Line 56">
              <a:extLst>
                <a:ext uri="{FF2B5EF4-FFF2-40B4-BE49-F238E27FC236}">
                  <a16:creationId xmlns:a16="http://schemas.microsoft.com/office/drawing/2014/main" id="{C6ED97A7-84F9-7D67-DD9E-469D45A4C28D}"/>
                </a:ext>
              </a:extLst>
            </p:cNvPr>
            <p:cNvSpPr>
              <a:spLocks noChangeShapeType="1"/>
            </p:cNvSpPr>
            <p:nvPr/>
          </p:nvSpPr>
          <p:spPr bwMode="auto">
            <a:xfrm>
              <a:off x="4299" y="1724"/>
              <a:ext cx="1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39" name="Line 57">
              <a:extLst>
                <a:ext uri="{FF2B5EF4-FFF2-40B4-BE49-F238E27FC236}">
                  <a16:creationId xmlns:a16="http://schemas.microsoft.com/office/drawing/2014/main" id="{8FDD8DAD-C405-3C16-B88D-3B71CD1C5716}"/>
                </a:ext>
              </a:extLst>
            </p:cNvPr>
            <p:cNvSpPr>
              <a:spLocks noChangeShapeType="1"/>
            </p:cNvSpPr>
            <p:nvPr/>
          </p:nvSpPr>
          <p:spPr bwMode="auto">
            <a:xfrm>
              <a:off x="1982" y="1940"/>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0" name="Line 58">
              <a:extLst>
                <a:ext uri="{FF2B5EF4-FFF2-40B4-BE49-F238E27FC236}">
                  <a16:creationId xmlns:a16="http://schemas.microsoft.com/office/drawing/2014/main" id="{1BDC4050-7CB4-5B13-2A51-E84673323512}"/>
                </a:ext>
              </a:extLst>
            </p:cNvPr>
            <p:cNvSpPr>
              <a:spLocks noChangeShapeType="1"/>
            </p:cNvSpPr>
            <p:nvPr/>
          </p:nvSpPr>
          <p:spPr bwMode="auto">
            <a:xfrm>
              <a:off x="1982" y="2170"/>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1" name="Line 59">
              <a:extLst>
                <a:ext uri="{FF2B5EF4-FFF2-40B4-BE49-F238E27FC236}">
                  <a16:creationId xmlns:a16="http://schemas.microsoft.com/office/drawing/2014/main" id="{028F9C1D-5E9B-ACB6-99BA-398E1AB115AF}"/>
                </a:ext>
              </a:extLst>
            </p:cNvPr>
            <p:cNvSpPr>
              <a:spLocks noChangeShapeType="1"/>
            </p:cNvSpPr>
            <p:nvPr/>
          </p:nvSpPr>
          <p:spPr bwMode="auto">
            <a:xfrm>
              <a:off x="1976" y="2424"/>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2" name="Line 60">
              <a:extLst>
                <a:ext uri="{FF2B5EF4-FFF2-40B4-BE49-F238E27FC236}">
                  <a16:creationId xmlns:a16="http://schemas.microsoft.com/office/drawing/2014/main" id="{9632C383-CD8B-C594-5965-CBD7FF1C760C}"/>
                </a:ext>
              </a:extLst>
            </p:cNvPr>
            <p:cNvSpPr>
              <a:spLocks noChangeShapeType="1"/>
            </p:cNvSpPr>
            <p:nvPr/>
          </p:nvSpPr>
          <p:spPr bwMode="auto">
            <a:xfrm>
              <a:off x="3159" y="1947"/>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3" name="Line 61">
              <a:extLst>
                <a:ext uri="{FF2B5EF4-FFF2-40B4-BE49-F238E27FC236}">
                  <a16:creationId xmlns:a16="http://schemas.microsoft.com/office/drawing/2014/main" id="{94009774-E7D9-1989-5013-5D42F67534E0}"/>
                </a:ext>
              </a:extLst>
            </p:cNvPr>
            <p:cNvSpPr>
              <a:spLocks noChangeShapeType="1"/>
            </p:cNvSpPr>
            <p:nvPr/>
          </p:nvSpPr>
          <p:spPr bwMode="auto">
            <a:xfrm>
              <a:off x="3159" y="2194"/>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4" name="Line 62">
              <a:extLst>
                <a:ext uri="{FF2B5EF4-FFF2-40B4-BE49-F238E27FC236}">
                  <a16:creationId xmlns:a16="http://schemas.microsoft.com/office/drawing/2014/main" id="{70DAD946-4010-A87D-0B19-F3DC7DC112CE}"/>
                </a:ext>
              </a:extLst>
            </p:cNvPr>
            <p:cNvSpPr>
              <a:spLocks noChangeShapeType="1"/>
            </p:cNvSpPr>
            <p:nvPr/>
          </p:nvSpPr>
          <p:spPr bwMode="auto">
            <a:xfrm>
              <a:off x="3152" y="2432"/>
              <a:ext cx="16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5" name="Line 63">
              <a:extLst>
                <a:ext uri="{FF2B5EF4-FFF2-40B4-BE49-F238E27FC236}">
                  <a16:creationId xmlns:a16="http://schemas.microsoft.com/office/drawing/2014/main" id="{30235185-0F8A-68D7-0684-E1A1CCD3A78B}"/>
                </a:ext>
              </a:extLst>
            </p:cNvPr>
            <p:cNvSpPr>
              <a:spLocks noChangeShapeType="1"/>
            </p:cNvSpPr>
            <p:nvPr/>
          </p:nvSpPr>
          <p:spPr bwMode="auto">
            <a:xfrm>
              <a:off x="4299" y="1947"/>
              <a:ext cx="1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6" name="Line 64">
              <a:extLst>
                <a:ext uri="{FF2B5EF4-FFF2-40B4-BE49-F238E27FC236}">
                  <a16:creationId xmlns:a16="http://schemas.microsoft.com/office/drawing/2014/main" id="{5AD2E825-3E60-786B-BD01-61F9B123C98B}"/>
                </a:ext>
              </a:extLst>
            </p:cNvPr>
            <p:cNvSpPr>
              <a:spLocks noChangeShapeType="1"/>
            </p:cNvSpPr>
            <p:nvPr/>
          </p:nvSpPr>
          <p:spPr bwMode="auto">
            <a:xfrm>
              <a:off x="4303" y="2179"/>
              <a:ext cx="14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7" name="Line 65">
              <a:extLst>
                <a:ext uri="{FF2B5EF4-FFF2-40B4-BE49-F238E27FC236}">
                  <a16:creationId xmlns:a16="http://schemas.microsoft.com/office/drawing/2014/main" id="{658FBD29-7459-BE3F-71D1-9331C5204DB8}"/>
                </a:ext>
              </a:extLst>
            </p:cNvPr>
            <p:cNvSpPr>
              <a:spLocks noChangeShapeType="1"/>
            </p:cNvSpPr>
            <p:nvPr/>
          </p:nvSpPr>
          <p:spPr bwMode="auto">
            <a:xfrm>
              <a:off x="4299" y="2424"/>
              <a:ext cx="13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8" name="Line 66">
              <a:extLst>
                <a:ext uri="{FF2B5EF4-FFF2-40B4-BE49-F238E27FC236}">
                  <a16:creationId xmlns:a16="http://schemas.microsoft.com/office/drawing/2014/main" id="{3E09B50F-E6D3-644C-369C-B1269F0D7497}"/>
                </a:ext>
              </a:extLst>
            </p:cNvPr>
            <p:cNvSpPr>
              <a:spLocks noChangeShapeType="1"/>
            </p:cNvSpPr>
            <p:nvPr/>
          </p:nvSpPr>
          <p:spPr bwMode="auto">
            <a:xfrm>
              <a:off x="1816" y="1825"/>
              <a:ext cx="32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9" name="Line 67">
              <a:extLst>
                <a:ext uri="{FF2B5EF4-FFF2-40B4-BE49-F238E27FC236}">
                  <a16:creationId xmlns:a16="http://schemas.microsoft.com/office/drawing/2014/main" id="{2B62B96B-5126-3FD8-5118-E57C13CEBE53}"/>
                </a:ext>
              </a:extLst>
            </p:cNvPr>
            <p:cNvSpPr>
              <a:spLocks noChangeShapeType="1"/>
            </p:cNvSpPr>
            <p:nvPr/>
          </p:nvSpPr>
          <p:spPr bwMode="auto">
            <a:xfrm>
              <a:off x="1822" y="2055"/>
              <a:ext cx="3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0" name="Line 68">
              <a:extLst>
                <a:ext uri="{FF2B5EF4-FFF2-40B4-BE49-F238E27FC236}">
                  <a16:creationId xmlns:a16="http://schemas.microsoft.com/office/drawing/2014/main" id="{A386F74B-C0A5-6879-8371-DAA86838A531}"/>
                </a:ext>
              </a:extLst>
            </p:cNvPr>
            <p:cNvSpPr>
              <a:spLocks noChangeShapeType="1"/>
            </p:cNvSpPr>
            <p:nvPr/>
          </p:nvSpPr>
          <p:spPr bwMode="auto">
            <a:xfrm>
              <a:off x="1816" y="2293"/>
              <a:ext cx="32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1" name="Line 69">
              <a:extLst>
                <a:ext uri="{FF2B5EF4-FFF2-40B4-BE49-F238E27FC236}">
                  <a16:creationId xmlns:a16="http://schemas.microsoft.com/office/drawing/2014/main" id="{B1265B2F-035D-A632-2E60-A220A7DF0D08}"/>
                </a:ext>
              </a:extLst>
            </p:cNvPr>
            <p:cNvSpPr>
              <a:spLocks noChangeShapeType="1"/>
            </p:cNvSpPr>
            <p:nvPr/>
          </p:nvSpPr>
          <p:spPr bwMode="auto">
            <a:xfrm>
              <a:off x="1816" y="2547"/>
              <a:ext cx="32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2" name="Line 70">
              <a:extLst>
                <a:ext uri="{FF2B5EF4-FFF2-40B4-BE49-F238E27FC236}">
                  <a16:creationId xmlns:a16="http://schemas.microsoft.com/office/drawing/2014/main" id="{48E3CF26-ED74-1108-9A51-28072270EF4E}"/>
                </a:ext>
              </a:extLst>
            </p:cNvPr>
            <p:cNvSpPr>
              <a:spLocks noChangeShapeType="1"/>
            </p:cNvSpPr>
            <p:nvPr/>
          </p:nvSpPr>
          <p:spPr bwMode="auto">
            <a:xfrm>
              <a:off x="2985" y="2555"/>
              <a:ext cx="32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3" name="Line 71">
              <a:extLst>
                <a:ext uri="{FF2B5EF4-FFF2-40B4-BE49-F238E27FC236}">
                  <a16:creationId xmlns:a16="http://schemas.microsoft.com/office/drawing/2014/main" id="{9931EAAE-7C58-D94A-2C46-5C34CBF818CE}"/>
                </a:ext>
              </a:extLst>
            </p:cNvPr>
            <p:cNvSpPr>
              <a:spLocks noChangeShapeType="1"/>
            </p:cNvSpPr>
            <p:nvPr/>
          </p:nvSpPr>
          <p:spPr bwMode="auto">
            <a:xfrm>
              <a:off x="4148" y="1832"/>
              <a:ext cx="28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4" name="Line 72">
              <a:extLst>
                <a:ext uri="{FF2B5EF4-FFF2-40B4-BE49-F238E27FC236}">
                  <a16:creationId xmlns:a16="http://schemas.microsoft.com/office/drawing/2014/main" id="{E27A684B-1AFB-93C4-15B5-5672C421B8FA}"/>
                </a:ext>
              </a:extLst>
            </p:cNvPr>
            <p:cNvSpPr>
              <a:spLocks noChangeShapeType="1"/>
            </p:cNvSpPr>
            <p:nvPr/>
          </p:nvSpPr>
          <p:spPr bwMode="auto">
            <a:xfrm>
              <a:off x="4148" y="2063"/>
              <a:ext cx="29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5" name="Line 73">
              <a:extLst>
                <a:ext uri="{FF2B5EF4-FFF2-40B4-BE49-F238E27FC236}">
                  <a16:creationId xmlns:a16="http://schemas.microsoft.com/office/drawing/2014/main" id="{5B2980B6-9F6A-EC24-3E74-F2A0E40DAAAD}"/>
                </a:ext>
              </a:extLst>
            </p:cNvPr>
            <p:cNvSpPr>
              <a:spLocks noChangeShapeType="1"/>
            </p:cNvSpPr>
            <p:nvPr/>
          </p:nvSpPr>
          <p:spPr bwMode="auto">
            <a:xfrm>
              <a:off x="4142" y="2286"/>
              <a:ext cx="2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6" name="Line 74">
              <a:extLst>
                <a:ext uri="{FF2B5EF4-FFF2-40B4-BE49-F238E27FC236}">
                  <a16:creationId xmlns:a16="http://schemas.microsoft.com/office/drawing/2014/main" id="{DDBEBF27-BE51-8B4E-509E-3F27C93D9826}"/>
                </a:ext>
              </a:extLst>
            </p:cNvPr>
            <p:cNvSpPr>
              <a:spLocks noChangeShapeType="1"/>
            </p:cNvSpPr>
            <p:nvPr/>
          </p:nvSpPr>
          <p:spPr bwMode="auto">
            <a:xfrm>
              <a:off x="4142" y="2555"/>
              <a:ext cx="29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7" name="Line 75">
              <a:extLst>
                <a:ext uri="{FF2B5EF4-FFF2-40B4-BE49-F238E27FC236}">
                  <a16:creationId xmlns:a16="http://schemas.microsoft.com/office/drawing/2014/main" id="{62E77AC0-365E-2144-93C9-606FC53FF2A6}"/>
                </a:ext>
              </a:extLst>
            </p:cNvPr>
            <p:cNvSpPr>
              <a:spLocks noChangeShapeType="1"/>
            </p:cNvSpPr>
            <p:nvPr/>
          </p:nvSpPr>
          <p:spPr bwMode="auto">
            <a:xfrm>
              <a:off x="813" y="1940"/>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8" name="Line 76">
              <a:extLst>
                <a:ext uri="{FF2B5EF4-FFF2-40B4-BE49-F238E27FC236}">
                  <a16:creationId xmlns:a16="http://schemas.microsoft.com/office/drawing/2014/main" id="{373D9E1D-9E68-39DC-06EC-3ECB4029109F}"/>
                </a:ext>
              </a:extLst>
            </p:cNvPr>
            <p:cNvSpPr>
              <a:spLocks noChangeShapeType="1"/>
            </p:cNvSpPr>
            <p:nvPr/>
          </p:nvSpPr>
          <p:spPr bwMode="auto">
            <a:xfrm>
              <a:off x="813" y="2170"/>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59" name="Line 77">
              <a:extLst>
                <a:ext uri="{FF2B5EF4-FFF2-40B4-BE49-F238E27FC236}">
                  <a16:creationId xmlns:a16="http://schemas.microsoft.com/office/drawing/2014/main" id="{7D201329-E6E4-CC75-D35C-E53669B06CC4}"/>
                </a:ext>
              </a:extLst>
            </p:cNvPr>
            <p:cNvSpPr>
              <a:spLocks noChangeShapeType="1"/>
            </p:cNvSpPr>
            <p:nvPr/>
          </p:nvSpPr>
          <p:spPr bwMode="auto">
            <a:xfrm>
              <a:off x="813" y="2424"/>
              <a:ext cx="16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60" name="Line 78">
              <a:extLst>
                <a:ext uri="{FF2B5EF4-FFF2-40B4-BE49-F238E27FC236}">
                  <a16:creationId xmlns:a16="http://schemas.microsoft.com/office/drawing/2014/main" id="{8AC44CB3-C6E4-87E1-16EB-B9952147AD37}"/>
                </a:ext>
              </a:extLst>
            </p:cNvPr>
            <p:cNvSpPr>
              <a:spLocks noChangeShapeType="1"/>
            </p:cNvSpPr>
            <p:nvPr/>
          </p:nvSpPr>
          <p:spPr bwMode="auto">
            <a:xfrm>
              <a:off x="659" y="1825"/>
              <a:ext cx="3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61" name="Line 79">
              <a:extLst>
                <a:ext uri="{FF2B5EF4-FFF2-40B4-BE49-F238E27FC236}">
                  <a16:creationId xmlns:a16="http://schemas.microsoft.com/office/drawing/2014/main" id="{A063E1D3-3B34-7734-47CC-AF6F4E020570}"/>
                </a:ext>
              </a:extLst>
            </p:cNvPr>
            <p:cNvSpPr>
              <a:spLocks noChangeShapeType="1"/>
            </p:cNvSpPr>
            <p:nvPr/>
          </p:nvSpPr>
          <p:spPr bwMode="auto">
            <a:xfrm>
              <a:off x="665" y="2048"/>
              <a:ext cx="30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62" name="Line 80">
              <a:extLst>
                <a:ext uri="{FF2B5EF4-FFF2-40B4-BE49-F238E27FC236}">
                  <a16:creationId xmlns:a16="http://schemas.microsoft.com/office/drawing/2014/main" id="{199D8571-D695-851C-A4EC-6B7A28A203FE}"/>
                </a:ext>
              </a:extLst>
            </p:cNvPr>
            <p:cNvSpPr>
              <a:spLocks noChangeShapeType="1"/>
            </p:cNvSpPr>
            <p:nvPr/>
          </p:nvSpPr>
          <p:spPr bwMode="auto">
            <a:xfrm>
              <a:off x="665" y="2293"/>
              <a:ext cx="30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63" name="Line 81">
              <a:extLst>
                <a:ext uri="{FF2B5EF4-FFF2-40B4-BE49-F238E27FC236}">
                  <a16:creationId xmlns:a16="http://schemas.microsoft.com/office/drawing/2014/main" id="{74923F22-2418-A5E2-F539-6BAC8AFFC071}"/>
                </a:ext>
              </a:extLst>
            </p:cNvPr>
            <p:cNvSpPr>
              <a:spLocks noChangeShapeType="1"/>
            </p:cNvSpPr>
            <p:nvPr/>
          </p:nvSpPr>
          <p:spPr bwMode="auto">
            <a:xfrm>
              <a:off x="659" y="2516"/>
              <a:ext cx="3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64" name="Text Box 82">
              <a:extLst>
                <a:ext uri="{FF2B5EF4-FFF2-40B4-BE49-F238E27FC236}">
                  <a16:creationId xmlns:a16="http://schemas.microsoft.com/office/drawing/2014/main" id="{D9C67E4B-4632-E1AE-DFE8-9CED6D9D6089}"/>
                </a:ext>
              </a:extLst>
            </p:cNvPr>
            <p:cNvSpPr txBox="1">
              <a:spLocks noChangeArrowheads="1"/>
            </p:cNvSpPr>
            <p:nvPr/>
          </p:nvSpPr>
          <p:spPr bwMode="auto">
            <a:xfrm>
              <a:off x="649" y="1046"/>
              <a:ext cx="844"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A[0:15]</a:t>
              </a:r>
            </a:p>
          </p:txBody>
        </p:sp>
        <p:sp>
          <p:nvSpPr>
            <p:cNvPr id="46165" name="Line 88">
              <a:extLst>
                <a:ext uri="{FF2B5EF4-FFF2-40B4-BE49-F238E27FC236}">
                  <a16:creationId xmlns:a16="http://schemas.microsoft.com/office/drawing/2014/main" id="{6A487533-7B77-1390-E729-8C3A2117582D}"/>
                </a:ext>
              </a:extLst>
            </p:cNvPr>
            <p:cNvSpPr>
              <a:spLocks noChangeShapeType="1"/>
            </p:cNvSpPr>
            <p:nvPr/>
          </p:nvSpPr>
          <p:spPr bwMode="auto">
            <a:xfrm>
              <a:off x="4959" y="2648"/>
              <a:ext cx="272"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6166" name="Text Box 92">
              <a:extLst>
                <a:ext uri="{FF2B5EF4-FFF2-40B4-BE49-F238E27FC236}">
                  <a16:creationId xmlns:a16="http://schemas.microsoft.com/office/drawing/2014/main" id="{C8414758-DA0F-4088-50AD-DD9FC973ABE2}"/>
                </a:ext>
              </a:extLst>
            </p:cNvPr>
            <p:cNvSpPr txBox="1">
              <a:spLocks noChangeArrowheads="1"/>
            </p:cNvSpPr>
            <p:nvPr/>
          </p:nvSpPr>
          <p:spPr bwMode="auto">
            <a:xfrm>
              <a:off x="806" y="1563"/>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a:t>
              </a:r>
              <a:endParaRPr lang="ru-RU" altLang="en-US" sz="1400"/>
            </a:p>
          </p:txBody>
        </p:sp>
        <p:sp>
          <p:nvSpPr>
            <p:cNvPr id="46167" name="Text Box 93">
              <a:extLst>
                <a:ext uri="{FF2B5EF4-FFF2-40B4-BE49-F238E27FC236}">
                  <a16:creationId xmlns:a16="http://schemas.microsoft.com/office/drawing/2014/main" id="{B9F66FBB-A3BE-A409-C73D-EEA99BB3EBAF}"/>
                </a:ext>
              </a:extLst>
            </p:cNvPr>
            <p:cNvSpPr txBox="1">
              <a:spLocks noChangeArrowheads="1"/>
            </p:cNvSpPr>
            <p:nvPr/>
          </p:nvSpPr>
          <p:spPr bwMode="auto">
            <a:xfrm>
              <a:off x="649" y="1678"/>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a:t>
              </a:r>
              <a:endParaRPr lang="ru-RU" altLang="en-US" sz="1400"/>
            </a:p>
          </p:txBody>
        </p:sp>
        <p:sp>
          <p:nvSpPr>
            <p:cNvPr id="46168" name="Text Box 94">
              <a:extLst>
                <a:ext uri="{FF2B5EF4-FFF2-40B4-BE49-F238E27FC236}">
                  <a16:creationId xmlns:a16="http://schemas.microsoft.com/office/drawing/2014/main" id="{EDE7EFBB-4721-B341-3490-817DAC749B52}"/>
                </a:ext>
              </a:extLst>
            </p:cNvPr>
            <p:cNvSpPr txBox="1">
              <a:spLocks noChangeArrowheads="1"/>
            </p:cNvSpPr>
            <p:nvPr/>
          </p:nvSpPr>
          <p:spPr bwMode="auto">
            <a:xfrm>
              <a:off x="813" y="1793"/>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2</a:t>
              </a:r>
              <a:endParaRPr lang="ru-RU" altLang="en-US" sz="1400"/>
            </a:p>
          </p:txBody>
        </p:sp>
        <p:sp>
          <p:nvSpPr>
            <p:cNvPr id="46169" name="Text Box 95">
              <a:extLst>
                <a:ext uri="{FF2B5EF4-FFF2-40B4-BE49-F238E27FC236}">
                  <a16:creationId xmlns:a16="http://schemas.microsoft.com/office/drawing/2014/main" id="{2009D697-67E1-68B4-D4BB-1BF9127B23E5}"/>
                </a:ext>
              </a:extLst>
            </p:cNvPr>
            <p:cNvSpPr txBox="1">
              <a:spLocks noChangeArrowheads="1"/>
            </p:cNvSpPr>
            <p:nvPr/>
          </p:nvSpPr>
          <p:spPr bwMode="auto">
            <a:xfrm>
              <a:off x="649" y="1908"/>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2</a:t>
              </a:r>
              <a:endParaRPr lang="ru-RU" altLang="en-US" sz="1400"/>
            </a:p>
          </p:txBody>
        </p:sp>
        <p:sp>
          <p:nvSpPr>
            <p:cNvPr id="46170" name="Text Box 96">
              <a:extLst>
                <a:ext uri="{FF2B5EF4-FFF2-40B4-BE49-F238E27FC236}">
                  <a16:creationId xmlns:a16="http://schemas.microsoft.com/office/drawing/2014/main" id="{A03BAE89-6EAE-4E54-37DB-945D08868E3A}"/>
                </a:ext>
              </a:extLst>
            </p:cNvPr>
            <p:cNvSpPr txBox="1">
              <a:spLocks noChangeArrowheads="1"/>
            </p:cNvSpPr>
            <p:nvPr/>
          </p:nvSpPr>
          <p:spPr bwMode="auto">
            <a:xfrm>
              <a:off x="813" y="2031"/>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3</a:t>
              </a:r>
              <a:endParaRPr lang="ru-RU" altLang="en-US" sz="1400"/>
            </a:p>
          </p:txBody>
        </p:sp>
        <p:sp>
          <p:nvSpPr>
            <p:cNvPr id="46171" name="Text Box 97">
              <a:extLst>
                <a:ext uri="{FF2B5EF4-FFF2-40B4-BE49-F238E27FC236}">
                  <a16:creationId xmlns:a16="http://schemas.microsoft.com/office/drawing/2014/main" id="{8E737AE5-48DF-B43B-3C9F-34F920885943}"/>
                </a:ext>
              </a:extLst>
            </p:cNvPr>
            <p:cNvSpPr txBox="1">
              <a:spLocks noChangeArrowheads="1"/>
            </p:cNvSpPr>
            <p:nvPr/>
          </p:nvSpPr>
          <p:spPr bwMode="auto">
            <a:xfrm>
              <a:off x="649" y="2155"/>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3</a:t>
              </a:r>
              <a:endParaRPr lang="ru-RU" altLang="en-US" sz="1400"/>
            </a:p>
          </p:txBody>
        </p:sp>
        <p:sp>
          <p:nvSpPr>
            <p:cNvPr id="46172" name="Text Box 98">
              <a:extLst>
                <a:ext uri="{FF2B5EF4-FFF2-40B4-BE49-F238E27FC236}">
                  <a16:creationId xmlns:a16="http://schemas.microsoft.com/office/drawing/2014/main" id="{07C12493-8AF8-6B19-4849-5AB30D0BADB6}"/>
                </a:ext>
              </a:extLst>
            </p:cNvPr>
            <p:cNvSpPr txBox="1">
              <a:spLocks noChangeArrowheads="1"/>
            </p:cNvSpPr>
            <p:nvPr/>
          </p:nvSpPr>
          <p:spPr bwMode="auto">
            <a:xfrm>
              <a:off x="813" y="2278"/>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4</a:t>
              </a:r>
              <a:endParaRPr lang="ru-RU" altLang="en-US" sz="1400"/>
            </a:p>
          </p:txBody>
        </p:sp>
        <p:sp>
          <p:nvSpPr>
            <p:cNvPr id="46173" name="Text Box 99">
              <a:extLst>
                <a:ext uri="{FF2B5EF4-FFF2-40B4-BE49-F238E27FC236}">
                  <a16:creationId xmlns:a16="http://schemas.microsoft.com/office/drawing/2014/main" id="{FDA988A8-6777-729F-F18B-1028F6730313}"/>
                </a:ext>
              </a:extLst>
            </p:cNvPr>
            <p:cNvSpPr txBox="1">
              <a:spLocks noChangeArrowheads="1"/>
            </p:cNvSpPr>
            <p:nvPr/>
          </p:nvSpPr>
          <p:spPr bwMode="auto">
            <a:xfrm>
              <a:off x="649" y="2360"/>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4</a:t>
              </a:r>
              <a:endParaRPr lang="ru-RU" altLang="en-US" sz="1400"/>
            </a:p>
          </p:txBody>
        </p:sp>
        <p:sp>
          <p:nvSpPr>
            <p:cNvPr id="46174" name="Text Box 100">
              <a:extLst>
                <a:ext uri="{FF2B5EF4-FFF2-40B4-BE49-F238E27FC236}">
                  <a16:creationId xmlns:a16="http://schemas.microsoft.com/office/drawing/2014/main" id="{F7F1E966-A460-D44C-6988-E796DBD2B1F3}"/>
                </a:ext>
              </a:extLst>
            </p:cNvPr>
            <p:cNvSpPr txBox="1">
              <a:spLocks noChangeArrowheads="1"/>
            </p:cNvSpPr>
            <p:nvPr/>
          </p:nvSpPr>
          <p:spPr bwMode="auto">
            <a:xfrm>
              <a:off x="1798" y="1662"/>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5</a:t>
              </a:r>
              <a:endParaRPr lang="ru-RU" altLang="en-US" sz="1400"/>
            </a:p>
          </p:txBody>
        </p:sp>
        <p:sp>
          <p:nvSpPr>
            <p:cNvPr id="46175" name="Text Box 101">
              <a:extLst>
                <a:ext uri="{FF2B5EF4-FFF2-40B4-BE49-F238E27FC236}">
                  <a16:creationId xmlns:a16="http://schemas.microsoft.com/office/drawing/2014/main" id="{BDDC5C1B-8A75-53C3-BFAC-202CD5A6FDCB}"/>
                </a:ext>
              </a:extLst>
            </p:cNvPr>
            <p:cNvSpPr txBox="1">
              <a:spLocks noChangeArrowheads="1"/>
            </p:cNvSpPr>
            <p:nvPr/>
          </p:nvSpPr>
          <p:spPr bwMode="auto">
            <a:xfrm>
              <a:off x="1798" y="1908"/>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6</a:t>
              </a:r>
              <a:endParaRPr lang="ru-RU" altLang="en-US" sz="1400"/>
            </a:p>
          </p:txBody>
        </p:sp>
        <p:sp>
          <p:nvSpPr>
            <p:cNvPr id="46176" name="Text Box 102">
              <a:extLst>
                <a:ext uri="{FF2B5EF4-FFF2-40B4-BE49-F238E27FC236}">
                  <a16:creationId xmlns:a16="http://schemas.microsoft.com/office/drawing/2014/main" id="{B6E42A6F-F15F-ADBA-4BFF-1535B2DAC410}"/>
                </a:ext>
              </a:extLst>
            </p:cNvPr>
            <p:cNvSpPr txBox="1">
              <a:spLocks noChangeArrowheads="1"/>
            </p:cNvSpPr>
            <p:nvPr/>
          </p:nvSpPr>
          <p:spPr bwMode="auto">
            <a:xfrm>
              <a:off x="1798" y="2147"/>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7</a:t>
              </a:r>
              <a:endParaRPr lang="ru-RU" altLang="en-US" sz="1400"/>
            </a:p>
          </p:txBody>
        </p:sp>
        <p:sp>
          <p:nvSpPr>
            <p:cNvPr id="46177" name="Text Box 103">
              <a:extLst>
                <a:ext uri="{FF2B5EF4-FFF2-40B4-BE49-F238E27FC236}">
                  <a16:creationId xmlns:a16="http://schemas.microsoft.com/office/drawing/2014/main" id="{5DC76C5E-BB86-F280-3B1F-6AE325F804B8}"/>
                </a:ext>
              </a:extLst>
            </p:cNvPr>
            <p:cNvSpPr txBox="1">
              <a:spLocks noChangeArrowheads="1"/>
            </p:cNvSpPr>
            <p:nvPr/>
          </p:nvSpPr>
          <p:spPr bwMode="auto">
            <a:xfrm>
              <a:off x="1798" y="2385"/>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8</a:t>
              </a:r>
              <a:endParaRPr lang="ru-RU" altLang="en-US" sz="1400"/>
            </a:p>
          </p:txBody>
        </p:sp>
        <p:sp>
          <p:nvSpPr>
            <p:cNvPr id="46178" name="Text Box 104">
              <a:extLst>
                <a:ext uri="{FF2B5EF4-FFF2-40B4-BE49-F238E27FC236}">
                  <a16:creationId xmlns:a16="http://schemas.microsoft.com/office/drawing/2014/main" id="{F669BEF2-494B-C1C8-4A00-3E8C2722C344}"/>
                </a:ext>
              </a:extLst>
            </p:cNvPr>
            <p:cNvSpPr txBox="1">
              <a:spLocks noChangeArrowheads="1"/>
            </p:cNvSpPr>
            <p:nvPr/>
          </p:nvSpPr>
          <p:spPr bwMode="auto">
            <a:xfrm>
              <a:off x="1962" y="2278"/>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8</a:t>
              </a:r>
              <a:endParaRPr lang="ru-RU" altLang="en-US" sz="1400"/>
            </a:p>
          </p:txBody>
        </p:sp>
        <p:sp>
          <p:nvSpPr>
            <p:cNvPr id="46179" name="Text Box 105">
              <a:extLst>
                <a:ext uri="{FF2B5EF4-FFF2-40B4-BE49-F238E27FC236}">
                  <a16:creationId xmlns:a16="http://schemas.microsoft.com/office/drawing/2014/main" id="{86127392-2BC9-AC63-C19C-44E04CA4F0A0}"/>
                </a:ext>
              </a:extLst>
            </p:cNvPr>
            <p:cNvSpPr txBox="1">
              <a:spLocks noChangeArrowheads="1"/>
            </p:cNvSpPr>
            <p:nvPr/>
          </p:nvSpPr>
          <p:spPr bwMode="auto">
            <a:xfrm>
              <a:off x="1962" y="2031"/>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7</a:t>
              </a:r>
              <a:endParaRPr lang="ru-RU" altLang="en-US" sz="1400"/>
            </a:p>
          </p:txBody>
        </p:sp>
        <p:sp>
          <p:nvSpPr>
            <p:cNvPr id="46180" name="Text Box 106">
              <a:extLst>
                <a:ext uri="{FF2B5EF4-FFF2-40B4-BE49-F238E27FC236}">
                  <a16:creationId xmlns:a16="http://schemas.microsoft.com/office/drawing/2014/main" id="{1BD1557A-FAA8-C5D4-DD26-970AEA2C7C00}"/>
                </a:ext>
              </a:extLst>
            </p:cNvPr>
            <p:cNvSpPr txBox="1">
              <a:spLocks noChangeArrowheads="1"/>
            </p:cNvSpPr>
            <p:nvPr/>
          </p:nvSpPr>
          <p:spPr bwMode="auto">
            <a:xfrm>
              <a:off x="1962" y="1793"/>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6</a:t>
              </a:r>
              <a:endParaRPr lang="ru-RU" altLang="en-US" sz="1400"/>
            </a:p>
          </p:txBody>
        </p:sp>
        <p:sp>
          <p:nvSpPr>
            <p:cNvPr id="46181" name="Text Box 107">
              <a:extLst>
                <a:ext uri="{FF2B5EF4-FFF2-40B4-BE49-F238E27FC236}">
                  <a16:creationId xmlns:a16="http://schemas.microsoft.com/office/drawing/2014/main" id="{2A095C80-A993-A766-CA62-0950CDDBE356}"/>
                </a:ext>
              </a:extLst>
            </p:cNvPr>
            <p:cNvSpPr txBox="1">
              <a:spLocks noChangeArrowheads="1"/>
            </p:cNvSpPr>
            <p:nvPr/>
          </p:nvSpPr>
          <p:spPr bwMode="auto">
            <a:xfrm>
              <a:off x="1962" y="1579"/>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5</a:t>
              </a:r>
              <a:endParaRPr lang="ru-RU" altLang="en-US" sz="1400"/>
            </a:p>
          </p:txBody>
        </p:sp>
        <p:sp>
          <p:nvSpPr>
            <p:cNvPr id="46182" name="Text Box 108">
              <a:extLst>
                <a:ext uri="{FF2B5EF4-FFF2-40B4-BE49-F238E27FC236}">
                  <a16:creationId xmlns:a16="http://schemas.microsoft.com/office/drawing/2014/main" id="{A276B933-AE7C-DFE6-54BC-7217EBBFFE0A}"/>
                </a:ext>
              </a:extLst>
            </p:cNvPr>
            <p:cNvSpPr txBox="1">
              <a:spLocks noChangeArrowheads="1"/>
            </p:cNvSpPr>
            <p:nvPr/>
          </p:nvSpPr>
          <p:spPr bwMode="auto">
            <a:xfrm>
              <a:off x="2653" y="2015"/>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7</a:t>
              </a:r>
              <a:endParaRPr lang="ru-RU" altLang="en-US" sz="1400"/>
            </a:p>
          </p:txBody>
        </p:sp>
        <p:sp>
          <p:nvSpPr>
            <p:cNvPr id="46183" name="Line 109">
              <a:extLst>
                <a:ext uri="{FF2B5EF4-FFF2-40B4-BE49-F238E27FC236}">
                  <a16:creationId xmlns:a16="http://schemas.microsoft.com/office/drawing/2014/main" id="{53F3A34D-77AB-2D89-5B4D-37D6FAC55832}"/>
                </a:ext>
              </a:extLst>
            </p:cNvPr>
            <p:cNvSpPr>
              <a:spLocks noChangeShapeType="1"/>
            </p:cNvSpPr>
            <p:nvPr/>
          </p:nvSpPr>
          <p:spPr bwMode="auto">
            <a:xfrm>
              <a:off x="2989" y="1826"/>
              <a:ext cx="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4" name="Line 110">
              <a:extLst>
                <a:ext uri="{FF2B5EF4-FFF2-40B4-BE49-F238E27FC236}">
                  <a16:creationId xmlns:a16="http://schemas.microsoft.com/office/drawing/2014/main" id="{6A11B934-6492-8205-5ED8-20A5A0073F01}"/>
                </a:ext>
              </a:extLst>
            </p:cNvPr>
            <p:cNvSpPr>
              <a:spLocks noChangeShapeType="1"/>
            </p:cNvSpPr>
            <p:nvPr/>
          </p:nvSpPr>
          <p:spPr bwMode="auto">
            <a:xfrm>
              <a:off x="2988" y="2066"/>
              <a:ext cx="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5" name="Line 111">
              <a:extLst>
                <a:ext uri="{FF2B5EF4-FFF2-40B4-BE49-F238E27FC236}">
                  <a16:creationId xmlns:a16="http://schemas.microsoft.com/office/drawing/2014/main" id="{BBE0E36D-7EFE-3C17-26A2-C44A89E9FB19}"/>
                </a:ext>
              </a:extLst>
            </p:cNvPr>
            <p:cNvSpPr>
              <a:spLocks noChangeShapeType="1"/>
            </p:cNvSpPr>
            <p:nvPr/>
          </p:nvSpPr>
          <p:spPr bwMode="auto">
            <a:xfrm>
              <a:off x="2980" y="2306"/>
              <a:ext cx="3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86" name="Text Box 112">
              <a:extLst>
                <a:ext uri="{FF2B5EF4-FFF2-40B4-BE49-F238E27FC236}">
                  <a16:creationId xmlns:a16="http://schemas.microsoft.com/office/drawing/2014/main" id="{B4564778-4142-56FA-57AD-941316342216}"/>
                </a:ext>
              </a:extLst>
            </p:cNvPr>
            <p:cNvSpPr txBox="1">
              <a:spLocks noChangeArrowheads="1"/>
            </p:cNvSpPr>
            <p:nvPr/>
          </p:nvSpPr>
          <p:spPr bwMode="auto">
            <a:xfrm>
              <a:off x="2981" y="1664"/>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9</a:t>
              </a:r>
              <a:endParaRPr lang="ru-RU" altLang="en-US" sz="1400"/>
            </a:p>
          </p:txBody>
        </p:sp>
        <p:sp>
          <p:nvSpPr>
            <p:cNvPr id="46187" name="Text Box 113">
              <a:extLst>
                <a:ext uri="{FF2B5EF4-FFF2-40B4-BE49-F238E27FC236}">
                  <a16:creationId xmlns:a16="http://schemas.microsoft.com/office/drawing/2014/main" id="{10ECDE8A-393D-7DC8-AA79-3D5C19338CC5}"/>
                </a:ext>
              </a:extLst>
            </p:cNvPr>
            <p:cNvSpPr txBox="1">
              <a:spLocks noChangeArrowheads="1"/>
            </p:cNvSpPr>
            <p:nvPr/>
          </p:nvSpPr>
          <p:spPr bwMode="auto">
            <a:xfrm>
              <a:off x="3139" y="1580"/>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9</a:t>
              </a:r>
              <a:endParaRPr lang="ru-RU" altLang="en-US" sz="1400"/>
            </a:p>
          </p:txBody>
        </p:sp>
        <p:sp>
          <p:nvSpPr>
            <p:cNvPr id="46188" name="Text Box 114">
              <a:extLst>
                <a:ext uri="{FF2B5EF4-FFF2-40B4-BE49-F238E27FC236}">
                  <a16:creationId xmlns:a16="http://schemas.microsoft.com/office/drawing/2014/main" id="{99E667EC-543C-E1DC-CB3F-C26796EB69D5}"/>
                </a:ext>
              </a:extLst>
            </p:cNvPr>
            <p:cNvSpPr txBox="1">
              <a:spLocks noChangeArrowheads="1"/>
            </p:cNvSpPr>
            <p:nvPr/>
          </p:nvSpPr>
          <p:spPr bwMode="auto">
            <a:xfrm>
              <a:off x="2940" y="1925"/>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10</a:t>
              </a:r>
              <a:endParaRPr lang="ru-RU" altLang="en-US" sz="1400"/>
            </a:p>
          </p:txBody>
        </p:sp>
        <p:sp>
          <p:nvSpPr>
            <p:cNvPr id="46189" name="Text Box 115">
              <a:extLst>
                <a:ext uri="{FF2B5EF4-FFF2-40B4-BE49-F238E27FC236}">
                  <a16:creationId xmlns:a16="http://schemas.microsoft.com/office/drawing/2014/main" id="{49137023-9102-8713-30DC-20CFA32BD1F8}"/>
                </a:ext>
              </a:extLst>
            </p:cNvPr>
            <p:cNvSpPr txBox="1">
              <a:spLocks noChangeArrowheads="1"/>
            </p:cNvSpPr>
            <p:nvPr/>
          </p:nvSpPr>
          <p:spPr bwMode="auto">
            <a:xfrm>
              <a:off x="3122" y="1801"/>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10</a:t>
              </a:r>
              <a:endParaRPr lang="ru-RU" altLang="en-US" sz="1400"/>
            </a:p>
          </p:txBody>
        </p:sp>
        <p:sp>
          <p:nvSpPr>
            <p:cNvPr id="46190" name="Text Box 116">
              <a:extLst>
                <a:ext uri="{FF2B5EF4-FFF2-40B4-BE49-F238E27FC236}">
                  <a16:creationId xmlns:a16="http://schemas.microsoft.com/office/drawing/2014/main" id="{00C04B10-7F8F-63C4-363E-5BCBADC28467}"/>
                </a:ext>
              </a:extLst>
            </p:cNvPr>
            <p:cNvSpPr txBox="1">
              <a:spLocks noChangeArrowheads="1"/>
            </p:cNvSpPr>
            <p:nvPr/>
          </p:nvSpPr>
          <p:spPr bwMode="auto">
            <a:xfrm>
              <a:off x="2948" y="2148"/>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11</a:t>
              </a:r>
              <a:endParaRPr lang="ru-RU" altLang="en-US" sz="1400"/>
            </a:p>
          </p:txBody>
        </p:sp>
        <p:sp>
          <p:nvSpPr>
            <p:cNvPr id="46191" name="Text Box 117">
              <a:extLst>
                <a:ext uri="{FF2B5EF4-FFF2-40B4-BE49-F238E27FC236}">
                  <a16:creationId xmlns:a16="http://schemas.microsoft.com/office/drawing/2014/main" id="{0A9AAE27-2D66-34A3-E5AA-1C577D98883F}"/>
                </a:ext>
              </a:extLst>
            </p:cNvPr>
            <p:cNvSpPr txBox="1">
              <a:spLocks noChangeArrowheads="1"/>
            </p:cNvSpPr>
            <p:nvPr/>
          </p:nvSpPr>
          <p:spPr bwMode="auto">
            <a:xfrm>
              <a:off x="3129" y="2050"/>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11</a:t>
              </a:r>
              <a:endParaRPr lang="ru-RU" altLang="en-US" sz="1400"/>
            </a:p>
          </p:txBody>
        </p:sp>
        <p:sp>
          <p:nvSpPr>
            <p:cNvPr id="46192" name="Text Box 118">
              <a:extLst>
                <a:ext uri="{FF2B5EF4-FFF2-40B4-BE49-F238E27FC236}">
                  <a16:creationId xmlns:a16="http://schemas.microsoft.com/office/drawing/2014/main" id="{692908B5-8EDA-22C7-6085-2F64E3C6367B}"/>
                </a:ext>
              </a:extLst>
            </p:cNvPr>
            <p:cNvSpPr txBox="1">
              <a:spLocks noChangeArrowheads="1"/>
            </p:cNvSpPr>
            <p:nvPr/>
          </p:nvSpPr>
          <p:spPr bwMode="auto">
            <a:xfrm>
              <a:off x="2948" y="2401"/>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12</a:t>
              </a:r>
              <a:endParaRPr lang="ru-RU" altLang="en-US" sz="1400"/>
            </a:p>
          </p:txBody>
        </p:sp>
        <p:sp>
          <p:nvSpPr>
            <p:cNvPr id="46193" name="Text Box 119">
              <a:extLst>
                <a:ext uri="{FF2B5EF4-FFF2-40B4-BE49-F238E27FC236}">
                  <a16:creationId xmlns:a16="http://schemas.microsoft.com/office/drawing/2014/main" id="{FAFF84E1-F4FB-8C43-F1FB-9A058DEAAB32}"/>
                </a:ext>
              </a:extLst>
            </p:cNvPr>
            <p:cNvSpPr txBox="1">
              <a:spLocks noChangeArrowheads="1"/>
            </p:cNvSpPr>
            <p:nvPr/>
          </p:nvSpPr>
          <p:spPr bwMode="auto">
            <a:xfrm>
              <a:off x="3122" y="2293"/>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12</a:t>
              </a:r>
              <a:endParaRPr lang="ru-RU" altLang="en-US" sz="1400"/>
            </a:p>
          </p:txBody>
        </p:sp>
        <p:sp>
          <p:nvSpPr>
            <p:cNvPr id="46194" name="Text Box 120">
              <a:extLst>
                <a:ext uri="{FF2B5EF4-FFF2-40B4-BE49-F238E27FC236}">
                  <a16:creationId xmlns:a16="http://schemas.microsoft.com/office/drawing/2014/main" id="{1252165C-37BD-E64C-78D1-25103D9656E0}"/>
                </a:ext>
              </a:extLst>
            </p:cNvPr>
            <p:cNvSpPr txBox="1">
              <a:spLocks noChangeArrowheads="1"/>
            </p:cNvSpPr>
            <p:nvPr/>
          </p:nvSpPr>
          <p:spPr bwMode="auto">
            <a:xfrm>
              <a:off x="4259" y="1588"/>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13</a:t>
              </a:r>
              <a:endParaRPr lang="ru-RU" altLang="en-US" sz="1400"/>
            </a:p>
          </p:txBody>
        </p:sp>
        <p:sp>
          <p:nvSpPr>
            <p:cNvPr id="46195" name="Text Box 121">
              <a:extLst>
                <a:ext uri="{FF2B5EF4-FFF2-40B4-BE49-F238E27FC236}">
                  <a16:creationId xmlns:a16="http://schemas.microsoft.com/office/drawing/2014/main" id="{08BF6387-14BA-448C-F524-C72305DFC6B0}"/>
                </a:ext>
              </a:extLst>
            </p:cNvPr>
            <p:cNvSpPr txBox="1">
              <a:spLocks noChangeArrowheads="1"/>
            </p:cNvSpPr>
            <p:nvPr/>
          </p:nvSpPr>
          <p:spPr bwMode="auto">
            <a:xfrm>
              <a:off x="4105" y="1695"/>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13</a:t>
              </a:r>
              <a:endParaRPr lang="ru-RU" altLang="en-US" sz="1400"/>
            </a:p>
          </p:txBody>
        </p:sp>
        <p:sp>
          <p:nvSpPr>
            <p:cNvPr id="46196" name="Text Box 122">
              <a:extLst>
                <a:ext uri="{FF2B5EF4-FFF2-40B4-BE49-F238E27FC236}">
                  <a16:creationId xmlns:a16="http://schemas.microsoft.com/office/drawing/2014/main" id="{FC699D2D-D292-F1BA-C3BB-681F6EE18848}"/>
                </a:ext>
              </a:extLst>
            </p:cNvPr>
            <p:cNvSpPr txBox="1">
              <a:spLocks noChangeArrowheads="1"/>
            </p:cNvSpPr>
            <p:nvPr/>
          </p:nvSpPr>
          <p:spPr bwMode="auto">
            <a:xfrm>
              <a:off x="4105" y="1908"/>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14</a:t>
              </a:r>
              <a:endParaRPr lang="ru-RU" altLang="en-US" sz="1400"/>
            </a:p>
          </p:txBody>
        </p:sp>
        <p:sp>
          <p:nvSpPr>
            <p:cNvPr id="46197" name="Text Box 123">
              <a:extLst>
                <a:ext uri="{FF2B5EF4-FFF2-40B4-BE49-F238E27FC236}">
                  <a16:creationId xmlns:a16="http://schemas.microsoft.com/office/drawing/2014/main" id="{2DDA314C-0A4E-7483-93AA-F44EDF781024}"/>
                </a:ext>
              </a:extLst>
            </p:cNvPr>
            <p:cNvSpPr txBox="1">
              <a:spLocks noChangeArrowheads="1"/>
            </p:cNvSpPr>
            <p:nvPr/>
          </p:nvSpPr>
          <p:spPr bwMode="auto">
            <a:xfrm>
              <a:off x="4262" y="1810"/>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14</a:t>
              </a:r>
              <a:endParaRPr lang="ru-RU" altLang="en-US" sz="1400"/>
            </a:p>
          </p:txBody>
        </p:sp>
        <p:sp>
          <p:nvSpPr>
            <p:cNvPr id="46198" name="Text Box 124">
              <a:extLst>
                <a:ext uri="{FF2B5EF4-FFF2-40B4-BE49-F238E27FC236}">
                  <a16:creationId xmlns:a16="http://schemas.microsoft.com/office/drawing/2014/main" id="{1D6FB72B-9641-2B96-FFC0-4DCC7A21CD81}"/>
                </a:ext>
              </a:extLst>
            </p:cNvPr>
            <p:cNvSpPr txBox="1">
              <a:spLocks noChangeArrowheads="1"/>
            </p:cNvSpPr>
            <p:nvPr/>
          </p:nvSpPr>
          <p:spPr bwMode="auto">
            <a:xfrm>
              <a:off x="4105" y="2138"/>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15</a:t>
              </a:r>
              <a:endParaRPr lang="ru-RU" altLang="en-US" sz="1400"/>
            </a:p>
          </p:txBody>
        </p:sp>
        <p:sp>
          <p:nvSpPr>
            <p:cNvPr id="46199" name="Text Box 125">
              <a:extLst>
                <a:ext uri="{FF2B5EF4-FFF2-40B4-BE49-F238E27FC236}">
                  <a16:creationId xmlns:a16="http://schemas.microsoft.com/office/drawing/2014/main" id="{E8CB1377-6C37-EF01-EA6A-87D9EFFC785E}"/>
                </a:ext>
              </a:extLst>
            </p:cNvPr>
            <p:cNvSpPr txBox="1">
              <a:spLocks noChangeArrowheads="1"/>
            </p:cNvSpPr>
            <p:nvPr/>
          </p:nvSpPr>
          <p:spPr bwMode="auto">
            <a:xfrm>
              <a:off x="4270" y="2031"/>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15</a:t>
              </a:r>
              <a:endParaRPr lang="ru-RU" altLang="en-US" sz="1400"/>
            </a:p>
          </p:txBody>
        </p:sp>
        <p:sp>
          <p:nvSpPr>
            <p:cNvPr id="46200" name="Text Box 126">
              <a:extLst>
                <a:ext uri="{FF2B5EF4-FFF2-40B4-BE49-F238E27FC236}">
                  <a16:creationId xmlns:a16="http://schemas.microsoft.com/office/drawing/2014/main" id="{6CFF1F03-B44D-E329-AD1E-067E1F254CD4}"/>
                </a:ext>
              </a:extLst>
            </p:cNvPr>
            <p:cNvSpPr txBox="1">
              <a:spLocks noChangeArrowheads="1"/>
            </p:cNvSpPr>
            <p:nvPr/>
          </p:nvSpPr>
          <p:spPr bwMode="auto">
            <a:xfrm>
              <a:off x="4113" y="2396"/>
              <a:ext cx="24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16</a:t>
              </a:r>
              <a:endParaRPr lang="ru-RU" altLang="en-US" sz="1400"/>
            </a:p>
          </p:txBody>
        </p:sp>
        <p:sp>
          <p:nvSpPr>
            <p:cNvPr id="46201" name="Text Box 127">
              <a:extLst>
                <a:ext uri="{FF2B5EF4-FFF2-40B4-BE49-F238E27FC236}">
                  <a16:creationId xmlns:a16="http://schemas.microsoft.com/office/drawing/2014/main" id="{DC5DD928-B84F-6018-676A-7E3E03A6F603}"/>
                </a:ext>
              </a:extLst>
            </p:cNvPr>
            <p:cNvSpPr txBox="1">
              <a:spLocks noChangeArrowheads="1"/>
            </p:cNvSpPr>
            <p:nvPr/>
          </p:nvSpPr>
          <p:spPr bwMode="auto">
            <a:xfrm>
              <a:off x="4270" y="2278"/>
              <a:ext cx="247"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16</a:t>
              </a:r>
              <a:endParaRPr lang="ru-RU" altLang="en-US" sz="1400"/>
            </a:p>
          </p:txBody>
        </p:sp>
        <p:sp>
          <p:nvSpPr>
            <p:cNvPr id="46202" name="Text Box 128">
              <a:extLst>
                <a:ext uri="{FF2B5EF4-FFF2-40B4-BE49-F238E27FC236}">
                  <a16:creationId xmlns:a16="http://schemas.microsoft.com/office/drawing/2014/main" id="{D3B04C6F-2A60-42A0-A24C-8B64F3567FA0}"/>
                </a:ext>
              </a:extLst>
            </p:cNvPr>
            <p:cNvSpPr txBox="1">
              <a:spLocks noChangeArrowheads="1"/>
            </p:cNvSpPr>
            <p:nvPr/>
          </p:nvSpPr>
          <p:spPr bwMode="auto">
            <a:xfrm>
              <a:off x="1495" y="1555"/>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a:t>
              </a:r>
              <a:endParaRPr lang="ru-RU" altLang="en-US" sz="1400"/>
            </a:p>
          </p:txBody>
        </p:sp>
        <p:sp>
          <p:nvSpPr>
            <p:cNvPr id="46203" name="Text Box 129">
              <a:extLst>
                <a:ext uri="{FF2B5EF4-FFF2-40B4-BE49-F238E27FC236}">
                  <a16:creationId xmlns:a16="http://schemas.microsoft.com/office/drawing/2014/main" id="{175D49DC-D5B5-6D67-7FEE-D07761B6169C}"/>
                </a:ext>
              </a:extLst>
            </p:cNvPr>
            <p:cNvSpPr txBox="1">
              <a:spLocks noChangeArrowheads="1"/>
            </p:cNvSpPr>
            <p:nvPr/>
          </p:nvSpPr>
          <p:spPr bwMode="auto">
            <a:xfrm>
              <a:off x="1478" y="1801"/>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2</a:t>
              </a:r>
              <a:endParaRPr lang="ru-RU" altLang="en-US" sz="1400"/>
            </a:p>
          </p:txBody>
        </p:sp>
        <p:sp>
          <p:nvSpPr>
            <p:cNvPr id="46204" name="Text Box 130">
              <a:extLst>
                <a:ext uri="{FF2B5EF4-FFF2-40B4-BE49-F238E27FC236}">
                  <a16:creationId xmlns:a16="http://schemas.microsoft.com/office/drawing/2014/main" id="{496927DB-01C9-8CDF-0D07-3E0218DB822B}"/>
                </a:ext>
              </a:extLst>
            </p:cNvPr>
            <p:cNvSpPr txBox="1">
              <a:spLocks noChangeArrowheads="1"/>
            </p:cNvSpPr>
            <p:nvPr/>
          </p:nvSpPr>
          <p:spPr bwMode="auto">
            <a:xfrm>
              <a:off x="1478" y="2040"/>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3</a:t>
              </a:r>
              <a:endParaRPr lang="ru-RU" altLang="en-US" sz="1400"/>
            </a:p>
          </p:txBody>
        </p:sp>
        <p:sp>
          <p:nvSpPr>
            <p:cNvPr id="46205" name="Text Box 131">
              <a:extLst>
                <a:ext uri="{FF2B5EF4-FFF2-40B4-BE49-F238E27FC236}">
                  <a16:creationId xmlns:a16="http://schemas.microsoft.com/office/drawing/2014/main" id="{EE73D63B-6AE7-D885-BB1D-7BD5BEC7D3A6}"/>
                </a:ext>
              </a:extLst>
            </p:cNvPr>
            <p:cNvSpPr txBox="1">
              <a:spLocks noChangeArrowheads="1"/>
            </p:cNvSpPr>
            <p:nvPr/>
          </p:nvSpPr>
          <p:spPr bwMode="auto">
            <a:xfrm>
              <a:off x="1470" y="2278"/>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4</a:t>
              </a:r>
              <a:endParaRPr lang="ru-RU" altLang="en-US" sz="1400"/>
            </a:p>
          </p:txBody>
        </p:sp>
        <p:sp>
          <p:nvSpPr>
            <p:cNvPr id="46206" name="Text Box 133">
              <a:extLst>
                <a:ext uri="{FF2B5EF4-FFF2-40B4-BE49-F238E27FC236}">
                  <a16:creationId xmlns:a16="http://schemas.microsoft.com/office/drawing/2014/main" id="{15EE704D-33FB-5DEC-9994-3D74D58739A5}"/>
                </a:ext>
              </a:extLst>
            </p:cNvPr>
            <p:cNvSpPr txBox="1">
              <a:spLocks noChangeArrowheads="1"/>
            </p:cNvSpPr>
            <p:nvPr/>
          </p:nvSpPr>
          <p:spPr bwMode="auto">
            <a:xfrm>
              <a:off x="2661" y="1571"/>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5</a:t>
              </a:r>
              <a:endParaRPr lang="ru-RU" altLang="en-US" sz="1400"/>
            </a:p>
          </p:txBody>
        </p:sp>
        <p:sp>
          <p:nvSpPr>
            <p:cNvPr id="46207" name="Text Box 134">
              <a:extLst>
                <a:ext uri="{FF2B5EF4-FFF2-40B4-BE49-F238E27FC236}">
                  <a16:creationId xmlns:a16="http://schemas.microsoft.com/office/drawing/2014/main" id="{38F9E893-031E-28DF-1CA2-F3BE7143B63C}"/>
                </a:ext>
              </a:extLst>
            </p:cNvPr>
            <p:cNvSpPr txBox="1">
              <a:spLocks noChangeArrowheads="1"/>
            </p:cNvSpPr>
            <p:nvPr/>
          </p:nvSpPr>
          <p:spPr bwMode="auto">
            <a:xfrm>
              <a:off x="2653" y="1793"/>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6</a:t>
              </a:r>
              <a:endParaRPr lang="ru-RU" altLang="en-US" sz="1400"/>
            </a:p>
          </p:txBody>
        </p:sp>
        <p:sp>
          <p:nvSpPr>
            <p:cNvPr id="46208" name="Text Box 135">
              <a:extLst>
                <a:ext uri="{FF2B5EF4-FFF2-40B4-BE49-F238E27FC236}">
                  <a16:creationId xmlns:a16="http://schemas.microsoft.com/office/drawing/2014/main" id="{523CF4DA-609D-8894-8D99-D45A387ADC8D}"/>
                </a:ext>
              </a:extLst>
            </p:cNvPr>
            <p:cNvSpPr txBox="1">
              <a:spLocks noChangeArrowheads="1"/>
            </p:cNvSpPr>
            <p:nvPr/>
          </p:nvSpPr>
          <p:spPr bwMode="auto">
            <a:xfrm>
              <a:off x="2661" y="2270"/>
              <a:ext cx="164"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8</a:t>
              </a:r>
              <a:endParaRPr lang="ru-RU" altLang="en-US" sz="1400"/>
            </a:p>
          </p:txBody>
        </p:sp>
        <p:sp>
          <p:nvSpPr>
            <p:cNvPr id="46209" name="Text Box 136">
              <a:extLst>
                <a:ext uri="{FF2B5EF4-FFF2-40B4-BE49-F238E27FC236}">
                  <a16:creationId xmlns:a16="http://schemas.microsoft.com/office/drawing/2014/main" id="{308BBE05-0DFA-1C7D-6451-CA45356E3A49}"/>
                </a:ext>
              </a:extLst>
            </p:cNvPr>
            <p:cNvSpPr txBox="1">
              <a:spLocks noChangeArrowheads="1"/>
            </p:cNvSpPr>
            <p:nvPr/>
          </p:nvSpPr>
          <p:spPr bwMode="auto">
            <a:xfrm>
              <a:off x="3827" y="1579"/>
              <a:ext cx="16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9</a:t>
              </a:r>
              <a:endParaRPr lang="ru-RU" altLang="en-US" sz="1400"/>
            </a:p>
          </p:txBody>
        </p:sp>
        <p:sp>
          <p:nvSpPr>
            <p:cNvPr id="46210" name="Text Box 137">
              <a:extLst>
                <a:ext uri="{FF2B5EF4-FFF2-40B4-BE49-F238E27FC236}">
                  <a16:creationId xmlns:a16="http://schemas.microsoft.com/office/drawing/2014/main" id="{5BCEBB61-C45A-988A-F70F-90C70212E4AA}"/>
                </a:ext>
              </a:extLst>
            </p:cNvPr>
            <p:cNvSpPr txBox="1">
              <a:spLocks noChangeArrowheads="1"/>
            </p:cNvSpPr>
            <p:nvPr/>
          </p:nvSpPr>
          <p:spPr bwMode="auto">
            <a:xfrm>
              <a:off x="3810" y="1810"/>
              <a:ext cx="2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10</a:t>
              </a:r>
              <a:endParaRPr lang="ru-RU" altLang="en-US" sz="1400"/>
            </a:p>
          </p:txBody>
        </p:sp>
        <p:sp>
          <p:nvSpPr>
            <p:cNvPr id="46211" name="Text Box 138">
              <a:extLst>
                <a:ext uri="{FF2B5EF4-FFF2-40B4-BE49-F238E27FC236}">
                  <a16:creationId xmlns:a16="http://schemas.microsoft.com/office/drawing/2014/main" id="{F5231025-32E8-8740-8CDC-261745732785}"/>
                </a:ext>
              </a:extLst>
            </p:cNvPr>
            <p:cNvSpPr txBox="1">
              <a:spLocks noChangeArrowheads="1"/>
            </p:cNvSpPr>
            <p:nvPr/>
          </p:nvSpPr>
          <p:spPr bwMode="auto">
            <a:xfrm>
              <a:off x="3794" y="2023"/>
              <a:ext cx="2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11</a:t>
              </a:r>
              <a:endParaRPr lang="ru-RU" altLang="en-US" sz="1400"/>
            </a:p>
          </p:txBody>
        </p:sp>
        <p:sp>
          <p:nvSpPr>
            <p:cNvPr id="46212" name="Text Box 139">
              <a:extLst>
                <a:ext uri="{FF2B5EF4-FFF2-40B4-BE49-F238E27FC236}">
                  <a16:creationId xmlns:a16="http://schemas.microsoft.com/office/drawing/2014/main" id="{20D65D77-E122-5F2F-AF8D-576E77448124}"/>
                </a:ext>
              </a:extLst>
            </p:cNvPr>
            <p:cNvSpPr txBox="1">
              <a:spLocks noChangeArrowheads="1"/>
            </p:cNvSpPr>
            <p:nvPr/>
          </p:nvSpPr>
          <p:spPr bwMode="auto">
            <a:xfrm>
              <a:off x="3802" y="2270"/>
              <a:ext cx="2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12</a:t>
              </a:r>
              <a:endParaRPr lang="ru-RU" altLang="en-US" sz="1400"/>
            </a:p>
          </p:txBody>
        </p:sp>
        <p:sp>
          <p:nvSpPr>
            <p:cNvPr id="46213" name="Text Box 140">
              <a:extLst>
                <a:ext uri="{FF2B5EF4-FFF2-40B4-BE49-F238E27FC236}">
                  <a16:creationId xmlns:a16="http://schemas.microsoft.com/office/drawing/2014/main" id="{CCE0917B-9D55-D70D-5B4F-0E6C96A2A3DB}"/>
                </a:ext>
              </a:extLst>
            </p:cNvPr>
            <p:cNvSpPr txBox="1">
              <a:spLocks noChangeArrowheads="1"/>
            </p:cNvSpPr>
            <p:nvPr/>
          </p:nvSpPr>
          <p:spPr bwMode="auto">
            <a:xfrm>
              <a:off x="3810" y="2524"/>
              <a:ext cx="2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12</a:t>
              </a:r>
              <a:endParaRPr lang="ru-RU" altLang="en-US" sz="1400"/>
            </a:p>
          </p:txBody>
        </p:sp>
        <p:sp>
          <p:nvSpPr>
            <p:cNvPr id="46214" name="Text Box 141">
              <a:extLst>
                <a:ext uri="{FF2B5EF4-FFF2-40B4-BE49-F238E27FC236}">
                  <a16:creationId xmlns:a16="http://schemas.microsoft.com/office/drawing/2014/main" id="{937E55AB-4B79-EC77-2DE0-482B795F1ABB}"/>
                </a:ext>
              </a:extLst>
            </p:cNvPr>
            <p:cNvSpPr txBox="1">
              <a:spLocks noChangeArrowheads="1"/>
            </p:cNvSpPr>
            <p:nvPr/>
          </p:nvSpPr>
          <p:spPr bwMode="auto">
            <a:xfrm>
              <a:off x="4927" y="1571"/>
              <a:ext cx="2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13</a:t>
              </a:r>
              <a:endParaRPr lang="ru-RU" altLang="en-US" sz="1400"/>
            </a:p>
          </p:txBody>
        </p:sp>
        <p:sp>
          <p:nvSpPr>
            <p:cNvPr id="46215" name="Text Box 142">
              <a:extLst>
                <a:ext uri="{FF2B5EF4-FFF2-40B4-BE49-F238E27FC236}">
                  <a16:creationId xmlns:a16="http://schemas.microsoft.com/office/drawing/2014/main" id="{48C6968B-88E5-FFF7-E76C-DEDFD87713F0}"/>
                </a:ext>
              </a:extLst>
            </p:cNvPr>
            <p:cNvSpPr txBox="1">
              <a:spLocks noChangeArrowheads="1"/>
            </p:cNvSpPr>
            <p:nvPr/>
          </p:nvSpPr>
          <p:spPr bwMode="auto">
            <a:xfrm>
              <a:off x="4918" y="1785"/>
              <a:ext cx="2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14</a:t>
              </a:r>
              <a:endParaRPr lang="ru-RU" altLang="en-US" sz="1400"/>
            </a:p>
          </p:txBody>
        </p:sp>
        <p:sp>
          <p:nvSpPr>
            <p:cNvPr id="46216" name="Text Box 143">
              <a:extLst>
                <a:ext uri="{FF2B5EF4-FFF2-40B4-BE49-F238E27FC236}">
                  <a16:creationId xmlns:a16="http://schemas.microsoft.com/office/drawing/2014/main" id="{F497693B-E1CD-6E19-EA6D-117F5766D344}"/>
                </a:ext>
              </a:extLst>
            </p:cNvPr>
            <p:cNvSpPr txBox="1">
              <a:spLocks noChangeArrowheads="1"/>
            </p:cNvSpPr>
            <p:nvPr/>
          </p:nvSpPr>
          <p:spPr bwMode="auto">
            <a:xfrm>
              <a:off x="4918" y="2243"/>
              <a:ext cx="2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16</a:t>
              </a:r>
              <a:endParaRPr lang="ru-RU" altLang="en-US" sz="1400"/>
            </a:p>
          </p:txBody>
        </p:sp>
        <p:sp>
          <p:nvSpPr>
            <p:cNvPr id="46217" name="Text Box 138">
              <a:extLst>
                <a:ext uri="{FF2B5EF4-FFF2-40B4-BE49-F238E27FC236}">
                  <a16:creationId xmlns:a16="http://schemas.microsoft.com/office/drawing/2014/main" id="{184C69C0-B07C-7C95-045E-16616855A646}"/>
                </a:ext>
              </a:extLst>
            </p:cNvPr>
            <p:cNvSpPr txBox="1">
              <a:spLocks noChangeArrowheads="1"/>
            </p:cNvSpPr>
            <p:nvPr/>
          </p:nvSpPr>
          <p:spPr bwMode="auto">
            <a:xfrm>
              <a:off x="384" y="792"/>
              <a:ext cx="4368" cy="5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Carry look-ahead within block, carry ripple between blocks</a:t>
              </a:r>
              <a:endParaRPr lang="ru-RU" altLang="en-US" sz="2000"/>
            </a:p>
            <a:p>
              <a:pPr eaLnBrk="1" hangingPunct="1">
                <a:spcBef>
                  <a:spcPct val="50000"/>
                </a:spcBef>
              </a:pPr>
              <a:endParaRPr lang="ru-RU" altLang="en-US" sz="2000"/>
            </a:p>
          </p:txBody>
        </p:sp>
      </p:grpSp>
      <p:sp>
        <p:nvSpPr>
          <p:cNvPr id="2" name="Title 1">
            <a:extLst>
              <a:ext uri="{FF2B5EF4-FFF2-40B4-BE49-F238E27FC236}">
                <a16:creationId xmlns:a16="http://schemas.microsoft.com/office/drawing/2014/main" id="{2A1595B7-5D0D-E96F-B64A-F0A2938BC5E2}"/>
              </a:ext>
            </a:extLst>
          </p:cNvPr>
          <p:cNvSpPr>
            <a:spLocks noGrp="1"/>
          </p:cNvSpPr>
          <p:nvPr>
            <p:ph type="title"/>
          </p:nvPr>
        </p:nvSpPr>
        <p:spPr/>
        <p:txBody>
          <a:bodyPr>
            <a:normAutofit/>
          </a:bodyPr>
          <a:lstStyle/>
          <a:p>
            <a:r>
              <a:rPr lang="en-US" dirty="0"/>
              <a:t>A 16-bit Group-Ripple Adder</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02600026-D7B4-16FD-C641-5AAB3199807B}"/>
              </a:ext>
            </a:extLst>
          </p:cNvPr>
          <p:cNvSpPr>
            <a:spLocks noGrp="1" noChangeArrowheads="1"/>
          </p:cNvSpPr>
          <p:nvPr>
            <p:ph type="title"/>
          </p:nvPr>
        </p:nvSpPr>
        <p:spPr/>
        <p:txBody>
          <a:bodyPr/>
          <a:lstStyle/>
          <a:p>
            <a:r>
              <a:rPr lang="en-US" altLang="en-US"/>
              <a:t>Block Carry Look-Ahead Adder</a:t>
            </a:r>
            <a:endParaRPr lang="ru-RU" altLang="en-US"/>
          </a:p>
        </p:txBody>
      </p:sp>
      <p:sp>
        <p:nvSpPr>
          <p:cNvPr id="47107" name="Text Box 96">
            <a:extLst>
              <a:ext uri="{FF2B5EF4-FFF2-40B4-BE49-F238E27FC236}">
                <a16:creationId xmlns:a16="http://schemas.microsoft.com/office/drawing/2014/main" id="{30109600-0C3E-B02D-09A2-F570B0FD24EE}"/>
              </a:ext>
            </a:extLst>
          </p:cNvPr>
          <p:cNvSpPr txBox="1">
            <a:spLocks noChangeArrowheads="1"/>
          </p:cNvSpPr>
          <p:nvPr/>
        </p:nvSpPr>
        <p:spPr bwMode="auto">
          <a:xfrm>
            <a:off x="1828800" y="5238750"/>
            <a:ext cx="7924800"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T = (tcarry_lookahead)3 + t</a:t>
            </a:r>
            <a:r>
              <a:rPr lang="en-US" altLang="en-US" sz="1800" baseline="-25000"/>
              <a:t>setup</a:t>
            </a:r>
            <a:r>
              <a:rPr lang="en-US" altLang="en-US" sz="1800"/>
              <a:t>) – worst  case delay</a:t>
            </a:r>
          </a:p>
          <a:p>
            <a:pPr eaLnBrk="1" hangingPunct="1"/>
            <a:r>
              <a:rPr lang="en-US" altLang="en-US" sz="1800"/>
              <a:t>T</a:t>
            </a:r>
            <a:r>
              <a:rPr lang="en-US" altLang="en-US" sz="1800" baseline="-25000"/>
              <a:t>setup </a:t>
            </a:r>
            <a:r>
              <a:rPr lang="en-US" altLang="en-US" sz="1800"/>
              <a:t>- time for forming G’s and P’s.  </a:t>
            </a:r>
            <a:endParaRPr lang="ru-RU" altLang="en-US" sz="1800"/>
          </a:p>
        </p:txBody>
      </p:sp>
      <p:sp>
        <p:nvSpPr>
          <p:cNvPr id="47108" name="Text Box 97">
            <a:extLst>
              <a:ext uri="{FF2B5EF4-FFF2-40B4-BE49-F238E27FC236}">
                <a16:creationId xmlns:a16="http://schemas.microsoft.com/office/drawing/2014/main" id="{1C8B3C28-B753-40C1-96F7-1E4777984A15}"/>
              </a:ext>
            </a:extLst>
          </p:cNvPr>
          <p:cNvSpPr txBox="1">
            <a:spLocks noChangeArrowheads="1"/>
          </p:cNvSpPr>
          <p:nvPr/>
        </p:nvSpPr>
        <p:spPr bwMode="auto">
          <a:xfrm>
            <a:off x="1828801" y="914401"/>
            <a:ext cx="754856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Carry look-ahead within block, carry look-ahead between blocks</a:t>
            </a:r>
            <a:endParaRPr lang="ru-RU" altLang="en-US" sz="2000"/>
          </a:p>
        </p:txBody>
      </p:sp>
      <p:sp>
        <p:nvSpPr>
          <p:cNvPr id="47109" name="TextBox 100">
            <a:extLst>
              <a:ext uri="{FF2B5EF4-FFF2-40B4-BE49-F238E27FC236}">
                <a16:creationId xmlns:a16="http://schemas.microsoft.com/office/drawing/2014/main" id="{724D94E3-CF05-121B-4DB9-72427ACA350F}"/>
              </a:ext>
            </a:extLst>
          </p:cNvPr>
          <p:cNvSpPr txBox="1">
            <a:spLocks noChangeArrowheads="1"/>
          </p:cNvSpPr>
          <p:nvPr/>
        </p:nvSpPr>
        <p:spPr bwMode="auto">
          <a:xfrm>
            <a:off x="9536113" y="4938713"/>
            <a:ext cx="868362"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 CLA</a:t>
            </a:r>
            <a:endParaRPr lang="en-GB" altLang="en-US" sz="1800"/>
          </a:p>
        </p:txBody>
      </p:sp>
      <p:grpSp>
        <p:nvGrpSpPr>
          <p:cNvPr id="47110" name="Group 20">
            <a:extLst>
              <a:ext uri="{FF2B5EF4-FFF2-40B4-BE49-F238E27FC236}">
                <a16:creationId xmlns:a16="http://schemas.microsoft.com/office/drawing/2014/main" id="{D846715E-6D37-FEC1-368F-4506FC7A6B36}"/>
              </a:ext>
            </a:extLst>
          </p:cNvPr>
          <p:cNvGrpSpPr>
            <a:grpSpLocks/>
          </p:cNvGrpSpPr>
          <p:nvPr/>
        </p:nvGrpSpPr>
        <p:grpSpPr bwMode="auto">
          <a:xfrm>
            <a:off x="1828801" y="1357314"/>
            <a:ext cx="8512175" cy="3748087"/>
            <a:chOff x="304799" y="1356678"/>
            <a:chExt cx="8512513" cy="3748722"/>
          </a:xfrm>
        </p:grpSpPr>
        <p:sp>
          <p:nvSpPr>
            <p:cNvPr id="47111" name="Text Box 4">
              <a:extLst>
                <a:ext uri="{FF2B5EF4-FFF2-40B4-BE49-F238E27FC236}">
                  <a16:creationId xmlns:a16="http://schemas.microsoft.com/office/drawing/2014/main" id="{7A74C44D-3176-F65C-6E3F-BC5A502DD8AA}"/>
                </a:ext>
              </a:extLst>
            </p:cNvPr>
            <p:cNvSpPr txBox="1">
              <a:spLocks noChangeArrowheads="1"/>
            </p:cNvSpPr>
            <p:nvPr/>
          </p:nvSpPr>
          <p:spPr bwMode="auto">
            <a:xfrm>
              <a:off x="8284183" y="2073602"/>
              <a:ext cx="533129"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C0</a:t>
              </a:r>
            </a:p>
          </p:txBody>
        </p:sp>
        <p:sp>
          <p:nvSpPr>
            <p:cNvPr id="46087" name="Rectangle 5">
              <a:extLst>
                <a:ext uri="{FF2B5EF4-FFF2-40B4-BE49-F238E27FC236}">
                  <a16:creationId xmlns:a16="http://schemas.microsoft.com/office/drawing/2014/main" id="{C93E580F-2AB4-4358-8A4A-886D9F216EFD}"/>
                </a:ext>
              </a:extLst>
            </p:cNvPr>
            <p:cNvSpPr>
              <a:spLocks noChangeArrowheads="1"/>
            </p:cNvSpPr>
            <p:nvPr/>
          </p:nvSpPr>
          <p:spPr bwMode="auto">
            <a:xfrm>
              <a:off x="6823333" y="2001312"/>
              <a:ext cx="1341491" cy="676390"/>
            </a:xfrm>
            <a:prstGeom prst="rect">
              <a:avLst/>
            </a:prstGeom>
            <a:solidFill>
              <a:schemeClr val="accent1">
                <a:lumMod val="40000"/>
                <a:lumOff val="60000"/>
              </a:schemeClr>
            </a:solidFill>
            <a:ln w="22225">
              <a:solidFill>
                <a:srgbClr val="000000"/>
              </a:solidFill>
              <a:miter lim="800000"/>
              <a:headEnd/>
              <a:tailEnd/>
            </a:ln>
          </p:spPr>
          <p:txBody>
            <a:bodyPr/>
            <a:lstStyle/>
            <a:p>
              <a:pPr algn="ctr" eaLnBrk="1" hangingPunct="1">
                <a:defRPr/>
              </a:pPr>
              <a:r>
                <a:rPr lang="ru-RU" sz="1600" dirty="0">
                  <a:latin typeface="Arial" charset="0"/>
                  <a:cs typeface="Arial" charset="0"/>
                </a:rPr>
                <a:t>Block</a:t>
              </a:r>
              <a:r>
                <a:rPr lang="en-US" sz="1600" dirty="0">
                  <a:latin typeface="Arial" charset="0"/>
                  <a:cs typeface="Arial" charset="0"/>
                </a:rPr>
                <a:t> 0</a:t>
              </a:r>
              <a:r>
                <a:rPr lang="ru-RU" sz="1600" dirty="0">
                  <a:latin typeface="Arial" charset="0"/>
                  <a:cs typeface="Arial" charset="0"/>
                </a:rPr>
                <a:t> </a:t>
              </a:r>
            </a:p>
            <a:p>
              <a:pPr algn="ctr" eaLnBrk="1" hangingPunct="1">
                <a:defRPr/>
              </a:pPr>
              <a:r>
                <a:rPr lang="en-US" sz="1600" dirty="0">
                  <a:latin typeface="Arial" charset="0"/>
                  <a:cs typeface="Arial" charset="0"/>
                </a:rPr>
                <a:t>CLA</a:t>
              </a:r>
              <a:endParaRPr lang="ru-RU" sz="1600" dirty="0">
                <a:latin typeface="Arial" charset="0"/>
                <a:cs typeface="Arial" charset="0"/>
              </a:endParaRPr>
            </a:p>
          </p:txBody>
        </p:sp>
        <p:sp>
          <p:nvSpPr>
            <p:cNvPr id="46088" name="Rectangle 6">
              <a:extLst>
                <a:ext uri="{FF2B5EF4-FFF2-40B4-BE49-F238E27FC236}">
                  <a16:creationId xmlns:a16="http://schemas.microsoft.com/office/drawing/2014/main" id="{4EA7AFEF-1925-4D2E-BE9A-AEB6D2CC4959}"/>
                </a:ext>
              </a:extLst>
            </p:cNvPr>
            <p:cNvSpPr>
              <a:spLocks noChangeArrowheads="1"/>
            </p:cNvSpPr>
            <p:nvPr/>
          </p:nvSpPr>
          <p:spPr bwMode="auto">
            <a:xfrm>
              <a:off x="4938896" y="2001312"/>
              <a:ext cx="1341490" cy="676390"/>
            </a:xfrm>
            <a:prstGeom prst="rect">
              <a:avLst/>
            </a:prstGeom>
            <a:solidFill>
              <a:schemeClr val="accent1">
                <a:lumMod val="40000"/>
                <a:lumOff val="60000"/>
              </a:schemeClr>
            </a:solidFill>
            <a:ln w="22225">
              <a:solidFill>
                <a:srgbClr val="000000"/>
              </a:solidFill>
              <a:miter lim="800000"/>
              <a:headEnd/>
              <a:tailEnd/>
            </a:ln>
          </p:spPr>
          <p:txBody>
            <a:bodyPr/>
            <a:lstStyle/>
            <a:p>
              <a:pPr algn="ctr" eaLnBrk="1" hangingPunct="1">
                <a:defRPr/>
              </a:pPr>
              <a:r>
                <a:rPr lang="ru-RU" sz="1600" dirty="0">
                  <a:latin typeface="Arial" charset="0"/>
                  <a:cs typeface="Arial" charset="0"/>
                </a:rPr>
                <a:t>Block</a:t>
              </a:r>
              <a:r>
                <a:rPr lang="en-US" sz="1600" dirty="0">
                  <a:latin typeface="Arial" charset="0"/>
                  <a:cs typeface="Arial" charset="0"/>
                </a:rPr>
                <a:t> 1</a:t>
              </a:r>
              <a:r>
                <a:rPr lang="ru-RU" sz="1600" dirty="0">
                  <a:latin typeface="Arial" charset="0"/>
                  <a:cs typeface="Arial" charset="0"/>
                </a:rPr>
                <a:t> </a:t>
              </a:r>
            </a:p>
            <a:p>
              <a:pPr algn="ctr" eaLnBrk="1" hangingPunct="1">
                <a:defRPr/>
              </a:pPr>
              <a:r>
                <a:rPr lang="en-US" sz="1600" dirty="0">
                  <a:latin typeface="Arial" charset="0"/>
                  <a:cs typeface="Arial" charset="0"/>
                </a:rPr>
                <a:t>CLA</a:t>
              </a:r>
              <a:endParaRPr lang="ru-RU" sz="1600" dirty="0">
                <a:latin typeface="Arial" charset="0"/>
                <a:cs typeface="Arial" charset="0"/>
              </a:endParaRPr>
            </a:p>
          </p:txBody>
        </p:sp>
        <p:sp>
          <p:nvSpPr>
            <p:cNvPr id="46089" name="Rectangle 7">
              <a:extLst>
                <a:ext uri="{FF2B5EF4-FFF2-40B4-BE49-F238E27FC236}">
                  <a16:creationId xmlns:a16="http://schemas.microsoft.com/office/drawing/2014/main" id="{E85D6612-4CB9-409D-BF18-C701173DDFC9}"/>
                </a:ext>
              </a:extLst>
            </p:cNvPr>
            <p:cNvSpPr>
              <a:spLocks noChangeArrowheads="1"/>
            </p:cNvSpPr>
            <p:nvPr/>
          </p:nvSpPr>
          <p:spPr bwMode="auto">
            <a:xfrm>
              <a:off x="3070334" y="1971144"/>
              <a:ext cx="1343078" cy="677978"/>
            </a:xfrm>
            <a:prstGeom prst="rect">
              <a:avLst/>
            </a:prstGeom>
            <a:solidFill>
              <a:schemeClr val="accent1">
                <a:lumMod val="40000"/>
                <a:lumOff val="60000"/>
              </a:schemeClr>
            </a:solidFill>
            <a:ln w="22225">
              <a:solidFill>
                <a:srgbClr val="000000"/>
              </a:solidFill>
              <a:miter lim="800000"/>
              <a:headEnd/>
              <a:tailEnd/>
            </a:ln>
          </p:spPr>
          <p:txBody>
            <a:bodyPr/>
            <a:lstStyle/>
            <a:p>
              <a:pPr algn="ctr" eaLnBrk="1" hangingPunct="1">
                <a:defRPr/>
              </a:pPr>
              <a:r>
                <a:rPr lang="ru-RU" sz="1600" dirty="0">
                  <a:latin typeface="Arial" charset="0"/>
                  <a:cs typeface="Arial" charset="0"/>
                </a:rPr>
                <a:t>Block</a:t>
              </a:r>
              <a:r>
                <a:rPr lang="en-US" sz="1600" dirty="0">
                  <a:latin typeface="Arial" charset="0"/>
                  <a:cs typeface="Arial" charset="0"/>
                </a:rPr>
                <a:t> 2</a:t>
              </a:r>
              <a:r>
                <a:rPr lang="ru-RU" sz="1600" dirty="0">
                  <a:latin typeface="Arial" charset="0"/>
                  <a:cs typeface="Arial" charset="0"/>
                </a:rPr>
                <a:t> </a:t>
              </a:r>
            </a:p>
            <a:p>
              <a:pPr algn="ctr" eaLnBrk="1" hangingPunct="1">
                <a:defRPr/>
              </a:pPr>
              <a:r>
                <a:rPr lang="en-US" sz="1600" dirty="0">
                  <a:latin typeface="Arial" charset="0"/>
                  <a:cs typeface="Arial" charset="0"/>
                </a:rPr>
                <a:t>CLA</a:t>
              </a:r>
              <a:endParaRPr lang="ru-RU" sz="1600" dirty="0">
                <a:latin typeface="Arial" charset="0"/>
                <a:cs typeface="Arial" charset="0"/>
              </a:endParaRPr>
            </a:p>
          </p:txBody>
        </p:sp>
        <p:sp>
          <p:nvSpPr>
            <p:cNvPr id="46090" name="Rectangle 8">
              <a:extLst>
                <a:ext uri="{FF2B5EF4-FFF2-40B4-BE49-F238E27FC236}">
                  <a16:creationId xmlns:a16="http://schemas.microsoft.com/office/drawing/2014/main" id="{4052F035-533B-4DCC-B03F-00CF788331C3}"/>
                </a:ext>
              </a:extLst>
            </p:cNvPr>
            <p:cNvSpPr>
              <a:spLocks noChangeArrowheads="1"/>
            </p:cNvSpPr>
            <p:nvPr/>
          </p:nvSpPr>
          <p:spPr bwMode="auto">
            <a:xfrm>
              <a:off x="1179547" y="1928275"/>
              <a:ext cx="1341490" cy="677977"/>
            </a:xfrm>
            <a:prstGeom prst="rect">
              <a:avLst/>
            </a:prstGeom>
            <a:solidFill>
              <a:schemeClr val="accent1">
                <a:lumMod val="40000"/>
                <a:lumOff val="60000"/>
              </a:schemeClr>
            </a:solidFill>
            <a:ln w="22225">
              <a:solidFill>
                <a:srgbClr val="000000"/>
              </a:solidFill>
              <a:miter lim="800000"/>
              <a:headEnd/>
              <a:tailEnd/>
            </a:ln>
          </p:spPr>
          <p:txBody>
            <a:bodyPr/>
            <a:lstStyle/>
            <a:p>
              <a:pPr algn="ctr" eaLnBrk="1" hangingPunct="1">
                <a:defRPr/>
              </a:pPr>
              <a:r>
                <a:rPr lang="ru-RU" sz="1600" dirty="0">
                  <a:latin typeface="Arial" charset="0"/>
                  <a:cs typeface="Arial" charset="0"/>
                </a:rPr>
                <a:t>Block</a:t>
              </a:r>
              <a:r>
                <a:rPr lang="en-US" sz="1600" dirty="0">
                  <a:latin typeface="Arial" charset="0"/>
                  <a:cs typeface="Arial" charset="0"/>
                </a:rPr>
                <a:t> 3</a:t>
              </a:r>
              <a:r>
                <a:rPr lang="ru-RU" sz="1600" dirty="0">
                  <a:latin typeface="Arial" charset="0"/>
                  <a:cs typeface="Arial" charset="0"/>
                </a:rPr>
                <a:t> </a:t>
              </a:r>
            </a:p>
            <a:p>
              <a:pPr algn="ctr" eaLnBrk="1" hangingPunct="1">
                <a:defRPr/>
              </a:pPr>
              <a:r>
                <a:rPr lang="en-US" sz="1600" dirty="0">
                  <a:latin typeface="Arial" charset="0"/>
                  <a:cs typeface="Arial" charset="0"/>
                </a:rPr>
                <a:t>CLA</a:t>
              </a:r>
              <a:endParaRPr lang="ru-RU" sz="1600" dirty="0">
                <a:latin typeface="Arial" charset="0"/>
                <a:cs typeface="Arial" charset="0"/>
              </a:endParaRPr>
            </a:p>
          </p:txBody>
        </p:sp>
        <p:sp>
          <p:nvSpPr>
            <p:cNvPr id="47116" name="Line 9">
              <a:extLst>
                <a:ext uri="{FF2B5EF4-FFF2-40B4-BE49-F238E27FC236}">
                  <a16:creationId xmlns:a16="http://schemas.microsoft.com/office/drawing/2014/main" id="{389ECC37-953C-D684-AF14-109ADE64DC37}"/>
                </a:ext>
              </a:extLst>
            </p:cNvPr>
            <p:cNvSpPr>
              <a:spLocks noChangeShapeType="1"/>
            </p:cNvSpPr>
            <p:nvPr/>
          </p:nvSpPr>
          <p:spPr bwMode="auto">
            <a:xfrm>
              <a:off x="7223317" y="1732737"/>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17" name="Line 10">
              <a:extLst>
                <a:ext uri="{FF2B5EF4-FFF2-40B4-BE49-F238E27FC236}">
                  <a16:creationId xmlns:a16="http://schemas.microsoft.com/office/drawing/2014/main" id="{C01DCC33-710A-309C-9F99-C4C1CFA06763}"/>
                </a:ext>
              </a:extLst>
            </p:cNvPr>
            <p:cNvSpPr>
              <a:spLocks noChangeShapeType="1"/>
            </p:cNvSpPr>
            <p:nvPr/>
          </p:nvSpPr>
          <p:spPr bwMode="auto">
            <a:xfrm>
              <a:off x="7810790" y="1730332"/>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18" name="Text Box 11">
              <a:extLst>
                <a:ext uri="{FF2B5EF4-FFF2-40B4-BE49-F238E27FC236}">
                  <a16:creationId xmlns:a16="http://schemas.microsoft.com/office/drawing/2014/main" id="{924AC6C1-564D-1E2F-0FB7-5727FD5FEBA9}"/>
                </a:ext>
              </a:extLst>
            </p:cNvPr>
            <p:cNvSpPr txBox="1">
              <a:spLocks noChangeArrowheads="1"/>
            </p:cNvSpPr>
            <p:nvPr/>
          </p:nvSpPr>
          <p:spPr bwMode="auto">
            <a:xfrm>
              <a:off x="6753310" y="1371346"/>
              <a:ext cx="839184"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A[3:0]</a:t>
              </a:r>
            </a:p>
          </p:txBody>
        </p:sp>
        <p:sp>
          <p:nvSpPr>
            <p:cNvPr id="47119" name="Line 12">
              <a:extLst>
                <a:ext uri="{FF2B5EF4-FFF2-40B4-BE49-F238E27FC236}">
                  <a16:creationId xmlns:a16="http://schemas.microsoft.com/office/drawing/2014/main" id="{12F150CA-C51B-5CDA-9485-D00C268233D1}"/>
                </a:ext>
              </a:extLst>
            </p:cNvPr>
            <p:cNvSpPr>
              <a:spLocks noChangeShapeType="1"/>
            </p:cNvSpPr>
            <p:nvPr/>
          </p:nvSpPr>
          <p:spPr bwMode="auto">
            <a:xfrm flipV="1">
              <a:off x="7152594" y="1772288"/>
              <a:ext cx="134928"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0" name="Text Box 13">
              <a:extLst>
                <a:ext uri="{FF2B5EF4-FFF2-40B4-BE49-F238E27FC236}">
                  <a16:creationId xmlns:a16="http://schemas.microsoft.com/office/drawing/2014/main" id="{EBF7F02A-65AC-45FE-BD75-FF13073955E2}"/>
                </a:ext>
              </a:extLst>
            </p:cNvPr>
            <p:cNvSpPr txBox="1">
              <a:spLocks noChangeArrowheads="1"/>
            </p:cNvSpPr>
            <p:nvPr/>
          </p:nvSpPr>
          <p:spPr bwMode="auto">
            <a:xfrm>
              <a:off x="7488454" y="1371346"/>
              <a:ext cx="839184"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B[3:0]</a:t>
              </a:r>
            </a:p>
          </p:txBody>
        </p:sp>
        <p:sp>
          <p:nvSpPr>
            <p:cNvPr id="47121" name="Line 14">
              <a:extLst>
                <a:ext uri="{FF2B5EF4-FFF2-40B4-BE49-F238E27FC236}">
                  <a16:creationId xmlns:a16="http://schemas.microsoft.com/office/drawing/2014/main" id="{6401F8C4-8897-ADFA-C1FF-89360B7D57A8}"/>
                </a:ext>
              </a:extLst>
            </p:cNvPr>
            <p:cNvSpPr>
              <a:spLocks noChangeShapeType="1"/>
            </p:cNvSpPr>
            <p:nvPr/>
          </p:nvSpPr>
          <p:spPr bwMode="auto">
            <a:xfrm flipV="1">
              <a:off x="7752948" y="1788461"/>
              <a:ext cx="133283"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2" name="Line 15">
              <a:extLst>
                <a:ext uri="{FF2B5EF4-FFF2-40B4-BE49-F238E27FC236}">
                  <a16:creationId xmlns:a16="http://schemas.microsoft.com/office/drawing/2014/main" id="{166160EB-3878-52B6-DFE1-CF24A286E997}"/>
                </a:ext>
              </a:extLst>
            </p:cNvPr>
            <p:cNvSpPr>
              <a:spLocks noChangeShapeType="1"/>
            </p:cNvSpPr>
            <p:nvPr/>
          </p:nvSpPr>
          <p:spPr bwMode="auto">
            <a:xfrm>
              <a:off x="5326068" y="1718678"/>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23" name="Line 16">
              <a:extLst>
                <a:ext uri="{FF2B5EF4-FFF2-40B4-BE49-F238E27FC236}">
                  <a16:creationId xmlns:a16="http://schemas.microsoft.com/office/drawing/2014/main" id="{D0C4D3EF-2CA2-FD8A-2A78-0883CDC89090}"/>
                </a:ext>
              </a:extLst>
            </p:cNvPr>
            <p:cNvSpPr>
              <a:spLocks noChangeShapeType="1"/>
            </p:cNvSpPr>
            <p:nvPr/>
          </p:nvSpPr>
          <p:spPr bwMode="auto">
            <a:xfrm>
              <a:off x="5913541" y="1725117"/>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24" name="Text Box 17">
              <a:extLst>
                <a:ext uri="{FF2B5EF4-FFF2-40B4-BE49-F238E27FC236}">
                  <a16:creationId xmlns:a16="http://schemas.microsoft.com/office/drawing/2014/main" id="{79D1F820-8B6F-1378-DE7D-80E48C6BDCAD}"/>
                </a:ext>
              </a:extLst>
            </p:cNvPr>
            <p:cNvSpPr txBox="1">
              <a:spLocks noChangeArrowheads="1"/>
            </p:cNvSpPr>
            <p:nvPr/>
          </p:nvSpPr>
          <p:spPr bwMode="auto">
            <a:xfrm>
              <a:off x="4835810" y="1356678"/>
              <a:ext cx="1665204"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A[7:4]</a:t>
              </a:r>
            </a:p>
          </p:txBody>
        </p:sp>
        <p:sp>
          <p:nvSpPr>
            <p:cNvPr id="47125" name="Line 18">
              <a:extLst>
                <a:ext uri="{FF2B5EF4-FFF2-40B4-BE49-F238E27FC236}">
                  <a16:creationId xmlns:a16="http://schemas.microsoft.com/office/drawing/2014/main" id="{C8B4CAC4-9EC1-C936-7AD7-6E70F63886A3}"/>
                </a:ext>
              </a:extLst>
            </p:cNvPr>
            <p:cNvSpPr>
              <a:spLocks noChangeShapeType="1"/>
            </p:cNvSpPr>
            <p:nvPr/>
          </p:nvSpPr>
          <p:spPr bwMode="auto">
            <a:xfrm flipV="1">
              <a:off x="5256990" y="1775503"/>
              <a:ext cx="133283"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6" name="Text Box 19">
              <a:extLst>
                <a:ext uri="{FF2B5EF4-FFF2-40B4-BE49-F238E27FC236}">
                  <a16:creationId xmlns:a16="http://schemas.microsoft.com/office/drawing/2014/main" id="{7AE0EA62-CEC0-0FB9-374C-D9973CFC13EB}"/>
                </a:ext>
              </a:extLst>
            </p:cNvPr>
            <p:cNvSpPr txBox="1">
              <a:spLocks noChangeArrowheads="1"/>
            </p:cNvSpPr>
            <p:nvPr/>
          </p:nvSpPr>
          <p:spPr bwMode="auto">
            <a:xfrm>
              <a:off x="5588608" y="1356678"/>
              <a:ext cx="1076129"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B[7:4]</a:t>
              </a:r>
            </a:p>
          </p:txBody>
        </p:sp>
        <p:sp>
          <p:nvSpPr>
            <p:cNvPr id="47127" name="Line 20">
              <a:extLst>
                <a:ext uri="{FF2B5EF4-FFF2-40B4-BE49-F238E27FC236}">
                  <a16:creationId xmlns:a16="http://schemas.microsoft.com/office/drawing/2014/main" id="{C7AFF55E-485B-8277-2A0C-0AFCF7C3C482}"/>
                </a:ext>
              </a:extLst>
            </p:cNvPr>
            <p:cNvSpPr>
              <a:spLocks noChangeShapeType="1"/>
            </p:cNvSpPr>
            <p:nvPr/>
          </p:nvSpPr>
          <p:spPr bwMode="auto">
            <a:xfrm flipV="1">
              <a:off x="5855659" y="1761364"/>
              <a:ext cx="134928"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28" name="Line 21">
              <a:extLst>
                <a:ext uri="{FF2B5EF4-FFF2-40B4-BE49-F238E27FC236}">
                  <a16:creationId xmlns:a16="http://schemas.microsoft.com/office/drawing/2014/main" id="{3B07DC59-F77F-8CE3-4DE3-237266E83712}"/>
                </a:ext>
              </a:extLst>
            </p:cNvPr>
            <p:cNvSpPr>
              <a:spLocks noChangeShapeType="1"/>
            </p:cNvSpPr>
            <p:nvPr/>
          </p:nvSpPr>
          <p:spPr bwMode="auto">
            <a:xfrm>
              <a:off x="3457711" y="1695008"/>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29" name="Line 22">
              <a:extLst>
                <a:ext uri="{FF2B5EF4-FFF2-40B4-BE49-F238E27FC236}">
                  <a16:creationId xmlns:a16="http://schemas.microsoft.com/office/drawing/2014/main" id="{068A7C20-F0C5-0F45-E378-B2C976CEE375}"/>
                </a:ext>
              </a:extLst>
            </p:cNvPr>
            <p:cNvSpPr>
              <a:spLocks noChangeShapeType="1"/>
            </p:cNvSpPr>
            <p:nvPr/>
          </p:nvSpPr>
          <p:spPr bwMode="auto">
            <a:xfrm>
              <a:off x="4045184" y="1693828"/>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30" name="Text Box 23">
              <a:extLst>
                <a:ext uri="{FF2B5EF4-FFF2-40B4-BE49-F238E27FC236}">
                  <a16:creationId xmlns:a16="http://schemas.microsoft.com/office/drawing/2014/main" id="{7B8DC41E-4739-01FC-B136-18FD88D2B085}"/>
                </a:ext>
              </a:extLst>
            </p:cNvPr>
            <p:cNvSpPr txBox="1">
              <a:spLocks noChangeArrowheads="1"/>
            </p:cNvSpPr>
            <p:nvPr/>
          </p:nvSpPr>
          <p:spPr bwMode="auto">
            <a:xfrm>
              <a:off x="2982904" y="1356678"/>
              <a:ext cx="1034994"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A[11:8]</a:t>
              </a:r>
            </a:p>
          </p:txBody>
        </p:sp>
        <p:sp>
          <p:nvSpPr>
            <p:cNvPr id="47131" name="Line 24">
              <a:extLst>
                <a:ext uri="{FF2B5EF4-FFF2-40B4-BE49-F238E27FC236}">
                  <a16:creationId xmlns:a16="http://schemas.microsoft.com/office/drawing/2014/main" id="{C1F29D6F-4DD3-6BC2-0EA0-75F07A0FC503}"/>
                </a:ext>
              </a:extLst>
            </p:cNvPr>
            <p:cNvSpPr>
              <a:spLocks noChangeShapeType="1"/>
            </p:cNvSpPr>
            <p:nvPr/>
          </p:nvSpPr>
          <p:spPr bwMode="auto">
            <a:xfrm flipV="1">
              <a:off x="3393002" y="1752440"/>
              <a:ext cx="134928"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2" name="Text Box 25">
              <a:extLst>
                <a:ext uri="{FF2B5EF4-FFF2-40B4-BE49-F238E27FC236}">
                  <a16:creationId xmlns:a16="http://schemas.microsoft.com/office/drawing/2014/main" id="{983820F3-AAB3-D09E-71FC-8C19490A40E4}"/>
                </a:ext>
              </a:extLst>
            </p:cNvPr>
            <p:cNvSpPr txBox="1">
              <a:spLocks noChangeArrowheads="1"/>
            </p:cNvSpPr>
            <p:nvPr/>
          </p:nvSpPr>
          <p:spPr bwMode="auto">
            <a:xfrm>
              <a:off x="3715265" y="1356678"/>
              <a:ext cx="1148530"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B[11:8]</a:t>
              </a:r>
            </a:p>
          </p:txBody>
        </p:sp>
        <p:sp>
          <p:nvSpPr>
            <p:cNvPr id="47133" name="Line 26">
              <a:extLst>
                <a:ext uri="{FF2B5EF4-FFF2-40B4-BE49-F238E27FC236}">
                  <a16:creationId xmlns:a16="http://schemas.microsoft.com/office/drawing/2014/main" id="{123BC28E-E234-C21A-E3B4-11ED6AC6D8BC}"/>
                </a:ext>
              </a:extLst>
            </p:cNvPr>
            <p:cNvSpPr>
              <a:spLocks noChangeShapeType="1"/>
            </p:cNvSpPr>
            <p:nvPr/>
          </p:nvSpPr>
          <p:spPr bwMode="auto">
            <a:xfrm flipV="1">
              <a:off x="3987302" y="1737897"/>
              <a:ext cx="134928"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4" name="Line 27">
              <a:extLst>
                <a:ext uri="{FF2B5EF4-FFF2-40B4-BE49-F238E27FC236}">
                  <a16:creationId xmlns:a16="http://schemas.microsoft.com/office/drawing/2014/main" id="{DE82F114-1C5E-8B61-477E-87EA806C5B8E}"/>
                </a:ext>
              </a:extLst>
            </p:cNvPr>
            <p:cNvSpPr>
              <a:spLocks noChangeShapeType="1"/>
            </p:cNvSpPr>
            <p:nvPr/>
          </p:nvSpPr>
          <p:spPr bwMode="auto">
            <a:xfrm>
              <a:off x="1616641" y="1632957"/>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35" name="Line 28">
              <a:extLst>
                <a:ext uri="{FF2B5EF4-FFF2-40B4-BE49-F238E27FC236}">
                  <a16:creationId xmlns:a16="http://schemas.microsoft.com/office/drawing/2014/main" id="{5916FD4F-262B-DB7E-4212-E6104693D981}"/>
                </a:ext>
              </a:extLst>
            </p:cNvPr>
            <p:cNvSpPr>
              <a:spLocks noChangeShapeType="1"/>
            </p:cNvSpPr>
            <p:nvPr/>
          </p:nvSpPr>
          <p:spPr bwMode="auto">
            <a:xfrm>
              <a:off x="2202509" y="1652310"/>
              <a:ext cx="0" cy="274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36" name="Text Box 29">
              <a:extLst>
                <a:ext uri="{FF2B5EF4-FFF2-40B4-BE49-F238E27FC236}">
                  <a16:creationId xmlns:a16="http://schemas.microsoft.com/office/drawing/2014/main" id="{CB8045C7-56B5-4A24-ACEB-580D01FE01E2}"/>
                </a:ext>
              </a:extLst>
            </p:cNvPr>
            <p:cNvSpPr txBox="1">
              <a:spLocks noChangeArrowheads="1"/>
            </p:cNvSpPr>
            <p:nvPr/>
          </p:nvSpPr>
          <p:spPr bwMode="auto">
            <a:xfrm>
              <a:off x="903969" y="1356678"/>
              <a:ext cx="1243967"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A[15: 12]</a:t>
              </a:r>
            </a:p>
          </p:txBody>
        </p:sp>
        <p:sp>
          <p:nvSpPr>
            <p:cNvPr id="47137" name="Line 30">
              <a:extLst>
                <a:ext uri="{FF2B5EF4-FFF2-40B4-BE49-F238E27FC236}">
                  <a16:creationId xmlns:a16="http://schemas.microsoft.com/office/drawing/2014/main" id="{F2BBA487-584A-BD57-7AF8-C5B973FE558F}"/>
                </a:ext>
              </a:extLst>
            </p:cNvPr>
            <p:cNvSpPr>
              <a:spLocks noChangeShapeType="1"/>
            </p:cNvSpPr>
            <p:nvPr/>
          </p:nvSpPr>
          <p:spPr bwMode="auto">
            <a:xfrm flipV="1">
              <a:off x="1545958" y="1718835"/>
              <a:ext cx="133283"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8" name="Line 31">
              <a:extLst>
                <a:ext uri="{FF2B5EF4-FFF2-40B4-BE49-F238E27FC236}">
                  <a16:creationId xmlns:a16="http://schemas.microsoft.com/office/drawing/2014/main" id="{0B0BC847-4B1A-D96C-99F2-94E93842CC89}"/>
                </a:ext>
              </a:extLst>
            </p:cNvPr>
            <p:cNvSpPr>
              <a:spLocks noChangeShapeType="1"/>
            </p:cNvSpPr>
            <p:nvPr/>
          </p:nvSpPr>
          <p:spPr bwMode="auto">
            <a:xfrm flipV="1">
              <a:off x="2144627" y="1691288"/>
              <a:ext cx="134928" cy="107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39" name="Text Box 32">
              <a:extLst>
                <a:ext uri="{FF2B5EF4-FFF2-40B4-BE49-F238E27FC236}">
                  <a16:creationId xmlns:a16="http://schemas.microsoft.com/office/drawing/2014/main" id="{3B3A9AE3-B185-12B2-636A-9E4C2FB54BA9}"/>
                </a:ext>
              </a:extLst>
            </p:cNvPr>
            <p:cNvSpPr txBox="1">
              <a:spLocks noChangeArrowheads="1"/>
            </p:cNvSpPr>
            <p:nvPr/>
          </p:nvSpPr>
          <p:spPr bwMode="auto">
            <a:xfrm>
              <a:off x="1850013" y="1356678"/>
              <a:ext cx="1021830"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B[15:12</a:t>
              </a:r>
              <a:r>
                <a:rPr lang="en-US" altLang="en-US" sz="1600"/>
                <a:t>]</a:t>
              </a:r>
              <a:endParaRPr lang="ru-RU" altLang="en-US" sz="1600"/>
            </a:p>
          </p:txBody>
        </p:sp>
        <p:sp>
          <p:nvSpPr>
            <p:cNvPr id="47140" name="Line 33">
              <a:extLst>
                <a:ext uri="{FF2B5EF4-FFF2-40B4-BE49-F238E27FC236}">
                  <a16:creationId xmlns:a16="http://schemas.microsoft.com/office/drawing/2014/main" id="{23F8FD88-9ACF-B171-CAEF-B263626D37C3}"/>
                </a:ext>
              </a:extLst>
            </p:cNvPr>
            <p:cNvSpPr>
              <a:spLocks noChangeShapeType="1"/>
            </p:cNvSpPr>
            <p:nvPr/>
          </p:nvSpPr>
          <p:spPr bwMode="auto">
            <a:xfrm flipH="1">
              <a:off x="8155838" y="2337122"/>
              <a:ext cx="39491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41" name="Line 34">
              <a:extLst>
                <a:ext uri="{FF2B5EF4-FFF2-40B4-BE49-F238E27FC236}">
                  <a16:creationId xmlns:a16="http://schemas.microsoft.com/office/drawing/2014/main" id="{1C433B8E-EA18-FFA2-BCE0-75E051D17656}"/>
                </a:ext>
              </a:extLst>
            </p:cNvPr>
            <p:cNvSpPr>
              <a:spLocks noChangeShapeType="1"/>
            </p:cNvSpPr>
            <p:nvPr/>
          </p:nvSpPr>
          <p:spPr bwMode="auto">
            <a:xfrm flipH="1">
              <a:off x="6288137" y="2325062"/>
              <a:ext cx="302764"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42" name="Line 35">
              <a:extLst>
                <a:ext uri="{FF2B5EF4-FFF2-40B4-BE49-F238E27FC236}">
                  <a16:creationId xmlns:a16="http://schemas.microsoft.com/office/drawing/2014/main" id="{77B3211E-1526-CE68-738A-B08BADC4F247}"/>
                </a:ext>
              </a:extLst>
            </p:cNvPr>
            <p:cNvSpPr>
              <a:spLocks noChangeShapeType="1"/>
            </p:cNvSpPr>
            <p:nvPr/>
          </p:nvSpPr>
          <p:spPr bwMode="auto">
            <a:xfrm flipH="1">
              <a:off x="4405373" y="2325062"/>
              <a:ext cx="301119"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43" name="Line 36">
              <a:extLst>
                <a:ext uri="{FF2B5EF4-FFF2-40B4-BE49-F238E27FC236}">
                  <a16:creationId xmlns:a16="http://schemas.microsoft.com/office/drawing/2014/main" id="{C43B699B-5B7F-6E8E-858A-B3488530914E}"/>
                </a:ext>
              </a:extLst>
            </p:cNvPr>
            <p:cNvSpPr>
              <a:spLocks noChangeShapeType="1"/>
            </p:cNvSpPr>
            <p:nvPr/>
          </p:nvSpPr>
          <p:spPr bwMode="auto">
            <a:xfrm flipH="1">
              <a:off x="2537017" y="2295728"/>
              <a:ext cx="277364"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44" name="Line 37">
              <a:extLst>
                <a:ext uri="{FF2B5EF4-FFF2-40B4-BE49-F238E27FC236}">
                  <a16:creationId xmlns:a16="http://schemas.microsoft.com/office/drawing/2014/main" id="{C88EB875-77E9-B1F1-61E2-624AB9D08D7B}"/>
                </a:ext>
              </a:extLst>
            </p:cNvPr>
            <p:cNvSpPr>
              <a:spLocks noChangeShapeType="1"/>
            </p:cNvSpPr>
            <p:nvPr/>
          </p:nvSpPr>
          <p:spPr bwMode="auto">
            <a:xfrm flipH="1">
              <a:off x="709202" y="4484375"/>
              <a:ext cx="396556"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45" name="Text Box 38">
              <a:extLst>
                <a:ext uri="{FF2B5EF4-FFF2-40B4-BE49-F238E27FC236}">
                  <a16:creationId xmlns:a16="http://schemas.microsoft.com/office/drawing/2014/main" id="{94325935-00CF-F1A4-7D25-59AE77DACF3F}"/>
                </a:ext>
              </a:extLst>
            </p:cNvPr>
            <p:cNvSpPr txBox="1">
              <a:spLocks noChangeArrowheads="1"/>
            </p:cNvSpPr>
            <p:nvPr/>
          </p:nvSpPr>
          <p:spPr bwMode="auto">
            <a:xfrm>
              <a:off x="6744185" y="4218087"/>
              <a:ext cx="605479"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a:t>
              </a:r>
              <a:r>
                <a:rPr lang="en-US" altLang="en-US" sz="1400"/>
                <a:t>4</a:t>
              </a:r>
              <a:endParaRPr lang="ru-RU" altLang="en-US" sz="1400"/>
            </a:p>
          </p:txBody>
        </p:sp>
        <p:sp>
          <p:nvSpPr>
            <p:cNvPr id="47146" name="Text Box 39">
              <a:extLst>
                <a:ext uri="{FF2B5EF4-FFF2-40B4-BE49-F238E27FC236}">
                  <a16:creationId xmlns:a16="http://schemas.microsoft.com/office/drawing/2014/main" id="{047A7F34-D17A-0930-C26B-B107D4847913}"/>
                </a:ext>
              </a:extLst>
            </p:cNvPr>
            <p:cNvSpPr txBox="1">
              <a:spLocks noChangeArrowheads="1"/>
            </p:cNvSpPr>
            <p:nvPr/>
          </p:nvSpPr>
          <p:spPr bwMode="auto">
            <a:xfrm>
              <a:off x="4810019" y="4203420"/>
              <a:ext cx="839184"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a:t>
              </a:r>
              <a:r>
                <a:rPr lang="en-US" altLang="en-US" sz="1400"/>
                <a:t>8</a:t>
              </a:r>
              <a:endParaRPr lang="ru-RU" altLang="en-US" sz="1400"/>
            </a:p>
          </p:txBody>
        </p:sp>
        <p:sp>
          <p:nvSpPr>
            <p:cNvPr id="47147" name="Text Box 40">
              <a:extLst>
                <a:ext uri="{FF2B5EF4-FFF2-40B4-BE49-F238E27FC236}">
                  <a16:creationId xmlns:a16="http://schemas.microsoft.com/office/drawing/2014/main" id="{38D2E469-F500-7BC8-039B-DF2B3C26F4C6}"/>
                </a:ext>
              </a:extLst>
            </p:cNvPr>
            <p:cNvSpPr txBox="1">
              <a:spLocks noChangeArrowheads="1"/>
            </p:cNvSpPr>
            <p:nvPr/>
          </p:nvSpPr>
          <p:spPr bwMode="auto">
            <a:xfrm>
              <a:off x="2848868" y="4203420"/>
              <a:ext cx="669703"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a:t>
              </a:r>
              <a:r>
                <a:rPr lang="en-US" altLang="en-US" sz="1400"/>
                <a:t>12</a:t>
              </a:r>
              <a:endParaRPr lang="ru-RU" altLang="en-US" sz="1400"/>
            </a:p>
          </p:txBody>
        </p:sp>
        <p:sp>
          <p:nvSpPr>
            <p:cNvPr id="47148" name="Text Box 41">
              <a:extLst>
                <a:ext uri="{FF2B5EF4-FFF2-40B4-BE49-F238E27FC236}">
                  <a16:creationId xmlns:a16="http://schemas.microsoft.com/office/drawing/2014/main" id="{B37E8B08-3AA2-8B1E-D429-D859251D5BA6}"/>
                </a:ext>
              </a:extLst>
            </p:cNvPr>
            <p:cNvSpPr txBox="1">
              <a:spLocks noChangeArrowheads="1"/>
            </p:cNvSpPr>
            <p:nvPr/>
          </p:nvSpPr>
          <p:spPr bwMode="auto">
            <a:xfrm>
              <a:off x="304799" y="4328904"/>
              <a:ext cx="75216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a:t>
              </a:r>
              <a:r>
                <a:rPr lang="en-US" altLang="en-US" sz="1400"/>
                <a:t>16</a:t>
              </a:r>
              <a:endParaRPr lang="ru-RU" altLang="en-US" sz="1400"/>
            </a:p>
          </p:txBody>
        </p:sp>
        <p:sp>
          <p:nvSpPr>
            <p:cNvPr id="46124" name="Rectangle 42">
              <a:extLst>
                <a:ext uri="{FF2B5EF4-FFF2-40B4-BE49-F238E27FC236}">
                  <a16:creationId xmlns:a16="http://schemas.microsoft.com/office/drawing/2014/main" id="{D19B38A2-182C-42D2-85E7-E9BD0CDB8192}"/>
                </a:ext>
              </a:extLst>
            </p:cNvPr>
            <p:cNvSpPr>
              <a:spLocks noChangeArrowheads="1"/>
            </p:cNvSpPr>
            <p:nvPr/>
          </p:nvSpPr>
          <p:spPr bwMode="auto">
            <a:xfrm>
              <a:off x="7169422" y="4160678"/>
              <a:ext cx="671540" cy="677977"/>
            </a:xfrm>
            <a:prstGeom prst="rect">
              <a:avLst/>
            </a:prstGeom>
            <a:solidFill>
              <a:schemeClr val="accent1">
                <a:lumMod val="40000"/>
                <a:lumOff val="60000"/>
              </a:schemeClr>
            </a:solidFill>
            <a:ln w="22225">
              <a:solidFill>
                <a:srgbClr val="000000"/>
              </a:solidFill>
              <a:miter lim="800000"/>
              <a:headEnd/>
              <a:tailEnd/>
            </a:ln>
          </p:spPr>
          <p:txBody>
            <a:bodyPr/>
            <a:lstStyle/>
            <a:p>
              <a:pPr eaLnBrk="1" hangingPunct="1">
                <a:defRPr/>
              </a:pPr>
              <a:endParaRPr lang="ru-RU" sz="1600">
                <a:latin typeface="Arial" charset="0"/>
                <a:cs typeface="Arial" charset="0"/>
              </a:endParaRPr>
            </a:p>
          </p:txBody>
        </p:sp>
        <p:sp>
          <p:nvSpPr>
            <p:cNvPr id="47150" name="Line 43">
              <a:extLst>
                <a:ext uri="{FF2B5EF4-FFF2-40B4-BE49-F238E27FC236}">
                  <a16:creationId xmlns:a16="http://schemas.microsoft.com/office/drawing/2014/main" id="{F301BFFA-F5FC-8C31-628E-432B18C8FE2E}"/>
                </a:ext>
              </a:extLst>
            </p:cNvPr>
            <p:cNvSpPr>
              <a:spLocks noChangeShapeType="1"/>
            </p:cNvSpPr>
            <p:nvPr/>
          </p:nvSpPr>
          <p:spPr bwMode="auto">
            <a:xfrm>
              <a:off x="7334423" y="2677071"/>
              <a:ext cx="0" cy="146181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51" name="Line 44">
              <a:extLst>
                <a:ext uri="{FF2B5EF4-FFF2-40B4-BE49-F238E27FC236}">
                  <a16:creationId xmlns:a16="http://schemas.microsoft.com/office/drawing/2014/main" id="{9B7D5308-8BE2-CAE2-3EB1-845F34E1C299}"/>
                </a:ext>
              </a:extLst>
            </p:cNvPr>
            <p:cNvSpPr>
              <a:spLocks noChangeShapeType="1"/>
            </p:cNvSpPr>
            <p:nvPr/>
          </p:nvSpPr>
          <p:spPr bwMode="auto">
            <a:xfrm>
              <a:off x="7685133" y="2668923"/>
              <a:ext cx="0" cy="1478111"/>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52" name="Text Box 45">
              <a:extLst>
                <a:ext uri="{FF2B5EF4-FFF2-40B4-BE49-F238E27FC236}">
                  <a16:creationId xmlns:a16="http://schemas.microsoft.com/office/drawing/2014/main" id="{50993119-CC7E-CBE3-0B39-E23BE9985F97}"/>
                </a:ext>
              </a:extLst>
            </p:cNvPr>
            <p:cNvSpPr txBox="1">
              <a:spLocks noChangeArrowheads="1"/>
            </p:cNvSpPr>
            <p:nvPr/>
          </p:nvSpPr>
          <p:spPr bwMode="auto">
            <a:xfrm>
              <a:off x="6719993" y="2865120"/>
              <a:ext cx="823807"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S[3:0]</a:t>
              </a:r>
              <a:endParaRPr lang="ru-RU" altLang="en-US" sz="1400"/>
            </a:p>
          </p:txBody>
        </p:sp>
        <p:sp>
          <p:nvSpPr>
            <p:cNvPr id="47153" name="Text Box 46">
              <a:extLst>
                <a:ext uri="{FF2B5EF4-FFF2-40B4-BE49-F238E27FC236}">
                  <a16:creationId xmlns:a16="http://schemas.microsoft.com/office/drawing/2014/main" id="{D8FFCEF3-2272-E774-EB70-AA5C760922D3}"/>
                </a:ext>
              </a:extLst>
            </p:cNvPr>
            <p:cNvSpPr txBox="1">
              <a:spLocks noChangeArrowheads="1"/>
            </p:cNvSpPr>
            <p:nvPr/>
          </p:nvSpPr>
          <p:spPr bwMode="auto">
            <a:xfrm>
              <a:off x="7689889" y="2713575"/>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P0</a:t>
              </a:r>
            </a:p>
          </p:txBody>
        </p:sp>
        <p:sp>
          <p:nvSpPr>
            <p:cNvPr id="46129" name="Rectangle 47">
              <a:extLst>
                <a:ext uri="{FF2B5EF4-FFF2-40B4-BE49-F238E27FC236}">
                  <a16:creationId xmlns:a16="http://schemas.microsoft.com/office/drawing/2014/main" id="{728D4694-1AF5-4704-9D90-9A6DCAF39DBA}"/>
                </a:ext>
              </a:extLst>
            </p:cNvPr>
            <p:cNvSpPr>
              <a:spLocks noChangeArrowheads="1"/>
            </p:cNvSpPr>
            <p:nvPr/>
          </p:nvSpPr>
          <p:spPr bwMode="auto">
            <a:xfrm>
              <a:off x="5234183" y="4136861"/>
              <a:ext cx="1097006" cy="677978"/>
            </a:xfrm>
            <a:prstGeom prst="rect">
              <a:avLst/>
            </a:prstGeom>
            <a:solidFill>
              <a:schemeClr val="accent1">
                <a:lumMod val="40000"/>
                <a:lumOff val="60000"/>
              </a:schemeClr>
            </a:solidFill>
            <a:ln w="22225">
              <a:solidFill>
                <a:srgbClr val="000000"/>
              </a:solidFill>
              <a:miter lim="800000"/>
              <a:headEnd/>
              <a:tailEnd/>
            </a:ln>
          </p:spPr>
          <p:txBody>
            <a:bodyPr/>
            <a:lstStyle/>
            <a:p>
              <a:pPr eaLnBrk="1" hangingPunct="1">
                <a:defRPr/>
              </a:pPr>
              <a:endParaRPr lang="ru-RU" sz="1600">
                <a:latin typeface="Arial" charset="0"/>
                <a:cs typeface="Arial" charset="0"/>
              </a:endParaRPr>
            </a:p>
          </p:txBody>
        </p:sp>
        <p:sp>
          <p:nvSpPr>
            <p:cNvPr id="47155" name="Line 48">
              <a:extLst>
                <a:ext uri="{FF2B5EF4-FFF2-40B4-BE49-F238E27FC236}">
                  <a16:creationId xmlns:a16="http://schemas.microsoft.com/office/drawing/2014/main" id="{0991EF78-FF4E-9F19-8A18-1720B9CBD4EC}"/>
                </a:ext>
              </a:extLst>
            </p:cNvPr>
            <p:cNvSpPr>
              <a:spLocks noChangeShapeType="1"/>
            </p:cNvSpPr>
            <p:nvPr/>
          </p:nvSpPr>
          <p:spPr bwMode="auto">
            <a:xfrm>
              <a:off x="6595715" y="2325062"/>
              <a:ext cx="0" cy="219353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56" name="Line 49">
              <a:extLst>
                <a:ext uri="{FF2B5EF4-FFF2-40B4-BE49-F238E27FC236}">
                  <a16:creationId xmlns:a16="http://schemas.microsoft.com/office/drawing/2014/main" id="{1E7B20BB-D963-BFC8-34F2-56710642B7B8}"/>
                </a:ext>
              </a:extLst>
            </p:cNvPr>
            <p:cNvSpPr>
              <a:spLocks noChangeShapeType="1"/>
            </p:cNvSpPr>
            <p:nvPr/>
          </p:nvSpPr>
          <p:spPr bwMode="auto">
            <a:xfrm>
              <a:off x="6598612" y="4513709"/>
              <a:ext cx="585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57" name="Line 50">
              <a:extLst>
                <a:ext uri="{FF2B5EF4-FFF2-40B4-BE49-F238E27FC236}">
                  <a16:creationId xmlns:a16="http://schemas.microsoft.com/office/drawing/2014/main" id="{7F0CD244-62D5-98F3-6118-718C642A05CE}"/>
                </a:ext>
              </a:extLst>
            </p:cNvPr>
            <p:cNvSpPr>
              <a:spLocks noChangeShapeType="1"/>
            </p:cNvSpPr>
            <p:nvPr/>
          </p:nvSpPr>
          <p:spPr bwMode="auto">
            <a:xfrm>
              <a:off x="8396657" y="2340302"/>
              <a:ext cx="0" cy="260604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58" name="Line 51">
              <a:extLst>
                <a:ext uri="{FF2B5EF4-FFF2-40B4-BE49-F238E27FC236}">
                  <a16:creationId xmlns:a16="http://schemas.microsoft.com/office/drawing/2014/main" id="{351BFDCE-4C8C-AE3A-D007-2AEBDBE8CABC}"/>
                </a:ext>
              </a:extLst>
            </p:cNvPr>
            <p:cNvSpPr>
              <a:spLocks noChangeShapeType="1"/>
            </p:cNvSpPr>
            <p:nvPr/>
          </p:nvSpPr>
          <p:spPr bwMode="auto">
            <a:xfrm flipH="1">
              <a:off x="7839611" y="4484375"/>
              <a:ext cx="557784" cy="0"/>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59" name="Line 52">
              <a:extLst>
                <a:ext uri="{FF2B5EF4-FFF2-40B4-BE49-F238E27FC236}">
                  <a16:creationId xmlns:a16="http://schemas.microsoft.com/office/drawing/2014/main" id="{AB3D4235-5858-0387-BB55-FA109201F858}"/>
                </a:ext>
              </a:extLst>
            </p:cNvPr>
            <p:cNvSpPr>
              <a:spLocks noChangeShapeType="1"/>
            </p:cNvSpPr>
            <p:nvPr/>
          </p:nvSpPr>
          <p:spPr bwMode="auto">
            <a:xfrm>
              <a:off x="5445960" y="2699931"/>
              <a:ext cx="0" cy="146181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60" name="Line 53">
              <a:extLst>
                <a:ext uri="{FF2B5EF4-FFF2-40B4-BE49-F238E27FC236}">
                  <a16:creationId xmlns:a16="http://schemas.microsoft.com/office/drawing/2014/main" id="{166B9216-85DB-E354-50E5-F83E5F3888F6}"/>
                </a:ext>
              </a:extLst>
            </p:cNvPr>
            <p:cNvSpPr>
              <a:spLocks noChangeShapeType="1"/>
            </p:cNvSpPr>
            <p:nvPr/>
          </p:nvSpPr>
          <p:spPr bwMode="auto">
            <a:xfrm>
              <a:off x="5768183" y="2677071"/>
              <a:ext cx="0" cy="146181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61" name="Text Box 54">
              <a:extLst>
                <a:ext uri="{FF2B5EF4-FFF2-40B4-BE49-F238E27FC236}">
                  <a16:creationId xmlns:a16="http://schemas.microsoft.com/office/drawing/2014/main" id="{777C2E7B-5CFB-9AE1-73DB-DB8464494D23}"/>
                </a:ext>
              </a:extLst>
            </p:cNvPr>
            <p:cNvSpPr txBox="1">
              <a:spLocks noChangeArrowheads="1"/>
            </p:cNvSpPr>
            <p:nvPr/>
          </p:nvSpPr>
          <p:spPr bwMode="auto">
            <a:xfrm>
              <a:off x="5378009" y="2718853"/>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G1</a:t>
              </a:r>
            </a:p>
          </p:txBody>
        </p:sp>
        <p:sp>
          <p:nvSpPr>
            <p:cNvPr id="47162" name="Text Box 55">
              <a:extLst>
                <a:ext uri="{FF2B5EF4-FFF2-40B4-BE49-F238E27FC236}">
                  <a16:creationId xmlns:a16="http://schemas.microsoft.com/office/drawing/2014/main" id="{E6B17C33-C07E-C9FE-EFA0-59104DA9D01C}"/>
                </a:ext>
              </a:extLst>
            </p:cNvPr>
            <p:cNvSpPr txBox="1">
              <a:spLocks noChangeArrowheads="1"/>
            </p:cNvSpPr>
            <p:nvPr/>
          </p:nvSpPr>
          <p:spPr bwMode="auto">
            <a:xfrm>
              <a:off x="5716428" y="2709339"/>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P1</a:t>
              </a:r>
            </a:p>
          </p:txBody>
        </p:sp>
        <p:sp>
          <p:nvSpPr>
            <p:cNvPr id="47163" name="Line 56">
              <a:extLst>
                <a:ext uri="{FF2B5EF4-FFF2-40B4-BE49-F238E27FC236}">
                  <a16:creationId xmlns:a16="http://schemas.microsoft.com/office/drawing/2014/main" id="{B0270853-45E8-E22C-1D24-BA57584A2245}"/>
                </a:ext>
              </a:extLst>
            </p:cNvPr>
            <p:cNvSpPr>
              <a:spLocks noChangeShapeType="1"/>
            </p:cNvSpPr>
            <p:nvPr/>
          </p:nvSpPr>
          <p:spPr bwMode="auto">
            <a:xfrm flipH="1">
              <a:off x="2397718" y="3638576"/>
              <a:ext cx="4937760"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64" name="Line 57">
              <a:extLst>
                <a:ext uri="{FF2B5EF4-FFF2-40B4-BE49-F238E27FC236}">
                  <a16:creationId xmlns:a16="http://schemas.microsoft.com/office/drawing/2014/main" id="{40429E5C-F66F-1420-5F9A-44DCCC190BA1}"/>
                </a:ext>
              </a:extLst>
            </p:cNvPr>
            <p:cNvSpPr>
              <a:spLocks noChangeShapeType="1"/>
            </p:cNvSpPr>
            <p:nvPr/>
          </p:nvSpPr>
          <p:spPr bwMode="auto">
            <a:xfrm flipH="1">
              <a:off x="2568114" y="3804802"/>
              <a:ext cx="5120640"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65" name="Line 58">
              <a:extLst>
                <a:ext uri="{FF2B5EF4-FFF2-40B4-BE49-F238E27FC236}">
                  <a16:creationId xmlns:a16="http://schemas.microsoft.com/office/drawing/2014/main" id="{F23F24A6-CEF3-6CD1-2B4D-7DD9FC9B4DDB}"/>
                </a:ext>
              </a:extLst>
            </p:cNvPr>
            <p:cNvSpPr>
              <a:spLocks noChangeShapeType="1"/>
            </p:cNvSpPr>
            <p:nvPr/>
          </p:nvSpPr>
          <p:spPr bwMode="auto">
            <a:xfrm>
              <a:off x="5943580" y="3638576"/>
              <a:ext cx="0" cy="506828"/>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66" name="Line 59">
              <a:extLst>
                <a:ext uri="{FF2B5EF4-FFF2-40B4-BE49-F238E27FC236}">
                  <a16:creationId xmlns:a16="http://schemas.microsoft.com/office/drawing/2014/main" id="{8BEDF3F7-E062-A5C7-6844-7DA11E2C9B5A}"/>
                </a:ext>
              </a:extLst>
            </p:cNvPr>
            <p:cNvSpPr>
              <a:spLocks noChangeShapeType="1"/>
            </p:cNvSpPr>
            <p:nvPr/>
          </p:nvSpPr>
          <p:spPr bwMode="auto">
            <a:xfrm>
              <a:off x="6176323" y="3808062"/>
              <a:ext cx="0" cy="337342"/>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67" name="Line 60">
              <a:extLst>
                <a:ext uri="{FF2B5EF4-FFF2-40B4-BE49-F238E27FC236}">
                  <a16:creationId xmlns:a16="http://schemas.microsoft.com/office/drawing/2014/main" id="{45AD2016-A21B-AD2A-3291-31B37BC856A5}"/>
                </a:ext>
              </a:extLst>
            </p:cNvPr>
            <p:cNvSpPr>
              <a:spLocks noChangeShapeType="1"/>
            </p:cNvSpPr>
            <p:nvPr/>
          </p:nvSpPr>
          <p:spPr bwMode="auto">
            <a:xfrm flipH="1">
              <a:off x="4700246" y="4499042"/>
              <a:ext cx="51206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68" name="Line 61">
              <a:extLst>
                <a:ext uri="{FF2B5EF4-FFF2-40B4-BE49-F238E27FC236}">
                  <a16:creationId xmlns:a16="http://schemas.microsoft.com/office/drawing/2014/main" id="{16290F13-E8D6-BAA3-FADC-0BB0B42061D0}"/>
                </a:ext>
              </a:extLst>
            </p:cNvPr>
            <p:cNvSpPr>
              <a:spLocks noChangeShapeType="1"/>
            </p:cNvSpPr>
            <p:nvPr/>
          </p:nvSpPr>
          <p:spPr bwMode="auto">
            <a:xfrm>
              <a:off x="4698467" y="2325062"/>
              <a:ext cx="0" cy="2177239"/>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6144" name="Rectangle 62">
              <a:extLst>
                <a:ext uri="{FF2B5EF4-FFF2-40B4-BE49-F238E27FC236}">
                  <a16:creationId xmlns:a16="http://schemas.microsoft.com/office/drawing/2014/main" id="{39D91CF4-D1C8-448E-BB51-ED8B8B839225}"/>
                </a:ext>
              </a:extLst>
            </p:cNvPr>
            <p:cNvSpPr>
              <a:spLocks noChangeArrowheads="1"/>
            </p:cNvSpPr>
            <p:nvPr/>
          </p:nvSpPr>
          <p:spPr bwMode="auto">
            <a:xfrm>
              <a:off x="3279892" y="4132098"/>
              <a:ext cx="1274814" cy="677977"/>
            </a:xfrm>
            <a:prstGeom prst="rect">
              <a:avLst/>
            </a:prstGeom>
            <a:solidFill>
              <a:schemeClr val="accent1">
                <a:lumMod val="40000"/>
                <a:lumOff val="60000"/>
              </a:schemeClr>
            </a:solidFill>
            <a:ln w="22225">
              <a:solidFill>
                <a:srgbClr val="000000"/>
              </a:solidFill>
              <a:miter lim="800000"/>
              <a:headEnd/>
              <a:tailEnd/>
            </a:ln>
          </p:spPr>
          <p:txBody>
            <a:bodyPr/>
            <a:lstStyle/>
            <a:p>
              <a:pPr eaLnBrk="1" hangingPunct="1">
                <a:defRPr/>
              </a:pPr>
              <a:endParaRPr lang="ru-RU" sz="1600">
                <a:latin typeface="Arial" charset="0"/>
                <a:cs typeface="Arial" charset="0"/>
              </a:endParaRPr>
            </a:p>
          </p:txBody>
        </p:sp>
        <p:sp>
          <p:nvSpPr>
            <p:cNvPr id="47170" name="Line 63">
              <a:extLst>
                <a:ext uri="{FF2B5EF4-FFF2-40B4-BE49-F238E27FC236}">
                  <a16:creationId xmlns:a16="http://schemas.microsoft.com/office/drawing/2014/main" id="{7EEEC3C0-F4A2-BEDB-FE9D-48B8C9A93DF4}"/>
                </a:ext>
              </a:extLst>
            </p:cNvPr>
            <p:cNvSpPr>
              <a:spLocks noChangeShapeType="1"/>
            </p:cNvSpPr>
            <p:nvPr/>
          </p:nvSpPr>
          <p:spPr bwMode="auto">
            <a:xfrm>
              <a:off x="4295125" y="3632057"/>
              <a:ext cx="0" cy="508457"/>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71" name="Line 64">
              <a:extLst>
                <a:ext uri="{FF2B5EF4-FFF2-40B4-BE49-F238E27FC236}">
                  <a16:creationId xmlns:a16="http://schemas.microsoft.com/office/drawing/2014/main" id="{EF5BB32A-E9AF-17C7-A600-FB9D2E88F909}"/>
                </a:ext>
              </a:extLst>
            </p:cNvPr>
            <p:cNvSpPr>
              <a:spLocks noChangeShapeType="1"/>
            </p:cNvSpPr>
            <p:nvPr/>
          </p:nvSpPr>
          <p:spPr bwMode="auto">
            <a:xfrm>
              <a:off x="4444401" y="3801543"/>
              <a:ext cx="0" cy="338971"/>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72" name="Line 65">
              <a:extLst>
                <a:ext uri="{FF2B5EF4-FFF2-40B4-BE49-F238E27FC236}">
                  <a16:creationId xmlns:a16="http://schemas.microsoft.com/office/drawing/2014/main" id="{080C3298-E866-F433-26D1-245867715A43}"/>
                </a:ext>
              </a:extLst>
            </p:cNvPr>
            <p:cNvSpPr>
              <a:spLocks noChangeShapeType="1"/>
            </p:cNvSpPr>
            <p:nvPr/>
          </p:nvSpPr>
          <p:spPr bwMode="auto">
            <a:xfrm flipH="1">
              <a:off x="2820230" y="4507191"/>
              <a:ext cx="45720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3" name="Line 66">
              <a:extLst>
                <a:ext uri="{FF2B5EF4-FFF2-40B4-BE49-F238E27FC236}">
                  <a16:creationId xmlns:a16="http://schemas.microsoft.com/office/drawing/2014/main" id="{4F120C36-0686-CC97-329B-0C703EC4A1D0}"/>
                </a:ext>
              </a:extLst>
            </p:cNvPr>
            <p:cNvSpPr>
              <a:spLocks noChangeShapeType="1"/>
            </p:cNvSpPr>
            <p:nvPr/>
          </p:nvSpPr>
          <p:spPr bwMode="auto">
            <a:xfrm flipH="1">
              <a:off x="3018026" y="4938302"/>
              <a:ext cx="536752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4" name="Line 67">
              <a:extLst>
                <a:ext uri="{FF2B5EF4-FFF2-40B4-BE49-F238E27FC236}">
                  <a16:creationId xmlns:a16="http://schemas.microsoft.com/office/drawing/2014/main" id="{5487FE10-6A24-90F2-8F73-E50D0B14B626}"/>
                </a:ext>
              </a:extLst>
            </p:cNvPr>
            <p:cNvSpPr>
              <a:spLocks noChangeShapeType="1"/>
            </p:cNvSpPr>
            <p:nvPr/>
          </p:nvSpPr>
          <p:spPr bwMode="auto">
            <a:xfrm flipH="1">
              <a:off x="6328620" y="4653861"/>
              <a:ext cx="36576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75" name="Line 68">
              <a:extLst>
                <a:ext uri="{FF2B5EF4-FFF2-40B4-BE49-F238E27FC236}">
                  <a16:creationId xmlns:a16="http://schemas.microsoft.com/office/drawing/2014/main" id="{7DD514EB-7B8C-4435-68BD-B040CD8E14B3}"/>
                </a:ext>
              </a:extLst>
            </p:cNvPr>
            <p:cNvSpPr>
              <a:spLocks noChangeShapeType="1"/>
            </p:cNvSpPr>
            <p:nvPr/>
          </p:nvSpPr>
          <p:spPr bwMode="auto">
            <a:xfrm>
              <a:off x="6694775" y="4638216"/>
              <a:ext cx="0" cy="27432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76" name="Line 69">
              <a:extLst>
                <a:ext uri="{FF2B5EF4-FFF2-40B4-BE49-F238E27FC236}">
                  <a16:creationId xmlns:a16="http://schemas.microsoft.com/office/drawing/2014/main" id="{DA332517-9E89-F0F3-B042-E65B7872CF42}"/>
                </a:ext>
              </a:extLst>
            </p:cNvPr>
            <p:cNvSpPr>
              <a:spLocks noChangeShapeType="1"/>
            </p:cNvSpPr>
            <p:nvPr/>
          </p:nvSpPr>
          <p:spPr bwMode="auto">
            <a:xfrm flipH="1">
              <a:off x="4559806" y="4653861"/>
              <a:ext cx="334028"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77" name="Line 70">
              <a:extLst>
                <a:ext uri="{FF2B5EF4-FFF2-40B4-BE49-F238E27FC236}">
                  <a16:creationId xmlns:a16="http://schemas.microsoft.com/office/drawing/2014/main" id="{CB20FFFD-C5B8-9B2B-F4CD-184E88F96CFF}"/>
                </a:ext>
              </a:extLst>
            </p:cNvPr>
            <p:cNvSpPr>
              <a:spLocks noChangeShapeType="1"/>
            </p:cNvSpPr>
            <p:nvPr/>
          </p:nvSpPr>
          <p:spPr bwMode="auto">
            <a:xfrm>
              <a:off x="4893834" y="4646038"/>
              <a:ext cx="0" cy="274320"/>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47178" name="Line 71">
              <a:extLst>
                <a:ext uri="{FF2B5EF4-FFF2-40B4-BE49-F238E27FC236}">
                  <a16:creationId xmlns:a16="http://schemas.microsoft.com/office/drawing/2014/main" id="{C9F8768A-4B2C-C1E4-86DB-07A0E79CDAA6}"/>
                </a:ext>
              </a:extLst>
            </p:cNvPr>
            <p:cNvSpPr>
              <a:spLocks noChangeShapeType="1"/>
            </p:cNvSpPr>
            <p:nvPr/>
          </p:nvSpPr>
          <p:spPr bwMode="auto">
            <a:xfrm>
              <a:off x="2814701" y="2295728"/>
              <a:ext cx="0" cy="2216351"/>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7179" name="Line 72">
              <a:extLst>
                <a:ext uri="{FF2B5EF4-FFF2-40B4-BE49-F238E27FC236}">
                  <a16:creationId xmlns:a16="http://schemas.microsoft.com/office/drawing/2014/main" id="{88A70734-0A30-01D8-1DDD-CC9F8448C3E4}"/>
                </a:ext>
              </a:extLst>
            </p:cNvPr>
            <p:cNvSpPr>
              <a:spLocks noChangeShapeType="1"/>
            </p:cNvSpPr>
            <p:nvPr/>
          </p:nvSpPr>
          <p:spPr bwMode="auto">
            <a:xfrm flipH="1">
              <a:off x="2089958" y="3341976"/>
              <a:ext cx="3355848"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80" name="Line 73">
              <a:extLst>
                <a:ext uri="{FF2B5EF4-FFF2-40B4-BE49-F238E27FC236}">
                  <a16:creationId xmlns:a16="http://schemas.microsoft.com/office/drawing/2014/main" id="{D8078688-2DD1-629B-FDEE-AC024AEA39ED}"/>
                </a:ext>
              </a:extLst>
            </p:cNvPr>
            <p:cNvSpPr>
              <a:spLocks noChangeShapeType="1"/>
            </p:cNvSpPr>
            <p:nvPr/>
          </p:nvSpPr>
          <p:spPr bwMode="auto">
            <a:xfrm flipH="1">
              <a:off x="2249208" y="3482128"/>
              <a:ext cx="3520440"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7181" name="Line 74">
              <a:extLst>
                <a:ext uri="{FF2B5EF4-FFF2-40B4-BE49-F238E27FC236}">
                  <a16:creationId xmlns:a16="http://schemas.microsoft.com/office/drawing/2014/main" id="{DE590352-D6E9-A99A-FCC7-AC03D681E520}"/>
                </a:ext>
              </a:extLst>
            </p:cNvPr>
            <p:cNvSpPr>
              <a:spLocks noChangeShapeType="1"/>
            </p:cNvSpPr>
            <p:nvPr/>
          </p:nvSpPr>
          <p:spPr bwMode="auto">
            <a:xfrm>
              <a:off x="4159484" y="3469090"/>
              <a:ext cx="0" cy="676314"/>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82" name="Line 75">
              <a:extLst>
                <a:ext uri="{FF2B5EF4-FFF2-40B4-BE49-F238E27FC236}">
                  <a16:creationId xmlns:a16="http://schemas.microsoft.com/office/drawing/2014/main" id="{3945C2AB-21EA-4F04-1B2E-38BB95EDFFEA}"/>
                </a:ext>
              </a:extLst>
            </p:cNvPr>
            <p:cNvSpPr>
              <a:spLocks noChangeShapeType="1"/>
            </p:cNvSpPr>
            <p:nvPr/>
          </p:nvSpPr>
          <p:spPr bwMode="auto">
            <a:xfrm>
              <a:off x="4003382" y="3341976"/>
              <a:ext cx="0" cy="783872"/>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83" name="Line 76">
              <a:extLst>
                <a:ext uri="{FF2B5EF4-FFF2-40B4-BE49-F238E27FC236}">
                  <a16:creationId xmlns:a16="http://schemas.microsoft.com/office/drawing/2014/main" id="{5DDE061D-8334-B7F3-A64D-40C63FE764F0}"/>
                </a:ext>
              </a:extLst>
            </p:cNvPr>
            <p:cNvSpPr>
              <a:spLocks noChangeShapeType="1"/>
            </p:cNvSpPr>
            <p:nvPr/>
          </p:nvSpPr>
          <p:spPr bwMode="auto">
            <a:xfrm>
              <a:off x="3840454" y="2664033"/>
              <a:ext cx="0" cy="146181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84" name="Line 77">
              <a:extLst>
                <a:ext uri="{FF2B5EF4-FFF2-40B4-BE49-F238E27FC236}">
                  <a16:creationId xmlns:a16="http://schemas.microsoft.com/office/drawing/2014/main" id="{CC65094B-7B08-6546-5E8B-2537D765F8CB}"/>
                </a:ext>
              </a:extLst>
            </p:cNvPr>
            <p:cNvSpPr>
              <a:spLocks noChangeShapeType="1"/>
            </p:cNvSpPr>
            <p:nvPr/>
          </p:nvSpPr>
          <p:spPr bwMode="auto">
            <a:xfrm>
              <a:off x="3558005" y="2649367"/>
              <a:ext cx="0" cy="146181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85" name="Line 78">
              <a:extLst>
                <a:ext uri="{FF2B5EF4-FFF2-40B4-BE49-F238E27FC236}">
                  <a16:creationId xmlns:a16="http://schemas.microsoft.com/office/drawing/2014/main" id="{48604A70-0BE9-FAFE-D3C2-B55BF12B054F}"/>
                </a:ext>
              </a:extLst>
            </p:cNvPr>
            <p:cNvSpPr>
              <a:spLocks noChangeShapeType="1"/>
            </p:cNvSpPr>
            <p:nvPr/>
          </p:nvSpPr>
          <p:spPr bwMode="auto">
            <a:xfrm flipH="1">
              <a:off x="1945734" y="3200768"/>
              <a:ext cx="1892808"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86" name="Line 79">
              <a:extLst>
                <a:ext uri="{FF2B5EF4-FFF2-40B4-BE49-F238E27FC236}">
                  <a16:creationId xmlns:a16="http://schemas.microsoft.com/office/drawing/2014/main" id="{FB6AB64B-E8AA-46D9-966F-BA86EE07E488}"/>
                </a:ext>
              </a:extLst>
            </p:cNvPr>
            <p:cNvSpPr>
              <a:spLocks noChangeShapeType="1"/>
            </p:cNvSpPr>
            <p:nvPr/>
          </p:nvSpPr>
          <p:spPr bwMode="auto">
            <a:xfrm flipH="1">
              <a:off x="1812897" y="3068810"/>
              <a:ext cx="1737360"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47187" name="Text Box 80">
              <a:extLst>
                <a:ext uri="{FF2B5EF4-FFF2-40B4-BE49-F238E27FC236}">
                  <a16:creationId xmlns:a16="http://schemas.microsoft.com/office/drawing/2014/main" id="{222541F5-46AE-E1AB-E3B8-483D34C8EFE2}"/>
                </a:ext>
              </a:extLst>
            </p:cNvPr>
            <p:cNvSpPr txBox="1">
              <a:spLocks noChangeArrowheads="1"/>
            </p:cNvSpPr>
            <p:nvPr/>
          </p:nvSpPr>
          <p:spPr bwMode="auto">
            <a:xfrm>
              <a:off x="3907071" y="2677071"/>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P2</a:t>
              </a:r>
            </a:p>
          </p:txBody>
        </p:sp>
        <p:sp>
          <p:nvSpPr>
            <p:cNvPr id="47188" name="Text Box 81">
              <a:extLst>
                <a:ext uri="{FF2B5EF4-FFF2-40B4-BE49-F238E27FC236}">
                  <a16:creationId xmlns:a16="http://schemas.microsoft.com/office/drawing/2014/main" id="{9767F67D-29FB-7C45-F93C-30E8DC30FDCB}"/>
                </a:ext>
              </a:extLst>
            </p:cNvPr>
            <p:cNvSpPr txBox="1">
              <a:spLocks noChangeArrowheads="1"/>
            </p:cNvSpPr>
            <p:nvPr/>
          </p:nvSpPr>
          <p:spPr bwMode="auto">
            <a:xfrm>
              <a:off x="3478071" y="2676499"/>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G2</a:t>
              </a:r>
            </a:p>
          </p:txBody>
        </p:sp>
        <p:sp>
          <p:nvSpPr>
            <p:cNvPr id="46164" name="Rectangle 82">
              <a:extLst>
                <a:ext uri="{FF2B5EF4-FFF2-40B4-BE49-F238E27FC236}">
                  <a16:creationId xmlns:a16="http://schemas.microsoft.com/office/drawing/2014/main" id="{453B0BCD-E636-4CAD-A6DA-63B045FEE6BD}"/>
                </a:ext>
              </a:extLst>
            </p:cNvPr>
            <p:cNvSpPr>
              <a:spLocks noChangeArrowheads="1"/>
            </p:cNvSpPr>
            <p:nvPr/>
          </p:nvSpPr>
          <p:spPr bwMode="auto">
            <a:xfrm>
              <a:off x="1090643" y="4160678"/>
              <a:ext cx="1593913" cy="677977"/>
            </a:xfrm>
            <a:prstGeom prst="rect">
              <a:avLst/>
            </a:prstGeom>
            <a:solidFill>
              <a:schemeClr val="accent1">
                <a:lumMod val="40000"/>
                <a:lumOff val="60000"/>
              </a:schemeClr>
            </a:solidFill>
            <a:ln w="22225">
              <a:solidFill>
                <a:srgbClr val="000000"/>
              </a:solidFill>
              <a:miter lim="800000"/>
              <a:headEnd/>
              <a:tailEnd/>
            </a:ln>
          </p:spPr>
          <p:txBody>
            <a:bodyPr/>
            <a:lstStyle/>
            <a:p>
              <a:pPr eaLnBrk="1" hangingPunct="1">
                <a:defRPr/>
              </a:pPr>
              <a:endParaRPr lang="ru-RU" sz="1600">
                <a:latin typeface="Arial" charset="0"/>
                <a:cs typeface="Arial" charset="0"/>
              </a:endParaRPr>
            </a:p>
          </p:txBody>
        </p:sp>
        <p:sp>
          <p:nvSpPr>
            <p:cNvPr id="47190" name="Line 83">
              <a:extLst>
                <a:ext uri="{FF2B5EF4-FFF2-40B4-BE49-F238E27FC236}">
                  <a16:creationId xmlns:a16="http://schemas.microsoft.com/office/drawing/2014/main" id="{5663B082-052C-2445-D73F-9C416FFDDCCA}"/>
                </a:ext>
              </a:extLst>
            </p:cNvPr>
            <p:cNvSpPr>
              <a:spLocks noChangeShapeType="1"/>
            </p:cNvSpPr>
            <p:nvPr/>
          </p:nvSpPr>
          <p:spPr bwMode="auto">
            <a:xfrm>
              <a:off x="2409162" y="3646725"/>
              <a:ext cx="0" cy="508457"/>
            </a:xfrm>
            <a:prstGeom prst="line">
              <a:avLst/>
            </a:prstGeom>
            <a:noFill/>
            <a:ln w="222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91" name="Line 84">
              <a:extLst>
                <a:ext uri="{FF2B5EF4-FFF2-40B4-BE49-F238E27FC236}">
                  <a16:creationId xmlns:a16="http://schemas.microsoft.com/office/drawing/2014/main" id="{1B82418B-DAFE-DA0A-E965-8E8915692601}"/>
                </a:ext>
              </a:extLst>
            </p:cNvPr>
            <p:cNvSpPr>
              <a:spLocks noChangeShapeType="1"/>
            </p:cNvSpPr>
            <p:nvPr/>
          </p:nvSpPr>
          <p:spPr bwMode="auto">
            <a:xfrm>
              <a:off x="2565433" y="3808591"/>
              <a:ext cx="0" cy="356702"/>
            </a:xfrm>
            <a:prstGeom prst="line">
              <a:avLst/>
            </a:prstGeom>
            <a:noFill/>
            <a:ln w="222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92" name="Line 85">
              <a:extLst>
                <a:ext uri="{FF2B5EF4-FFF2-40B4-BE49-F238E27FC236}">
                  <a16:creationId xmlns:a16="http://schemas.microsoft.com/office/drawing/2014/main" id="{1CF846E0-3DDA-214D-2C26-9917D8FDB7F7}"/>
                </a:ext>
              </a:extLst>
            </p:cNvPr>
            <p:cNvSpPr>
              <a:spLocks noChangeShapeType="1"/>
            </p:cNvSpPr>
            <p:nvPr/>
          </p:nvSpPr>
          <p:spPr bwMode="auto">
            <a:xfrm flipH="1">
              <a:off x="2661830" y="4640824"/>
              <a:ext cx="363647"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93" name="Line 86">
              <a:extLst>
                <a:ext uri="{FF2B5EF4-FFF2-40B4-BE49-F238E27FC236}">
                  <a16:creationId xmlns:a16="http://schemas.microsoft.com/office/drawing/2014/main" id="{69B0E5BA-C7E4-72C9-5AFF-E7CBE05DDEA8}"/>
                </a:ext>
              </a:extLst>
            </p:cNvPr>
            <p:cNvSpPr>
              <a:spLocks noChangeShapeType="1"/>
            </p:cNvSpPr>
            <p:nvPr/>
          </p:nvSpPr>
          <p:spPr bwMode="auto">
            <a:xfrm>
              <a:off x="3025477" y="4653861"/>
              <a:ext cx="0" cy="274320"/>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47194" name="Line 87">
              <a:extLst>
                <a:ext uri="{FF2B5EF4-FFF2-40B4-BE49-F238E27FC236}">
                  <a16:creationId xmlns:a16="http://schemas.microsoft.com/office/drawing/2014/main" id="{0CE79C7A-CAB8-57EB-C81E-AD0B18D706AA}"/>
                </a:ext>
              </a:extLst>
            </p:cNvPr>
            <p:cNvSpPr>
              <a:spLocks noChangeShapeType="1"/>
            </p:cNvSpPr>
            <p:nvPr/>
          </p:nvSpPr>
          <p:spPr bwMode="auto">
            <a:xfrm>
              <a:off x="2252266" y="3482128"/>
              <a:ext cx="0" cy="677943"/>
            </a:xfrm>
            <a:prstGeom prst="line">
              <a:avLst/>
            </a:prstGeom>
            <a:noFill/>
            <a:ln w="222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95" name="Line 88">
              <a:extLst>
                <a:ext uri="{FF2B5EF4-FFF2-40B4-BE49-F238E27FC236}">
                  <a16:creationId xmlns:a16="http://schemas.microsoft.com/office/drawing/2014/main" id="{154231F4-42FB-E07A-769D-FEBC6FB38311}"/>
                </a:ext>
              </a:extLst>
            </p:cNvPr>
            <p:cNvSpPr>
              <a:spLocks noChangeShapeType="1"/>
            </p:cNvSpPr>
            <p:nvPr/>
          </p:nvSpPr>
          <p:spPr bwMode="auto">
            <a:xfrm>
              <a:off x="2100912" y="3355013"/>
              <a:ext cx="0" cy="783872"/>
            </a:xfrm>
            <a:prstGeom prst="line">
              <a:avLst/>
            </a:prstGeom>
            <a:noFill/>
            <a:ln w="22225">
              <a:solidFill>
                <a:srgbClr val="000000"/>
              </a:solidFill>
              <a:round/>
              <a:headEnd type="none"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96" name="Line 89">
              <a:extLst>
                <a:ext uri="{FF2B5EF4-FFF2-40B4-BE49-F238E27FC236}">
                  <a16:creationId xmlns:a16="http://schemas.microsoft.com/office/drawing/2014/main" id="{9304A3A5-AC83-0F51-23BA-743AC20DF8DA}"/>
                </a:ext>
              </a:extLst>
            </p:cNvPr>
            <p:cNvSpPr>
              <a:spLocks noChangeShapeType="1"/>
            </p:cNvSpPr>
            <p:nvPr/>
          </p:nvSpPr>
          <p:spPr bwMode="auto">
            <a:xfrm>
              <a:off x="1610980" y="2606996"/>
              <a:ext cx="0" cy="1548186"/>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97" name="Line 90">
              <a:extLst>
                <a:ext uri="{FF2B5EF4-FFF2-40B4-BE49-F238E27FC236}">
                  <a16:creationId xmlns:a16="http://schemas.microsoft.com/office/drawing/2014/main" id="{0DA5AE41-0F76-134E-1D31-875FE1EC733C}"/>
                </a:ext>
              </a:extLst>
            </p:cNvPr>
            <p:cNvSpPr>
              <a:spLocks noChangeShapeType="1"/>
            </p:cNvSpPr>
            <p:nvPr/>
          </p:nvSpPr>
          <p:spPr bwMode="auto">
            <a:xfrm>
              <a:off x="1329325" y="2606996"/>
              <a:ext cx="0" cy="1548186"/>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198" name="Text Box 91">
              <a:extLst>
                <a:ext uri="{FF2B5EF4-FFF2-40B4-BE49-F238E27FC236}">
                  <a16:creationId xmlns:a16="http://schemas.microsoft.com/office/drawing/2014/main" id="{D512D7BD-2769-C30C-0402-DF08D0A92CF0}"/>
                </a:ext>
              </a:extLst>
            </p:cNvPr>
            <p:cNvSpPr txBox="1">
              <a:spLocks noChangeArrowheads="1"/>
            </p:cNvSpPr>
            <p:nvPr/>
          </p:nvSpPr>
          <p:spPr bwMode="auto">
            <a:xfrm>
              <a:off x="1562841" y="2664033"/>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P3</a:t>
              </a:r>
            </a:p>
          </p:txBody>
        </p:sp>
        <p:sp>
          <p:nvSpPr>
            <p:cNvPr id="47199" name="Text Box 92">
              <a:extLst>
                <a:ext uri="{FF2B5EF4-FFF2-40B4-BE49-F238E27FC236}">
                  <a16:creationId xmlns:a16="http://schemas.microsoft.com/office/drawing/2014/main" id="{4E65C10E-82EA-F1A2-2F8A-A2A750FDDBF5}"/>
                </a:ext>
              </a:extLst>
            </p:cNvPr>
            <p:cNvSpPr txBox="1">
              <a:spLocks noChangeArrowheads="1"/>
            </p:cNvSpPr>
            <p:nvPr/>
          </p:nvSpPr>
          <p:spPr bwMode="auto">
            <a:xfrm>
              <a:off x="1256514" y="2664033"/>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G3</a:t>
              </a:r>
            </a:p>
          </p:txBody>
        </p:sp>
        <p:sp>
          <p:nvSpPr>
            <p:cNvPr id="47200" name="Line 93">
              <a:extLst>
                <a:ext uri="{FF2B5EF4-FFF2-40B4-BE49-F238E27FC236}">
                  <a16:creationId xmlns:a16="http://schemas.microsoft.com/office/drawing/2014/main" id="{8E1CAD96-0BB7-FCE1-C141-CD0AE8087425}"/>
                </a:ext>
              </a:extLst>
            </p:cNvPr>
            <p:cNvSpPr>
              <a:spLocks noChangeShapeType="1"/>
            </p:cNvSpPr>
            <p:nvPr/>
          </p:nvSpPr>
          <p:spPr bwMode="auto">
            <a:xfrm>
              <a:off x="1946584" y="3191721"/>
              <a:ext cx="0" cy="964765"/>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201" name="Line 94">
              <a:extLst>
                <a:ext uri="{FF2B5EF4-FFF2-40B4-BE49-F238E27FC236}">
                  <a16:creationId xmlns:a16="http://schemas.microsoft.com/office/drawing/2014/main" id="{BF5BF9B6-E2EA-5D7B-411B-44929B834176}"/>
                </a:ext>
              </a:extLst>
            </p:cNvPr>
            <p:cNvSpPr>
              <a:spLocks noChangeShapeType="1"/>
            </p:cNvSpPr>
            <p:nvPr/>
          </p:nvSpPr>
          <p:spPr bwMode="auto">
            <a:xfrm>
              <a:off x="1783116" y="3003005"/>
              <a:ext cx="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202" name="Line 95">
              <a:extLst>
                <a:ext uri="{FF2B5EF4-FFF2-40B4-BE49-F238E27FC236}">
                  <a16:creationId xmlns:a16="http://schemas.microsoft.com/office/drawing/2014/main" id="{2ACAAD09-AB35-5BBB-84A1-18FE8A7FCC31}"/>
                </a:ext>
              </a:extLst>
            </p:cNvPr>
            <p:cNvSpPr>
              <a:spLocks noChangeShapeType="1"/>
            </p:cNvSpPr>
            <p:nvPr/>
          </p:nvSpPr>
          <p:spPr bwMode="auto">
            <a:xfrm>
              <a:off x="1798102" y="3054345"/>
              <a:ext cx="0" cy="109728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47203" name="Rectangle 97">
              <a:extLst>
                <a:ext uri="{FF2B5EF4-FFF2-40B4-BE49-F238E27FC236}">
                  <a16:creationId xmlns:a16="http://schemas.microsoft.com/office/drawing/2014/main" id="{B330ADD7-015E-66E6-2CBA-778E0D816039}"/>
                </a:ext>
              </a:extLst>
            </p:cNvPr>
            <p:cNvSpPr>
              <a:spLocks noChangeArrowheads="1"/>
            </p:cNvSpPr>
            <p:nvPr/>
          </p:nvSpPr>
          <p:spPr bwMode="auto">
            <a:xfrm>
              <a:off x="817681" y="4004514"/>
              <a:ext cx="7203159" cy="1100885"/>
            </a:xfrm>
            <a:prstGeom prst="rect">
              <a:avLst/>
            </a:prstGeom>
            <a:noFill/>
            <a:ln w="28575" algn="ctr">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47204" name="Text Box 45">
              <a:extLst>
                <a:ext uri="{FF2B5EF4-FFF2-40B4-BE49-F238E27FC236}">
                  <a16:creationId xmlns:a16="http://schemas.microsoft.com/office/drawing/2014/main" id="{8CF68E8F-BECF-B516-3736-0F5CCA42A58F}"/>
                </a:ext>
              </a:extLst>
            </p:cNvPr>
            <p:cNvSpPr txBox="1">
              <a:spLocks noChangeArrowheads="1"/>
            </p:cNvSpPr>
            <p:nvPr/>
          </p:nvSpPr>
          <p:spPr bwMode="auto">
            <a:xfrm>
              <a:off x="7308889" y="2729547"/>
              <a:ext cx="539711"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b="1"/>
                <a:t>G0</a:t>
              </a:r>
            </a:p>
          </p:txBody>
        </p:sp>
        <p:cxnSp>
          <p:nvCxnSpPr>
            <p:cNvPr id="47205" name="Straight Connector 2">
              <a:extLst>
                <a:ext uri="{FF2B5EF4-FFF2-40B4-BE49-F238E27FC236}">
                  <a16:creationId xmlns:a16="http://schemas.microsoft.com/office/drawing/2014/main" id="{07C23AD5-41C6-9322-E066-5678C1CAF417}"/>
                </a:ext>
              </a:extLst>
            </p:cNvPr>
            <p:cNvCxnSpPr>
              <a:cxnSpLocks noChangeShapeType="1"/>
            </p:cNvCxnSpPr>
            <p:nvPr/>
          </p:nvCxnSpPr>
          <p:spPr bwMode="auto">
            <a:xfrm>
              <a:off x="7102432" y="2677071"/>
              <a:ext cx="0" cy="221961"/>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7206" name="Straight Connector 102">
              <a:extLst>
                <a:ext uri="{FF2B5EF4-FFF2-40B4-BE49-F238E27FC236}">
                  <a16:creationId xmlns:a16="http://schemas.microsoft.com/office/drawing/2014/main" id="{7A0C6DB2-E2C3-C944-F5F3-94C4C327D39F}"/>
                </a:ext>
              </a:extLst>
            </p:cNvPr>
            <p:cNvCxnSpPr>
              <a:cxnSpLocks noChangeShapeType="1"/>
            </p:cNvCxnSpPr>
            <p:nvPr/>
          </p:nvCxnSpPr>
          <p:spPr bwMode="auto">
            <a:xfrm>
              <a:off x="5203872" y="2677071"/>
              <a:ext cx="0" cy="221961"/>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7207" name="Text Box 45">
              <a:extLst>
                <a:ext uri="{FF2B5EF4-FFF2-40B4-BE49-F238E27FC236}">
                  <a16:creationId xmlns:a16="http://schemas.microsoft.com/office/drawing/2014/main" id="{E78CF5A9-3E19-280B-11F7-3C5BEB43AB3F}"/>
                </a:ext>
              </a:extLst>
            </p:cNvPr>
            <p:cNvSpPr txBox="1">
              <a:spLocks noChangeArrowheads="1"/>
            </p:cNvSpPr>
            <p:nvPr/>
          </p:nvSpPr>
          <p:spPr bwMode="auto">
            <a:xfrm>
              <a:off x="4795828" y="2829685"/>
              <a:ext cx="823807"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S[7:4]</a:t>
              </a:r>
              <a:endParaRPr lang="ru-RU" altLang="en-US" sz="1400"/>
            </a:p>
          </p:txBody>
        </p:sp>
        <p:cxnSp>
          <p:nvCxnSpPr>
            <p:cNvPr id="47208" name="Straight Connector 104">
              <a:extLst>
                <a:ext uri="{FF2B5EF4-FFF2-40B4-BE49-F238E27FC236}">
                  <a16:creationId xmlns:a16="http://schemas.microsoft.com/office/drawing/2014/main" id="{F9D63FEC-6088-3E1D-2FED-2F0C11AE2D27}"/>
                </a:ext>
              </a:extLst>
            </p:cNvPr>
            <p:cNvCxnSpPr>
              <a:cxnSpLocks noChangeShapeType="1"/>
            </p:cNvCxnSpPr>
            <p:nvPr/>
          </p:nvCxnSpPr>
          <p:spPr bwMode="auto">
            <a:xfrm>
              <a:off x="3282938" y="2648178"/>
              <a:ext cx="0" cy="221961"/>
            </a:xfrm>
            <a:prstGeom prst="line">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7209" name="Text Box 45">
              <a:extLst>
                <a:ext uri="{FF2B5EF4-FFF2-40B4-BE49-F238E27FC236}">
                  <a16:creationId xmlns:a16="http://schemas.microsoft.com/office/drawing/2014/main" id="{B2593E86-5AD0-C52A-3438-9C75DE973185}"/>
                </a:ext>
              </a:extLst>
            </p:cNvPr>
            <p:cNvSpPr txBox="1">
              <a:spLocks noChangeArrowheads="1"/>
            </p:cNvSpPr>
            <p:nvPr/>
          </p:nvSpPr>
          <p:spPr bwMode="auto">
            <a:xfrm>
              <a:off x="2828459" y="2786564"/>
              <a:ext cx="823807"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S[11:8]</a:t>
              </a:r>
              <a:endParaRPr lang="ru-RU" altLang="en-US" sz="1400"/>
            </a:p>
          </p:txBody>
        </p:sp>
        <p:cxnSp>
          <p:nvCxnSpPr>
            <p:cNvPr id="47210" name="Straight Connector 5">
              <a:extLst>
                <a:ext uri="{FF2B5EF4-FFF2-40B4-BE49-F238E27FC236}">
                  <a16:creationId xmlns:a16="http://schemas.microsoft.com/office/drawing/2014/main" id="{EF186CC3-8C5C-92FB-FF1C-45EDB79EEA84}"/>
                </a:ext>
              </a:extLst>
            </p:cNvPr>
            <p:cNvCxnSpPr>
              <a:cxnSpLocks noChangeShapeType="1"/>
              <a:stCxn id="46090" idx="1"/>
            </p:cNvCxnSpPr>
            <p:nvPr/>
          </p:nvCxnSpPr>
          <p:spPr bwMode="auto">
            <a:xfrm flipH="1">
              <a:off x="907481" y="2268025"/>
              <a:ext cx="271364"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47211" name="Straight Arrow Connector 7">
              <a:extLst>
                <a:ext uri="{FF2B5EF4-FFF2-40B4-BE49-F238E27FC236}">
                  <a16:creationId xmlns:a16="http://schemas.microsoft.com/office/drawing/2014/main" id="{DD94317F-47F9-0F3D-A5F5-4ECF5F44F83A}"/>
                </a:ext>
              </a:extLst>
            </p:cNvPr>
            <p:cNvCxnSpPr>
              <a:cxnSpLocks noChangeShapeType="1"/>
            </p:cNvCxnSpPr>
            <p:nvPr/>
          </p:nvCxnSpPr>
          <p:spPr bwMode="auto">
            <a:xfrm>
              <a:off x="903969" y="2268024"/>
              <a:ext cx="3511" cy="54864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7212" name="Text Box 45">
              <a:extLst>
                <a:ext uri="{FF2B5EF4-FFF2-40B4-BE49-F238E27FC236}">
                  <a16:creationId xmlns:a16="http://schemas.microsoft.com/office/drawing/2014/main" id="{512AFFD5-D763-9C35-EDF6-4147F2046DDE}"/>
                </a:ext>
              </a:extLst>
            </p:cNvPr>
            <p:cNvSpPr txBox="1">
              <a:spLocks noChangeArrowheads="1"/>
            </p:cNvSpPr>
            <p:nvPr/>
          </p:nvSpPr>
          <p:spPr bwMode="auto">
            <a:xfrm>
              <a:off x="505518" y="2780178"/>
              <a:ext cx="942282" cy="3389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S[15:12]</a:t>
              </a:r>
              <a:endParaRPr lang="ru-RU" altLang="en-US" sz="1400"/>
            </a:p>
          </p:txBody>
        </p:sp>
        <p:cxnSp>
          <p:nvCxnSpPr>
            <p:cNvPr id="47213" name="Straight Arrow Connector 9">
              <a:extLst>
                <a:ext uri="{FF2B5EF4-FFF2-40B4-BE49-F238E27FC236}">
                  <a16:creationId xmlns:a16="http://schemas.microsoft.com/office/drawing/2014/main" id="{D724EAB9-2350-B71A-90A7-5C2EAAC7FDA5}"/>
                </a:ext>
              </a:extLst>
            </p:cNvPr>
            <p:cNvCxnSpPr>
              <a:cxnSpLocks noChangeShapeType="1"/>
            </p:cNvCxnSpPr>
            <p:nvPr/>
          </p:nvCxnSpPr>
          <p:spPr bwMode="auto">
            <a:xfrm>
              <a:off x="7908046" y="4810310"/>
              <a:ext cx="222649" cy="29509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a:extLst>
              <a:ext uri="{FF2B5EF4-FFF2-40B4-BE49-F238E27FC236}">
                <a16:creationId xmlns:a16="http://schemas.microsoft.com/office/drawing/2014/main" id="{125E3A4C-7839-27BD-16FA-B8FA03E4BD7F}"/>
              </a:ext>
            </a:extLst>
          </p:cNvPr>
          <p:cNvSpPr>
            <a:spLocks noGrp="1" noChangeArrowheads="1"/>
          </p:cNvSpPr>
          <p:nvPr>
            <p:ph type="title"/>
          </p:nvPr>
        </p:nvSpPr>
        <p:spPr/>
        <p:txBody>
          <a:bodyPr/>
          <a:lstStyle/>
          <a:p>
            <a:r>
              <a:rPr lang="en-US" altLang="en-US"/>
              <a:t>Block Carry Look-Ahead Adder</a:t>
            </a:r>
          </a:p>
        </p:txBody>
      </p:sp>
      <p:sp>
        <p:nvSpPr>
          <p:cNvPr id="48131" name="TextBox 3">
            <a:extLst>
              <a:ext uri="{FF2B5EF4-FFF2-40B4-BE49-F238E27FC236}">
                <a16:creationId xmlns:a16="http://schemas.microsoft.com/office/drawing/2014/main" id="{EED7EE5F-2713-D4A2-08D0-A32089EA71D7}"/>
              </a:ext>
            </a:extLst>
          </p:cNvPr>
          <p:cNvSpPr txBox="1">
            <a:spLocks noChangeArrowheads="1"/>
          </p:cNvSpPr>
          <p:nvPr/>
        </p:nvSpPr>
        <p:spPr bwMode="auto">
          <a:xfrm>
            <a:off x="2151063" y="1219201"/>
            <a:ext cx="8348662"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dirty="0"/>
              <a:t>Capital letters G(Group generate),P(Group propagate), C4 – carry from group0 </a:t>
            </a:r>
          </a:p>
          <a:p>
            <a:pPr eaLnBrk="1" hangingPunct="1"/>
            <a:r>
              <a:rPr lang="en-US" altLang="en-US" sz="1800" dirty="0"/>
              <a:t> G0 = g</a:t>
            </a:r>
            <a:r>
              <a:rPr lang="en-US" altLang="en-US" sz="1800" baseline="-25000" dirty="0"/>
              <a:t>3</a:t>
            </a:r>
            <a:r>
              <a:rPr lang="en-US" altLang="en-US" sz="1800" dirty="0"/>
              <a:t> </a:t>
            </a:r>
            <a:r>
              <a:rPr lang="en-US" altLang="en-US" sz="1800" dirty="0">
                <a:sym typeface="Symbol" panose="05050102010706020507" pitchFamily="18" charset="2"/>
              </a:rPr>
              <a:t>+</a:t>
            </a:r>
            <a:r>
              <a:rPr lang="en-US" altLang="en-US" sz="1800" dirty="0"/>
              <a:t> p</a:t>
            </a:r>
            <a:r>
              <a:rPr lang="en-US" altLang="en-US" sz="1800" baseline="-25000" dirty="0"/>
              <a:t>3</a:t>
            </a:r>
            <a:r>
              <a:rPr lang="en-US" altLang="en-US" sz="1800" dirty="0">
                <a:sym typeface="Symbol" panose="05050102010706020507" pitchFamily="18" charset="2"/>
              </a:rPr>
              <a:t></a:t>
            </a:r>
            <a:r>
              <a:rPr lang="en-US" altLang="en-US" sz="1800" dirty="0"/>
              <a:t>g</a:t>
            </a:r>
            <a:r>
              <a:rPr lang="en-US" altLang="en-US" sz="1800" baseline="-25000" dirty="0"/>
              <a:t>2</a:t>
            </a:r>
            <a:r>
              <a:rPr lang="en-US" altLang="en-US" sz="1800" dirty="0"/>
              <a:t> </a:t>
            </a:r>
            <a:r>
              <a:rPr lang="en-US" altLang="en-US" sz="1800" dirty="0">
                <a:sym typeface="Symbol" panose="05050102010706020507" pitchFamily="18" charset="2"/>
              </a:rPr>
              <a:t>+ </a:t>
            </a:r>
            <a:r>
              <a:rPr lang="en-US" altLang="en-US" sz="1800" dirty="0"/>
              <a:t>p</a:t>
            </a:r>
            <a:r>
              <a:rPr lang="en-US" altLang="en-US" sz="1800" baseline="-25000" dirty="0"/>
              <a:t>3</a:t>
            </a:r>
            <a:r>
              <a:rPr lang="en-US" altLang="en-US" sz="1800" dirty="0">
                <a:sym typeface="Symbol" panose="05050102010706020507" pitchFamily="18" charset="2"/>
              </a:rPr>
              <a:t></a:t>
            </a:r>
            <a:r>
              <a:rPr lang="en-US" altLang="en-US" sz="1800" dirty="0"/>
              <a:t>p</a:t>
            </a:r>
            <a:r>
              <a:rPr lang="en-US" altLang="en-US" sz="1800" baseline="-25000" dirty="0"/>
              <a:t>2</a:t>
            </a:r>
            <a:r>
              <a:rPr lang="en-US" altLang="en-US" sz="1800" dirty="0">
                <a:sym typeface="Symbol" panose="05050102010706020507" pitchFamily="18" charset="2"/>
              </a:rPr>
              <a:t></a:t>
            </a:r>
            <a:r>
              <a:rPr lang="en-US" altLang="en-US" sz="1800" dirty="0"/>
              <a:t>g</a:t>
            </a:r>
            <a:r>
              <a:rPr lang="en-US" altLang="en-US" sz="1800" baseline="-25000" dirty="0"/>
              <a:t>1</a:t>
            </a:r>
            <a:r>
              <a:rPr lang="en-US" altLang="en-US" sz="1800" dirty="0"/>
              <a:t> </a:t>
            </a:r>
            <a:r>
              <a:rPr lang="en-US" altLang="en-US" sz="1800" dirty="0">
                <a:sym typeface="Symbol" panose="05050102010706020507" pitchFamily="18" charset="2"/>
              </a:rPr>
              <a:t>+</a:t>
            </a:r>
            <a:r>
              <a:rPr lang="en-US" altLang="en-US" sz="1800" dirty="0"/>
              <a:t> p</a:t>
            </a:r>
            <a:r>
              <a:rPr lang="en-US" altLang="en-US" sz="1800" baseline="-25000" dirty="0"/>
              <a:t>3</a:t>
            </a:r>
            <a:r>
              <a:rPr lang="en-US" altLang="en-US" sz="1800" dirty="0">
                <a:sym typeface="Symbol" panose="05050102010706020507" pitchFamily="18" charset="2"/>
              </a:rPr>
              <a:t></a:t>
            </a:r>
            <a:r>
              <a:rPr lang="en-US" altLang="en-US" sz="1800" dirty="0"/>
              <a:t>p</a:t>
            </a:r>
            <a:r>
              <a:rPr lang="en-US" altLang="en-US" sz="1800" baseline="-25000" dirty="0"/>
              <a:t>2</a:t>
            </a:r>
            <a:r>
              <a:rPr lang="en-US" altLang="en-US" sz="1800" dirty="0">
                <a:sym typeface="Symbol" panose="05050102010706020507" pitchFamily="18" charset="2"/>
              </a:rPr>
              <a:t></a:t>
            </a:r>
            <a:r>
              <a:rPr lang="en-US" altLang="en-US" sz="1800" dirty="0"/>
              <a:t>p</a:t>
            </a:r>
            <a:r>
              <a:rPr lang="en-US" altLang="en-US" sz="1800" baseline="-25000" dirty="0"/>
              <a:t>1</a:t>
            </a:r>
            <a:r>
              <a:rPr lang="en-US" altLang="en-US" sz="1800" dirty="0">
                <a:sym typeface="Symbol" panose="05050102010706020507" pitchFamily="18" charset="2"/>
              </a:rPr>
              <a:t></a:t>
            </a:r>
            <a:r>
              <a:rPr lang="en-US" altLang="en-US" sz="1800" dirty="0"/>
              <a:t>g</a:t>
            </a:r>
            <a:r>
              <a:rPr lang="en-US" altLang="en-US" sz="1800" baseline="-25000" dirty="0"/>
              <a:t>0</a:t>
            </a:r>
            <a:r>
              <a:rPr lang="en-US" altLang="en-US" sz="1800" dirty="0"/>
              <a:t> ;   P0 = p</a:t>
            </a:r>
            <a:r>
              <a:rPr lang="en-US" altLang="en-US" sz="1800" baseline="-25000" dirty="0"/>
              <a:t>3</a:t>
            </a:r>
            <a:r>
              <a:rPr lang="en-US" altLang="en-US" sz="1800" dirty="0">
                <a:sym typeface="Symbol" panose="05050102010706020507" pitchFamily="18" charset="2"/>
              </a:rPr>
              <a:t></a:t>
            </a:r>
            <a:r>
              <a:rPr lang="en-US" altLang="en-US" sz="1800" dirty="0"/>
              <a:t>p</a:t>
            </a:r>
            <a:r>
              <a:rPr lang="en-US" altLang="en-US" sz="1800" baseline="-25000" dirty="0"/>
              <a:t>2</a:t>
            </a:r>
            <a:r>
              <a:rPr lang="en-US" altLang="en-US" sz="1800" dirty="0">
                <a:sym typeface="Symbol" panose="05050102010706020507" pitchFamily="18" charset="2"/>
              </a:rPr>
              <a:t></a:t>
            </a:r>
            <a:r>
              <a:rPr lang="en-US" altLang="en-US" sz="1800" dirty="0"/>
              <a:t>p</a:t>
            </a:r>
            <a:r>
              <a:rPr lang="en-US" altLang="en-US" sz="1800" baseline="-25000" dirty="0"/>
              <a:t>1</a:t>
            </a:r>
            <a:r>
              <a:rPr lang="en-US" altLang="en-US" sz="1800" dirty="0">
                <a:sym typeface="Symbol" panose="05050102010706020507" pitchFamily="18" charset="2"/>
              </a:rPr>
              <a:t></a:t>
            </a:r>
            <a:r>
              <a:rPr lang="en-US" altLang="en-US" sz="1800" dirty="0"/>
              <a:t>p</a:t>
            </a:r>
            <a:r>
              <a:rPr lang="en-US" altLang="en-US" sz="1800" baseline="-25000" dirty="0"/>
              <a:t>0</a:t>
            </a:r>
            <a:r>
              <a:rPr lang="en-US" altLang="en-US" sz="1800" dirty="0"/>
              <a:t>;</a:t>
            </a:r>
          </a:p>
          <a:p>
            <a:pPr eaLnBrk="1" hangingPunct="1"/>
            <a:r>
              <a:rPr lang="en-US" altLang="en-US" sz="1800" dirty="0"/>
              <a:t>C4</a:t>
            </a:r>
            <a:r>
              <a:rPr lang="en-US" altLang="en-US" sz="1800" dirty="0">
                <a:sym typeface="Symbol" panose="05050102010706020507" pitchFamily="18" charset="2"/>
              </a:rPr>
              <a:t> =</a:t>
            </a:r>
            <a:r>
              <a:rPr lang="en-US" altLang="en-US" sz="1800" dirty="0"/>
              <a:t>  g</a:t>
            </a:r>
            <a:r>
              <a:rPr lang="en-US" altLang="en-US" sz="1800" baseline="-25000" dirty="0"/>
              <a:t>3</a:t>
            </a:r>
            <a:r>
              <a:rPr lang="en-US" altLang="en-US" sz="1800" dirty="0"/>
              <a:t> </a:t>
            </a:r>
            <a:r>
              <a:rPr lang="en-US" altLang="en-US" sz="1800" dirty="0">
                <a:sym typeface="Symbol" panose="05050102010706020507" pitchFamily="18" charset="2"/>
              </a:rPr>
              <a:t>+</a:t>
            </a:r>
            <a:r>
              <a:rPr lang="en-US" altLang="en-US" sz="1800" dirty="0"/>
              <a:t> p</a:t>
            </a:r>
            <a:r>
              <a:rPr lang="en-US" altLang="en-US" sz="1800" baseline="-25000" dirty="0"/>
              <a:t>3</a:t>
            </a:r>
            <a:r>
              <a:rPr lang="en-US" altLang="en-US" sz="1800" dirty="0">
                <a:sym typeface="Symbol" panose="05050102010706020507" pitchFamily="18" charset="2"/>
              </a:rPr>
              <a:t></a:t>
            </a:r>
            <a:r>
              <a:rPr lang="en-US" altLang="en-US" sz="1800" dirty="0"/>
              <a:t>g</a:t>
            </a:r>
            <a:r>
              <a:rPr lang="en-US" altLang="en-US" sz="1800" baseline="-25000" dirty="0"/>
              <a:t>2</a:t>
            </a:r>
            <a:r>
              <a:rPr lang="en-US" altLang="en-US" sz="1800" dirty="0"/>
              <a:t> </a:t>
            </a:r>
            <a:r>
              <a:rPr lang="en-US" altLang="en-US" sz="1800" dirty="0">
                <a:sym typeface="Symbol" panose="05050102010706020507" pitchFamily="18" charset="2"/>
              </a:rPr>
              <a:t>+ </a:t>
            </a:r>
            <a:r>
              <a:rPr lang="en-US" altLang="en-US" sz="1800" dirty="0"/>
              <a:t>p</a:t>
            </a:r>
            <a:r>
              <a:rPr lang="en-US" altLang="en-US" sz="1800" baseline="-25000" dirty="0"/>
              <a:t>3</a:t>
            </a:r>
            <a:r>
              <a:rPr lang="en-US" altLang="en-US" sz="1800" dirty="0">
                <a:sym typeface="Symbol" panose="05050102010706020507" pitchFamily="18" charset="2"/>
              </a:rPr>
              <a:t></a:t>
            </a:r>
            <a:r>
              <a:rPr lang="en-US" altLang="en-US" sz="1800" dirty="0"/>
              <a:t>p</a:t>
            </a:r>
            <a:r>
              <a:rPr lang="en-US" altLang="en-US" sz="1800" baseline="-25000" dirty="0"/>
              <a:t>2</a:t>
            </a:r>
            <a:r>
              <a:rPr lang="en-US" altLang="en-US" sz="1800" dirty="0">
                <a:sym typeface="Symbol" panose="05050102010706020507" pitchFamily="18" charset="2"/>
              </a:rPr>
              <a:t></a:t>
            </a:r>
            <a:r>
              <a:rPr lang="en-US" altLang="en-US" sz="1800" dirty="0"/>
              <a:t>g</a:t>
            </a:r>
            <a:r>
              <a:rPr lang="en-US" altLang="en-US" sz="1800" baseline="-25000" dirty="0"/>
              <a:t>1</a:t>
            </a:r>
            <a:r>
              <a:rPr lang="en-US" altLang="en-US" sz="1800" dirty="0"/>
              <a:t> </a:t>
            </a:r>
            <a:r>
              <a:rPr lang="en-US" altLang="en-US" sz="1800" dirty="0">
                <a:sym typeface="Symbol" panose="05050102010706020507" pitchFamily="18" charset="2"/>
              </a:rPr>
              <a:t>+</a:t>
            </a:r>
            <a:r>
              <a:rPr lang="en-US" altLang="en-US" sz="1800" dirty="0"/>
              <a:t> p</a:t>
            </a:r>
            <a:r>
              <a:rPr lang="en-US" altLang="en-US" sz="1800" baseline="-25000" dirty="0"/>
              <a:t>3</a:t>
            </a:r>
            <a:r>
              <a:rPr lang="en-US" altLang="en-US" sz="1800" dirty="0">
                <a:sym typeface="Symbol" panose="05050102010706020507" pitchFamily="18" charset="2"/>
              </a:rPr>
              <a:t></a:t>
            </a:r>
            <a:r>
              <a:rPr lang="en-US" altLang="en-US" sz="1800" dirty="0"/>
              <a:t>p</a:t>
            </a:r>
            <a:r>
              <a:rPr lang="en-US" altLang="en-US" sz="1800" baseline="-25000" dirty="0"/>
              <a:t>2</a:t>
            </a:r>
            <a:r>
              <a:rPr lang="en-US" altLang="en-US" sz="1800" dirty="0">
                <a:sym typeface="Symbol" panose="05050102010706020507" pitchFamily="18" charset="2"/>
              </a:rPr>
              <a:t></a:t>
            </a:r>
            <a:r>
              <a:rPr lang="en-US" altLang="en-US" sz="1800" dirty="0"/>
              <a:t>p</a:t>
            </a:r>
            <a:r>
              <a:rPr lang="en-US" altLang="en-US" sz="1800" baseline="-25000" dirty="0"/>
              <a:t>1</a:t>
            </a:r>
            <a:r>
              <a:rPr lang="en-US" altLang="en-US" sz="1800" dirty="0">
                <a:sym typeface="Symbol" panose="05050102010706020507" pitchFamily="18" charset="2"/>
              </a:rPr>
              <a:t></a:t>
            </a:r>
            <a:r>
              <a:rPr lang="en-US" altLang="en-US" sz="1800" dirty="0"/>
              <a:t>g</a:t>
            </a:r>
            <a:r>
              <a:rPr lang="en-US" altLang="en-US" sz="1800" baseline="-25000" dirty="0"/>
              <a:t>0</a:t>
            </a:r>
            <a:r>
              <a:rPr lang="en-US" altLang="en-US" sz="1800" dirty="0"/>
              <a:t> + p</a:t>
            </a:r>
            <a:r>
              <a:rPr lang="en-US" altLang="en-US" sz="1800" baseline="-25000" dirty="0"/>
              <a:t>3</a:t>
            </a:r>
            <a:r>
              <a:rPr lang="en-US" altLang="en-US" sz="1800" dirty="0">
                <a:sym typeface="Symbol" panose="05050102010706020507" pitchFamily="18" charset="2"/>
              </a:rPr>
              <a:t></a:t>
            </a:r>
            <a:r>
              <a:rPr lang="en-US" altLang="en-US" sz="1800" dirty="0"/>
              <a:t> p</a:t>
            </a:r>
            <a:r>
              <a:rPr lang="en-US" altLang="en-US" sz="1800" baseline="-25000" dirty="0"/>
              <a:t>2</a:t>
            </a:r>
            <a:r>
              <a:rPr lang="en-US" altLang="en-US" sz="1800" dirty="0">
                <a:sym typeface="Symbol" panose="05050102010706020507" pitchFamily="18" charset="2"/>
              </a:rPr>
              <a:t></a:t>
            </a:r>
            <a:r>
              <a:rPr lang="en-US" altLang="en-US" sz="1800" dirty="0"/>
              <a:t>p</a:t>
            </a:r>
            <a:r>
              <a:rPr lang="en-US" altLang="en-US" sz="1800" baseline="-25000" dirty="0"/>
              <a:t>1</a:t>
            </a:r>
            <a:r>
              <a:rPr lang="en-US" altLang="en-US" sz="1800" dirty="0">
                <a:sym typeface="Symbol" panose="05050102010706020507" pitchFamily="18" charset="2"/>
              </a:rPr>
              <a:t></a:t>
            </a:r>
            <a:r>
              <a:rPr lang="en-US" altLang="en-US" sz="1800" dirty="0"/>
              <a:t>p</a:t>
            </a:r>
            <a:r>
              <a:rPr lang="en-US" altLang="en-US" sz="1800" baseline="-25000" dirty="0"/>
              <a:t>0</a:t>
            </a:r>
            <a:r>
              <a:rPr lang="en-US" altLang="en-US" sz="1800" dirty="0">
                <a:sym typeface="Symbol" panose="05050102010706020507" pitchFamily="18" charset="2"/>
              </a:rPr>
              <a:t></a:t>
            </a:r>
            <a:r>
              <a:rPr lang="en-US" altLang="en-US" sz="1800" dirty="0"/>
              <a:t>c</a:t>
            </a:r>
            <a:r>
              <a:rPr lang="en-US" altLang="en-US" sz="1800" baseline="-25000" dirty="0"/>
              <a:t>0</a:t>
            </a:r>
            <a:r>
              <a:rPr lang="en-US" altLang="en-US" sz="1800" dirty="0"/>
              <a:t>=G0+P0</a:t>
            </a:r>
            <a:r>
              <a:rPr lang="en-US" altLang="en-US" sz="1800" dirty="0">
                <a:sym typeface="Symbol" panose="05050102010706020507" pitchFamily="18" charset="2"/>
              </a:rPr>
              <a:t></a:t>
            </a:r>
            <a:r>
              <a:rPr lang="en-US" altLang="en-US" sz="1800" dirty="0"/>
              <a:t>c</a:t>
            </a:r>
            <a:r>
              <a:rPr lang="en-US" altLang="en-US" sz="1800" baseline="-25000" dirty="0"/>
              <a:t>0</a:t>
            </a:r>
            <a:endParaRPr lang="en-US" altLang="en-US" sz="1800" dirty="0"/>
          </a:p>
        </p:txBody>
      </p:sp>
      <p:sp>
        <p:nvSpPr>
          <p:cNvPr id="48132" name="TextBox 4">
            <a:extLst>
              <a:ext uri="{FF2B5EF4-FFF2-40B4-BE49-F238E27FC236}">
                <a16:creationId xmlns:a16="http://schemas.microsoft.com/office/drawing/2014/main" id="{0D41D1DD-A7DE-143D-BB42-7D5FBB80166F}"/>
              </a:ext>
            </a:extLst>
          </p:cNvPr>
          <p:cNvSpPr txBox="1">
            <a:spLocks noChangeArrowheads="1"/>
          </p:cNvSpPr>
          <p:nvPr/>
        </p:nvSpPr>
        <p:spPr bwMode="auto">
          <a:xfrm>
            <a:off x="2206626" y="2514601"/>
            <a:ext cx="823277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GB" altLang="en-US" sz="1800" dirty="0"/>
              <a:t>G1 = g</a:t>
            </a:r>
            <a:r>
              <a:rPr lang="en-GB" altLang="en-US" sz="1800" baseline="-25000" dirty="0"/>
              <a:t>7</a:t>
            </a:r>
            <a:r>
              <a:rPr lang="en-GB" altLang="en-US" sz="1800" dirty="0"/>
              <a:t>+p</a:t>
            </a:r>
            <a:r>
              <a:rPr lang="en-GB" altLang="en-US" sz="1800" baseline="-25000" dirty="0"/>
              <a:t>7</a:t>
            </a:r>
            <a:r>
              <a:rPr lang="ru-RU" altLang="en-US" sz="1800" dirty="0">
                <a:sym typeface="Symbol" panose="05050102010706020507" pitchFamily="18" charset="2"/>
              </a:rPr>
              <a:t></a:t>
            </a:r>
            <a:r>
              <a:rPr lang="en-GB" altLang="en-US" sz="1800" dirty="0"/>
              <a:t>g</a:t>
            </a:r>
            <a:r>
              <a:rPr lang="en-GB" altLang="en-US" sz="1800" baseline="-25000" dirty="0"/>
              <a:t>6</a:t>
            </a:r>
            <a:r>
              <a:rPr lang="en-GB" altLang="en-US" sz="1800" dirty="0"/>
              <a:t> + p</a:t>
            </a:r>
            <a:r>
              <a:rPr lang="en-GB" altLang="en-US" sz="1800" baseline="-25000" dirty="0"/>
              <a:t>7</a:t>
            </a:r>
            <a:r>
              <a:rPr lang="ru-RU" altLang="en-US" sz="1800" dirty="0">
                <a:sym typeface="Symbol" panose="05050102010706020507" pitchFamily="18" charset="2"/>
              </a:rPr>
              <a:t></a:t>
            </a:r>
            <a:r>
              <a:rPr lang="en-GB" altLang="en-US" sz="1800" dirty="0"/>
              <a:t>p</a:t>
            </a:r>
            <a:r>
              <a:rPr lang="en-GB" altLang="en-US" sz="1800" baseline="-25000" dirty="0"/>
              <a:t>6</a:t>
            </a:r>
            <a:r>
              <a:rPr lang="ru-RU" altLang="en-US" sz="1800" dirty="0">
                <a:sym typeface="Symbol" panose="05050102010706020507" pitchFamily="18" charset="2"/>
              </a:rPr>
              <a:t></a:t>
            </a:r>
            <a:r>
              <a:rPr lang="en-GB" altLang="en-US" sz="1800" dirty="0"/>
              <a:t>g</a:t>
            </a:r>
            <a:r>
              <a:rPr lang="en-GB" altLang="en-US" sz="1800" baseline="-25000" dirty="0"/>
              <a:t>5</a:t>
            </a:r>
            <a:r>
              <a:rPr lang="en-GB" altLang="en-US" sz="1800" dirty="0"/>
              <a:t> + p</a:t>
            </a:r>
            <a:r>
              <a:rPr lang="en-GB" altLang="en-US" sz="1800" baseline="-25000" dirty="0"/>
              <a:t>7</a:t>
            </a:r>
            <a:r>
              <a:rPr lang="ru-RU" altLang="en-US" sz="1800" dirty="0">
                <a:sym typeface="Symbol" panose="05050102010706020507" pitchFamily="18" charset="2"/>
              </a:rPr>
              <a:t></a:t>
            </a:r>
            <a:r>
              <a:rPr lang="en-GB" altLang="en-US" sz="1800" dirty="0"/>
              <a:t>p</a:t>
            </a:r>
            <a:r>
              <a:rPr lang="en-GB" altLang="en-US" sz="1800" baseline="-25000" dirty="0"/>
              <a:t>6</a:t>
            </a:r>
            <a:r>
              <a:rPr lang="ru-RU" altLang="en-US" sz="1800" dirty="0">
                <a:sym typeface="Symbol" panose="05050102010706020507" pitchFamily="18" charset="2"/>
              </a:rPr>
              <a:t></a:t>
            </a:r>
            <a:r>
              <a:rPr lang="en-GB" altLang="en-US" sz="1800" dirty="0"/>
              <a:t>p</a:t>
            </a:r>
            <a:r>
              <a:rPr lang="en-GB" altLang="en-US" sz="1800" baseline="-25000" dirty="0"/>
              <a:t>5</a:t>
            </a:r>
            <a:r>
              <a:rPr lang="ru-RU" altLang="en-US" sz="1800" dirty="0">
                <a:sym typeface="Symbol" panose="05050102010706020507" pitchFamily="18" charset="2"/>
              </a:rPr>
              <a:t></a:t>
            </a:r>
            <a:r>
              <a:rPr lang="en-GB" altLang="en-US" sz="1800" dirty="0"/>
              <a:t>g</a:t>
            </a:r>
            <a:r>
              <a:rPr lang="en-GB" altLang="en-US" sz="1800" baseline="-25000" dirty="0"/>
              <a:t>4</a:t>
            </a:r>
            <a:r>
              <a:rPr lang="en-GB" altLang="en-US" sz="1800" dirty="0"/>
              <a:t>;  P1 =  p</a:t>
            </a:r>
            <a:r>
              <a:rPr lang="en-GB" altLang="en-US" sz="1800" baseline="-25000" dirty="0"/>
              <a:t>7</a:t>
            </a:r>
            <a:r>
              <a:rPr lang="ru-RU" altLang="en-US" sz="1800" dirty="0">
                <a:sym typeface="Symbol" panose="05050102010706020507" pitchFamily="18" charset="2"/>
              </a:rPr>
              <a:t></a:t>
            </a:r>
            <a:r>
              <a:rPr lang="en-GB" altLang="en-US" sz="1800" dirty="0"/>
              <a:t>p</a:t>
            </a:r>
            <a:r>
              <a:rPr lang="en-GB" altLang="en-US" sz="1800" baseline="-25000" dirty="0"/>
              <a:t>6</a:t>
            </a:r>
            <a:r>
              <a:rPr lang="ru-RU" altLang="en-US" sz="1800" dirty="0">
                <a:sym typeface="Symbol" panose="05050102010706020507" pitchFamily="18" charset="2"/>
              </a:rPr>
              <a:t></a:t>
            </a:r>
            <a:r>
              <a:rPr lang="en-GB" altLang="en-US" sz="1800" dirty="0"/>
              <a:t>p</a:t>
            </a:r>
            <a:r>
              <a:rPr lang="en-GB" altLang="en-US" sz="1800" baseline="-25000" dirty="0"/>
              <a:t>5</a:t>
            </a:r>
            <a:r>
              <a:rPr lang="ru-RU" altLang="en-US" sz="1800" dirty="0">
                <a:sym typeface="Symbol" panose="05050102010706020507" pitchFamily="18" charset="2"/>
              </a:rPr>
              <a:t></a:t>
            </a:r>
            <a:r>
              <a:rPr lang="en-GB" altLang="en-US" sz="1800" dirty="0"/>
              <a:t>p</a:t>
            </a:r>
            <a:r>
              <a:rPr lang="en-GB" altLang="en-US" sz="1800" baseline="-25000" dirty="0"/>
              <a:t>4</a:t>
            </a:r>
            <a:r>
              <a:rPr lang="en-GB" altLang="en-US" sz="1800" dirty="0"/>
              <a:t>;</a:t>
            </a:r>
          </a:p>
          <a:p>
            <a:pPr eaLnBrk="1" hangingPunct="1"/>
            <a:r>
              <a:rPr lang="en-GB" altLang="en-US" sz="1800" dirty="0"/>
              <a:t>C8 =</a:t>
            </a:r>
            <a:r>
              <a:rPr lang="ru-RU" altLang="en-US" sz="1800" dirty="0"/>
              <a:t>g</a:t>
            </a:r>
            <a:r>
              <a:rPr lang="ru-RU" altLang="en-US" sz="1800" baseline="-25000" dirty="0"/>
              <a:t>7</a:t>
            </a:r>
            <a:r>
              <a:rPr lang="ru-RU" altLang="en-US" sz="1800" dirty="0"/>
              <a:t>+p</a:t>
            </a:r>
            <a:r>
              <a:rPr lang="ru-RU" altLang="en-US" sz="1800" baseline="-25000" dirty="0"/>
              <a:t>7</a:t>
            </a:r>
            <a:r>
              <a:rPr lang="ru-RU" altLang="en-US" sz="1800" dirty="0">
                <a:sym typeface="Symbol" panose="05050102010706020507" pitchFamily="18" charset="2"/>
              </a:rPr>
              <a:t></a:t>
            </a:r>
            <a:r>
              <a:rPr lang="ru-RU" altLang="en-US" sz="1800" dirty="0"/>
              <a:t>g</a:t>
            </a:r>
            <a:r>
              <a:rPr lang="ru-RU" altLang="en-US" sz="1800" baseline="-25000" dirty="0"/>
              <a:t>6</a:t>
            </a:r>
            <a:r>
              <a:rPr lang="ru-RU" altLang="en-US" sz="1800" dirty="0"/>
              <a:t> + p</a:t>
            </a:r>
            <a:r>
              <a:rPr lang="ru-RU" altLang="en-US" sz="1800" baseline="-25000" dirty="0"/>
              <a:t>7</a:t>
            </a:r>
            <a:r>
              <a:rPr lang="ru-RU" altLang="en-US" sz="1800" dirty="0">
                <a:sym typeface="Symbol" panose="05050102010706020507" pitchFamily="18" charset="2"/>
              </a:rPr>
              <a:t></a:t>
            </a:r>
            <a:r>
              <a:rPr lang="ru-RU" altLang="en-US" sz="1800" dirty="0"/>
              <a:t>p</a:t>
            </a:r>
            <a:r>
              <a:rPr lang="ru-RU" altLang="en-US" sz="1800" baseline="-25000" dirty="0"/>
              <a:t>6</a:t>
            </a:r>
            <a:r>
              <a:rPr lang="ru-RU" altLang="en-US" sz="1800" dirty="0">
                <a:sym typeface="Symbol" panose="05050102010706020507" pitchFamily="18" charset="2"/>
              </a:rPr>
              <a:t></a:t>
            </a:r>
            <a:r>
              <a:rPr lang="ru-RU" altLang="en-US" sz="1800" dirty="0"/>
              <a:t>g</a:t>
            </a:r>
            <a:r>
              <a:rPr lang="ru-RU" altLang="en-US" sz="1800" baseline="-25000" dirty="0"/>
              <a:t>5</a:t>
            </a:r>
            <a:r>
              <a:rPr lang="ru-RU" altLang="en-US" sz="1800" dirty="0"/>
              <a:t> + p</a:t>
            </a:r>
            <a:r>
              <a:rPr lang="ru-RU" altLang="en-US" sz="1800" baseline="-25000" dirty="0"/>
              <a:t>7</a:t>
            </a:r>
            <a:r>
              <a:rPr lang="ru-RU" altLang="en-US" sz="1800" dirty="0">
                <a:sym typeface="Symbol" panose="05050102010706020507" pitchFamily="18" charset="2"/>
              </a:rPr>
              <a:t></a:t>
            </a:r>
            <a:r>
              <a:rPr lang="ru-RU" altLang="en-US" sz="1800" dirty="0"/>
              <a:t>p</a:t>
            </a:r>
            <a:r>
              <a:rPr lang="ru-RU" altLang="en-US" sz="1800" baseline="-25000" dirty="0"/>
              <a:t>6</a:t>
            </a:r>
            <a:r>
              <a:rPr lang="ru-RU" altLang="en-US" sz="1800" dirty="0">
                <a:sym typeface="Symbol" panose="05050102010706020507" pitchFamily="18" charset="2"/>
              </a:rPr>
              <a:t></a:t>
            </a:r>
            <a:r>
              <a:rPr lang="ru-RU" altLang="en-US" sz="1800" dirty="0"/>
              <a:t>p</a:t>
            </a:r>
            <a:r>
              <a:rPr lang="ru-RU" altLang="en-US" sz="1800" baseline="-25000" dirty="0"/>
              <a:t>5</a:t>
            </a:r>
            <a:r>
              <a:rPr lang="ru-RU" altLang="en-US" sz="1800" dirty="0">
                <a:sym typeface="Symbol" panose="05050102010706020507" pitchFamily="18" charset="2"/>
              </a:rPr>
              <a:t></a:t>
            </a:r>
            <a:r>
              <a:rPr lang="ru-RU" altLang="en-US" sz="1800" dirty="0"/>
              <a:t>g</a:t>
            </a:r>
            <a:r>
              <a:rPr lang="ru-RU" altLang="en-US" sz="1800" baseline="-25000" dirty="0"/>
              <a:t>4</a:t>
            </a:r>
            <a:r>
              <a:rPr lang="ru-RU" altLang="en-US" sz="1800" dirty="0"/>
              <a:t> + p</a:t>
            </a:r>
            <a:r>
              <a:rPr lang="ru-RU" altLang="en-US" sz="1800" baseline="-25000" dirty="0"/>
              <a:t>7</a:t>
            </a:r>
            <a:r>
              <a:rPr lang="ru-RU" altLang="en-US" sz="1800" dirty="0">
                <a:sym typeface="Symbol" panose="05050102010706020507" pitchFamily="18" charset="2"/>
              </a:rPr>
              <a:t></a:t>
            </a:r>
            <a:r>
              <a:rPr lang="ru-RU" altLang="en-US" sz="1800" dirty="0"/>
              <a:t>p</a:t>
            </a:r>
            <a:r>
              <a:rPr lang="ru-RU" altLang="en-US" sz="1800" baseline="-25000" dirty="0"/>
              <a:t>6</a:t>
            </a:r>
            <a:r>
              <a:rPr lang="ru-RU" altLang="en-US" sz="1800" dirty="0">
                <a:sym typeface="Symbol" panose="05050102010706020507" pitchFamily="18" charset="2"/>
              </a:rPr>
              <a:t></a:t>
            </a:r>
            <a:r>
              <a:rPr lang="ru-RU" altLang="en-US" sz="1800" dirty="0"/>
              <a:t>p</a:t>
            </a:r>
            <a:r>
              <a:rPr lang="ru-RU" altLang="en-US" sz="1800" baseline="-25000" dirty="0"/>
              <a:t>5</a:t>
            </a:r>
            <a:r>
              <a:rPr lang="ru-RU" altLang="en-US" sz="1800" dirty="0">
                <a:sym typeface="Symbol" panose="05050102010706020507" pitchFamily="18" charset="2"/>
              </a:rPr>
              <a:t></a:t>
            </a:r>
            <a:r>
              <a:rPr lang="ru-RU" altLang="en-US" sz="1800" dirty="0"/>
              <a:t>p</a:t>
            </a:r>
            <a:r>
              <a:rPr lang="ru-RU" altLang="en-US" sz="1800" baseline="-25000" dirty="0"/>
              <a:t>4</a:t>
            </a:r>
            <a:r>
              <a:rPr lang="ru-RU" altLang="en-US" sz="1800" dirty="0">
                <a:sym typeface="Symbol" panose="05050102010706020507" pitchFamily="18" charset="2"/>
              </a:rPr>
              <a:t></a:t>
            </a:r>
            <a:r>
              <a:rPr lang="ru-RU" altLang="en-US" sz="1800" dirty="0"/>
              <a:t>C4 = G1 +P1</a:t>
            </a:r>
            <a:r>
              <a:rPr lang="ru-RU" altLang="en-US" sz="1800" dirty="0">
                <a:sym typeface="Symbol" panose="05050102010706020507" pitchFamily="18" charset="2"/>
              </a:rPr>
              <a:t></a:t>
            </a:r>
            <a:r>
              <a:rPr lang="ru-RU" altLang="en-US" sz="1800" dirty="0"/>
              <a:t>C4=</a:t>
            </a:r>
            <a:endParaRPr lang="en-GB" altLang="en-US" sz="1800" dirty="0"/>
          </a:p>
          <a:p>
            <a:pPr eaLnBrk="1" hangingPunct="1"/>
            <a:r>
              <a:rPr lang="en-GB" altLang="en-US" sz="1800" dirty="0"/>
              <a:t>= G1+P1</a:t>
            </a:r>
            <a:r>
              <a:rPr lang="ru-RU" altLang="en-US" sz="1800" dirty="0">
                <a:sym typeface="Symbol" panose="05050102010706020507" pitchFamily="18" charset="2"/>
              </a:rPr>
              <a:t></a:t>
            </a:r>
            <a:r>
              <a:rPr lang="en-GB" altLang="en-US" sz="1800" dirty="0"/>
              <a:t>G0 +P1</a:t>
            </a:r>
            <a:r>
              <a:rPr lang="ru-RU" altLang="en-US" sz="1800" dirty="0">
                <a:sym typeface="Symbol" panose="05050102010706020507" pitchFamily="18" charset="2"/>
              </a:rPr>
              <a:t></a:t>
            </a:r>
            <a:r>
              <a:rPr lang="en-GB" altLang="en-US" sz="1800" dirty="0"/>
              <a:t>P0</a:t>
            </a:r>
            <a:r>
              <a:rPr lang="ru-RU" altLang="en-US" sz="1800" dirty="0">
                <a:sym typeface="Symbol" panose="05050102010706020507" pitchFamily="18" charset="2"/>
              </a:rPr>
              <a:t></a:t>
            </a:r>
            <a:r>
              <a:rPr lang="en-GB" altLang="en-US" sz="1800" dirty="0"/>
              <a:t>c0;</a:t>
            </a:r>
          </a:p>
        </p:txBody>
      </p:sp>
      <p:sp>
        <p:nvSpPr>
          <p:cNvPr id="48133" name="TextBox 5">
            <a:extLst>
              <a:ext uri="{FF2B5EF4-FFF2-40B4-BE49-F238E27FC236}">
                <a16:creationId xmlns:a16="http://schemas.microsoft.com/office/drawing/2014/main" id="{39D87364-906D-44BB-E912-9B07E84BF703}"/>
              </a:ext>
            </a:extLst>
          </p:cNvPr>
          <p:cNvSpPr txBox="1">
            <a:spLocks noChangeArrowheads="1"/>
          </p:cNvSpPr>
          <p:nvPr/>
        </p:nvSpPr>
        <p:spPr bwMode="auto">
          <a:xfrm>
            <a:off x="2133600" y="3657601"/>
            <a:ext cx="8305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G2=</a:t>
            </a:r>
            <a:r>
              <a:rPr lang="en-GB" altLang="en-US" sz="1800"/>
              <a:t>g</a:t>
            </a:r>
            <a:r>
              <a:rPr lang="en-GB" altLang="en-US" sz="1800" baseline="-25000"/>
              <a:t>11</a:t>
            </a:r>
            <a:r>
              <a:rPr lang="en-GB" altLang="en-US" sz="1800"/>
              <a:t>+p</a:t>
            </a:r>
            <a:r>
              <a:rPr lang="en-GB" altLang="en-US" sz="1800" baseline="-25000"/>
              <a:t>11</a:t>
            </a:r>
            <a:r>
              <a:rPr lang="ru-RU" altLang="en-US" sz="1800">
                <a:sym typeface="Symbol" panose="05050102010706020507" pitchFamily="18" charset="2"/>
              </a:rPr>
              <a:t></a:t>
            </a:r>
            <a:r>
              <a:rPr lang="en-GB" altLang="en-US" sz="1800"/>
              <a:t>g</a:t>
            </a:r>
            <a:r>
              <a:rPr lang="en-GB" altLang="en-US" sz="1800" baseline="-25000"/>
              <a:t>10</a:t>
            </a:r>
            <a:r>
              <a:rPr lang="en-GB" altLang="en-US" sz="1800"/>
              <a:t> + p</a:t>
            </a:r>
            <a:r>
              <a:rPr lang="en-GB" altLang="en-US" sz="1800" baseline="-25000"/>
              <a:t>11</a:t>
            </a:r>
            <a:r>
              <a:rPr lang="ru-RU" altLang="en-US" sz="1800">
                <a:sym typeface="Symbol" panose="05050102010706020507" pitchFamily="18" charset="2"/>
              </a:rPr>
              <a:t></a:t>
            </a:r>
            <a:r>
              <a:rPr lang="en-GB" altLang="en-US" sz="1800"/>
              <a:t>p</a:t>
            </a:r>
            <a:r>
              <a:rPr lang="en-GB" altLang="en-US" sz="1800" baseline="-25000"/>
              <a:t>10</a:t>
            </a:r>
            <a:r>
              <a:rPr lang="ru-RU" altLang="en-US" sz="1800">
                <a:sym typeface="Symbol" panose="05050102010706020507" pitchFamily="18" charset="2"/>
              </a:rPr>
              <a:t></a:t>
            </a:r>
            <a:r>
              <a:rPr lang="en-GB" altLang="en-US" sz="1800"/>
              <a:t>g</a:t>
            </a:r>
            <a:r>
              <a:rPr lang="en-GB" altLang="en-US" sz="1800" baseline="-25000"/>
              <a:t>9</a:t>
            </a:r>
            <a:r>
              <a:rPr lang="en-GB" altLang="en-US" sz="1800"/>
              <a:t> + p</a:t>
            </a:r>
            <a:r>
              <a:rPr lang="en-GB" altLang="en-US" sz="1800" baseline="-25000"/>
              <a:t>11</a:t>
            </a:r>
            <a:r>
              <a:rPr lang="ru-RU" altLang="en-US" sz="1800">
                <a:sym typeface="Symbol" panose="05050102010706020507" pitchFamily="18" charset="2"/>
              </a:rPr>
              <a:t></a:t>
            </a:r>
            <a:r>
              <a:rPr lang="en-GB" altLang="en-US" sz="1800"/>
              <a:t>p</a:t>
            </a:r>
            <a:r>
              <a:rPr lang="en-GB" altLang="en-US" sz="1800" baseline="-25000"/>
              <a:t>10</a:t>
            </a:r>
            <a:r>
              <a:rPr lang="ru-RU" altLang="en-US" sz="1800">
                <a:sym typeface="Symbol" panose="05050102010706020507" pitchFamily="18" charset="2"/>
              </a:rPr>
              <a:t></a:t>
            </a:r>
            <a:r>
              <a:rPr lang="en-GB" altLang="en-US" sz="1800"/>
              <a:t>p</a:t>
            </a:r>
            <a:r>
              <a:rPr lang="en-GB" altLang="en-US" sz="1800" baseline="-25000"/>
              <a:t>9</a:t>
            </a:r>
            <a:r>
              <a:rPr lang="ru-RU" altLang="en-US" sz="1800">
                <a:sym typeface="Symbol" panose="05050102010706020507" pitchFamily="18" charset="2"/>
              </a:rPr>
              <a:t></a:t>
            </a:r>
            <a:r>
              <a:rPr lang="en-GB" altLang="en-US" sz="1800"/>
              <a:t>g</a:t>
            </a:r>
            <a:r>
              <a:rPr lang="en-GB" altLang="en-US" sz="1800" baseline="-25000"/>
              <a:t>8</a:t>
            </a:r>
            <a:r>
              <a:rPr lang="en-GB" altLang="en-US" sz="1800"/>
              <a:t>;  P2 = p</a:t>
            </a:r>
            <a:r>
              <a:rPr lang="en-GB" altLang="en-US" sz="1800" baseline="-25000"/>
              <a:t>11</a:t>
            </a:r>
            <a:r>
              <a:rPr lang="ru-RU" altLang="en-US" sz="1800">
                <a:sym typeface="Symbol" panose="05050102010706020507" pitchFamily="18" charset="2"/>
              </a:rPr>
              <a:t></a:t>
            </a:r>
            <a:r>
              <a:rPr lang="en-GB" altLang="en-US" sz="1800"/>
              <a:t>p</a:t>
            </a:r>
            <a:r>
              <a:rPr lang="en-GB" altLang="en-US" sz="1800" baseline="-25000"/>
              <a:t>10</a:t>
            </a:r>
            <a:r>
              <a:rPr lang="ru-RU" altLang="en-US" sz="1800">
                <a:sym typeface="Symbol" panose="05050102010706020507" pitchFamily="18" charset="2"/>
              </a:rPr>
              <a:t></a:t>
            </a:r>
            <a:r>
              <a:rPr lang="en-GB" altLang="en-US" sz="1800"/>
              <a:t>p</a:t>
            </a:r>
            <a:r>
              <a:rPr lang="en-GB" altLang="en-US" sz="1800" baseline="-25000"/>
              <a:t>9</a:t>
            </a:r>
            <a:r>
              <a:rPr lang="ru-RU" altLang="en-US" sz="1800">
                <a:sym typeface="Symbol" panose="05050102010706020507" pitchFamily="18" charset="2"/>
              </a:rPr>
              <a:t></a:t>
            </a:r>
            <a:r>
              <a:rPr lang="en-GB" altLang="en-US" sz="1800"/>
              <a:t>p</a:t>
            </a:r>
            <a:r>
              <a:rPr lang="en-GB" altLang="en-US" sz="1800" baseline="-25000"/>
              <a:t>8</a:t>
            </a:r>
            <a:r>
              <a:rPr lang="en-GB" altLang="en-US" sz="1800"/>
              <a:t>;</a:t>
            </a:r>
          </a:p>
          <a:p>
            <a:pPr eaLnBrk="1" hangingPunct="1"/>
            <a:r>
              <a:rPr lang="en-GB" altLang="en-US" sz="1800"/>
              <a:t>C12=G2 + P2</a:t>
            </a:r>
            <a:r>
              <a:rPr lang="ru-RU" altLang="en-US" sz="1800">
                <a:sym typeface="Symbol" panose="05050102010706020507" pitchFamily="18" charset="2"/>
              </a:rPr>
              <a:t></a:t>
            </a:r>
            <a:r>
              <a:rPr lang="en-GB" altLang="en-US" sz="1800"/>
              <a:t>G1  + P2</a:t>
            </a:r>
            <a:r>
              <a:rPr lang="ru-RU" altLang="en-US" sz="1800">
                <a:sym typeface="Symbol" panose="05050102010706020507" pitchFamily="18" charset="2"/>
              </a:rPr>
              <a:t></a:t>
            </a:r>
            <a:r>
              <a:rPr lang="en-GB" altLang="en-US" sz="1800"/>
              <a:t>P1</a:t>
            </a:r>
            <a:r>
              <a:rPr lang="ru-RU" altLang="en-US" sz="1800">
                <a:sym typeface="Symbol" panose="05050102010706020507" pitchFamily="18" charset="2"/>
              </a:rPr>
              <a:t></a:t>
            </a:r>
            <a:r>
              <a:rPr lang="en-GB" altLang="en-US" sz="1800"/>
              <a:t>G0 +P2</a:t>
            </a:r>
            <a:r>
              <a:rPr lang="ru-RU" altLang="en-US" sz="1800">
                <a:sym typeface="Symbol" panose="05050102010706020507" pitchFamily="18" charset="2"/>
              </a:rPr>
              <a:t></a:t>
            </a:r>
            <a:r>
              <a:rPr lang="en-GB" altLang="en-US" sz="1800"/>
              <a:t>P1</a:t>
            </a:r>
            <a:r>
              <a:rPr lang="ru-RU" altLang="en-US" sz="1800">
                <a:sym typeface="Symbol" panose="05050102010706020507" pitchFamily="18" charset="2"/>
              </a:rPr>
              <a:t></a:t>
            </a:r>
            <a:r>
              <a:rPr lang="en-GB" altLang="en-US" sz="1800"/>
              <a:t>P0</a:t>
            </a:r>
            <a:r>
              <a:rPr lang="ru-RU" altLang="en-US" sz="1800">
                <a:sym typeface="Symbol" panose="05050102010706020507" pitchFamily="18" charset="2"/>
              </a:rPr>
              <a:t></a:t>
            </a:r>
            <a:r>
              <a:rPr lang="en-US" altLang="en-US" sz="1800">
                <a:sym typeface="Symbol" panose="05050102010706020507" pitchFamily="18" charset="2"/>
              </a:rPr>
              <a:t>c</a:t>
            </a:r>
            <a:r>
              <a:rPr lang="en-GB" altLang="en-US" sz="1800"/>
              <a:t>0;</a:t>
            </a:r>
          </a:p>
        </p:txBody>
      </p:sp>
      <p:sp>
        <p:nvSpPr>
          <p:cNvPr id="48134" name="TextBox 6">
            <a:extLst>
              <a:ext uri="{FF2B5EF4-FFF2-40B4-BE49-F238E27FC236}">
                <a16:creationId xmlns:a16="http://schemas.microsoft.com/office/drawing/2014/main" id="{105E9281-D39E-D194-C25B-FFC584615375}"/>
              </a:ext>
            </a:extLst>
          </p:cNvPr>
          <p:cNvSpPr txBox="1">
            <a:spLocks noChangeArrowheads="1"/>
          </p:cNvSpPr>
          <p:nvPr/>
        </p:nvSpPr>
        <p:spPr bwMode="auto">
          <a:xfrm>
            <a:off x="2087563" y="4724401"/>
            <a:ext cx="8305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G3=</a:t>
            </a:r>
            <a:r>
              <a:rPr lang="en-GB" altLang="en-US" sz="1800"/>
              <a:t>g</a:t>
            </a:r>
            <a:r>
              <a:rPr lang="en-GB" altLang="en-US" sz="1800" baseline="-25000"/>
              <a:t>15</a:t>
            </a:r>
            <a:r>
              <a:rPr lang="en-GB" altLang="en-US" sz="1800"/>
              <a:t>+p</a:t>
            </a:r>
            <a:r>
              <a:rPr lang="en-GB" altLang="en-US" sz="1800" baseline="-25000"/>
              <a:t>15</a:t>
            </a:r>
            <a:r>
              <a:rPr lang="ru-RU" altLang="en-US" sz="1800">
                <a:sym typeface="Symbol" panose="05050102010706020507" pitchFamily="18" charset="2"/>
              </a:rPr>
              <a:t></a:t>
            </a:r>
            <a:r>
              <a:rPr lang="en-GB" altLang="en-US" sz="1800"/>
              <a:t>g</a:t>
            </a:r>
            <a:r>
              <a:rPr lang="en-GB" altLang="en-US" sz="1800" baseline="-25000"/>
              <a:t>14</a:t>
            </a:r>
            <a:r>
              <a:rPr lang="en-GB" altLang="en-US" sz="1800"/>
              <a:t> + p</a:t>
            </a:r>
            <a:r>
              <a:rPr lang="en-GB" altLang="en-US" sz="1800" baseline="-25000"/>
              <a:t>15</a:t>
            </a:r>
            <a:r>
              <a:rPr lang="ru-RU" altLang="en-US" sz="1800">
                <a:sym typeface="Symbol" panose="05050102010706020507" pitchFamily="18" charset="2"/>
              </a:rPr>
              <a:t></a:t>
            </a:r>
            <a:r>
              <a:rPr lang="en-GB" altLang="en-US" sz="1800"/>
              <a:t>p</a:t>
            </a:r>
            <a:r>
              <a:rPr lang="en-GB" altLang="en-US" sz="1800" baseline="-25000"/>
              <a:t>14</a:t>
            </a:r>
            <a:r>
              <a:rPr lang="ru-RU" altLang="en-US" sz="1800">
                <a:sym typeface="Symbol" panose="05050102010706020507" pitchFamily="18" charset="2"/>
              </a:rPr>
              <a:t></a:t>
            </a:r>
            <a:r>
              <a:rPr lang="en-GB" altLang="en-US" sz="1800"/>
              <a:t>g</a:t>
            </a:r>
            <a:r>
              <a:rPr lang="en-GB" altLang="en-US" sz="1800" baseline="-25000"/>
              <a:t>13</a:t>
            </a:r>
            <a:r>
              <a:rPr lang="en-GB" altLang="en-US" sz="1800"/>
              <a:t>+ p</a:t>
            </a:r>
            <a:r>
              <a:rPr lang="en-GB" altLang="en-US" sz="1800" baseline="-25000"/>
              <a:t>15</a:t>
            </a:r>
            <a:r>
              <a:rPr lang="ru-RU" altLang="en-US" sz="1800">
                <a:sym typeface="Symbol" panose="05050102010706020507" pitchFamily="18" charset="2"/>
              </a:rPr>
              <a:t></a:t>
            </a:r>
            <a:r>
              <a:rPr lang="en-GB" altLang="en-US" sz="1800"/>
              <a:t>p</a:t>
            </a:r>
            <a:r>
              <a:rPr lang="en-GB" altLang="en-US" sz="1800" baseline="-25000"/>
              <a:t>14</a:t>
            </a:r>
            <a:r>
              <a:rPr lang="ru-RU" altLang="en-US" sz="1800">
                <a:sym typeface="Symbol" panose="05050102010706020507" pitchFamily="18" charset="2"/>
              </a:rPr>
              <a:t></a:t>
            </a:r>
            <a:r>
              <a:rPr lang="en-GB" altLang="en-US" sz="1800"/>
              <a:t>p</a:t>
            </a:r>
            <a:r>
              <a:rPr lang="en-GB" altLang="en-US" sz="1800" baseline="-25000"/>
              <a:t>13</a:t>
            </a:r>
            <a:r>
              <a:rPr lang="ru-RU" altLang="en-US" sz="1800">
                <a:sym typeface="Symbol" panose="05050102010706020507" pitchFamily="18" charset="2"/>
              </a:rPr>
              <a:t></a:t>
            </a:r>
            <a:r>
              <a:rPr lang="en-GB" altLang="en-US" sz="1800"/>
              <a:t>g</a:t>
            </a:r>
            <a:r>
              <a:rPr lang="en-GB" altLang="en-US" sz="1800" baseline="-25000"/>
              <a:t>12</a:t>
            </a:r>
            <a:r>
              <a:rPr lang="en-GB" altLang="en-US" sz="1800"/>
              <a:t>;  P3 = p</a:t>
            </a:r>
            <a:r>
              <a:rPr lang="en-GB" altLang="en-US" sz="1800" baseline="-25000"/>
              <a:t>15</a:t>
            </a:r>
            <a:r>
              <a:rPr lang="ru-RU" altLang="en-US" sz="1800">
                <a:sym typeface="Symbol" panose="05050102010706020507" pitchFamily="18" charset="2"/>
              </a:rPr>
              <a:t></a:t>
            </a:r>
            <a:r>
              <a:rPr lang="en-GB" altLang="en-US" sz="1800"/>
              <a:t>p</a:t>
            </a:r>
            <a:r>
              <a:rPr lang="en-GB" altLang="en-US" sz="1800" baseline="-25000"/>
              <a:t>14</a:t>
            </a:r>
            <a:r>
              <a:rPr lang="ru-RU" altLang="en-US" sz="1800">
                <a:sym typeface="Symbol" panose="05050102010706020507" pitchFamily="18" charset="2"/>
              </a:rPr>
              <a:t></a:t>
            </a:r>
            <a:r>
              <a:rPr lang="en-GB" altLang="en-US" sz="1800"/>
              <a:t>p</a:t>
            </a:r>
            <a:r>
              <a:rPr lang="en-GB" altLang="en-US" sz="1800" baseline="-25000"/>
              <a:t>13</a:t>
            </a:r>
            <a:r>
              <a:rPr lang="ru-RU" altLang="en-US" sz="1800">
                <a:sym typeface="Symbol" panose="05050102010706020507" pitchFamily="18" charset="2"/>
              </a:rPr>
              <a:t></a:t>
            </a:r>
            <a:r>
              <a:rPr lang="en-GB" altLang="en-US" sz="1800"/>
              <a:t>p</a:t>
            </a:r>
            <a:r>
              <a:rPr lang="en-GB" altLang="en-US" sz="1800" baseline="-25000"/>
              <a:t>12</a:t>
            </a:r>
            <a:r>
              <a:rPr lang="en-GB" altLang="en-US" sz="1800"/>
              <a:t>;</a:t>
            </a:r>
          </a:p>
          <a:p>
            <a:pPr eaLnBrk="1" hangingPunct="1"/>
            <a:r>
              <a:rPr lang="en-GB" altLang="en-US" sz="1800"/>
              <a:t>C16=G3 + P3</a:t>
            </a:r>
            <a:r>
              <a:rPr lang="ru-RU" altLang="en-US" sz="1800">
                <a:sym typeface="Symbol" panose="05050102010706020507" pitchFamily="18" charset="2"/>
              </a:rPr>
              <a:t></a:t>
            </a:r>
            <a:r>
              <a:rPr lang="en-GB" altLang="en-US" sz="1800"/>
              <a:t>G2  + P3</a:t>
            </a:r>
            <a:r>
              <a:rPr lang="ru-RU" altLang="en-US" sz="1800">
                <a:sym typeface="Symbol" panose="05050102010706020507" pitchFamily="18" charset="2"/>
              </a:rPr>
              <a:t></a:t>
            </a:r>
            <a:r>
              <a:rPr lang="en-GB" altLang="en-US" sz="1800"/>
              <a:t>P2</a:t>
            </a:r>
            <a:r>
              <a:rPr lang="ru-RU" altLang="en-US" sz="1800">
                <a:sym typeface="Symbol" panose="05050102010706020507" pitchFamily="18" charset="2"/>
              </a:rPr>
              <a:t></a:t>
            </a:r>
            <a:r>
              <a:rPr lang="en-GB" altLang="en-US" sz="1800"/>
              <a:t>G1 +P3</a:t>
            </a:r>
            <a:r>
              <a:rPr lang="ru-RU" altLang="en-US" sz="1800">
                <a:sym typeface="Symbol" panose="05050102010706020507" pitchFamily="18" charset="2"/>
              </a:rPr>
              <a:t></a:t>
            </a:r>
            <a:r>
              <a:rPr lang="en-GB" altLang="en-US" sz="1800"/>
              <a:t>P2</a:t>
            </a:r>
            <a:r>
              <a:rPr lang="ru-RU" altLang="en-US" sz="1800">
                <a:sym typeface="Symbol" panose="05050102010706020507" pitchFamily="18" charset="2"/>
              </a:rPr>
              <a:t></a:t>
            </a:r>
            <a:r>
              <a:rPr lang="en-GB" altLang="en-US" sz="1800"/>
              <a:t>P1</a:t>
            </a:r>
            <a:r>
              <a:rPr lang="ru-RU" altLang="en-US" sz="1800">
                <a:sym typeface="Symbol" panose="05050102010706020507" pitchFamily="18" charset="2"/>
              </a:rPr>
              <a:t></a:t>
            </a:r>
            <a:r>
              <a:rPr lang="en-GB" altLang="en-US" sz="1800"/>
              <a:t>G0 + P3</a:t>
            </a:r>
            <a:r>
              <a:rPr lang="ru-RU" altLang="en-US" sz="1800">
                <a:sym typeface="Symbol" panose="05050102010706020507" pitchFamily="18" charset="2"/>
              </a:rPr>
              <a:t></a:t>
            </a:r>
            <a:r>
              <a:rPr lang="en-GB" altLang="en-US" sz="1800"/>
              <a:t>P2</a:t>
            </a:r>
            <a:r>
              <a:rPr lang="ru-RU" altLang="en-US" sz="1800">
                <a:sym typeface="Symbol" panose="05050102010706020507" pitchFamily="18" charset="2"/>
              </a:rPr>
              <a:t></a:t>
            </a:r>
            <a:r>
              <a:rPr lang="en-GB" altLang="en-US" sz="1800"/>
              <a:t>P1</a:t>
            </a:r>
            <a:r>
              <a:rPr lang="ru-RU" altLang="en-US" sz="1800">
                <a:sym typeface="Symbol" panose="05050102010706020507" pitchFamily="18" charset="2"/>
              </a:rPr>
              <a:t></a:t>
            </a:r>
            <a:r>
              <a:rPr lang="en-GB" altLang="en-US" sz="1800"/>
              <a:t>P0</a:t>
            </a:r>
            <a:r>
              <a:rPr lang="ru-RU" altLang="en-US" sz="1800">
                <a:sym typeface="Symbol" panose="05050102010706020507" pitchFamily="18" charset="2"/>
              </a:rPr>
              <a:t></a:t>
            </a:r>
            <a:r>
              <a:rPr lang="en-GB" altLang="en-US" sz="1800"/>
              <a:t>c0</a:t>
            </a:r>
            <a:r>
              <a:rPr lang="en-US" altLang="en-US" sz="1800">
                <a:sym typeface="Symbol" panose="05050102010706020507" pitchFamily="18" charset="2"/>
              </a:rPr>
              <a:t>;</a:t>
            </a:r>
            <a:r>
              <a:rPr lang="en-GB" altLang="en-US" sz="1800"/>
              <a:t> </a:t>
            </a:r>
          </a:p>
          <a:p>
            <a:pPr eaLnBrk="1" hangingPunct="1"/>
            <a:r>
              <a:rPr lang="en-GB" altLang="en-US" sz="1800"/>
              <a:t>GG= G3 + P3</a:t>
            </a:r>
            <a:r>
              <a:rPr lang="ru-RU" altLang="en-US" sz="1800">
                <a:sym typeface="Symbol" panose="05050102010706020507" pitchFamily="18" charset="2"/>
              </a:rPr>
              <a:t></a:t>
            </a:r>
            <a:r>
              <a:rPr lang="en-GB" altLang="en-US" sz="1800"/>
              <a:t>G2  + P3</a:t>
            </a:r>
            <a:r>
              <a:rPr lang="ru-RU" altLang="en-US" sz="1800">
                <a:sym typeface="Symbol" panose="05050102010706020507" pitchFamily="18" charset="2"/>
              </a:rPr>
              <a:t></a:t>
            </a:r>
            <a:r>
              <a:rPr lang="en-GB" altLang="en-US" sz="1800"/>
              <a:t>P2</a:t>
            </a:r>
            <a:r>
              <a:rPr lang="ru-RU" altLang="en-US" sz="1800">
                <a:sym typeface="Symbol" panose="05050102010706020507" pitchFamily="18" charset="2"/>
              </a:rPr>
              <a:t></a:t>
            </a:r>
            <a:r>
              <a:rPr lang="en-GB" altLang="en-US" sz="1800"/>
              <a:t>G1 +P3</a:t>
            </a:r>
            <a:r>
              <a:rPr lang="ru-RU" altLang="en-US" sz="1800">
                <a:sym typeface="Symbol" panose="05050102010706020507" pitchFamily="18" charset="2"/>
              </a:rPr>
              <a:t></a:t>
            </a:r>
            <a:r>
              <a:rPr lang="en-GB" altLang="en-US" sz="1800"/>
              <a:t>P2</a:t>
            </a:r>
            <a:r>
              <a:rPr lang="ru-RU" altLang="en-US" sz="1800">
                <a:sym typeface="Symbol" panose="05050102010706020507" pitchFamily="18" charset="2"/>
              </a:rPr>
              <a:t></a:t>
            </a:r>
            <a:r>
              <a:rPr lang="en-GB" altLang="en-US" sz="1800"/>
              <a:t>P1</a:t>
            </a:r>
            <a:r>
              <a:rPr lang="ru-RU" altLang="en-US" sz="1800">
                <a:sym typeface="Symbol" panose="05050102010706020507" pitchFamily="18" charset="2"/>
              </a:rPr>
              <a:t></a:t>
            </a:r>
            <a:r>
              <a:rPr lang="en-GB" altLang="en-US" sz="1800"/>
              <a:t>G0;  PG= P3</a:t>
            </a:r>
            <a:r>
              <a:rPr lang="ru-RU" altLang="en-US" sz="1800">
                <a:sym typeface="Symbol" panose="05050102010706020507" pitchFamily="18" charset="2"/>
              </a:rPr>
              <a:t></a:t>
            </a:r>
            <a:r>
              <a:rPr lang="en-GB" altLang="en-US" sz="1800"/>
              <a:t>P2</a:t>
            </a:r>
            <a:r>
              <a:rPr lang="ru-RU" altLang="en-US" sz="1800">
                <a:sym typeface="Symbol" panose="05050102010706020507" pitchFamily="18" charset="2"/>
              </a:rPr>
              <a:t></a:t>
            </a:r>
            <a:r>
              <a:rPr lang="en-GB" altLang="en-US" sz="1800"/>
              <a:t>P1</a:t>
            </a:r>
            <a:r>
              <a:rPr lang="ru-RU" altLang="en-US" sz="1800">
                <a:sym typeface="Symbol" panose="05050102010706020507" pitchFamily="18" charset="2"/>
              </a:rPr>
              <a:t></a:t>
            </a:r>
            <a:r>
              <a:rPr lang="en-GB" altLang="en-US" sz="1800"/>
              <a:t>P0</a:t>
            </a:r>
            <a:r>
              <a:rPr lang="ru-RU" altLang="en-US" sz="1800">
                <a:sym typeface="Symbol" panose="05050102010706020507" pitchFamily="18" charset="2"/>
              </a:rPr>
              <a:t></a:t>
            </a:r>
            <a:r>
              <a:rPr lang="en-GB" altLang="en-US" sz="1800"/>
              <a:t>c0</a:t>
            </a:r>
            <a:r>
              <a:rPr lang="en-US" altLang="en-US" sz="1800">
                <a:sym typeface="Symbol" panose="05050102010706020507" pitchFamily="18" charset="2"/>
              </a:rPr>
              <a:t>;</a:t>
            </a:r>
            <a:r>
              <a:rPr lang="en-GB" altLang="en-US" sz="1800"/>
              <a:t> </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a:extLst>
              <a:ext uri="{FF2B5EF4-FFF2-40B4-BE49-F238E27FC236}">
                <a16:creationId xmlns:a16="http://schemas.microsoft.com/office/drawing/2014/main" id="{50063088-48B0-F43B-1F0F-6C4C4708E13C}"/>
              </a:ext>
            </a:extLst>
          </p:cNvPr>
          <p:cNvSpPr>
            <a:spLocks noGrp="1" noChangeArrowheads="1"/>
          </p:cNvSpPr>
          <p:nvPr>
            <p:ph type="title"/>
          </p:nvPr>
        </p:nvSpPr>
        <p:spPr/>
        <p:txBody>
          <a:bodyPr/>
          <a:lstStyle/>
          <a:p>
            <a:r>
              <a:rPr lang="en-US" altLang="en-US"/>
              <a:t>Block Carry Look-Ahead Adder</a:t>
            </a:r>
            <a:endParaRPr lang="ru-RU" altLang="en-US"/>
          </a:p>
        </p:txBody>
      </p:sp>
      <p:sp>
        <p:nvSpPr>
          <p:cNvPr id="49155" name="Rectangle 5">
            <a:extLst>
              <a:ext uri="{FF2B5EF4-FFF2-40B4-BE49-F238E27FC236}">
                <a16:creationId xmlns:a16="http://schemas.microsoft.com/office/drawing/2014/main" id="{4C09BC8F-5738-F695-64BB-94EF5B5843DB}"/>
              </a:ext>
            </a:extLst>
          </p:cNvPr>
          <p:cNvSpPr>
            <a:spLocks noChangeArrowheads="1"/>
          </p:cNvSpPr>
          <p:nvPr/>
        </p:nvSpPr>
        <p:spPr bwMode="auto">
          <a:xfrm>
            <a:off x="3124200" y="1874839"/>
            <a:ext cx="39687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indent="239713">
              <a:tabLst>
                <a:tab pos="3076575" algn="ctr"/>
                <a:tab pos="6153150" algn="r"/>
              </a:tabLst>
              <a:defRPr sz="3600">
                <a:solidFill>
                  <a:schemeClr val="tx1"/>
                </a:solidFill>
                <a:latin typeface="Arial" panose="020B0604020202020204" pitchFamily="34" charset="0"/>
                <a:cs typeface="Arial" panose="020B0604020202020204" pitchFamily="34" charset="0"/>
              </a:defRPr>
            </a:lvl1pPr>
            <a:lvl2pPr marL="742950" indent="-285750">
              <a:tabLst>
                <a:tab pos="3076575" algn="ctr"/>
                <a:tab pos="6153150" algn="r"/>
              </a:tabLst>
              <a:defRPr sz="3600">
                <a:solidFill>
                  <a:schemeClr val="tx1"/>
                </a:solidFill>
                <a:latin typeface="Arial" panose="020B0604020202020204" pitchFamily="34" charset="0"/>
                <a:cs typeface="Arial" panose="020B0604020202020204" pitchFamily="34" charset="0"/>
              </a:defRPr>
            </a:lvl2pPr>
            <a:lvl3pPr marL="1143000" indent="-228600">
              <a:tabLst>
                <a:tab pos="3076575" algn="ctr"/>
                <a:tab pos="6153150" algn="r"/>
              </a:tabLst>
              <a:defRPr sz="3600">
                <a:solidFill>
                  <a:schemeClr val="tx1"/>
                </a:solidFill>
                <a:latin typeface="Arial" panose="020B0604020202020204" pitchFamily="34" charset="0"/>
                <a:cs typeface="Arial" panose="020B0604020202020204" pitchFamily="34" charset="0"/>
              </a:defRPr>
            </a:lvl3pPr>
            <a:lvl4pPr marL="1600200" indent="-228600">
              <a:tabLst>
                <a:tab pos="3076575" algn="ctr"/>
                <a:tab pos="6153150" algn="r"/>
              </a:tabLst>
              <a:defRPr sz="3600">
                <a:solidFill>
                  <a:schemeClr val="tx1"/>
                </a:solidFill>
                <a:latin typeface="Arial" panose="020B0604020202020204" pitchFamily="34" charset="0"/>
                <a:cs typeface="Arial" panose="020B0604020202020204" pitchFamily="34" charset="0"/>
              </a:defRPr>
            </a:lvl4pPr>
            <a:lvl5pPr marL="2057400" indent="-228600">
              <a:tabLst>
                <a:tab pos="3076575" algn="ctr"/>
                <a:tab pos="6153150" algn="r"/>
              </a:tabLst>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3076575" algn="ctr"/>
                <a:tab pos="6153150" algn="r"/>
              </a:tabLs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3076575" algn="ctr"/>
                <a:tab pos="6153150" algn="r"/>
              </a:tabLs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3076575" algn="ctr"/>
                <a:tab pos="6153150" algn="r"/>
              </a:tabLs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3076575" algn="ctr"/>
                <a:tab pos="6153150" algn="r"/>
              </a:tabLst>
              <a:defRPr sz="3600">
                <a:solidFill>
                  <a:schemeClr val="tx1"/>
                </a:solidFill>
                <a:latin typeface="Arial" panose="020B0604020202020204" pitchFamily="34" charset="0"/>
                <a:cs typeface="Arial" panose="020B0604020202020204" pitchFamily="34" charset="0"/>
              </a:defRPr>
            </a:lvl9pPr>
          </a:lstStyle>
          <a:p>
            <a:r>
              <a:rPr lang="ru-RU" altLang="en-US" sz="2000"/>
              <a:t>The delay signal </a:t>
            </a:r>
            <a:r>
              <a:rPr lang="en-US" altLang="en-US" sz="2000"/>
              <a:t>c</a:t>
            </a:r>
            <a:r>
              <a:rPr lang="ru-RU" altLang="en-US" sz="2000"/>
              <a:t>16 definition </a:t>
            </a:r>
          </a:p>
        </p:txBody>
      </p:sp>
      <p:sp>
        <p:nvSpPr>
          <p:cNvPr id="49156" name="Text Box 145">
            <a:extLst>
              <a:ext uri="{FF2B5EF4-FFF2-40B4-BE49-F238E27FC236}">
                <a16:creationId xmlns:a16="http://schemas.microsoft.com/office/drawing/2014/main" id="{8D780EB1-EF83-1FCE-CFCF-9C0890397646}"/>
              </a:ext>
            </a:extLst>
          </p:cNvPr>
          <p:cNvSpPr txBox="1">
            <a:spLocks noChangeArrowheads="1"/>
          </p:cNvSpPr>
          <p:nvPr/>
        </p:nvSpPr>
        <p:spPr bwMode="auto">
          <a:xfrm>
            <a:off x="2117726" y="5105401"/>
            <a:ext cx="78644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In general</a:t>
            </a:r>
            <a:r>
              <a:rPr lang="en-US" altLang="en-US" sz="2000"/>
              <a:t>,</a:t>
            </a:r>
            <a:r>
              <a:rPr lang="ru-RU" altLang="en-US" sz="2000"/>
              <a:t> </a:t>
            </a:r>
            <a:r>
              <a:rPr lang="en-US" altLang="en-US" sz="2000"/>
              <a:t>T</a:t>
            </a:r>
            <a:r>
              <a:rPr lang="ru-RU" altLang="en-US" sz="2000"/>
              <a:t> = 1 + 2(2</a:t>
            </a:r>
            <a:r>
              <a:rPr lang="en-US" altLang="en-US" sz="2000"/>
              <a:t>L</a:t>
            </a:r>
            <a:r>
              <a:rPr lang="ru-RU" altLang="en-US" sz="2000"/>
              <a:t>-1) +2</a:t>
            </a:r>
            <a:r>
              <a:rPr lang="en-US" altLang="en-US" sz="2000"/>
              <a:t>, where L – the number of levels</a:t>
            </a:r>
            <a:endParaRPr lang="ru-RU" altLang="en-US" sz="2000"/>
          </a:p>
        </p:txBody>
      </p:sp>
      <p:graphicFrame>
        <p:nvGraphicFramePr>
          <p:cNvPr id="6" name="Table 5">
            <a:extLst>
              <a:ext uri="{FF2B5EF4-FFF2-40B4-BE49-F238E27FC236}">
                <a16:creationId xmlns:a16="http://schemas.microsoft.com/office/drawing/2014/main" id="{37DDED47-8A7D-4B55-BDD4-0775D640FBA5}"/>
              </a:ext>
            </a:extLst>
          </p:cNvPr>
          <p:cNvGraphicFramePr>
            <a:graphicFrameLocks noGrp="1"/>
          </p:cNvGraphicFramePr>
          <p:nvPr/>
        </p:nvGraphicFramePr>
        <p:xfrm>
          <a:off x="2819400" y="2346326"/>
          <a:ext cx="6096000" cy="2378076"/>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96346">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Function</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tc>
                  <a:txBody>
                    <a:bodyPr/>
                    <a:lstStyle/>
                    <a:p>
                      <a:pPr marL="0" marR="0" lvl="0" indent="0" algn="ctr"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Number of Gates</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extLst>
                  <a:ext uri="{0D108BD9-81ED-4DB2-BD59-A6C34878D82A}">
                    <a16:rowId xmlns:a16="http://schemas.microsoft.com/office/drawing/2014/main" val="10000"/>
                  </a:ext>
                </a:extLst>
              </a:tr>
              <a:tr h="39634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a:ln>
                            <a:noFill/>
                          </a:ln>
                          <a:effectLst/>
                        </a:rPr>
                        <a:t>gi, pi generation</a:t>
                      </a:r>
                      <a:endParaRPr kumimoji="0" lang="ru-RU" sz="2000" b="0" i="0" u="none" strike="noStrike" cap="none" normalizeH="0" baseline="0">
                        <a:ln>
                          <a:noFill/>
                        </a:ln>
                        <a:solidFill>
                          <a:schemeClr val="tx1"/>
                        </a:solidFill>
                        <a:effectLst/>
                        <a:latin typeface="Arial" charset="0"/>
                        <a:cs typeface="Arial" charset="0"/>
                      </a:endParaRPr>
                    </a:p>
                  </a:txBody>
                  <a:tcPr marT="45732" marB="45732"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1</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extLst>
                  <a:ext uri="{0D108BD9-81ED-4DB2-BD59-A6C34878D82A}">
                    <a16:rowId xmlns:a16="http://schemas.microsoft.com/office/drawing/2014/main" val="10001"/>
                  </a:ext>
                </a:extLst>
              </a:tr>
              <a:tr h="39634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C,G generation</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2</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extLst>
                  <a:ext uri="{0D108BD9-81ED-4DB2-BD59-A6C34878D82A}">
                    <a16:rowId xmlns:a16="http://schemas.microsoft.com/office/drawing/2014/main" val="10002"/>
                  </a:ext>
                </a:extLst>
              </a:tr>
              <a:tr h="39634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G3, P3 generation</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sym typeface="Symbol" pitchFamily="18" charset="2"/>
                        </a:rPr>
                        <a:t>3 </a:t>
                      </a:r>
                      <a:r>
                        <a:rPr kumimoji="0" lang="en-US" sz="2000" u="none" strike="noStrike" cap="none" normalizeH="0" baseline="0" dirty="0">
                          <a:ln>
                            <a:noFill/>
                          </a:ln>
                          <a:effectLst/>
                          <a:sym typeface="Symbol"/>
                        </a:rPr>
                        <a:t>2</a:t>
                      </a:r>
                      <a:endParaRPr kumimoji="0" lang="en-US" sz="2000" b="0" i="0" u="none" strike="noStrike" cap="none" normalizeH="0" baseline="0" dirty="0">
                        <a:ln>
                          <a:noFill/>
                        </a:ln>
                        <a:solidFill>
                          <a:schemeClr val="tx1"/>
                        </a:solidFill>
                        <a:effectLst/>
                        <a:latin typeface="Arial" charset="0"/>
                        <a:cs typeface="Arial" charset="0"/>
                        <a:sym typeface="Symbol" pitchFamily="18" charset="2"/>
                      </a:endParaRPr>
                    </a:p>
                  </a:txBody>
                  <a:tcPr marT="45732" marB="45732" horzOverflow="overflow"/>
                </a:tc>
                <a:extLst>
                  <a:ext uri="{0D108BD9-81ED-4DB2-BD59-A6C34878D82A}">
                    <a16:rowId xmlns:a16="http://schemas.microsoft.com/office/drawing/2014/main" val="10003"/>
                  </a:ext>
                </a:extLst>
              </a:tr>
              <a:tr h="39634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Si generation</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2</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extLst>
                  <a:ext uri="{0D108BD9-81ED-4DB2-BD59-A6C34878D82A}">
                    <a16:rowId xmlns:a16="http://schemas.microsoft.com/office/drawing/2014/main" val="10004"/>
                  </a:ext>
                </a:extLst>
              </a:tr>
              <a:tr h="396346">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C16 time generation</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tc>
                  <a:txBody>
                    <a:bodyPr/>
                    <a:lstStyle/>
                    <a:p>
                      <a:pPr marL="0" marR="0" lvl="0" indent="0" algn="l" defTabSz="914400" rtl="0" eaLnBrk="0" fontAlgn="base" latinLnBrk="0" hangingPunct="0">
                        <a:lnSpc>
                          <a:spcPct val="100000"/>
                        </a:lnSpc>
                        <a:spcBef>
                          <a:spcPct val="20000"/>
                        </a:spcBef>
                        <a:spcAft>
                          <a:spcPct val="0"/>
                        </a:spcAft>
                        <a:buClr>
                          <a:srgbClr val="0000FF"/>
                        </a:buClr>
                        <a:buSzPct val="100000"/>
                        <a:buFont typeface="Arial" charset="0"/>
                        <a:buNone/>
                        <a:tabLst/>
                      </a:pPr>
                      <a:r>
                        <a:rPr kumimoji="0" lang="en-US" sz="2000" u="none" strike="noStrike" cap="none" normalizeH="0" baseline="0" dirty="0">
                          <a:ln>
                            <a:noFill/>
                          </a:ln>
                          <a:effectLst/>
                        </a:rPr>
                        <a:t>1+ 6 + 2=9</a:t>
                      </a:r>
                      <a:endParaRPr kumimoji="0" lang="ru-RU" sz="2000" b="0" i="0" u="none" strike="noStrike" cap="none" normalizeH="0" baseline="0" dirty="0">
                        <a:ln>
                          <a:noFill/>
                        </a:ln>
                        <a:solidFill>
                          <a:schemeClr val="tx1"/>
                        </a:solidFill>
                        <a:effectLst/>
                        <a:latin typeface="Arial" charset="0"/>
                        <a:cs typeface="Arial" charset="0"/>
                      </a:endParaRPr>
                    </a:p>
                  </a:txBody>
                  <a:tcPr marT="45732" marB="45732" horzOverflow="overflow"/>
                </a:tc>
                <a:extLst>
                  <a:ext uri="{0D108BD9-81ED-4DB2-BD59-A6C34878D82A}">
                    <a16:rowId xmlns:a16="http://schemas.microsoft.com/office/drawing/2014/main" val="10005"/>
                  </a:ext>
                </a:extLst>
              </a:tr>
            </a:tbl>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a:extLst>
              <a:ext uri="{FF2B5EF4-FFF2-40B4-BE49-F238E27FC236}">
                <a16:creationId xmlns:a16="http://schemas.microsoft.com/office/drawing/2014/main" id="{788DE37E-4187-C0F4-A7A6-0BAEF2F50EE4}"/>
              </a:ext>
            </a:extLst>
          </p:cNvPr>
          <p:cNvSpPr>
            <a:spLocks noGrp="1" noChangeArrowheads="1"/>
          </p:cNvSpPr>
          <p:nvPr>
            <p:ph type="title"/>
          </p:nvPr>
        </p:nvSpPr>
        <p:spPr/>
        <p:txBody>
          <a:bodyPr>
            <a:normAutofit/>
          </a:bodyPr>
          <a:lstStyle/>
          <a:p>
            <a:r>
              <a:rPr lang="en-US" altLang="en-US" dirty="0"/>
              <a:t>Carry Bypass Adder (Carry Skip Adder)</a:t>
            </a:r>
          </a:p>
        </p:txBody>
      </p:sp>
      <p:sp>
        <p:nvSpPr>
          <p:cNvPr id="50179" name="Content Placeholder 2">
            <a:extLst>
              <a:ext uri="{FF2B5EF4-FFF2-40B4-BE49-F238E27FC236}">
                <a16:creationId xmlns:a16="http://schemas.microsoft.com/office/drawing/2014/main" id="{0DB654A3-061D-C561-C499-6396BD060B16}"/>
              </a:ext>
            </a:extLst>
          </p:cNvPr>
          <p:cNvSpPr>
            <a:spLocks noGrp="1" noChangeArrowheads="1"/>
          </p:cNvSpPr>
          <p:nvPr>
            <p:ph type="body" sz="quarter" idx="10"/>
          </p:nvPr>
        </p:nvSpPr>
        <p:spPr/>
        <p:txBody>
          <a:bodyPr/>
          <a:lstStyle/>
          <a:p>
            <a:pPr marL="0" indent="0">
              <a:buNone/>
            </a:pPr>
            <a:r>
              <a:rPr lang="en-US" altLang="en-US" dirty="0"/>
              <a:t>The following 3 functions are formed in each bit of the adder</a:t>
            </a:r>
            <a:r>
              <a:rPr lang="ru-RU" altLang="en-US" dirty="0"/>
              <a:t>:</a:t>
            </a:r>
            <a:endParaRPr lang="en-US" altLang="en-US" dirty="0"/>
          </a:p>
          <a:p>
            <a:r>
              <a:rPr lang="en-US" altLang="en-US" dirty="0"/>
              <a:t>G = Ai</a:t>
            </a:r>
            <a:r>
              <a:rPr lang="en-US" altLang="en-US" dirty="0">
                <a:sym typeface="Symbol" panose="05050102010706020507" pitchFamily="18" charset="2"/>
              </a:rPr>
              <a:t></a:t>
            </a:r>
            <a:r>
              <a:rPr lang="en-US" altLang="en-US" dirty="0"/>
              <a:t> Bi(Generate);</a:t>
            </a:r>
          </a:p>
          <a:p>
            <a:r>
              <a:rPr lang="en-US" altLang="en-US" dirty="0"/>
              <a:t>P = </a:t>
            </a:r>
            <a:r>
              <a:rPr lang="en-US" altLang="en-US" dirty="0" err="1"/>
              <a:t>Ai</a:t>
            </a:r>
            <a:r>
              <a:rPr lang="en-US" altLang="en-US" dirty="0" err="1">
                <a:sym typeface="Symbol" panose="05050102010706020507" pitchFamily="18" charset="2"/>
              </a:rPr>
              <a:t></a:t>
            </a:r>
            <a:r>
              <a:rPr lang="en-US" altLang="en-US" dirty="0" err="1"/>
              <a:t>Bi</a:t>
            </a:r>
            <a:r>
              <a:rPr lang="en-US" altLang="en-US" dirty="0"/>
              <a:t>(Propagate)</a:t>
            </a:r>
          </a:p>
          <a:p>
            <a:r>
              <a:rPr lang="en-US" altLang="en-US" dirty="0"/>
              <a:t>K= ~Ai</a:t>
            </a:r>
            <a:r>
              <a:rPr lang="en-US" altLang="en-US" dirty="0">
                <a:sym typeface="Symbol" panose="05050102010706020507" pitchFamily="18" charset="2"/>
              </a:rPr>
              <a:t></a:t>
            </a:r>
            <a:r>
              <a:rPr lang="en-US" altLang="en-US" dirty="0"/>
              <a:t>~Bi (Annihilate (kill))</a:t>
            </a:r>
            <a:endParaRPr lang="ru-RU" altLang="en-US" dirty="0"/>
          </a:p>
          <a:p>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45">
            <a:extLst>
              <a:ext uri="{FF2B5EF4-FFF2-40B4-BE49-F238E27FC236}">
                <a16:creationId xmlns:a16="http://schemas.microsoft.com/office/drawing/2014/main" id="{5366D1FC-CEC8-5830-B1BF-FAB3BBFEBA95}"/>
              </a:ext>
            </a:extLst>
          </p:cNvPr>
          <p:cNvSpPr txBox="1">
            <a:spLocks noChangeArrowheads="1"/>
          </p:cNvSpPr>
          <p:nvPr/>
        </p:nvSpPr>
        <p:spPr bwMode="auto">
          <a:xfrm>
            <a:off x="2014538" y="1598613"/>
            <a:ext cx="8424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400"/>
              <a:t>The idea of carry bypass adder:</a:t>
            </a:r>
            <a:endParaRPr lang="ru-RU" altLang="en-US" sz="2400"/>
          </a:p>
        </p:txBody>
      </p:sp>
      <p:sp>
        <p:nvSpPr>
          <p:cNvPr id="51203" name="Text Box 46">
            <a:extLst>
              <a:ext uri="{FF2B5EF4-FFF2-40B4-BE49-F238E27FC236}">
                <a16:creationId xmlns:a16="http://schemas.microsoft.com/office/drawing/2014/main" id="{07FB9D43-11D5-8CEC-C216-090F0173045A}"/>
              </a:ext>
            </a:extLst>
          </p:cNvPr>
          <p:cNvSpPr txBox="1">
            <a:spLocks noChangeArrowheads="1"/>
          </p:cNvSpPr>
          <p:nvPr/>
        </p:nvSpPr>
        <p:spPr bwMode="auto">
          <a:xfrm>
            <a:off x="2047876" y="4724401"/>
            <a:ext cx="8391525"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200"/>
              <a:t>P0=a0+b0; P1=a1+b1; P2=a2+b2;P3=a3+b3.</a:t>
            </a:r>
          </a:p>
          <a:p>
            <a:pPr eaLnBrk="1" hangingPunct="1"/>
            <a:r>
              <a:rPr lang="en-US" altLang="en-US" sz="2200"/>
              <a:t>If</a:t>
            </a:r>
            <a:r>
              <a:rPr lang="en-US" altLang="en-US" sz="2200" b="1"/>
              <a:t> </a:t>
            </a:r>
            <a:r>
              <a:rPr lang="en-US" altLang="en-US" sz="2200"/>
              <a:t>P0 </a:t>
            </a:r>
            <a:r>
              <a:rPr lang="en-US" altLang="en-US" sz="2200">
                <a:sym typeface="Symbol" panose="05050102010706020507" pitchFamily="18" charset="2"/>
              </a:rPr>
              <a:t></a:t>
            </a:r>
            <a:r>
              <a:rPr lang="en-US" altLang="en-US" sz="2200"/>
              <a:t>P1 </a:t>
            </a:r>
            <a:r>
              <a:rPr lang="en-US" altLang="en-US" sz="2200">
                <a:sym typeface="Symbol" panose="05050102010706020507" pitchFamily="18" charset="2"/>
              </a:rPr>
              <a:t></a:t>
            </a:r>
            <a:r>
              <a:rPr lang="en-US" altLang="en-US" sz="2200"/>
              <a:t>P2 </a:t>
            </a:r>
            <a:r>
              <a:rPr lang="en-US" altLang="en-US" sz="2200">
                <a:sym typeface="Symbol" panose="05050102010706020507" pitchFamily="18" charset="2"/>
              </a:rPr>
              <a:t></a:t>
            </a:r>
            <a:r>
              <a:rPr lang="en-US" altLang="en-US" sz="2200"/>
              <a:t>P3  =1, then Cout=Cin, else Cout = C4 (Generate). BP – block propagation.</a:t>
            </a:r>
            <a:endParaRPr lang="ru-RU" altLang="en-US" sz="2200"/>
          </a:p>
        </p:txBody>
      </p:sp>
      <p:grpSp>
        <p:nvGrpSpPr>
          <p:cNvPr id="51204" name="Group 46">
            <a:extLst>
              <a:ext uri="{FF2B5EF4-FFF2-40B4-BE49-F238E27FC236}">
                <a16:creationId xmlns:a16="http://schemas.microsoft.com/office/drawing/2014/main" id="{EC0B415B-1584-5969-CD55-EC06CACD2DAE}"/>
              </a:ext>
            </a:extLst>
          </p:cNvPr>
          <p:cNvGrpSpPr>
            <a:grpSpLocks/>
          </p:cNvGrpSpPr>
          <p:nvPr/>
        </p:nvGrpSpPr>
        <p:grpSpPr bwMode="auto">
          <a:xfrm>
            <a:off x="2133600" y="2209801"/>
            <a:ext cx="8134350" cy="2663825"/>
            <a:chOff x="276" y="1488"/>
            <a:chExt cx="5124" cy="1678"/>
          </a:xfrm>
        </p:grpSpPr>
        <p:sp>
          <p:nvSpPr>
            <p:cNvPr id="50182" name="Rectangle 6">
              <a:extLst>
                <a:ext uri="{FF2B5EF4-FFF2-40B4-BE49-F238E27FC236}">
                  <a16:creationId xmlns:a16="http://schemas.microsoft.com/office/drawing/2014/main" id="{DC284426-CF83-41F8-8A61-439DEF2F2686}"/>
                </a:ext>
              </a:extLst>
            </p:cNvPr>
            <p:cNvSpPr>
              <a:spLocks noChangeArrowheads="1"/>
            </p:cNvSpPr>
            <p:nvPr/>
          </p:nvSpPr>
          <p:spPr bwMode="auto">
            <a:xfrm>
              <a:off x="1001" y="2061"/>
              <a:ext cx="395" cy="51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r>
                <a:rPr lang="en-US" sz="2000">
                  <a:latin typeface="Arial" charset="0"/>
                  <a:cs typeface="Arial" charset="0"/>
                </a:rPr>
                <a:t>FA</a:t>
              </a:r>
              <a:endParaRPr lang="ru-RU" sz="2000">
                <a:latin typeface="Arial" charset="0"/>
                <a:cs typeface="Arial" charset="0"/>
              </a:endParaRPr>
            </a:p>
          </p:txBody>
        </p:sp>
        <p:sp>
          <p:nvSpPr>
            <p:cNvPr id="50183" name="Rectangle 7">
              <a:extLst>
                <a:ext uri="{FF2B5EF4-FFF2-40B4-BE49-F238E27FC236}">
                  <a16:creationId xmlns:a16="http://schemas.microsoft.com/office/drawing/2014/main" id="{DA9531F1-2001-4731-B62F-D39FF64C4E0D}"/>
                </a:ext>
              </a:extLst>
            </p:cNvPr>
            <p:cNvSpPr>
              <a:spLocks noChangeArrowheads="1"/>
            </p:cNvSpPr>
            <p:nvPr/>
          </p:nvSpPr>
          <p:spPr bwMode="auto">
            <a:xfrm>
              <a:off x="1791" y="2061"/>
              <a:ext cx="393" cy="51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r>
                <a:rPr lang="ru-RU" sz="2000">
                  <a:latin typeface="Arial" charset="0"/>
                  <a:cs typeface="Arial" charset="0"/>
                </a:rPr>
                <a:t>FA</a:t>
              </a:r>
            </a:p>
          </p:txBody>
        </p:sp>
        <p:sp>
          <p:nvSpPr>
            <p:cNvPr id="50184" name="Rectangle 8">
              <a:extLst>
                <a:ext uri="{FF2B5EF4-FFF2-40B4-BE49-F238E27FC236}">
                  <a16:creationId xmlns:a16="http://schemas.microsoft.com/office/drawing/2014/main" id="{4D50CB33-217E-4AAF-A273-5B22AFAED660}"/>
                </a:ext>
              </a:extLst>
            </p:cNvPr>
            <p:cNvSpPr>
              <a:spLocks noChangeArrowheads="1"/>
            </p:cNvSpPr>
            <p:nvPr/>
          </p:nvSpPr>
          <p:spPr bwMode="auto">
            <a:xfrm>
              <a:off x="2580" y="2061"/>
              <a:ext cx="394" cy="51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r>
                <a:rPr lang="ru-RU" sz="2000">
                  <a:latin typeface="Arial" charset="0"/>
                  <a:cs typeface="Arial" charset="0"/>
                </a:rPr>
                <a:t>FA</a:t>
              </a:r>
            </a:p>
          </p:txBody>
        </p:sp>
        <p:sp>
          <p:nvSpPr>
            <p:cNvPr id="50185" name="Rectangle 9">
              <a:extLst>
                <a:ext uri="{FF2B5EF4-FFF2-40B4-BE49-F238E27FC236}">
                  <a16:creationId xmlns:a16="http://schemas.microsoft.com/office/drawing/2014/main" id="{0B1B9665-6C05-4349-9D27-F97A5C9FCC16}"/>
                </a:ext>
              </a:extLst>
            </p:cNvPr>
            <p:cNvSpPr>
              <a:spLocks noChangeArrowheads="1"/>
            </p:cNvSpPr>
            <p:nvPr/>
          </p:nvSpPr>
          <p:spPr bwMode="auto">
            <a:xfrm>
              <a:off x="3368" y="2061"/>
              <a:ext cx="395" cy="518"/>
            </a:xfrm>
            <a:prstGeom prst="rect">
              <a:avLst/>
            </a:prstGeom>
            <a:solidFill>
              <a:schemeClr val="accent1">
                <a:lumMod val="60000"/>
                <a:lumOff val="40000"/>
              </a:schemeClr>
            </a:solidFill>
            <a:ln w="25400">
              <a:solidFill>
                <a:srgbClr val="000000"/>
              </a:solidFill>
              <a:miter lim="800000"/>
              <a:headEnd/>
              <a:tailEnd/>
            </a:ln>
          </p:spPr>
          <p:txBody>
            <a:bodyPr/>
            <a:lstStyle/>
            <a:p>
              <a:pPr eaLnBrk="1" hangingPunct="1">
                <a:defRPr/>
              </a:pPr>
              <a:r>
                <a:rPr lang="ru-RU" sz="2000">
                  <a:latin typeface="Arial" charset="0"/>
                  <a:cs typeface="Arial" charset="0"/>
                </a:rPr>
                <a:t>FA</a:t>
              </a:r>
            </a:p>
          </p:txBody>
        </p:sp>
        <p:sp>
          <p:nvSpPr>
            <p:cNvPr id="50186" name="AutoShape 10">
              <a:extLst>
                <a:ext uri="{FF2B5EF4-FFF2-40B4-BE49-F238E27FC236}">
                  <a16:creationId xmlns:a16="http://schemas.microsoft.com/office/drawing/2014/main" id="{A4943FA1-8563-4941-8879-E7F7E53E4354}"/>
                </a:ext>
              </a:extLst>
            </p:cNvPr>
            <p:cNvSpPr>
              <a:spLocks noChangeArrowheads="1"/>
            </p:cNvSpPr>
            <p:nvPr/>
          </p:nvSpPr>
          <p:spPr bwMode="auto">
            <a:xfrm rot="-5400000">
              <a:off x="3985" y="2500"/>
              <a:ext cx="1037" cy="29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9 w 21600"/>
                <a:gd name="T13" fmla="*/ 4524 h 21600"/>
                <a:gd name="T14" fmla="*/ 17101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5400">
              <a:solidFill>
                <a:srgbClr val="000000"/>
              </a:solidFill>
              <a:miter lim="800000"/>
              <a:headEnd/>
              <a:tailEnd/>
            </a:ln>
          </p:spPr>
          <p:txBody>
            <a:bodyPr/>
            <a:lstStyle/>
            <a:p>
              <a:pPr eaLnBrk="1" hangingPunct="1">
                <a:defRPr/>
              </a:pPr>
              <a:r>
                <a:rPr lang="ru-RU" sz="2000">
                  <a:latin typeface="Arial" charset="0"/>
                  <a:cs typeface="Arial" charset="0"/>
                </a:rPr>
                <a:t>MUX</a:t>
              </a:r>
            </a:p>
          </p:txBody>
        </p:sp>
        <p:sp>
          <p:nvSpPr>
            <p:cNvPr id="51211" name="Line 11">
              <a:extLst>
                <a:ext uri="{FF2B5EF4-FFF2-40B4-BE49-F238E27FC236}">
                  <a16:creationId xmlns:a16="http://schemas.microsoft.com/office/drawing/2014/main" id="{F4F7C5FB-57CB-FF3A-2BBB-422C40E522E5}"/>
                </a:ext>
              </a:extLst>
            </p:cNvPr>
            <p:cNvSpPr>
              <a:spLocks noChangeShapeType="1"/>
            </p:cNvSpPr>
            <p:nvPr/>
          </p:nvSpPr>
          <p:spPr bwMode="auto">
            <a:xfrm>
              <a:off x="606" y="2309"/>
              <a:ext cx="395"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2" name="Line 12">
              <a:extLst>
                <a:ext uri="{FF2B5EF4-FFF2-40B4-BE49-F238E27FC236}">
                  <a16:creationId xmlns:a16="http://schemas.microsoft.com/office/drawing/2014/main" id="{F33215FF-7E25-AD76-8672-501713B3375D}"/>
                </a:ext>
              </a:extLst>
            </p:cNvPr>
            <p:cNvSpPr>
              <a:spLocks noChangeShapeType="1"/>
            </p:cNvSpPr>
            <p:nvPr/>
          </p:nvSpPr>
          <p:spPr bwMode="auto">
            <a:xfrm>
              <a:off x="804" y="2320"/>
              <a:ext cx="0" cy="62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1213" name="Line 13">
              <a:extLst>
                <a:ext uri="{FF2B5EF4-FFF2-40B4-BE49-F238E27FC236}">
                  <a16:creationId xmlns:a16="http://schemas.microsoft.com/office/drawing/2014/main" id="{563F384C-8CBA-1261-B3E5-835431BE5668}"/>
                </a:ext>
              </a:extLst>
            </p:cNvPr>
            <p:cNvSpPr>
              <a:spLocks noChangeShapeType="1"/>
            </p:cNvSpPr>
            <p:nvPr/>
          </p:nvSpPr>
          <p:spPr bwMode="auto">
            <a:xfrm>
              <a:off x="804" y="2936"/>
              <a:ext cx="3551"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4" name="Line 14">
              <a:extLst>
                <a:ext uri="{FF2B5EF4-FFF2-40B4-BE49-F238E27FC236}">
                  <a16:creationId xmlns:a16="http://schemas.microsoft.com/office/drawing/2014/main" id="{1661F25B-2AFD-1B8B-27F0-5ECE75FC30C2}"/>
                </a:ext>
              </a:extLst>
            </p:cNvPr>
            <p:cNvSpPr>
              <a:spLocks noChangeShapeType="1"/>
            </p:cNvSpPr>
            <p:nvPr/>
          </p:nvSpPr>
          <p:spPr bwMode="auto">
            <a:xfrm>
              <a:off x="3763" y="2320"/>
              <a:ext cx="59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5" name="Line 15">
              <a:extLst>
                <a:ext uri="{FF2B5EF4-FFF2-40B4-BE49-F238E27FC236}">
                  <a16:creationId xmlns:a16="http://schemas.microsoft.com/office/drawing/2014/main" id="{672F2CC3-40D4-AF7E-804D-704AC7C167CB}"/>
                </a:ext>
              </a:extLst>
            </p:cNvPr>
            <p:cNvSpPr>
              <a:spLocks noChangeShapeType="1"/>
            </p:cNvSpPr>
            <p:nvPr/>
          </p:nvSpPr>
          <p:spPr bwMode="auto">
            <a:xfrm>
              <a:off x="1396" y="2320"/>
              <a:ext cx="395"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16" name="Line 16">
              <a:extLst>
                <a:ext uri="{FF2B5EF4-FFF2-40B4-BE49-F238E27FC236}">
                  <a16:creationId xmlns:a16="http://schemas.microsoft.com/office/drawing/2014/main" id="{F23DD923-4D7F-B77E-4BA9-54C8787ADF30}"/>
                </a:ext>
              </a:extLst>
            </p:cNvPr>
            <p:cNvSpPr>
              <a:spLocks noChangeShapeType="1"/>
            </p:cNvSpPr>
            <p:nvPr/>
          </p:nvSpPr>
          <p:spPr bwMode="auto">
            <a:xfrm>
              <a:off x="2184" y="2320"/>
              <a:ext cx="396"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17" name="Line 17">
              <a:extLst>
                <a:ext uri="{FF2B5EF4-FFF2-40B4-BE49-F238E27FC236}">
                  <a16:creationId xmlns:a16="http://schemas.microsoft.com/office/drawing/2014/main" id="{FFBA8699-46D1-3F4B-4F46-654DE077BF0C}"/>
                </a:ext>
              </a:extLst>
            </p:cNvPr>
            <p:cNvSpPr>
              <a:spLocks noChangeShapeType="1"/>
            </p:cNvSpPr>
            <p:nvPr/>
          </p:nvSpPr>
          <p:spPr bwMode="auto">
            <a:xfrm>
              <a:off x="2974" y="2320"/>
              <a:ext cx="394"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18" name="Line 18">
              <a:extLst>
                <a:ext uri="{FF2B5EF4-FFF2-40B4-BE49-F238E27FC236}">
                  <a16:creationId xmlns:a16="http://schemas.microsoft.com/office/drawing/2014/main" id="{E4A060BA-BE47-AAFB-9539-80D5A48F4F74}"/>
                </a:ext>
              </a:extLst>
            </p:cNvPr>
            <p:cNvSpPr>
              <a:spLocks noChangeShapeType="1"/>
            </p:cNvSpPr>
            <p:nvPr/>
          </p:nvSpPr>
          <p:spPr bwMode="auto">
            <a:xfrm>
              <a:off x="1100" y="1792"/>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19" name="Line 19">
              <a:extLst>
                <a:ext uri="{FF2B5EF4-FFF2-40B4-BE49-F238E27FC236}">
                  <a16:creationId xmlns:a16="http://schemas.microsoft.com/office/drawing/2014/main" id="{68DA695D-5F0D-8822-39D8-B74621FF155B}"/>
                </a:ext>
              </a:extLst>
            </p:cNvPr>
            <p:cNvSpPr>
              <a:spLocks noChangeShapeType="1"/>
            </p:cNvSpPr>
            <p:nvPr/>
          </p:nvSpPr>
          <p:spPr bwMode="auto">
            <a:xfrm>
              <a:off x="1297" y="1801"/>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20" name="Line 20">
              <a:extLst>
                <a:ext uri="{FF2B5EF4-FFF2-40B4-BE49-F238E27FC236}">
                  <a16:creationId xmlns:a16="http://schemas.microsoft.com/office/drawing/2014/main" id="{0B9AB7BF-B95A-2D78-7B5F-E82A64CB94B5}"/>
                </a:ext>
              </a:extLst>
            </p:cNvPr>
            <p:cNvSpPr>
              <a:spLocks noChangeShapeType="1"/>
            </p:cNvSpPr>
            <p:nvPr/>
          </p:nvSpPr>
          <p:spPr bwMode="auto">
            <a:xfrm>
              <a:off x="1908" y="1787"/>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21" name="Line 21">
              <a:extLst>
                <a:ext uri="{FF2B5EF4-FFF2-40B4-BE49-F238E27FC236}">
                  <a16:creationId xmlns:a16="http://schemas.microsoft.com/office/drawing/2014/main" id="{148BA225-5876-43FF-C74D-D768651509FD}"/>
                </a:ext>
              </a:extLst>
            </p:cNvPr>
            <p:cNvSpPr>
              <a:spLocks noChangeShapeType="1"/>
            </p:cNvSpPr>
            <p:nvPr/>
          </p:nvSpPr>
          <p:spPr bwMode="auto">
            <a:xfrm>
              <a:off x="2113" y="1787"/>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22" name="Line 22">
              <a:extLst>
                <a:ext uri="{FF2B5EF4-FFF2-40B4-BE49-F238E27FC236}">
                  <a16:creationId xmlns:a16="http://schemas.microsoft.com/office/drawing/2014/main" id="{6008B0CE-87A4-39A7-7651-1D56719AA8A4}"/>
                </a:ext>
              </a:extLst>
            </p:cNvPr>
            <p:cNvSpPr>
              <a:spLocks noChangeShapeType="1"/>
            </p:cNvSpPr>
            <p:nvPr/>
          </p:nvSpPr>
          <p:spPr bwMode="auto">
            <a:xfrm>
              <a:off x="2687" y="1801"/>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23" name="Line 23">
              <a:extLst>
                <a:ext uri="{FF2B5EF4-FFF2-40B4-BE49-F238E27FC236}">
                  <a16:creationId xmlns:a16="http://schemas.microsoft.com/office/drawing/2014/main" id="{9DD6782F-BB2C-3020-413F-A81FA7163BDC}"/>
                </a:ext>
              </a:extLst>
            </p:cNvPr>
            <p:cNvSpPr>
              <a:spLocks noChangeShapeType="1"/>
            </p:cNvSpPr>
            <p:nvPr/>
          </p:nvSpPr>
          <p:spPr bwMode="auto">
            <a:xfrm>
              <a:off x="2883" y="1801"/>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24" name="Line 24">
              <a:extLst>
                <a:ext uri="{FF2B5EF4-FFF2-40B4-BE49-F238E27FC236}">
                  <a16:creationId xmlns:a16="http://schemas.microsoft.com/office/drawing/2014/main" id="{690FDAE8-51F3-E351-DCED-FAF71A35602F}"/>
                </a:ext>
              </a:extLst>
            </p:cNvPr>
            <p:cNvSpPr>
              <a:spLocks noChangeShapeType="1"/>
            </p:cNvSpPr>
            <p:nvPr/>
          </p:nvSpPr>
          <p:spPr bwMode="auto">
            <a:xfrm>
              <a:off x="3467" y="1801"/>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25" name="Line 25">
              <a:extLst>
                <a:ext uri="{FF2B5EF4-FFF2-40B4-BE49-F238E27FC236}">
                  <a16:creationId xmlns:a16="http://schemas.microsoft.com/office/drawing/2014/main" id="{5A638490-E51E-6967-88BF-220901A8360A}"/>
                </a:ext>
              </a:extLst>
            </p:cNvPr>
            <p:cNvSpPr>
              <a:spLocks noChangeShapeType="1"/>
            </p:cNvSpPr>
            <p:nvPr/>
          </p:nvSpPr>
          <p:spPr bwMode="auto">
            <a:xfrm>
              <a:off x="3672" y="1801"/>
              <a:ext cx="0" cy="2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26" name="Text Box 26">
              <a:extLst>
                <a:ext uri="{FF2B5EF4-FFF2-40B4-BE49-F238E27FC236}">
                  <a16:creationId xmlns:a16="http://schemas.microsoft.com/office/drawing/2014/main" id="{D87894B9-8B6B-C301-5A08-FF2159DEA5D2}"/>
                </a:ext>
              </a:extLst>
            </p:cNvPr>
            <p:cNvSpPr txBox="1">
              <a:spLocks noChangeArrowheads="1"/>
            </p:cNvSpPr>
            <p:nvPr/>
          </p:nvSpPr>
          <p:spPr bwMode="auto">
            <a:xfrm>
              <a:off x="943" y="1499"/>
              <a:ext cx="600"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a:t>
              </a:r>
              <a:r>
                <a:rPr lang="ru-RU" altLang="en-US" sz="2000" baseline="-25000"/>
                <a:t>0</a:t>
              </a:r>
              <a:r>
                <a:rPr lang="ru-RU" altLang="en-US" sz="2000"/>
                <a:t> </a:t>
              </a:r>
              <a:r>
                <a:rPr lang="en-US" altLang="en-US" sz="2000"/>
                <a:t>b</a:t>
              </a:r>
              <a:r>
                <a:rPr lang="ru-RU" altLang="en-US" sz="2000" baseline="-25000"/>
                <a:t>0</a:t>
              </a:r>
              <a:endParaRPr lang="ru-RU" altLang="en-US" sz="2000"/>
            </a:p>
          </p:txBody>
        </p:sp>
        <p:sp>
          <p:nvSpPr>
            <p:cNvPr id="51227" name="Text Box 27">
              <a:extLst>
                <a:ext uri="{FF2B5EF4-FFF2-40B4-BE49-F238E27FC236}">
                  <a16:creationId xmlns:a16="http://schemas.microsoft.com/office/drawing/2014/main" id="{B45BDA4A-000D-82CE-5005-4B484FAC7A39}"/>
                </a:ext>
              </a:extLst>
            </p:cNvPr>
            <p:cNvSpPr txBox="1">
              <a:spLocks noChangeArrowheads="1"/>
            </p:cNvSpPr>
            <p:nvPr/>
          </p:nvSpPr>
          <p:spPr bwMode="auto">
            <a:xfrm>
              <a:off x="1725" y="1488"/>
              <a:ext cx="600"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a:t>
              </a:r>
              <a:r>
                <a:rPr lang="ru-RU" altLang="en-US" sz="2000" baseline="-25000"/>
                <a:t>1</a:t>
              </a:r>
              <a:r>
                <a:rPr lang="ru-RU" altLang="en-US" sz="2000"/>
                <a:t> </a:t>
              </a:r>
              <a:r>
                <a:rPr lang="en-US" altLang="en-US" sz="2000"/>
                <a:t>b</a:t>
              </a:r>
              <a:r>
                <a:rPr lang="ru-RU" altLang="en-US" sz="2000" baseline="-25000"/>
                <a:t>1</a:t>
              </a:r>
              <a:endParaRPr lang="ru-RU" altLang="en-US" sz="2000"/>
            </a:p>
          </p:txBody>
        </p:sp>
        <p:sp>
          <p:nvSpPr>
            <p:cNvPr id="51228" name="Text Box 28">
              <a:extLst>
                <a:ext uri="{FF2B5EF4-FFF2-40B4-BE49-F238E27FC236}">
                  <a16:creationId xmlns:a16="http://schemas.microsoft.com/office/drawing/2014/main" id="{AA438DD6-C973-F080-D0F4-A4D6267DD222}"/>
                </a:ext>
              </a:extLst>
            </p:cNvPr>
            <p:cNvSpPr txBox="1">
              <a:spLocks noChangeArrowheads="1"/>
            </p:cNvSpPr>
            <p:nvPr/>
          </p:nvSpPr>
          <p:spPr bwMode="auto">
            <a:xfrm>
              <a:off x="2538" y="1520"/>
              <a:ext cx="600"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a:t>
              </a:r>
              <a:r>
                <a:rPr lang="ru-RU" altLang="en-US" sz="2000" baseline="-25000"/>
                <a:t>2</a:t>
              </a:r>
              <a:r>
                <a:rPr lang="ru-RU" altLang="en-US" sz="2000"/>
                <a:t> </a:t>
              </a:r>
              <a:r>
                <a:rPr lang="en-US" altLang="en-US" sz="2000"/>
                <a:t>b</a:t>
              </a:r>
              <a:r>
                <a:rPr lang="ru-RU" altLang="en-US" sz="2000" baseline="-25000"/>
                <a:t>2</a:t>
              </a:r>
              <a:endParaRPr lang="ru-RU" altLang="en-US" sz="2000"/>
            </a:p>
          </p:txBody>
        </p:sp>
        <p:sp>
          <p:nvSpPr>
            <p:cNvPr id="51229" name="Text Box 29">
              <a:extLst>
                <a:ext uri="{FF2B5EF4-FFF2-40B4-BE49-F238E27FC236}">
                  <a16:creationId xmlns:a16="http://schemas.microsoft.com/office/drawing/2014/main" id="{770889F5-511E-99C8-D40B-9F4F1FDDB60B}"/>
                </a:ext>
              </a:extLst>
            </p:cNvPr>
            <p:cNvSpPr txBox="1">
              <a:spLocks noChangeArrowheads="1"/>
            </p:cNvSpPr>
            <p:nvPr/>
          </p:nvSpPr>
          <p:spPr bwMode="auto">
            <a:xfrm>
              <a:off x="3328" y="1531"/>
              <a:ext cx="599"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a:t>
              </a:r>
              <a:r>
                <a:rPr lang="ru-RU" altLang="en-US" sz="2000" baseline="-25000"/>
                <a:t>3</a:t>
              </a:r>
              <a:r>
                <a:rPr lang="ru-RU" altLang="en-US" sz="2000"/>
                <a:t> </a:t>
              </a:r>
              <a:r>
                <a:rPr lang="en-US" altLang="en-US" sz="2000"/>
                <a:t>b</a:t>
              </a:r>
              <a:r>
                <a:rPr lang="ru-RU" altLang="en-US" sz="2000" baseline="-25000"/>
                <a:t>3</a:t>
              </a:r>
              <a:endParaRPr lang="ru-RU" altLang="en-US" sz="2000"/>
            </a:p>
          </p:txBody>
        </p:sp>
        <p:sp>
          <p:nvSpPr>
            <p:cNvPr id="51230" name="Line 30">
              <a:extLst>
                <a:ext uri="{FF2B5EF4-FFF2-40B4-BE49-F238E27FC236}">
                  <a16:creationId xmlns:a16="http://schemas.microsoft.com/office/drawing/2014/main" id="{2FEEE63A-E0A7-7CEE-FD34-3950ED410A39}"/>
                </a:ext>
              </a:extLst>
            </p:cNvPr>
            <p:cNvSpPr>
              <a:spLocks noChangeShapeType="1"/>
            </p:cNvSpPr>
            <p:nvPr/>
          </p:nvSpPr>
          <p:spPr bwMode="auto">
            <a:xfrm>
              <a:off x="4511" y="1865"/>
              <a:ext cx="0" cy="389"/>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1231" name="Text Box 31">
              <a:extLst>
                <a:ext uri="{FF2B5EF4-FFF2-40B4-BE49-F238E27FC236}">
                  <a16:creationId xmlns:a16="http://schemas.microsoft.com/office/drawing/2014/main" id="{002F4799-02DD-B4E0-5553-013479E8AE3B}"/>
                </a:ext>
              </a:extLst>
            </p:cNvPr>
            <p:cNvSpPr txBox="1">
              <a:spLocks noChangeArrowheads="1"/>
            </p:cNvSpPr>
            <p:nvPr/>
          </p:nvSpPr>
          <p:spPr bwMode="auto">
            <a:xfrm>
              <a:off x="4068" y="1607"/>
              <a:ext cx="1235" cy="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BP</a:t>
              </a:r>
              <a:r>
                <a:rPr lang="en-US" altLang="en-US" sz="2000"/>
                <a:t> </a:t>
              </a:r>
              <a:r>
                <a:rPr lang="ru-RU" altLang="en-US" sz="2000"/>
                <a:t>=</a:t>
              </a:r>
              <a:r>
                <a:rPr lang="en-US" altLang="en-US" sz="2000"/>
                <a:t> </a:t>
              </a:r>
              <a:r>
                <a:rPr lang="ru-RU" altLang="en-US" sz="2000"/>
                <a:t>P</a:t>
              </a:r>
              <a:r>
                <a:rPr lang="ru-RU" altLang="en-US" sz="2000" baseline="-25000"/>
                <a:t>0</a:t>
              </a:r>
              <a:r>
                <a:rPr lang="ru-RU" altLang="en-US" sz="2000"/>
                <a:t>P</a:t>
              </a:r>
              <a:r>
                <a:rPr lang="ru-RU" altLang="en-US" sz="2000" baseline="-25000"/>
                <a:t>1</a:t>
              </a:r>
              <a:r>
                <a:rPr lang="ru-RU" altLang="en-US" sz="2000"/>
                <a:t>P</a:t>
              </a:r>
              <a:r>
                <a:rPr lang="ru-RU" altLang="en-US" sz="2000" baseline="-25000"/>
                <a:t>2</a:t>
              </a:r>
              <a:r>
                <a:rPr lang="ru-RU" altLang="en-US" sz="2000"/>
                <a:t>P</a:t>
              </a:r>
              <a:r>
                <a:rPr lang="ru-RU" altLang="en-US" sz="2000" baseline="-25000"/>
                <a:t>3</a:t>
              </a:r>
              <a:endParaRPr lang="ru-RU" altLang="en-US" sz="2000"/>
            </a:p>
          </p:txBody>
        </p:sp>
        <p:sp>
          <p:nvSpPr>
            <p:cNvPr id="51232" name="Line 32">
              <a:extLst>
                <a:ext uri="{FF2B5EF4-FFF2-40B4-BE49-F238E27FC236}">
                  <a16:creationId xmlns:a16="http://schemas.microsoft.com/office/drawing/2014/main" id="{DA5FB104-BA4E-CDA7-577C-E855E263D358}"/>
                </a:ext>
              </a:extLst>
            </p:cNvPr>
            <p:cNvSpPr>
              <a:spLocks noChangeShapeType="1"/>
            </p:cNvSpPr>
            <p:nvPr/>
          </p:nvSpPr>
          <p:spPr bwMode="auto">
            <a:xfrm>
              <a:off x="4651" y="2647"/>
              <a:ext cx="197"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33" name="Text Box 33">
              <a:extLst>
                <a:ext uri="{FF2B5EF4-FFF2-40B4-BE49-F238E27FC236}">
                  <a16:creationId xmlns:a16="http://schemas.microsoft.com/office/drawing/2014/main" id="{F846ACA4-3C25-6EA0-842D-853B218AAD71}"/>
                </a:ext>
              </a:extLst>
            </p:cNvPr>
            <p:cNvSpPr txBox="1">
              <a:spLocks noChangeArrowheads="1"/>
            </p:cNvSpPr>
            <p:nvPr/>
          </p:nvSpPr>
          <p:spPr bwMode="auto">
            <a:xfrm>
              <a:off x="276" y="2138"/>
              <a:ext cx="59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Cin</a:t>
              </a:r>
            </a:p>
          </p:txBody>
        </p:sp>
        <p:sp>
          <p:nvSpPr>
            <p:cNvPr id="51234" name="Text Box 34">
              <a:extLst>
                <a:ext uri="{FF2B5EF4-FFF2-40B4-BE49-F238E27FC236}">
                  <a16:creationId xmlns:a16="http://schemas.microsoft.com/office/drawing/2014/main" id="{F2CFF729-BB8F-64D2-CE29-D0D1F9B663F6}"/>
                </a:ext>
              </a:extLst>
            </p:cNvPr>
            <p:cNvSpPr txBox="1">
              <a:spLocks noChangeArrowheads="1"/>
            </p:cNvSpPr>
            <p:nvPr/>
          </p:nvSpPr>
          <p:spPr bwMode="auto">
            <a:xfrm>
              <a:off x="4808" y="2486"/>
              <a:ext cx="592"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Cout</a:t>
              </a:r>
            </a:p>
          </p:txBody>
        </p:sp>
        <p:sp>
          <p:nvSpPr>
            <p:cNvPr id="51235" name="Text Box 35">
              <a:extLst>
                <a:ext uri="{FF2B5EF4-FFF2-40B4-BE49-F238E27FC236}">
                  <a16:creationId xmlns:a16="http://schemas.microsoft.com/office/drawing/2014/main" id="{7B338ED5-B7E3-A949-6775-7E258851C8DA}"/>
                </a:ext>
              </a:extLst>
            </p:cNvPr>
            <p:cNvSpPr txBox="1">
              <a:spLocks noChangeArrowheads="1"/>
            </p:cNvSpPr>
            <p:nvPr/>
          </p:nvSpPr>
          <p:spPr bwMode="auto">
            <a:xfrm>
              <a:off x="3960" y="2007"/>
              <a:ext cx="38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C4</a:t>
              </a:r>
              <a:endParaRPr lang="ru-RU" altLang="en-US" sz="2000"/>
            </a:p>
          </p:txBody>
        </p:sp>
        <p:sp>
          <p:nvSpPr>
            <p:cNvPr id="51236" name="Line 36">
              <a:extLst>
                <a:ext uri="{FF2B5EF4-FFF2-40B4-BE49-F238E27FC236}">
                  <a16:creationId xmlns:a16="http://schemas.microsoft.com/office/drawing/2014/main" id="{454D1078-702A-BD63-5DB0-A7AE582AC916}"/>
                </a:ext>
              </a:extLst>
            </p:cNvPr>
            <p:cNvSpPr>
              <a:spLocks noChangeShapeType="1"/>
            </p:cNvSpPr>
            <p:nvPr/>
          </p:nvSpPr>
          <p:spPr bwMode="auto">
            <a:xfrm>
              <a:off x="1199" y="2583"/>
              <a:ext cx="0" cy="20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37" name="Line 37">
              <a:extLst>
                <a:ext uri="{FF2B5EF4-FFF2-40B4-BE49-F238E27FC236}">
                  <a16:creationId xmlns:a16="http://schemas.microsoft.com/office/drawing/2014/main" id="{FBA4BC17-BB1D-C267-8EA8-4578B886112E}"/>
                </a:ext>
              </a:extLst>
            </p:cNvPr>
            <p:cNvSpPr>
              <a:spLocks noChangeShapeType="1"/>
            </p:cNvSpPr>
            <p:nvPr/>
          </p:nvSpPr>
          <p:spPr bwMode="auto">
            <a:xfrm>
              <a:off x="1989" y="2566"/>
              <a:ext cx="0" cy="20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38" name="Line 38">
              <a:extLst>
                <a:ext uri="{FF2B5EF4-FFF2-40B4-BE49-F238E27FC236}">
                  <a16:creationId xmlns:a16="http://schemas.microsoft.com/office/drawing/2014/main" id="{5FAC4809-1EB9-BADB-8B06-B797A25F0672}"/>
                </a:ext>
              </a:extLst>
            </p:cNvPr>
            <p:cNvSpPr>
              <a:spLocks noChangeShapeType="1"/>
            </p:cNvSpPr>
            <p:nvPr/>
          </p:nvSpPr>
          <p:spPr bwMode="auto">
            <a:xfrm>
              <a:off x="2776" y="2568"/>
              <a:ext cx="0" cy="20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39" name="Line 39">
              <a:extLst>
                <a:ext uri="{FF2B5EF4-FFF2-40B4-BE49-F238E27FC236}">
                  <a16:creationId xmlns:a16="http://schemas.microsoft.com/office/drawing/2014/main" id="{B5E18DB3-DA03-9D7E-937D-7467EB504FCA}"/>
                </a:ext>
              </a:extLst>
            </p:cNvPr>
            <p:cNvSpPr>
              <a:spLocks noChangeShapeType="1"/>
            </p:cNvSpPr>
            <p:nvPr/>
          </p:nvSpPr>
          <p:spPr bwMode="auto">
            <a:xfrm>
              <a:off x="3566" y="2575"/>
              <a:ext cx="0" cy="208"/>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1240" name="Text Box 40">
              <a:extLst>
                <a:ext uri="{FF2B5EF4-FFF2-40B4-BE49-F238E27FC236}">
                  <a16:creationId xmlns:a16="http://schemas.microsoft.com/office/drawing/2014/main" id="{B98477E5-234E-B6D1-19BB-C9B57742B531}"/>
                </a:ext>
              </a:extLst>
            </p:cNvPr>
            <p:cNvSpPr txBox="1">
              <a:spLocks noChangeArrowheads="1"/>
            </p:cNvSpPr>
            <p:nvPr/>
          </p:nvSpPr>
          <p:spPr bwMode="auto">
            <a:xfrm>
              <a:off x="951" y="2680"/>
              <a:ext cx="394"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S</a:t>
              </a:r>
              <a:r>
                <a:rPr lang="en-US" altLang="en-US" sz="2000" baseline="-25000"/>
                <a:t>0</a:t>
              </a:r>
              <a:endParaRPr lang="ru-RU" altLang="en-US" sz="2000" baseline="-25000"/>
            </a:p>
          </p:txBody>
        </p:sp>
        <p:sp>
          <p:nvSpPr>
            <p:cNvPr id="51241" name="Text Box 41">
              <a:extLst>
                <a:ext uri="{FF2B5EF4-FFF2-40B4-BE49-F238E27FC236}">
                  <a16:creationId xmlns:a16="http://schemas.microsoft.com/office/drawing/2014/main" id="{A2A3A9D8-5B8E-EDE0-9309-CEC4C23936A6}"/>
                </a:ext>
              </a:extLst>
            </p:cNvPr>
            <p:cNvSpPr txBox="1">
              <a:spLocks noChangeArrowheads="1"/>
            </p:cNvSpPr>
            <p:nvPr/>
          </p:nvSpPr>
          <p:spPr bwMode="auto">
            <a:xfrm>
              <a:off x="1741" y="2680"/>
              <a:ext cx="394"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S</a:t>
              </a:r>
              <a:r>
                <a:rPr lang="en-US" altLang="en-US" sz="2000" baseline="-25000"/>
                <a:t>1</a:t>
              </a:r>
              <a:endParaRPr lang="ru-RU" altLang="en-US" sz="2000" baseline="-25000"/>
            </a:p>
          </p:txBody>
        </p:sp>
        <p:sp>
          <p:nvSpPr>
            <p:cNvPr id="51242" name="Text Box 42">
              <a:extLst>
                <a:ext uri="{FF2B5EF4-FFF2-40B4-BE49-F238E27FC236}">
                  <a16:creationId xmlns:a16="http://schemas.microsoft.com/office/drawing/2014/main" id="{82FF83CA-0729-DD02-BAF5-0E2E14016160}"/>
                </a:ext>
              </a:extLst>
            </p:cNvPr>
            <p:cNvSpPr txBox="1">
              <a:spLocks noChangeArrowheads="1"/>
            </p:cNvSpPr>
            <p:nvPr/>
          </p:nvSpPr>
          <p:spPr bwMode="auto">
            <a:xfrm>
              <a:off x="2512" y="2701"/>
              <a:ext cx="395"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S</a:t>
              </a:r>
              <a:r>
                <a:rPr lang="en-US" altLang="en-US" sz="2000" baseline="-25000"/>
                <a:t>2</a:t>
              </a:r>
              <a:endParaRPr lang="ru-RU" altLang="en-US" sz="2000" baseline="-25000"/>
            </a:p>
          </p:txBody>
        </p:sp>
        <p:sp>
          <p:nvSpPr>
            <p:cNvPr id="51243" name="Text Box 43">
              <a:extLst>
                <a:ext uri="{FF2B5EF4-FFF2-40B4-BE49-F238E27FC236}">
                  <a16:creationId xmlns:a16="http://schemas.microsoft.com/office/drawing/2014/main" id="{B14AF507-19CB-EE5A-1DA4-848989D9EC72}"/>
                </a:ext>
              </a:extLst>
            </p:cNvPr>
            <p:cNvSpPr txBox="1">
              <a:spLocks noChangeArrowheads="1"/>
            </p:cNvSpPr>
            <p:nvPr/>
          </p:nvSpPr>
          <p:spPr bwMode="auto">
            <a:xfrm>
              <a:off x="3278" y="2708"/>
              <a:ext cx="396" cy="3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S</a:t>
              </a:r>
              <a:r>
                <a:rPr lang="en-US" altLang="en-US" sz="2000" baseline="-25000"/>
                <a:t>3</a:t>
              </a:r>
              <a:endParaRPr lang="ru-RU" altLang="en-US" sz="2000" baseline="-25000"/>
            </a:p>
          </p:txBody>
        </p:sp>
        <p:sp>
          <p:nvSpPr>
            <p:cNvPr id="51244" name="Text Box 47">
              <a:extLst>
                <a:ext uri="{FF2B5EF4-FFF2-40B4-BE49-F238E27FC236}">
                  <a16:creationId xmlns:a16="http://schemas.microsoft.com/office/drawing/2014/main" id="{60D17449-CBCE-40D4-7DAA-02328FC1964D}"/>
                </a:ext>
              </a:extLst>
            </p:cNvPr>
            <p:cNvSpPr txBox="1">
              <a:spLocks noChangeArrowheads="1"/>
            </p:cNvSpPr>
            <p:nvPr/>
          </p:nvSpPr>
          <p:spPr bwMode="auto">
            <a:xfrm>
              <a:off x="4342" y="2213"/>
              <a:ext cx="23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0</a:t>
              </a:r>
              <a:endParaRPr lang="ru-RU" altLang="en-US" sz="1800"/>
            </a:p>
          </p:txBody>
        </p:sp>
        <p:sp>
          <p:nvSpPr>
            <p:cNvPr id="51245" name="Text Box 48">
              <a:extLst>
                <a:ext uri="{FF2B5EF4-FFF2-40B4-BE49-F238E27FC236}">
                  <a16:creationId xmlns:a16="http://schemas.microsoft.com/office/drawing/2014/main" id="{BE507DF1-B3E4-E1FF-2BB7-8547BADFBD65}"/>
                </a:ext>
              </a:extLst>
            </p:cNvPr>
            <p:cNvSpPr txBox="1">
              <a:spLocks noChangeArrowheads="1"/>
            </p:cNvSpPr>
            <p:nvPr/>
          </p:nvSpPr>
          <p:spPr bwMode="auto">
            <a:xfrm>
              <a:off x="4333" y="2817"/>
              <a:ext cx="23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grpSp>
      <p:sp>
        <p:nvSpPr>
          <p:cNvPr id="46" name="Rectangle 4">
            <a:extLst>
              <a:ext uri="{FF2B5EF4-FFF2-40B4-BE49-F238E27FC236}">
                <a16:creationId xmlns:a16="http://schemas.microsoft.com/office/drawing/2014/main" id="{E8715533-4C00-4960-9587-8FFFDB506120}"/>
              </a:ext>
            </a:extLst>
          </p:cNvPr>
          <p:cNvSpPr txBox="1">
            <a:spLocks noChangeArrowheads="1"/>
          </p:cNvSpPr>
          <p:nvPr/>
        </p:nvSpPr>
        <p:spPr bwMode="auto">
          <a:xfrm>
            <a:off x="1752600" y="909639"/>
            <a:ext cx="8229600" cy="1139825"/>
          </a:xfrm>
          <a:prstGeom prst="rect">
            <a:avLst/>
          </a:prstGeom>
          <a:noFill/>
          <a:ln w="9525">
            <a:noFill/>
            <a:miter lim="800000"/>
            <a:headEnd/>
            <a:tailEnd/>
          </a:ln>
        </p:spPr>
        <p:txBody>
          <a:bodyPr/>
          <a:lstStyle/>
          <a:p>
            <a:pPr eaLnBrk="1" hangingPunct="1">
              <a:defRPr/>
            </a:pPr>
            <a:endParaRPr lang="ru-RU" sz="3200" b="1" kern="0" dirty="0">
              <a:latin typeface="+mj-lt"/>
              <a:ea typeface="+mj-ea"/>
              <a:cs typeface="+mj-cs"/>
            </a:endParaRPr>
          </a:p>
        </p:txBody>
      </p:sp>
      <p:sp>
        <p:nvSpPr>
          <p:cNvPr id="2" name="Title 1">
            <a:extLst>
              <a:ext uri="{FF2B5EF4-FFF2-40B4-BE49-F238E27FC236}">
                <a16:creationId xmlns:a16="http://schemas.microsoft.com/office/drawing/2014/main" id="{825473D4-7C18-2678-104A-FE2359346158}"/>
              </a:ext>
            </a:extLst>
          </p:cNvPr>
          <p:cNvSpPr>
            <a:spLocks noGrp="1"/>
          </p:cNvSpPr>
          <p:nvPr>
            <p:ph type="title"/>
          </p:nvPr>
        </p:nvSpPr>
        <p:spPr/>
        <p:txBody>
          <a:bodyPr>
            <a:normAutofit/>
          </a:bodyPr>
          <a:lstStyle/>
          <a:p>
            <a:r>
              <a:rPr lang="en-US" dirty="0"/>
              <a:t>Carry Bypass (Skip) Adder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ext Box 103">
            <a:extLst>
              <a:ext uri="{FF2B5EF4-FFF2-40B4-BE49-F238E27FC236}">
                <a16:creationId xmlns:a16="http://schemas.microsoft.com/office/drawing/2014/main" id="{CA4E8A26-B3F1-4EC9-1A01-CC5BB2442B66}"/>
              </a:ext>
            </a:extLst>
          </p:cNvPr>
          <p:cNvSpPr txBox="1">
            <a:spLocks noChangeArrowheads="1"/>
          </p:cNvSpPr>
          <p:nvPr/>
        </p:nvSpPr>
        <p:spPr bwMode="auto">
          <a:xfrm>
            <a:off x="2008188" y="4543426"/>
            <a:ext cx="8202612"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a:solidFill>
                  <a:srgbClr val="0000FF"/>
                </a:solidFill>
              </a:rPr>
              <a:t>Worst-case delay </a:t>
            </a:r>
            <a:r>
              <a:rPr lang="en-US" altLang="en-US" sz="1600">
                <a:sym typeface="Symbol" panose="05050102010706020507" pitchFamily="18" charset="2"/>
              </a:rPr>
              <a:t></a:t>
            </a:r>
            <a:r>
              <a:rPr lang="en-US" altLang="en-US" sz="1600"/>
              <a:t> carry from bit 0 to bit 15 = carry generated in bit 0, ripples through bits 1, 2, and 3, </a:t>
            </a:r>
            <a:r>
              <a:rPr lang="en-US" altLang="en-US" sz="1600">
                <a:solidFill>
                  <a:srgbClr val="0000FF"/>
                </a:solidFill>
              </a:rPr>
              <a:t>skips</a:t>
            </a:r>
            <a:r>
              <a:rPr lang="en-US" altLang="en-US" sz="1600"/>
              <a:t> the middle two groups (B is the group size in bits), </a:t>
            </a:r>
            <a:r>
              <a:rPr lang="en-US" altLang="en-US" sz="1600">
                <a:solidFill>
                  <a:srgbClr val="0000FF"/>
                </a:solidFill>
              </a:rPr>
              <a:t>ripples</a:t>
            </a:r>
            <a:r>
              <a:rPr lang="en-US" altLang="en-US" sz="1600"/>
              <a:t> in the last group from bit 12 to bit 15.</a:t>
            </a:r>
          </a:p>
          <a:p>
            <a:r>
              <a:rPr lang="en-US" altLang="en-US" sz="1600"/>
              <a:t>T</a:t>
            </a:r>
            <a:r>
              <a:rPr lang="en-US" altLang="en-US" sz="1600" baseline="-25000"/>
              <a:t>add </a:t>
            </a:r>
            <a:r>
              <a:rPr lang="en-US" altLang="en-US" sz="1600"/>
              <a:t> = t</a:t>
            </a:r>
            <a:r>
              <a:rPr lang="en-US" altLang="en-US" sz="1600" baseline="-25000"/>
              <a:t>setup </a:t>
            </a:r>
            <a:r>
              <a:rPr lang="en-US" altLang="en-US" sz="1600"/>
              <a:t>+ B t</a:t>
            </a:r>
            <a:r>
              <a:rPr lang="en-US" altLang="en-US" sz="1600" baseline="-25000"/>
              <a:t>carry</a:t>
            </a:r>
            <a:r>
              <a:rPr lang="en-US" altLang="en-US" sz="1600"/>
              <a:t> + ((N/B) - 2) t</a:t>
            </a:r>
            <a:r>
              <a:rPr lang="en-US" altLang="en-US" sz="1600" baseline="-25000"/>
              <a:t>skip</a:t>
            </a:r>
            <a:r>
              <a:rPr lang="en-US" altLang="en-US" sz="1600"/>
              <a:t> +(B-1) t</a:t>
            </a:r>
            <a:r>
              <a:rPr lang="en-US" altLang="en-US" sz="1600" baseline="-25000"/>
              <a:t>carry</a:t>
            </a:r>
            <a:r>
              <a:rPr lang="en-US" altLang="en-US" sz="1600"/>
              <a:t> + t</a:t>
            </a:r>
            <a:r>
              <a:rPr lang="en-US" altLang="en-US" sz="1600" baseline="-25000"/>
              <a:t>sum</a:t>
            </a:r>
            <a:br>
              <a:rPr lang="en-US" altLang="en-US" sz="1600" baseline="-25000"/>
            </a:br>
            <a:r>
              <a:rPr lang="en-US" altLang="en-US" sz="1600"/>
              <a:t> t</a:t>
            </a:r>
            <a:r>
              <a:rPr lang="en-US" altLang="en-US" sz="1600" baseline="-25000"/>
              <a:t>setup</a:t>
            </a:r>
            <a:r>
              <a:rPr lang="en-US" altLang="en-US" sz="1600"/>
              <a:t>- time for forming g’s and p’s.</a:t>
            </a:r>
            <a:endParaRPr lang="en-US" altLang="en-US" sz="1600" baseline="-25000"/>
          </a:p>
        </p:txBody>
      </p:sp>
      <p:sp>
        <p:nvSpPr>
          <p:cNvPr id="97" name="Rectangle 4">
            <a:extLst>
              <a:ext uri="{FF2B5EF4-FFF2-40B4-BE49-F238E27FC236}">
                <a16:creationId xmlns:a16="http://schemas.microsoft.com/office/drawing/2014/main" id="{FC5047B2-9A79-482E-A4B9-88255D111D63}"/>
              </a:ext>
            </a:extLst>
          </p:cNvPr>
          <p:cNvSpPr txBox="1">
            <a:spLocks noChangeArrowheads="1"/>
          </p:cNvSpPr>
          <p:nvPr/>
        </p:nvSpPr>
        <p:spPr bwMode="auto">
          <a:xfrm>
            <a:off x="723902" y="1531939"/>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pSp>
        <p:nvGrpSpPr>
          <p:cNvPr id="52228" name="Group 98">
            <a:extLst>
              <a:ext uri="{FF2B5EF4-FFF2-40B4-BE49-F238E27FC236}">
                <a16:creationId xmlns:a16="http://schemas.microsoft.com/office/drawing/2014/main" id="{23D2142D-4865-07A1-3D18-6B458931B68B}"/>
              </a:ext>
            </a:extLst>
          </p:cNvPr>
          <p:cNvGrpSpPr>
            <a:grpSpLocks/>
          </p:cNvGrpSpPr>
          <p:nvPr/>
        </p:nvGrpSpPr>
        <p:grpSpPr bwMode="auto">
          <a:xfrm>
            <a:off x="1608139" y="782639"/>
            <a:ext cx="8982075" cy="3963987"/>
            <a:chOff x="158" y="529"/>
            <a:chExt cx="5658" cy="2497"/>
          </a:xfrm>
        </p:grpSpPr>
        <p:sp>
          <p:nvSpPr>
            <p:cNvPr id="50182" name="Text Box 88">
              <a:extLst>
                <a:ext uri="{FF2B5EF4-FFF2-40B4-BE49-F238E27FC236}">
                  <a16:creationId xmlns:a16="http://schemas.microsoft.com/office/drawing/2014/main" id="{B8EFF0BF-1A02-4821-B6A5-A9E64DC01684}"/>
                </a:ext>
              </a:extLst>
            </p:cNvPr>
            <p:cNvSpPr txBox="1">
              <a:spLocks noChangeArrowheads="1"/>
            </p:cNvSpPr>
            <p:nvPr/>
          </p:nvSpPr>
          <p:spPr bwMode="auto">
            <a:xfrm>
              <a:off x="687" y="2808"/>
              <a:ext cx="494" cy="218"/>
            </a:xfrm>
            <a:prstGeom prst="rect">
              <a:avLst/>
            </a:prstGeom>
            <a:noFill/>
            <a:ln w="9525">
              <a:noFill/>
              <a:miter lim="800000"/>
              <a:headEnd/>
              <a:tailEnd/>
            </a:ln>
          </p:spPr>
          <p:txBody>
            <a:bodyPr/>
            <a:lstStyle/>
            <a:p>
              <a:pPr algn="ctr" eaLnBrk="1" hangingPunct="1">
                <a:defRPr/>
              </a:pPr>
              <a:r>
                <a:rPr lang="ru-RU" sz="1400">
                  <a:latin typeface="+mj-lt"/>
                  <a:cs typeface="Arial" charset="0"/>
                </a:rPr>
                <a:t>S0 - S3</a:t>
              </a:r>
            </a:p>
          </p:txBody>
        </p:sp>
        <p:sp>
          <p:nvSpPr>
            <p:cNvPr id="50183" name="Text Box 63">
              <a:extLst>
                <a:ext uri="{FF2B5EF4-FFF2-40B4-BE49-F238E27FC236}">
                  <a16:creationId xmlns:a16="http://schemas.microsoft.com/office/drawing/2014/main" id="{A506A258-FB2B-4F09-8591-81B95FFEE286}"/>
                </a:ext>
              </a:extLst>
            </p:cNvPr>
            <p:cNvSpPr txBox="1">
              <a:spLocks noChangeArrowheads="1"/>
            </p:cNvSpPr>
            <p:nvPr/>
          </p:nvSpPr>
          <p:spPr bwMode="auto">
            <a:xfrm>
              <a:off x="158" y="1881"/>
              <a:ext cx="321" cy="313"/>
            </a:xfrm>
            <a:prstGeom prst="rect">
              <a:avLst/>
            </a:prstGeom>
            <a:noFill/>
            <a:ln w="9525">
              <a:noFill/>
              <a:miter lim="800000"/>
              <a:headEnd/>
              <a:tailEnd/>
            </a:ln>
          </p:spPr>
          <p:txBody>
            <a:bodyPr/>
            <a:lstStyle/>
            <a:p>
              <a:pPr algn="ctr" eaLnBrk="1" hangingPunct="1">
                <a:defRPr/>
              </a:pPr>
              <a:r>
                <a:rPr lang="ru-RU" sz="1400">
                  <a:latin typeface="+mj-lt"/>
                  <a:cs typeface="Arial" charset="0"/>
                </a:rPr>
                <a:t>Cin</a:t>
              </a:r>
            </a:p>
          </p:txBody>
        </p:sp>
        <p:sp>
          <p:nvSpPr>
            <p:cNvPr id="50184" name="Text Box 6">
              <a:extLst>
                <a:ext uri="{FF2B5EF4-FFF2-40B4-BE49-F238E27FC236}">
                  <a16:creationId xmlns:a16="http://schemas.microsoft.com/office/drawing/2014/main" id="{CDBF5EBC-6A17-43A4-BA3C-6434345CD75D}"/>
                </a:ext>
              </a:extLst>
            </p:cNvPr>
            <p:cNvSpPr txBox="1">
              <a:spLocks noChangeArrowheads="1"/>
            </p:cNvSpPr>
            <p:nvPr/>
          </p:nvSpPr>
          <p:spPr bwMode="auto">
            <a:xfrm>
              <a:off x="4233" y="529"/>
              <a:ext cx="715" cy="297"/>
            </a:xfrm>
            <a:prstGeom prst="rect">
              <a:avLst/>
            </a:prstGeom>
            <a:noFill/>
            <a:ln w="25400">
              <a:noFill/>
              <a:miter lim="800000"/>
              <a:headEnd/>
              <a:tailEnd/>
            </a:ln>
          </p:spPr>
          <p:txBody>
            <a:bodyPr/>
            <a:lstStyle/>
            <a:p>
              <a:pPr algn="ctr" eaLnBrk="1" hangingPunct="1">
                <a:defRPr/>
              </a:pPr>
              <a:r>
                <a:rPr lang="ru-RU" sz="1400">
                  <a:latin typeface="+mj-lt"/>
                  <a:cs typeface="Arial" charset="0"/>
                </a:rPr>
                <a:t>B3</a:t>
              </a:r>
            </a:p>
            <a:p>
              <a:pPr algn="ctr" eaLnBrk="1" hangingPunct="1">
                <a:defRPr/>
              </a:pPr>
              <a:r>
                <a:rPr lang="ru-RU" sz="1400">
                  <a:latin typeface="+mj-lt"/>
                  <a:cs typeface="Arial" charset="0"/>
                </a:rPr>
                <a:t>Bit 12-15</a:t>
              </a:r>
            </a:p>
          </p:txBody>
        </p:sp>
        <p:sp>
          <p:nvSpPr>
            <p:cNvPr id="50185" name="Text Box 7">
              <a:extLst>
                <a:ext uri="{FF2B5EF4-FFF2-40B4-BE49-F238E27FC236}">
                  <a16:creationId xmlns:a16="http://schemas.microsoft.com/office/drawing/2014/main" id="{7885CD75-D59E-42DE-A9B7-C68B10E07F40}"/>
                </a:ext>
              </a:extLst>
            </p:cNvPr>
            <p:cNvSpPr txBox="1">
              <a:spLocks noChangeArrowheads="1"/>
            </p:cNvSpPr>
            <p:nvPr/>
          </p:nvSpPr>
          <p:spPr bwMode="auto">
            <a:xfrm>
              <a:off x="698" y="896"/>
              <a:ext cx="514" cy="248"/>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400" dirty="0">
                  <a:latin typeface="+mj-lt"/>
                  <a:cs typeface="Arial" charset="0"/>
                </a:rPr>
                <a:t>Setup</a:t>
              </a:r>
            </a:p>
          </p:txBody>
        </p:sp>
        <p:sp>
          <p:nvSpPr>
            <p:cNvPr id="50186" name="Text Box 8">
              <a:extLst>
                <a:ext uri="{FF2B5EF4-FFF2-40B4-BE49-F238E27FC236}">
                  <a16:creationId xmlns:a16="http://schemas.microsoft.com/office/drawing/2014/main" id="{464D8471-F2B6-430A-8887-F433EA1C1CFC}"/>
                </a:ext>
              </a:extLst>
            </p:cNvPr>
            <p:cNvSpPr txBox="1">
              <a:spLocks noChangeArrowheads="1"/>
            </p:cNvSpPr>
            <p:nvPr/>
          </p:nvSpPr>
          <p:spPr bwMode="auto">
            <a:xfrm>
              <a:off x="626" y="1486"/>
              <a:ext cx="639" cy="553"/>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dirty="0">
                  <a:latin typeface="+mj-lt"/>
                  <a:cs typeface="Arial" charset="0"/>
                </a:rPr>
                <a:t>Carry Propa-gation and  C0</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a:p>
              <a:pPr eaLnBrk="1" hangingPunct="1">
                <a:defRPr/>
              </a:pPr>
              <a:endParaRPr lang="ru-RU" sz="1400" dirty="0">
                <a:latin typeface="+mj-lt"/>
                <a:cs typeface="Arial" charset="0"/>
              </a:endParaRPr>
            </a:p>
          </p:txBody>
        </p:sp>
        <p:sp>
          <p:nvSpPr>
            <p:cNvPr id="50187" name="AutoShape 9">
              <a:extLst>
                <a:ext uri="{FF2B5EF4-FFF2-40B4-BE49-F238E27FC236}">
                  <a16:creationId xmlns:a16="http://schemas.microsoft.com/office/drawing/2014/main" id="{6BC3DD55-B759-4766-8F3D-2EEF2A860606}"/>
                </a:ext>
              </a:extLst>
            </p:cNvPr>
            <p:cNvSpPr>
              <a:spLocks noChangeArrowheads="1"/>
            </p:cNvSpPr>
            <p:nvPr/>
          </p:nvSpPr>
          <p:spPr bwMode="auto">
            <a:xfrm rot="-5400000">
              <a:off x="1053" y="1841"/>
              <a:ext cx="924" cy="19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8 w 21600"/>
                <a:gd name="T13" fmla="*/ 4477 h 21600"/>
                <a:gd name="T14" fmla="*/ 17112 w 21600"/>
                <a:gd name="T15" fmla="*/ 1712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25400">
              <a:solidFill>
                <a:srgbClr val="000000"/>
              </a:solidFill>
              <a:miter lim="800000"/>
              <a:headEnd/>
              <a:tailEnd/>
            </a:ln>
          </p:spPr>
          <p:txBody>
            <a:bodyPr rot="10800000"/>
            <a:lstStyle/>
            <a:p>
              <a:pPr eaLnBrk="1" hangingPunct="1">
                <a:defRPr/>
              </a:pPr>
              <a:endParaRPr lang="en-US">
                <a:latin typeface="+mj-lt"/>
                <a:cs typeface="Arial" charset="0"/>
              </a:endParaRPr>
            </a:p>
          </p:txBody>
        </p:sp>
        <p:sp>
          <p:nvSpPr>
            <p:cNvPr id="50188" name="Line 10">
              <a:extLst>
                <a:ext uri="{FF2B5EF4-FFF2-40B4-BE49-F238E27FC236}">
                  <a16:creationId xmlns:a16="http://schemas.microsoft.com/office/drawing/2014/main" id="{5F0D011B-345C-48B1-AFBF-083C940D8EFE}"/>
                </a:ext>
              </a:extLst>
            </p:cNvPr>
            <p:cNvSpPr>
              <a:spLocks noChangeShapeType="1"/>
            </p:cNvSpPr>
            <p:nvPr/>
          </p:nvSpPr>
          <p:spPr bwMode="auto">
            <a:xfrm>
              <a:off x="1275" y="1615"/>
              <a:ext cx="138"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189" name="Line 11">
              <a:extLst>
                <a:ext uri="{FF2B5EF4-FFF2-40B4-BE49-F238E27FC236}">
                  <a16:creationId xmlns:a16="http://schemas.microsoft.com/office/drawing/2014/main" id="{0144EB55-0B52-4981-BDD8-14D750467949}"/>
                </a:ext>
              </a:extLst>
            </p:cNvPr>
            <p:cNvSpPr>
              <a:spLocks noChangeShapeType="1"/>
            </p:cNvSpPr>
            <p:nvPr/>
          </p:nvSpPr>
          <p:spPr bwMode="auto">
            <a:xfrm>
              <a:off x="476" y="2267"/>
              <a:ext cx="946"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190" name="Line 12">
              <a:extLst>
                <a:ext uri="{FF2B5EF4-FFF2-40B4-BE49-F238E27FC236}">
                  <a16:creationId xmlns:a16="http://schemas.microsoft.com/office/drawing/2014/main" id="{AE3EE732-CD6A-4A90-B415-A30C65A51E46}"/>
                </a:ext>
              </a:extLst>
            </p:cNvPr>
            <p:cNvSpPr>
              <a:spLocks noChangeShapeType="1"/>
            </p:cNvSpPr>
            <p:nvPr/>
          </p:nvSpPr>
          <p:spPr bwMode="auto">
            <a:xfrm>
              <a:off x="483" y="1761"/>
              <a:ext cx="137" cy="0"/>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191" name="Line 13">
              <a:extLst>
                <a:ext uri="{FF2B5EF4-FFF2-40B4-BE49-F238E27FC236}">
                  <a16:creationId xmlns:a16="http://schemas.microsoft.com/office/drawing/2014/main" id="{F56115F0-55EF-4ADC-953E-03E1A1B6A770}"/>
                </a:ext>
              </a:extLst>
            </p:cNvPr>
            <p:cNvSpPr>
              <a:spLocks noChangeShapeType="1"/>
            </p:cNvSpPr>
            <p:nvPr/>
          </p:nvSpPr>
          <p:spPr bwMode="auto">
            <a:xfrm>
              <a:off x="476" y="1761"/>
              <a:ext cx="0" cy="512"/>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192" name="AutoShape 14">
              <a:extLst>
                <a:ext uri="{FF2B5EF4-FFF2-40B4-BE49-F238E27FC236}">
                  <a16:creationId xmlns:a16="http://schemas.microsoft.com/office/drawing/2014/main" id="{069C4D8C-427D-4D39-BCB7-C3E295C32DF8}"/>
                </a:ext>
              </a:extLst>
            </p:cNvPr>
            <p:cNvSpPr>
              <a:spLocks noChangeArrowheads="1"/>
            </p:cNvSpPr>
            <p:nvPr/>
          </p:nvSpPr>
          <p:spPr bwMode="auto">
            <a:xfrm>
              <a:off x="869" y="1145"/>
              <a:ext cx="137" cy="336"/>
            </a:xfrm>
            <a:prstGeom prst="downArrow">
              <a:avLst>
                <a:gd name="adj1" fmla="val 50000"/>
                <a:gd name="adj2" fmla="val 61314"/>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193" name="Line 15">
              <a:extLst>
                <a:ext uri="{FF2B5EF4-FFF2-40B4-BE49-F238E27FC236}">
                  <a16:creationId xmlns:a16="http://schemas.microsoft.com/office/drawing/2014/main" id="{2FAC0584-945C-4AD1-8CC8-5C9049A63BB0}"/>
                </a:ext>
              </a:extLst>
            </p:cNvPr>
            <p:cNvSpPr>
              <a:spLocks noChangeShapeType="1"/>
            </p:cNvSpPr>
            <p:nvPr/>
          </p:nvSpPr>
          <p:spPr bwMode="auto">
            <a:xfrm>
              <a:off x="340" y="2020"/>
              <a:ext cx="137" cy="0"/>
            </a:xfrm>
            <a:prstGeom prst="line">
              <a:avLst/>
            </a:prstGeom>
            <a:noFill/>
            <a:ln w="25400">
              <a:solidFill>
                <a:srgbClr val="000000"/>
              </a:solidFill>
              <a:round/>
              <a:headEnd/>
              <a:tailEnd type="oval" w="med" len="med"/>
            </a:ln>
          </p:spPr>
          <p:txBody>
            <a:bodyPr/>
            <a:lstStyle/>
            <a:p>
              <a:pPr eaLnBrk="1" hangingPunct="1">
                <a:defRPr/>
              </a:pPr>
              <a:endParaRPr lang="en-US">
                <a:latin typeface="+mj-lt"/>
                <a:cs typeface="Arial" charset="0"/>
              </a:endParaRPr>
            </a:p>
          </p:txBody>
        </p:sp>
        <p:sp>
          <p:nvSpPr>
            <p:cNvPr id="50194" name="Text Box 16">
              <a:extLst>
                <a:ext uri="{FF2B5EF4-FFF2-40B4-BE49-F238E27FC236}">
                  <a16:creationId xmlns:a16="http://schemas.microsoft.com/office/drawing/2014/main" id="{AF7EAD39-513F-481E-93EF-5BB8EB15E3E1}"/>
                </a:ext>
              </a:extLst>
            </p:cNvPr>
            <p:cNvSpPr txBox="1">
              <a:spLocks noChangeArrowheads="1"/>
            </p:cNvSpPr>
            <p:nvPr/>
          </p:nvSpPr>
          <p:spPr bwMode="auto">
            <a:xfrm>
              <a:off x="1919" y="859"/>
              <a:ext cx="515" cy="248"/>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400">
                  <a:latin typeface="+mj-lt"/>
                  <a:cs typeface="Arial" charset="0"/>
                </a:rPr>
                <a:t>Setup</a:t>
              </a:r>
            </a:p>
          </p:txBody>
        </p:sp>
        <p:sp>
          <p:nvSpPr>
            <p:cNvPr id="50195" name="Text Box 17">
              <a:extLst>
                <a:ext uri="{FF2B5EF4-FFF2-40B4-BE49-F238E27FC236}">
                  <a16:creationId xmlns:a16="http://schemas.microsoft.com/office/drawing/2014/main" id="{819FF034-E518-4F57-BF3C-FD5E166062D2}"/>
                </a:ext>
              </a:extLst>
            </p:cNvPr>
            <p:cNvSpPr txBox="1">
              <a:spLocks noChangeArrowheads="1"/>
            </p:cNvSpPr>
            <p:nvPr/>
          </p:nvSpPr>
          <p:spPr bwMode="auto">
            <a:xfrm>
              <a:off x="1848" y="1449"/>
              <a:ext cx="650" cy="572"/>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en-US" sz="1400" dirty="0">
                  <a:latin typeface="+mj-lt"/>
                  <a:cs typeface="Arial" charset="0"/>
                </a:rPr>
                <a:t>Carry </a:t>
              </a:r>
              <a:r>
                <a:rPr lang="en-US" sz="1400" dirty="0" err="1">
                  <a:latin typeface="+mj-lt"/>
                  <a:cs typeface="Arial" charset="0"/>
                </a:rPr>
                <a:t>Propa-gation</a:t>
              </a:r>
              <a:r>
                <a:rPr lang="en-US" sz="1400" dirty="0">
                  <a:latin typeface="+mj-lt"/>
                  <a:cs typeface="Arial" charset="0"/>
                </a:rPr>
                <a:t> and  C1</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a:p>
              <a:pPr eaLnBrk="1" hangingPunct="1">
                <a:defRPr/>
              </a:pPr>
              <a:endParaRPr lang="ru-RU" sz="1400" dirty="0">
                <a:latin typeface="+mj-lt"/>
                <a:cs typeface="Arial" charset="0"/>
              </a:endParaRPr>
            </a:p>
          </p:txBody>
        </p:sp>
        <p:sp>
          <p:nvSpPr>
            <p:cNvPr id="50196" name="AutoShape 18">
              <a:extLst>
                <a:ext uri="{FF2B5EF4-FFF2-40B4-BE49-F238E27FC236}">
                  <a16:creationId xmlns:a16="http://schemas.microsoft.com/office/drawing/2014/main" id="{DED7A62F-3324-43BE-A637-C7D0219B5876}"/>
                </a:ext>
              </a:extLst>
            </p:cNvPr>
            <p:cNvSpPr>
              <a:spLocks noChangeArrowheads="1"/>
            </p:cNvSpPr>
            <p:nvPr/>
          </p:nvSpPr>
          <p:spPr bwMode="auto">
            <a:xfrm rot="-5400000">
              <a:off x="2271" y="1817"/>
              <a:ext cx="948" cy="19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477 h 21600"/>
                <a:gd name="T14" fmla="*/ 17111 w 21600"/>
                <a:gd name="T15" fmla="*/ 1712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25400">
              <a:solidFill>
                <a:srgbClr val="000000"/>
              </a:solidFill>
              <a:miter lim="800000"/>
              <a:headEnd/>
              <a:tailEnd/>
            </a:ln>
          </p:spPr>
          <p:txBody>
            <a:bodyPr rot="10800000"/>
            <a:lstStyle/>
            <a:p>
              <a:pPr eaLnBrk="1" hangingPunct="1">
                <a:defRPr/>
              </a:pPr>
              <a:endParaRPr lang="en-US">
                <a:latin typeface="+mj-lt"/>
                <a:cs typeface="Arial" charset="0"/>
              </a:endParaRPr>
            </a:p>
          </p:txBody>
        </p:sp>
        <p:sp>
          <p:nvSpPr>
            <p:cNvPr id="50197" name="Line 19">
              <a:extLst>
                <a:ext uri="{FF2B5EF4-FFF2-40B4-BE49-F238E27FC236}">
                  <a16:creationId xmlns:a16="http://schemas.microsoft.com/office/drawing/2014/main" id="{E5A22C31-CDF4-4FA6-8851-976409085123}"/>
                </a:ext>
              </a:extLst>
            </p:cNvPr>
            <p:cNvSpPr>
              <a:spLocks noChangeShapeType="1"/>
            </p:cNvSpPr>
            <p:nvPr/>
          </p:nvSpPr>
          <p:spPr bwMode="auto">
            <a:xfrm>
              <a:off x="2498" y="1578"/>
              <a:ext cx="137"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198" name="Line 20">
              <a:extLst>
                <a:ext uri="{FF2B5EF4-FFF2-40B4-BE49-F238E27FC236}">
                  <a16:creationId xmlns:a16="http://schemas.microsoft.com/office/drawing/2014/main" id="{31DF6522-7A84-4161-BB1C-C13F5CB02390}"/>
                </a:ext>
              </a:extLst>
            </p:cNvPr>
            <p:cNvSpPr>
              <a:spLocks noChangeShapeType="1"/>
            </p:cNvSpPr>
            <p:nvPr/>
          </p:nvSpPr>
          <p:spPr bwMode="auto">
            <a:xfrm>
              <a:off x="1733" y="2230"/>
              <a:ext cx="920"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199" name="Line 21">
              <a:extLst>
                <a:ext uri="{FF2B5EF4-FFF2-40B4-BE49-F238E27FC236}">
                  <a16:creationId xmlns:a16="http://schemas.microsoft.com/office/drawing/2014/main" id="{2F2063A9-9B2A-49B1-B32D-C7E9EC32B277}"/>
                </a:ext>
              </a:extLst>
            </p:cNvPr>
            <p:cNvSpPr>
              <a:spLocks noChangeShapeType="1"/>
            </p:cNvSpPr>
            <p:nvPr/>
          </p:nvSpPr>
          <p:spPr bwMode="auto">
            <a:xfrm>
              <a:off x="1741" y="1708"/>
              <a:ext cx="102" cy="0"/>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00" name="Line 22">
              <a:extLst>
                <a:ext uri="{FF2B5EF4-FFF2-40B4-BE49-F238E27FC236}">
                  <a16:creationId xmlns:a16="http://schemas.microsoft.com/office/drawing/2014/main" id="{E003BF91-244D-484D-8A67-1A7AD17626A4}"/>
                </a:ext>
              </a:extLst>
            </p:cNvPr>
            <p:cNvSpPr>
              <a:spLocks noChangeShapeType="1"/>
            </p:cNvSpPr>
            <p:nvPr/>
          </p:nvSpPr>
          <p:spPr bwMode="auto">
            <a:xfrm>
              <a:off x="1733" y="1700"/>
              <a:ext cx="0" cy="535"/>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01" name="AutoShape 23">
              <a:extLst>
                <a:ext uri="{FF2B5EF4-FFF2-40B4-BE49-F238E27FC236}">
                  <a16:creationId xmlns:a16="http://schemas.microsoft.com/office/drawing/2014/main" id="{AB342D96-2A8F-4934-981B-7F0B42F890F4}"/>
                </a:ext>
              </a:extLst>
            </p:cNvPr>
            <p:cNvSpPr>
              <a:spLocks noChangeArrowheads="1"/>
            </p:cNvSpPr>
            <p:nvPr/>
          </p:nvSpPr>
          <p:spPr bwMode="auto">
            <a:xfrm>
              <a:off x="2091" y="1108"/>
              <a:ext cx="137" cy="336"/>
            </a:xfrm>
            <a:prstGeom prst="downArrow">
              <a:avLst>
                <a:gd name="adj1" fmla="val 50000"/>
                <a:gd name="adj2" fmla="val 61314"/>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02" name="Line 24">
              <a:extLst>
                <a:ext uri="{FF2B5EF4-FFF2-40B4-BE49-F238E27FC236}">
                  <a16:creationId xmlns:a16="http://schemas.microsoft.com/office/drawing/2014/main" id="{579E3723-B74A-49A6-8387-2D3DF2C0E84B}"/>
                </a:ext>
              </a:extLst>
            </p:cNvPr>
            <p:cNvSpPr>
              <a:spLocks noChangeShapeType="1"/>
            </p:cNvSpPr>
            <p:nvPr/>
          </p:nvSpPr>
          <p:spPr bwMode="auto">
            <a:xfrm>
              <a:off x="1619" y="1983"/>
              <a:ext cx="103" cy="0"/>
            </a:xfrm>
            <a:prstGeom prst="line">
              <a:avLst/>
            </a:prstGeom>
            <a:noFill/>
            <a:ln w="25400">
              <a:solidFill>
                <a:srgbClr val="000000"/>
              </a:solidFill>
              <a:round/>
              <a:headEnd/>
              <a:tailEnd type="oval" w="med" len="med"/>
            </a:ln>
          </p:spPr>
          <p:txBody>
            <a:bodyPr/>
            <a:lstStyle/>
            <a:p>
              <a:pPr eaLnBrk="1" hangingPunct="1">
                <a:defRPr/>
              </a:pPr>
              <a:endParaRPr lang="en-US">
                <a:latin typeface="+mj-lt"/>
                <a:cs typeface="Arial" charset="0"/>
              </a:endParaRPr>
            </a:p>
          </p:txBody>
        </p:sp>
        <p:sp>
          <p:nvSpPr>
            <p:cNvPr id="50203" name="Text Box 25">
              <a:extLst>
                <a:ext uri="{FF2B5EF4-FFF2-40B4-BE49-F238E27FC236}">
                  <a16:creationId xmlns:a16="http://schemas.microsoft.com/office/drawing/2014/main" id="{248F4BCF-5F39-4DD6-8281-0EB85747DAC1}"/>
                </a:ext>
              </a:extLst>
            </p:cNvPr>
            <p:cNvSpPr txBox="1">
              <a:spLocks noChangeArrowheads="1"/>
            </p:cNvSpPr>
            <p:nvPr/>
          </p:nvSpPr>
          <p:spPr bwMode="auto">
            <a:xfrm>
              <a:off x="3119" y="850"/>
              <a:ext cx="515" cy="248"/>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400">
                  <a:latin typeface="+mj-lt"/>
                  <a:cs typeface="Arial" charset="0"/>
                </a:rPr>
                <a:t>Setup</a:t>
              </a:r>
            </a:p>
          </p:txBody>
        </p:sp>
        <p:sp>
          <p:nvSpPr>
            <p:cNvPr id="50204" name="Text Box 26">
              <a:extLst>
                <a:ext uri="{FF2B5EF4-FFF2-40B4-BE49-F238E27FC236}">
                  <a16:creationId xmlns:a16="http://schemas.microsoft.com/office/drawing/2014/main" id="{854F54D6-F09A-408D-992E-63C115EC5E54}"/>
                </a:ext>
              </a:extLst>
            </p:cNvPr>
            <p:cNvSpPr txBox="1">
              <a:spLocks noChangeArrowheads="1"/>
            </p:cNvSpPr>
            <p:nvPr/>
          </p:nvSpPr>
          <p:spPr bwMode="auto">
            <a:xfrm>
              <a:off x="3048" y="1460"/>
              <a:ext cx="650" cy="574"/>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en-US" sz="1400">
                  <a:latin typeface="+mj-lt"/>
                  <a:cs typeface="Arial" charset="0"/>
                </a:rPr>
                <a:t>Carry Propa-gation and  C2</a:t>
              </a:r>
            </a:p>
            <a:p>
              <a:pPr algn="ctr" eaLnBrk="1" hangingPunct="1">
                <a:defRPr/>
              </a:pPr>
              <a:endParaRPr lang="ru-RU" sz="1400">
                <a:latin typeface="+mj-lt"/>
                <a:cs typeface="Arial" charset="0"/>
              </a:endParaRPr>
            </a:p>
            <a:p>
              <a:pPr algn="ctr" eaLnBrk="1" hangingPunct="1">
                <a:defRPr/>
              </a:pPr>
              <a:endParaRPr lang="ru-RU" sz="1400">
                <a:latin typeface="+mj-lt"/>
                <a:cs typeface="Arial" charset="0"/>
              </a:endParaRPr>
            </a:p>
            <a:p>
              <a:pPr eaLnBrk="1" hangingPunct="1">
                <a:defRPr/>
              </a:pPr>
              <a:endParaRPr lang="ru-RU" sz="1400">
                <a:latin typeface="+mj-lt"/>
                <a:cs typeface="Arial" charset="0"/>
              </a:endParaRPr>
            </a:p>
          </p:txBody>
        </p:sp>
        <p:sp>
          <p:nvSpPr>
            <p:cNvPr id="50205" name="AutoShape 27">
              <a:extLst>
                <a:ext uri="{FF2B5EF4-FFF2-40B4-BE49-F238E27FC236}">
                  <a16:creationId xmlns:a16="http://schemas.microsoft.com/office/drawing/2014/main" id="{BB7BAEE8-D8FA-4E2D-9E7E-C7C582873B6E}"/>
                </a:ext>
              </a:extLst>
            </p:cNvPr>
            <p:cNvSpPr>
              <a:spLocks noChangeArrowheads="1"/>
            </p:cNvSpPr>
            <p:nvPr/>
          </p:nvSpPr>
          <p:spPr bwMode="auto">
            <a:xfrm rot="-5400000">
              <a:off x="3463" y="1807"/>
              <a:ext cx="948" cy="19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477 h 21600"/>
                <a:gd name="T14" fmla="*/ 17111 w 21600"/>
                <a:gd name="T15" fmla="*/ 1712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25400">
              <a:solidFill>
                <a:srgbClr val="000000"/>
              </a:solidFill>
              <a:miter lim="800000"/>
              <a:headEnd/>
              <a:tailEnd/>
            </a:ln>
          </p:spPr>
          <p:txBody>
            <a:bodyPr rot="10800000"/>
            <a:lstStyle/>
            <a:p>
              <a:pPr eaLnBrk="1" hangingPunct="1">
                <a:defRPr/>
              </a:pPr>
              <a:endParaRPr lang="en-US">
                <a:latin typeface="+mj-lt"/>
                <a:cs typeface="Arial" charset="0"/>
              </a:endParaRPr>
            </a:p>
          </p:txBody>
        </p:sp>
        <p:sp>
          <p:nvSpPr>
            <p:cNvPr id="50206" name="Line 28">
              <a:extLst>
                <a:ext uri="{FF2B5EF4-FFF2-40B4-BE49-F238E27FC236}">
                  <a16:creationId xmlns:a16="http://schemas.microsoft.com/office/drawing/2014/main" id="{2173638F-B34C-4E76-A61B-386019470225}"/>
                </a:ext>
              </a:extLst>
            </p:cNvPr>
            <p:cNvSpPr>
              <a:spLocks noChangeShapeType="1"/>
            </p:cNvSpPr>
            <p:nvPr/>
          </p:nvSpPr>
          <p:spPr bwMode="auto">
            <a:xfrm>
              <a:off x="3705" y="1569"/>
              <a:ext cx="137"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07" name="Line 29">
              <a:extLst>
                <a:ext uri="{FF2B5EF4-FFF2-40B4-BE49-F238E27FC236}">
                  <a16:creationId xmlns:a16="http://schemas.microsoft.com/office/drawing/2014/main" id="{F70FDC7E-F906-46C6-9568-BCE9CC64B33F}"/>
                </a:ext>
              </a:extLst>
            </p:cNvPr>
            <p:cNvSpPr>
              <a:spLocks noChangeShapeType="1"/>
            </p:cNvSpPr>
            <p:nvPr/>
          </p:nvSpPr>
          <p:spPr bwMode="auto">
            <a:xfrm>
              <a:off x="2941" y="2221"/>
              <a:ext cx="898"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08" name="Line 30">
              <a:extLst>
                <a:ext uri="{FF2B5EF4-FFF2-40B4-BE49-F238E27FC236}">
                  <a16:creationId xmlns:a16="http://schemas.microsoft.com/office/drawing/2014/main" id="{61111409-2BBC-46D3-8180-8D35966BC3B3}"/>
                </a:ext>
              </a:extLst>
            </p:cNvPr>
            <p:cNvSpPr>
              <a:spLocks noChangeShapeType="1"/>
            </p:cNvSpPr>
            <p:nvPr/>
          </p:nvSpPr>
          <p:spPr bwMode="auto">
            <a:xfrm>
              <a:off x="2948" y="1707"/>
              <a:ext cx="103" cy="0"/>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09" name="Line 31">
              <a:extLst>
                <a:ext uri="{FF2B5EF4-FFF2-40B4-BE49-F238E27FC236}">
                  <a16:creationId xmlns:a16="http://schemas.microsoft.com/office/drawing/2014/main" id="{C9632126-C9B0-497F-BAB6-FA0320FB8878}"/>
                </a:ext>
              </a:extLst>
            </p:cNvPr>
            <p:cNvSpPr>
              <a:spLocks noChangeShapeType="1"/>
            </p:cNvSpPr>
            <p:nvPr/>
          </p:nvSpPr>
          <p:spPr bwMode="auto">
            <a:xfrm>
              <a:off x="2941" y="1699"/>
              <a:ext cx="0" cy="535"/>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10" name="AutoShape 32">
              <a:extLst>
                <a:ext uri="{FF2B5EF4-FFF2-40B4-BE49-F238E27FC236}">
                  <a16:creationId xmlns:a16="http://schemas.microsoft.com/office/drawing/2014/main" id="{65B06285-197D-4572-9A6D-3F3F55CF8B2F}"/>
                </a:ext>
              </a:extLst>
            </p:cNvPr>
            <p:cNvSpPr>
              <a:spLocks noChangeArrowheads="1"/>
            </p:cNvSpPr>
            <p:nvPr/>
          </p:nvSpPr>
          <p:spPr bwMode="auto">
            <a:xfrm>
              <a:off x="3291" y="1099"/>
              <a:ext cx="137" cy="336"/>
            </a:xfrm>
            <a:prstGeom prst="downArrow">
              <a:avLst>
                <a:gd name="adj1" fmla="val 50000"/>
                <a:gd name="adj2" fmla="val 61314"/>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11" name="Line 33">
              <a:extLst>
                <a:ext uri="{FF2B5EF4-FFF2-40B4-BE49-F238E27FC236}">
                  <a16:creationId xmlns:a16="http://schemas.microsoft.com/office/drawing/2014/main" id="{686F100E-A399-41A4-9025-A7CA5174FCDA}"/>
                </a:ext>
              </a:extLst>
            </p:cNvPr>
            <p:cNvSpPr>
              <a:spLocks noChangeShapeType="1"/>
            </p:cNvSpPr>
            <p:nvPr/>
          </p:nvSpPr>
          <p:spPr bwMode="auto">
            <a:xfrm>
              <a:off x="2841" y="1974"/>
              <a:ext cx="103" cy="0"/>
            </a:xfrm>
            <a:prstGeom prst="line">
              <a:avLst/>
            </a:prstGeom>
            <a:noFill/>
            <a:ln w="25400">
              <a:solidFill>
                <a:srgbClr val="000000"/>
              </a:solidFill>
              <a:round/>
              <a:headEnd/>
              <a:tailEnd type="oval" w="med" len="med"/>
            </a:ln>
          </p:spPr>
          <p:txBody>
            <a:bodyPr/>
            <a:lstStyle/>
            <a:p>
              <a:pPr eaLnBrk="1" hangingPunct="1">
                <a:defRPr/>
              </a:pPr>
              <a:endParaRPr lang="en-US">
                <a:latin typeface="+mj-lt"/>
                <a:cs typeface="Arial" charset="0"/>
              </a:endParaRPr>
            </a:p>
          </p:txBody>
        </p:sp>
        <p:sp>
          <p:nvSpPr>
            <p:cNvPr id="50212" name="Text Box 34">
              <a:extLst>
                <a:ext uri="{FF2B5EF4-FFF2-40B4-BE49-F238E27FC236}">
                  <a16:creationId xmlns:a16="http://schemas.microsoft.com/office/drawing/2014/main" id="{4BF95219-349E-4250-B268-D7C5D3DD6571}"/>
                </a:ext>
              </a:extLst>
            </p:cNvPr>
            <p:cNvSpPr txBox="1">
              <a:spLocks noChangeArrowheads="1"/>
            </p:cNvSpPr>
            <p:nvPr/>
          </p:nvSpPr>
          <p:spPr bwMode="auto">
            <a:xfrm>
              <a:off x="4331" y="837"/>
              <a:ext cx="515" cy="248"/>
            </a:xfrm>
            <a:prstGeom prst="rect">
              <a:avLst/>
            </a:prstGeom>
            <a:solidFill>
              <a:schemeClr val="accent1">
                <a:lumMod val="40000"/>
                <a:lumOff val="60000"/>
              </a:schemeClr>
            </a:solidFill>
            <a:ln w="25400">
              <a:solidFill>
                <a:srgbClr val="000000"/>
              </a:solidFill>
              <a:miter lim="800000"/>
              <a:headEnd/>
              <a:tailEnd/>
            </a:ln>
          </p:spPr>
          <p:txBody>
            <a:bodyPr/>
            <a:lstStyle/>
            <a:p>
              <a:pPr eaLnBrk="1" hangingPunct="1">
                <a:defRPr/>
              </a:pPr>
              <a:r>
                <a:rPr lang="ru-RU" sz="1400">
                  <a:latin typeface="+mj-lt"/>
                  <a:cs typeface="Arial" charset="0"/>
                </a:rPr>
                <a:t>Setup</a:t>
              </a:r>
            </a:p>
          </p:txBody>
        </p:sp>
        <p:sp>
          <p:nvSpPr>
            <p:cNvPr id="50213" name="Text Box 35">
              <a:extLst>
                <a:ext uri="{FF2B5EF4-FFF2-40B4-BE49-F238E27FC236}">
                  <a16:creationId xmlns:a16="http://schemas.microsoft.com/office/drawing/2014/main" id="{8E8C0907-9B39-4255-81AF-0E271FF51CDC}"/>
                </a:ext>
              </a:extLst>
            </p:cNvPr>
            <p:cNvSpPr txBox="1">
              <a:spLocks noChangeArrowheads="1"/>
            </p:cNvSpPr>
            <p:nvPr/>
          </p:nvSpPr>
          <p:spPr bwMode="auto">
            <a:xfrm>
              <a:off x="4284" y="1443"/>
              <a:ext cx="650" cy="581"/>
            </a:xfrm>
            <a:prstGeom prst="rect">
              <a:avLst/>
            </a:prstGeom>
            <a:solidFill>
              <a:schemeClr val="accent1">
                <a:lumMod val="60000"/>
                <a:lumOff val="40000"/>
              </a:schemeClr>
            </a:solidFill>
            <a:ln w="25400">
              <a:solidFill>
                <a:srgbClr val="000000"/>
              </a:solidFill>
              <a:miter lim="800000"/>
              <a:headEnd/>
              <a:tailEnd/>
            </a:ln>
          </p:spPr>
          <p:txBody>
            <a:bodyPr/>
            <a:lstStyle/>
            <a:p>
              <a:pPr algn="ctr" eaLnBrk="1" hangingPunct="1">
                <a:defRPr/>
              </a:pPr>
              <a:r>
                <a:rPr lang="ru-RU" sz="1400" dirty="0">
                  <a:latin typeface="+mj-lt"/>
                  <a:cs typeface="Arial" charset="0"/>
                </a:rPr>
                <a:t>Carry Propa-gation and  C3</a:t>
              </a:r>
            </a:p>
            <a:p>
              <a:pPr algn="ctr" eaLnBrk="1" hangingPunct="1">
                <a:defRPr/>
              </a:pPr>
              <a:endParaRPr lang="ru-RU" sz="1400" dirty="0">
                <a:latin typeface="+mj-lt"/>
                <a:cs typeface="Arial" charset="0"/>
              </a:endParaRPr>
            </a:p>
            <a:p>
              <a:pPr algn="ctr" eaLnBrk="1" hangingPunct="1">
                <a:defRPr/>
              </a:pPr>
              <a:endParaRPr lang="ru-RU" sz="1400" dirty="0">
                <a:latin typeface="+mj-lt"/>
                <a:cs typeface="Arial" charset="0"/>
              </a:endParaRPr>
            </a:p>
            <a:p>
              <a:pPr eaLnBrk="1" hangingPunct="1">
                <a:defRPr/>
              </a:pPr>
              <a:endParaRPr lang="ru-RU" sz="1400" dirty="0">
                <a:latin typeface="+mj-lt"/>
                <a:cs typeface="Arial" charset="0"/>
              </a:endParaRPr>
            </a:p>
          </p:txBody>
        </p:sp>
        <p:sp>
          <p:nvSpPr>
            <p:cNvPr id="50214" name="AutoShape 36">
              <a:extLst>
                <a:ext uri="{FF2B5EF4-FFF2-40B4-BE49-F238E27FC236}">
                  <a16:creationId xmlns:a16="http://schemas.microsoft.com/office/drawing/2014/main" id="{10287193-BA3A-49D0-9286-69DF5D2AF81F}"/>
                </a:ext>
              </a:extLst>
            </p:cNvPr>
            <p:cNvSpPr>
              <a:spLocks noChangeArrowheads="1"/>
            </p:cNvSpPr>
            <p:nvPr/>
          </p:nvSpPr>
          <p:spPr bwMode="auto">
            <a:xfrm rot="-5400000">
              <a:off x="4691" y="1779"/>
              <a:ext cx="964" cy="19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4 w 21600"/>
                <a:gd name="T13" fmla="*/ 4477 h 21600"/>
                <a:gd name="T14" fmla="*/ 17096 w 21600"/>
                <a:gd name="T15" fmla="*/ 17123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20000"/>
                <a:lumOff val="80000"/>
              </a:schemeClr>
            </a:solidFill>
            <a:ln w="25400">
              <a:solidFill>
                <a:srgbClr val="000000"/>
              </a:solidFill>
              <a:miter lim="800000"/>
              <a:headEnd/>
              <a:tailEnd/>
            </a:ln>
          </p:spPr>
          <p:txBody>
            <a:bodyPr rot="10800000"/>
            <a:lstStyle/>
            <a:p>
              <a:pPr eaLnBrk="1" hangingPunct="1">
                <a:defRPr/>
              </a:pPr>
              <a:endParaRPr lang="en-US">
                <a:latin typeface="+mj-lt"/>
                <a:cs typeface="Arial" charset="0"/>
              </a:endParaRPr>
            </a:p>
          </p:txBody>
        </p:sp>
        <p:sp>
          <p:nvSpPr>
            <p:cNvPr id="50215" name="Line 37">
              <a:extLst>
                <a:ext uri="{FF2B5EF4-FFF2-40B4-BE49-F238E27FC236}">
                  <a16:creationId xmlns:a16="http://schemas.microsoft.com/office/drawing/2014/main" id="{DD998CBF-8FED-41B4-B9A1-73BE9973C144}"/>
                </a:ext>
              </a:extLst>
            </p:cNvPr>
            <p:cNvSpPr>
              <a:spLocks noChangeShapeType="1"/>
            </p:cNvSpPr>
            <p:nvPr/>
          </p:nvSpPr>
          <p:spPr bwMode="auto">
            <a:xfrm>
              <a:off x="4941" y="1532"/>
              <a:ext cx="137"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16" name="Line 38">
              <a:extLst>
                <a:ext uri="{FF2B5EF4-FFF2-40B4-BE49-F238E27FC236}">
                  <a16:creationId xmlns:a16="http://schemas.microsoft.com/office/drawing/2014/main" id="{A3337CEC-341F-48E9-988B-D9676793D088}"/>
                </a:ext>
              </a:extLst>
            </p:cNvPr>
            <p:cNvSpPr>
              <a:spLocks noChangeShapeType="1"/>
            </p:cNvSpPr>
            <p:nvPr/>
          </p:nvSpPr>
          <p:spPr bwMode="auto">
            <a:xfrm>
              <a:off x="4134" y="2184"/>
              <a:ext cx="926"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17" name="Line 39">
              <a:extLst>
                <a:ext uri="{FF2B5EF4-FFF2-40B4-BE49-F238E27FC236}">
                  <a16:creationId xmlns:a16="http://schemas.microsoft.com/office/drawing/2014/main" id="{A233D150-B7ED-476C-8BE5-3952889B8DD2}"/>
                </a:ext>
              </a:extLst>
            </p:cNvPr>
            <p:cNvSpPr>
              <a:spLocks noChangeShapeType="1"/>
            </p:cNvSpPr>
            <p:nvPr/>
          </p:nvSpPr>
          <p:spPr bwMode="auto">
            <a:xfrm>
              <a:off x="4141" y="1670"/>
              <a:ext cx="137" cy="0"/>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18" name="Line 40">
              <a:extLst>
                <a:ext uri="{FF2B5EF4-FFF2-40B4-BE49-F238E27FC236}">
                  <a16:creationId xmlns:a16="http://schemas.microsoft.com/office/drawing/2014/main" id="{915947D1-D5E1-4F8E-ABA6-223790CB94F2}"/>
                </a:ext>
              </a:extLst>
            </p:cNvPr>
            <p:cNvSpPr>
              <a:spLocks noChangeShapeType="1"/>
            </p:cNvSpPr>
            <p:nvPr/>
          </p:nvSpPr>
          <p:spPr bwMode="auto">
            <a:xfrm>
              <a:off x="4134" y="1654"/>
              <a:ext cx="0" cy="535"/>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19" name="AutoShape 41">
              <a:extLst>
                <a:ext uri="{FF2B5EF4-FFF2-40B4-BE49-F238E27FC236}">
                  <a16:creationId xmlns:a16="http://schemas.microsoft.com/office/drawing/2014/main" id="{FF91719C-421A-472B-97B2-6566F343C980}"/>
                </a:ext>
              </a:extLst>
            </p:cNvPr>
            <p:cNvSpPr>
              <a:spLocks noChangeArrowheads="1"/>
            </p:cNvSpPr>
            <p:nvPr/>
          </p:nvSpPr>
          <p:spPr bwMode="auto">
            <a:xfrm>
              <a:off x="4487" y="1086"/>
              <a:ext cx="137" cy="336"/>
            </a:xfrm>
            <a:prstGeom prst="downArrow">
              <a:avLst>
                <a:gd name="adj1" fmla="val 50000"/>
                <a:gd name="adj2" fmla="val 61314"/>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20" name="Line 42">
              <a:extLst>
                <a:ext uri="{FF2B5EF4-FFF2-40B4-BE49-F238E27FC236}">
                  <a16:creationId xmlns:a16="http://schemas.microsoft.com/office/drawing/2014/main" id="{9C7A83E8-693E-4AF6-B2CC-B75BC23ADD0E}"/>
                </a:ext>
              </a:extLst>
            </p:cNvPr>
            <p:cNvSpPr>
              <a:spLocks noChangeShapeType="1"/>
            </p:cNvSpPr>
            <p:nvPr/>
          </p:nvSpPr>
          <p:spPr bwMode="auto">
            <a:xfrm>
              <a:off x="4034" y="1937"/>
              <a:ext cx="103" cy="0"/>
            </a:xfrm>
            <a:prstGeom prst="line">
              <a:avLst/>
            </a:prstGeom>
            <a:noFill/>
            <a:ln w="25400">
              <a:solidFill>
                <a:srgbClr val="000000"/>
              </a:solidFill>
              <a:round/>
              <a:headEnd/>
              <a:tailEnd type="oval" w="med" len="med"/>
            </a:ln>
          </p:spPr>
          <p:txBody>
            <a:bodyPr/>
            <a:lstStyle/>
            <a:p>
              <a:pPr eaLnBrk="1" hangingPunct="1">
                <a:defRPr/>
              </a:pPr>
              <a:endParaRPr lang="en-US">
                <a:latin typeface="+mj-lt"/>
                <a:cs typeface="Arial" charset="0"/>
              </a:endParaRPr>
            </a:p>
          </p:txBody>
        </p:sp>
        <p:sp>
          <p:nvSpPr>
            <p:cNvPr id="50221" name="Line 43">
              <a:extLst>
                <a:ext uri="{FF2B5EF4-FFF2-40B4-BE49-F238E27FC236}">
                  <a16:creationId xmlns:a16="http://schemas.microsoft.com/office/drawing/2014/main" id="{1CB832CE-9B7E-4CE4-8ECE-D766A7A07E0C}"/>
                </a:ext>
              </a:extLst>
            </p:cNvPr>
            <p:cNvSpPr>
              <a:spLocks noChangeShapeType="1"/>
            </p:cNvSpPr>
            <p:nvPr/>
          </p:nvSpPr>
          <p:spPr bwMode="auto">
            <a:xfrm>
              <a:off x="5277" y="1919"/>
              <a:ext cx="158" cy="0"/>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22" name="Line 44">
              <a:extLst>
                <a:ext uri="{FF2B5EF4-FFF2-40B4-BE49-F238E27FC236}">
                  <a16:creationId xmlns:a16="http://schemas.microsoft.com/office/drawing/2014/main" id="{D1A557D4-5E6B-46C7-9ED9-4A20216FBF82}"/>
                </a:ext>
              </a:extLst>
            </p:cNvPr>
            <p:cNvSpPr>
              <a:spLocks noChangeShapeType="1"/>
            </p:cNvSpPr>
            <p:nvPr/>
          </p:nvSpPr>
          <p:spPr bwMode="auto">
            <a:xfrm>
              <a:off x="1526" y="1357"/>
              <a:ext cx="0" cy="247"/>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23" name="Line 45">
              <a:extLst>
                <a:ext uri="{FF2B5EF4-FFF2-40B4-BE49-F238E27FC236}">
                  <a16:creationId xmlns:a16="http://schemas.microsoft.com/office/drawing/2014/main" id="{56B55BED-11B5-4982-B608-0C33637FD649}"/>
                </a:ext>
              </a:extLst>
            </p:cNvPr>
            <p:cNvSpPr>
              <a:spLocks noChangeShapeType="1"/>
            </p:cNvSpPr>
            <p:nvPr/>
          </p:nvSpPr>
          <p:spPr bwMode="auto">
            <a:xfrm>
              <a:off x="2748" y="1320"/>
              <a:ext cx="0" cy="247"/>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24" name="Line 46">
              <a:extLst>
                <a:ext uri="{FF2B5EF4-FFF2-40B4-BE49-F238E27FC236}">
                  <a16:creationId xmlns:a16="http://schemas.microsoft.com/office/drawing/2014/main" id="{85142F8F-702D-4976-BDA8-AACABF6DEE0B}"/>
                </a:ext>
              </a:extLst>
            </p:cNvPr>
            <p:cNvSpPr>
              <a:spLocks noChangeShapeType="1"/>
            </p:cNvSpPr>
            <p:nvPr/>
          </p:nvSpPr>
          <p:spPr bwMode="auto">
            <a:xfrm>
              <a:off x="3948" y="1320"/>
              <a:ext cx="0" cy="247"/>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25" name="Line 47">
              <a:extLst>
                <a:ext uri="{FF2B5EF4-FFF2-40B4-BE49-F238E27FC236}">
                  <a16:creationId xmlns:a16="http://schemas.microsoft.com/office/drawing/2014/main" id="{79152C7F-4C1C-498D-85C9-19FC7E2A061D}"/>
                </a:ext>
              </a:extLst>
            </p:cNvPr>
            <p:cNvSpPr>
              <a:spLocks noChangeShapeType="1"/>
            </p:cNvSpPr>
            <p:nvPr/>
          </p:nvSpPr>
          <p:spPr bwMode="auto">
            <a:xfrm>
              <a:off x="5191" y="1292"/>
              <a:ext cx="0" cy="248"/>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50226" name="AutoShape 48">
              <a:extLst>
                <a:ext uri="{FF2B5EF4-FFF2-40B4-BE49-F238E27FC236}">
                  <a16:creationId xmlns:a16="http://schemas.microsoft.com/office/drawing/2014/main" id="{71473A2C-34B9-4CB6-9463-87337D027801}"/>
                </a:ext>
              </a:extLst>
            </p:cNvPr>
            <p:cNvSpPr>
              <a:spLocks noChangeArrowheads="1"/>
            </p:cNvSpPr>
            <p:nvPr/>
          </p:nvSpPr>
          <p:spPr bwMode="auto">
            <a:xfrm>
              <a:off x="862" y="2039"/>
              <a:ext cx="137" cy="410"/>
            </a:xfrm>
            <a:prstGeom prst="downArrow">
              <a:avLst>
                <a:gd name="adj1" fmla="val 50000"/>
                <a:gd name="adj2" fmla="val 74818"/>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27" name="AutoShape 49">
              <a:extLst>
                <a:ext uri="{FF2B5EF4-FFF2-40B4-BE49-F238E27FC236}">
                  <a16:creationId xmlns:a16="http://schemas.microsoft.com/office/drawing/2014/main" id="{8D54C8DA-869F-437A-885E-E9077E2D6B11}"/>
                </a:ext>
              </a:extLst>
            </p:cNvPr>
            <p:cNvSpPr>
              <a:spLocks noChangeArrowheads="1"/>
            </p:cNvSpPr>
            <p:nvPr/>
          </p:nvSpPr>
          <p:spPr bwMode="auto">
            <a:xfrm>
              <a:off x="2082" y="2014"/>
              <a:ext cx="146" cy="410"/>
            </a:xfrm>
            <a:prstGeom prst="downArrow">
              <a:avLst>
                <a:gd name="adj1" fmla="val 50000"/>
                <a:gd name="adj2" fmla="val 70205"/>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28" name="AutoShape 50">
              <a:extLst>
                <a:ext uri="{FF2B5EF4-FFF2-40B4-BE49-F238E27FC236}">
                  <a16:creationId xmlns:a16="http://schemas.microsoft.com/office/drawing/2014/main" id="{81A6C6C1-F4DD-4782-847F-82EA23D618C1}"/>
                </a:ext>
              </a:extLst>
            </p:cNvPr>
            <p:cNvSpPr>
              <a:spLocks noChangeArrowheads="1"/>
            </p:cNvSpPr>
            <p:nvPr/>
          </p:nvSpPr>
          <p:spPr bwMode="auto">
            <a:xfrm>
              <a:off x="3291" y="2034"/>
              <a:ext cx="137" cy="394"/>
            </a:xfrm>
            <a:prstGeom prst="downArrow">
              <a:avLst>
                <a:gd name="adj1" fmla="val 50000"/>
                <a:gd name="adj2" fmla="val 71898"/>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29" name="AutoShape 51">
              <a:extLst>
                <a:ext uri="{FF2B5EF4-FFF2-40B4-BE49-F238E27FC236}">
                  <a16:creationId xmlns:a16="http://schemas.microsoft.com/office/drawing/2014/main" id="{50845C41-5F02-4012-9B91-510ADD4482E3}"/>
                </a:ext>
              </a:extLst>
            </p:cNvPr>
            <p:cNvSpPr>
              <a:spLocks noChangeArrowheads="1"/>
            </p:cNvSpPr>
            <p:nvPr/>
          </p:nvSpPr>
          <p:spPr bwMode="auto">
            <a:xfrm>
              <a:off x="4520" y="2023"/>
              <a:ext cx="137" cy="388"/>
            </a:xfrm>
            <a:prstGeom prst="downArrow">
              <a:avLst>
                <a:gd name="adj1" fmla="val 50000"/>
                <a:gd name="adj2" fmla="val 70803"/>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30" name="Text Box 52">
              <a:extLst>
                <a:ext uri="{FF2B5EF4-FFF2-40B4-BE49-F238E27FC236}">
                  <a16:creationId xmlns:a16="http://schemas.microsoft.com/office/drawing/2014/main" id="{75B89306-3C03-4129-8D82-A3477DE44F47}"/>
                </a:ext>
              </a:extLst>
            </p:cNvPr>
            <p:cNvSpPr txBox="1">
              <a:spLocks noChangeArrowheads="1"/>
            </p:cNvSpPr>
            <p:nvPr/>
          </p:nvSpPr>
          <p:spPr bwMode="auto">
            <a:xfrm>
              <a:off x="676" y="2465"/>
              <a:ext cx="515" cy="183"/>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sz="1400">
                  <a:latin typeface="+mj-lt"/>
                  <a:cs typeface="Arial" charset="0"/>
                </a:rPr>
                <a:t>Sum</a:t>
              </a:r>
            </a:p>
          </p:txBody>
        </p:sp>
        <p:sp>
          <p:nvSpPr>
            <p:cNvPr id="50231" name="Text Box 53">
              <a:extLst>
                <a:ext uri="{FF2B5EF4-FFF2-40B4-BE49-F238E27FC236}">
                  <a16:creationId xmlns:a16="http://schemas.microsoft.com/office/drawing/2014/main" id="{43570858-14E5-4EB5-ACE8-011997035F69}"/>
                </a:ext>
              </a:extLst>
            </p:cNvPr>
            <p:cNvSpPr txBox="1">
              <a:spLocks noChangeArrowheads="1"/>
            </p:cNvSpPr>
            <p:nvPr/>
          </p:nvSpPr>
          <p:spPr bwMode="auto">
            <a:xfrm>
              <a:off x="1893" y="2437"/>
              <a:ext cx="515" cy="182"/>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sz="1400">
                  <a:latin typeface="+mj-lt"/>
                  <a:cs typeface="Arial" charset="0"/>
                </a:rPr>
                <a:t>Sum</a:t>
              </a:r>
            </a:p>
          </p:txBody>
        </p:sp>
        <p:sp>
          <p:nvSpPr>
            <p:cNvPr id="50232" name="Text Box 54">
              <a:extLst>
                <a:ext uri="{FF2B5EF4-FFF2-40B4-BE49-F238E27FC236}">
                  <a16:creationId xmlns:a16="http://schemas.microsoft.com/office/drawing/2014/main" id="{AF848197-C702-421C-AF3E-7BB828A4F1E4}"/>
                </a:ext>
              </a:extLst>
            </p:cNvPr>
            <p:cNvSpPr txBox="1">
              <a:spLocks noChangeArrowheads="1"/>
            </p:cNvSpPr>
            <p:nvPr/>
          </p:nvSpPr>
          <p:spPr bwMode="auto">
            <a:xfrm>
              <a:off x="3084" y="2434"/>
              <a:ext cx="514" cy="174"/>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sz="1400">
                  <a:latin typeface="+mj-lt"/>
                  <a:cs typeface="Arial" charset="0"/>
                </a:rPr>
                <a:t>Sum</a:t>
              </a:r>
            </a:p>
          </p:txBody>
        </p:sp>
        <p:sp>
          <p:nvSpPr>
            <p:cNvPr id="50233" name="Text Box 55">
              <a:extLst>
                <a:ext uri="{FF2B5EF4-FFF2-40B4-BE49-F238E27FC236}">
                  <a16:creationId xmlns:a16="http://schemas.microsoft.com/office/drawing/2014/main" id="{77CCCB57-7E60-4CEF-9FEB-B70F5797E1D4}"/>
                </a:ext>
              </a:extLst>
            </p:cNvPr>
            <p:cNvSpPr txBox="1">
              <a:spLocks noChangeArrowheads="1"/>
            </p:cNvSpPr>
            <p:nvPr/>
          </p:nvSpPr>
          <p:spPr bwMode="auto">
            <a:xfrm>
              <a:off x="4334" y="2430"/>
              <a:ext cx="515" cy="180"/>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sz="1400">
                  <a:latin typeface="+mj-lt"/>
                  <a:cs typeface="Arial" charset="0"/>
                </a:rPr>
                <a:t>Sum</a:t>
              </a:r>
            </a:p>
          </p:txBody>
        </p:sp>
        <p:sp>
          <p:nvSpPr>
            <p:cNvPr id="50234" name="Text Box 56">
              <a:extLst>
                <a:ext uri="{FF2B5EF4-FFF2-40B4-BE49-F238E27FC236}">
                  <a16:creationId xmlns:a16="http://schemas.microsoft.com/office/drawing/2014/main" id="{4844EEE2-A021-48E7-B919-DD91BC5A2E9C}"/>
                </a:ext>
              </a:extLst>
            </p:cNvPr>
            <p:cNvSpPr txBox="1">
              <a:spLocks noChangeArrowheads="1"/>
            </p:cNvSpPr>
            <p:nvPr/>
          </p:nvSpPr>
          <p:spPr bwMode="auto">
            <a:xfrm>
              <a:off x="690" y="593"/>
              <a:ext cx="558" cy="321"/>
            </a:xfrm>
            <a:prstGeom prst="rect">
              <a:avLst/>
            </a:prstGeom>
            <a:noFill/>
            <a:ln w="25400">
              <a:noFill/>
              <a:miter lim="800000"/>
              <a:headEnd/>
              <a:tailEnd/>
            </a:ln>
          </p:spPr>
          <p:txBody>
            <a:bodyPr/>
            <a:lstStyle/>
            <a:p>
              <a:pPr algn="ctr" eaLnBrk="1" hangingPunct="1">
                <a:defRPr/>
              </a:pPr>
              <a:r>
                <a:rPr lang="ru-RU" sz="1400">
                  <a:latin typeface="+mj-lt"/>
                  <a:cs typeface="Arial" charset="0"/>
                </a:rPr>
                <a:t>B0</a:t>
              </a:r>
            </a:p>
            <a:p>
              <a:pPr algn="ctr" eaLnBrk="1" hangingPunct="1">
                <a:defRPr/>
              </a:pPr>
              <a:r>
                <a:rPr lang="ru-RU" sz="1400">
                  <a:latin typeface="+mj-lt"/>
                  <a:cs typeface="Arial" charset="0"/>
                </a:rPr>
                <a:t>Bit 0-3</a:t>
              </a:r>
            </a:p>
          </p:txBody>
        </p:sp>
        <p:sp>
          <p:nvSpPr>
            <p:cNvPr id="50235" name="Text Box 57">
              <a:extLst>
                <a:ext uri="{FF2B5EF4-FFF2-40B4-BE49-F238E27FC236}">
                  <a16:creationId xmlns:a16="http://schemas.microsoft.com/office/drawing/2014/main" id="{80A2197D-C0AB-4454-8E38-35164F5F5675}"/>
                </a:ext>
              </a:extLst>
            </p:cNvPr>
            <p:cNvSpPr txBox="1">
              <a:spLocks noChangeArrowheads="1"/>
            </p:cNvSpPr>
            <p:nvPr/>
          </p:nvSpPr>
          <p:spPr bwMode="auto">
            <a:xfrm>
              <a:off x="1941" y="560"/>
              <a:ext cx="485" cy="330"/>
            </a:xfrm>
            <a:prstGeom prst="rect">
              <a:avLst/>
            </a:prstGeom>
            <a:noFill/>
            <a:ln w="25400">
              <a:noFill/>
              <a:miter lim="800000"/>
              <a:headEnd/>
              <a:tailEnd/>
            </a:ln>
          </p:spPr>
          <p:txBody>
            <a:bodyPr/>
            <a:lstStyle/>
            <a:p>
              <a:pPr algn="ctr" eaLnBrk="1" hangingPunct="1">
                <a:defRPr/>
              </a:pPr>
              <a:r>
                <a:rPr lang="ru-RU" sz="1400">
                  <a:latin typeface="+mj-lt"/>
                  <a:cs typeface="Arial" charset="0"/>
                </a:rPr>
                <a:t>B1</a:t>
              </a:r>
            </a:p>
            <a:p>
              <a:pPr algn="ctr" eaLnBrk="1" hangingPunct="1">
                <a:defRPr/>
              </a:pPr>
              <a:r>
                <a:rPr lang="ru-RU" sz="1400">
                  <a:latin typeface="+mj-lt"/>
                  <a:cs typeface="Arial" charset="0"/>
                </a:rPr>
                <a:t>Bit 4-7</a:t>
              </a:r>
            </a:p>
          </p:txBody>
        </p:sp>
        <p:sp>
          <p:nvSpPr>
            <p:cNvPr id="50236" name="Text Box 58">
              <a:extLst>
                <a:ext uri="{FF2B5EF4-FFF2-40B4-BE49-F238E27FC236}">
                  <a16:creationId xmlns:a16="http://schemas.microsoft.com/office/drawing/2014/main" id="{49C4A6D1-7453-4291-8252-F40B533E8DEE}"/>
                </a:ext>
              </a:extLst>
            </p:cNvPr>
            <p:cNvSpPr txBox="1">
              <a:spLocks noChangeArrowheads="1"/>
            </p:cNvSpPr>
            <p:nvPr/>
          </p:nvSpPr>
          <p:spPr bwMode="auto">
            <a:xfrm>
              <a:off x="3077" y="543"/>
              <a:ext cx="578" cy="339"/>
            </a:xfrm>
            <a:prstGeom prst="rect">
              <a:avLst/>
            </a:prstGeom>
            <a:noFill/>
            <a:ln w="25400">
              <a:noFill/>
              <a:miter lim="800000"/>
              <a:headEnd/>
              <a:tailEnd/>
            </a:ln>
          </p:spPr>
          <p:txBody>
            <a:bodyPr/>
            <a:lstStyle/>
            <a:p>
              <a:pPr algn="ctr" eaLnBrk="1" hangingPunct="1">
                <a:defRPr/>
              </a:pPr>
              <a:r>
                <a:rPr lang="ru-RU" sz="1400">
                  <a:latin typeface="+mj-lt"/>
                  <a:cs typeface="Arial" charset="0"/>
                </a:rPr>
                <a:t>B2</a:t>
              </a:r>
            </a:p>
            <a:p>
              <a:pPr algn="ctr" eaLnBrk="1" hangingPunct="1">
                <a:defRPr/>
              </a:pPr>
              <a:r>
                <a:rPr lang="ru-RU" sz="1400">
                  <a:latin typeface="+mj-lt"/>
                  <a:cs typeface="Arial" charset="0"/>
                </a:rPr>
                <a:t>Bit 8-11</a:t>
              </a:r>
            </a:p>
          </p:txBody>
        </p:sp>
        <p:sp>
          <p:nvSpPr>
            <p:cNvPr id="50237" name="Text Box 59">
              <a:extLst>
                <a:ext uri="{FF2B5EF4-FFF2-40B4-BE49-F238E27FC236}">
                  <a16:creationId xmlns:a16="http://schemas.microsoft.com/office/drawing/2014/main" id="{F24054D1-5503-46D8-B25A-8A763D6FB6C1}"/>
                </a:ext>
              </a:extLst>
            </p:cNvPr>
            <p:cNvSpPr txBox="1">
              <a:spLocks noChangeArrowheads="1"/>
            </p:cNvSpPr>
            <p:nvPr/>
          </p:nvSpPr>
          <p:spPr bwMode="auto">
            <a:xfrm>
              <a:off x="1262" y="1117"/>
              <a:ext cx="486" cy="314"/>
            </a:xfrm>
            <a:prstGeom prst="rect">
              <a:avLst/>
            </a:prstGeom>
            <a:noFill/>
            <a:ln w="25400">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P0</a:t>
              </a:r>
            </a:p>
          </p:txBody>
        </p:sp>
        <p:sp>
          <p:nvSpPr>
            <p:cNvPr id="50238" name="Text Box 60">
              <a:extLst>
                <a:ext uri="{FF2B5EF4-FFF2-40B4-BE49-F238E27FC236}">
                  <a16:creationId xmlns:a16="http://schemas.microsoft.com/office/drawing/2014/main" id="{21A158C9-A868-4D0D-862D-6725A07940E7}"/>
                </a:ext>
              </a:extLst>
            </p:cNvPr>
            <p:cNvSpPr txBox="1">
              <a:spLocks noChangeArrowheads="1"/>
            </p:cNvSpPr>
            <p:nvPr/>
          </p:nvSpPr>
          <p:spPr bwMode="auto">
            <a:xfrm>
              <a:off x="2505" y="1090"/>
              <a:ext cx="615" cy="313"/>
            </a:xfrm>
            <a:prstGeom prst="rect">
              <a:avLst/>
            </a:prstGeom>
            <a:noFill/>
            <a:ln w="25400">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P0</a:t>
              </a:r>
              <a:r>
                <a:rPr lang="ru-RU" sz="1400">
                  <a:latin typeface="+mj-lt"/>
                  <a:cs typeface="Arial" charset="0"/>
                  <a:sym typeface="Symbol" pitchFamily="18" charset="2"/>
                </a:rPr>
                <a:t></a:t>
              </a:r>
              <a:r>
                <a:rPr lang="en-US" sz="1400">
                  <a:latin typeface="+mj-lt"/>
                  <a:cs typeface="Arial" charset="0"/>
                  <a:sym typeface="Symbol" pitchFamily="18" charset="2"/>
                </a:rPr>
                <a:t>B</a:t>
              </a:r>
              <a:r>
                <a:rPr lang="ru-RU" sz="1400">
                  <a:latin typeface="+mj-lt"/>
                  <a:cs typeface="Arial" charset="0"/>
                </a:rPr>
                <a:t>P1</a:t>
              </a:r>
            </a:p>
          </p:txBody>
        </p:sp>
        <p:sp>
          <p:nvSpPr>
            <p:cNvPr id="50239" name="Text Box 61">
              <a:extLst>
                <a:ext uri="{FF2B5EF4-FFF2-40B4-BE49-F238E27FC236}">
                  <a16:creationId xmlns:a16="http://schemas.microsoft.com/office/drawing/2014/main" id="{2511B5A7-A9F4-4600-877B-0C1B63E6FB54}"/>
                </a:ext>
              </a:extLst>
            </p:cNvPr>
            <p:cNvSpPr txBox="1">
              <a:spLocks noChangeArrowheads="1"/>
            </p:cNvSpPr>
            <p:nvPr/>
          </p:nvSpPr>
          <p:spPr bwMode="auto">
            <a:xfrm>
              <a:off x="3698" y="1117"/>
              <a:ext cx="814" cy="314"/>
            </a:xfrm>
            <a:prstGeom prst="rect">
              <a:avLst/>
            </a:prstGeom>
            <a:noFill/>
            <a:ln w="25400">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P0</a:t>
              </a:r>
              <a:r>
                <a:rPr lang="ru-RU" sz="1400">
                  <a:latin typeface="+mj-lt"/>
                  <a:cs typeface="Arial" charset="0"/>
                  <a:sym typeface="Symbol" pitchFamily="18" charset="2"/>
                </a:rPr>
                <a:t></a:t>
              </a:r>
              <a:r>
                <a:rPr lang="en-US" sz="1400">
                  <a:latin typeface="+mj-lt"/>
                  <a:cs typeface="Arial" charset="0"/>
                  <a:sym typeface="Symbol" pitchFamily="18" charset="2"/>
                </a:rPr>
                <a:t>B</a:t>
              </a:r>
              <a:r>
                <a:rPr lang="ru-RU" sz="1400">
                  <a:latin typeface="+mj-lt"/>
                  <a:cs typeface="Arial" charset="0"/>
                </a:rPr>
                <a:t>P1</a:t>
              </a:r>
              <a:r>
                <a:rPr lang="ru-RU" sz="1400">
                  <a:latin typeface="+mj-lt"/>
                  <a:cs typeface="Arial" charset="0"/>
                  <a:sym typeface="Symbol" pitchFamily="18" charset="2"/>
                </a:rPr>
                <a:t></a:t>
              </a:r>
              <a:r>
                <a:rPr lang="en-US" sz="1400">
                  <a:latin typeface="+mj-lt"/>
                  <a:cs typeface="Arial" charset="0"/>
                  <a:sym typeface="Symbol" pitchFamily="18" charset="2"/>
                </a:rPr>
                <a:t>B</a:t>
              </a:r>
              <a:r>
                <a:rPr lang="ru-RU" sz="1400">
                  <a:latin typeface="+mj-lt"/>
                  <a:cs typeface="Arial" charset="0"/>
                </a:rPr>
                <a:t>P2</a:t>
              </a:r>
            </a:p>
          </p:txBody>
        </p:sp>
        <p:sp>
          <p:nvSpPr>
            <p:cNvPr id="50240" name="Text Box 62">
              <a:extLst>
                <a:ext uri="{FF2B5EF4-FFF2-40B4-BE49-F238E27FC236}">
                  <a16:creationId xmlns:a16="http://schemas.microsoft.com/office/drawing/2014/main" id="{9464599F-0A07-41DB-AEF9-3574E68B8BB7}"/>
                </a:ext>
              </a:extLst>
            </p:cNvPr>
            <p:cNvSpPr txBox="1">
              <a:spLocks noChangeArrowheads="1"/>
            </p:cNvSpPr>
            <p:nvPr/>
          </p:nvSpPr>
          <p:spPr bwMode="auto">
            <a:xfrm>
              <a:off x="4709" y="1062"/>
              <a:ext cx="1107" cy="313"/>
            </a:xfrm>
            <a:prstGeom prst="rect">
              <a:avLst/>
            </a:prstGeom>
            <a:noFill/>
            <a:ln w="9525">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P0</a:t>
              </a:r>
              <a:r>
                <a:rPr lang="ru-RU" sz="1400">
                  <a:latin typeface="+mj-lt"/>
                  <a:cs typeface="Arial" charset="0"/>
                  <a:sym typeface="Symbol" pitchFamily="18" charset="2"/>
                </a:rPr>
                <a:t></a:t>
              </a:r>
              <a:r>
                <a:rPr lang="en-US" sz="1400">
                  <a:latin typeface="+mj-lt"/>
                  <a:cs typeface="Arial" charset="0"/>
                  <a:sym typeface="Symbol" pitchFamily="18" charset="2"/>
                </a:rPr>
                <a:t>B</a:t>
              </a:r>
              <a:r>
                <a:rPr lang="ru-RU" sz="1400">
                  <a:latin typeface="+mj-lt"/>
                  <a:cs typeface="Arial" charset="0"/>
                </a:rPr>
                <a:t>P1</a:t>
              </a:r>
              <a:r>
                <a:rPr lang="ru-RU" sz="1400">
                  <a:latin typeface="+mj-lt"/>
                  <a:cs typeface="Arial" charset="0"/>
                  <a:sym typeface="Symbol" pitchFamily="18" charset="2"/>
                </a:rPr>
                <a:t></a:t>
              </a:r>
              <a:r>
                <a:rPr lang="en-US" sz="1400">
                  <a:latin typeface="+mj-lt"/>
                  <a:cs typeface="Arial" charset="0"/>
                  <a:sym typeface="Symbol" pitchFamily="18" charset="2"/>
                </a:rPr>
                <a:t>B</a:t>
              </a:r>
              <a:r>
                <a:rPr lang="ru-RU" sz="1400">
                  <a:latin typeface="+mj-lt"/>
                  <a:cs typeface="Arial" charset="0"/>
                </a:rPr>
                <a:t>P2</a:t>
              </a:r>
              <a:r>
                <a:rPr lang="ru-RU" sz="1400">
                  <a:latin typeface="+mj-lt"/>
                  <a:cs typeface="Arial" charset="0"/>
                  <a:sym typeface="Symbol" pitchFamily="18" charset="2"/>
                </a:rPr>
                <a:t></a:t>
              </a:r>
              <a:r>
                <a:rPr lang="en-US" sz="1400">
                  <a:latin typeface="+mj-lt"/>
                  <a:cs typeface="Arial" charset="0"/>
                  <a:sym typeface="Symbol" pitchFamily="18" charset="2"/>
                </a:rPr>
                <a:t>B</a:t>
              </a:r>
              <a:r>
                <a:rPr lang="ru-RU" sz="1400">
                  <a:latin typeface="+mj-lt"/>
                  <a:cs typeface="Arial" charset="0"/>
                </a:rPr>
                <a:t>P3</a:t>
              </a:r>
            </a:p>
          </p:txBody>
        </p:sp>
        <p:sp>
          <p:nvSpPr>
            <p:cNvPr id="50241" name="Text Box 64">
              <a:extLst>
                <a:ext uri="{FF2B5EF4-FFF2-40B4-BE49-F238E27FC236}">
                  <a16:creationId xmlns:a16="http://schemas.microsoft.com/office/drawing/2014/main" id="{D2F39344-2DEF-4A98-8DB2-B4BD2DCB42FC}"/>
                </a:ext>
              </a:extLst>
            </p:cNvPr>
            <p:cNvSpPr txBox="1">
              <a:spLocks noChangeArrowheads="1"/>
            </p:cNvSpPr>
            <p:nvPr/>
          </p:nvSpPr>
          <p:spPr bwMode="auto">
            <a:xfrm>
              <a:off x="5191" y="1661"/>
              <a:ext cx="429" cy="313"/>
            </a:xfrm>
            <a:prstGeom prst="rect">
              <a:avLst/>
            </a:prstGeom>
            <a:noFill/>
            <a:ln w="9525">
              <a:noFill/>
              <a:miter lim="800000"/>
              <a:headEnd/>
              <a:tailEnd/>
            </a:ln>
          </p:spPr>
          <p:txBody>
            <a:bodyPr/>
            <a:lstStyle/>
            <a:p>
              <a:pPr algn="ctr" eaLnBrk="1" hangingPunct="1">
                <a:defRPr/>
              </a:pPr>
              <a:r>
                <a:rPr lang="ru-RU" sz="1400">
                  <a:latin typeface="+mj-lt"/>
                  <a:cs typeface="Arial" charset="0"/>
                </a:rPr>
                <a:t>Cout</a:t>
              </a:r>
            </a:p>
          </p:txBody>
        </p:sp>
        <p:sp>
          <p:nvSpPr>
            <p:cNvPr id="50242" name="Text Box 65">
              <a:extLst>
                <a:ext uri="{FF2B5EF4-FFF2-40B4-BE49-F238E27FC236}">
                  <a16:creationId xmlns:a16="http://schemas.microsoft.com/office/drawing/2014/main" id="{997ECB00-5277-4F00-BA1E-D3B425B54DFC}"/>
                </a:ext>
              </a:extLst>
            </p:cNvPr>
            <p:cNvSpPr txBox="1">
              <a:spLocks noChangeArrowheads="1"/>
            </p:cNvSpPr>
            <p:nvPr/>
          </p:nvSpPr>
          <p:spPr bwMode="auto">
            <a:xfrm>
              <a:off x="1383" y="1514"/>
              <a:ext cx="200" cy="218"/>
            </a:xfrm>
            <a:prstGeom prst="rect">
              <a:avLst/>
            </a:prstGeom>
            <a:noFill/>
            <a:ln w="25400">
              <a:noFill/>
              <a:miter lim="800000"/>
              <a:headEnd/>
              <a:tailEnd/>
            </a:ln>
          </p:spPr>
          <p:txBody>
            <a:bodyPr/>
            <a:lstStyle/>
            <a:p>
              <a:pPr eaLnBrk="1" hangingPunct="1">
                <a:defRPr/>
              </a:pPr>
              <a:r>
                <a:rPr lang="ru-RU" sz="1400">
                  <a:latin typeface="+mj-lt"/>
                  <a:cs typeface="Arial" charset="0"/>
                </a:rPr>
                <a:t>0</a:t>
              </a:r>
            </a:p>
          </p:txBody>
        </p:sp>
        <p:sp>
          <p:nvSpPr>
            <p:cNvPr id="50243" name="Text Box 66">
              <a:extLst>
                <a:ext uri="{FF2B5EF4-FFF2-40B4-BE49-F238E27FC236}">
                  <a16:creationId xmlns:a16="http://schemas.microsoft.com/office/drawing/2014/main" id="{A55FE3D8-A72B-4349-9EF7-86BFDCE72F08}"/>
                </a:ext>
              </a:extLst>
            </p:cNvPr>
            <p:cNvSpPr txBox="1">
              <a:spLocks noChangeArrowheads="1"/>
            </p:cNvSpPr>
            <p:nvPr/>
          </p:nvSpPr>
          <p:spPr bwMode="auto">
            <a:xfrm>
              <a:off x="1376" y="2138"/>
              <a:ext cx="257" cy="323"/>
            </a:xfrm>
            <a:prstGeom prst="rect">
              <a:avLst/>
            </a:prstGeom>
            <a:noFill/>
            <a:ln w="25400">
              <a:noFill/>
              <a:miter lim="800000"/>
              <a:headEnd/>
              <a:tailEnd/>
            </a:ln>
          </p:spPr>
          <p:txBody>
            <a:bodyPr/>
            <a:lstStyle/>
            <a:p>
              <a:pPr eaLnBrk="1" hangingPunct="1">
                <a:defRPr/>
              </a:pPr>
              <a:r>
                <a:rPr lang="en-US" sz="1400">
                  <a:latin typeface="+mj-lt"/>
                  <a:cs typeface="Arial" charset="0"/>
                </a:rPr>
                <a:t>1</a:t>
              </a:r>
              <a:endParaRPr lang="ru-RU" sz="1400">
                <a:latin typeface="+mj-lt"/>
                <a:cs typeface="Arial" charset="0"/>
              </a:endParaRPr>
            </a:p>
          </p:txBody>
        </p:sp>
        <p:sp>
          <p:nvSpPr>
            <p:cNvPr id="50244" name="Text Box 67">
              <a:extLst>
                <a:ext uri="{FF2B5EF4-FFF2-40B4-BE49-F238E27FC236}">
                  <a16:creationId xmlns:a16="http://schemas.microsoft.com/office/drawing/2014/main" id="{C4AE3524-F5A0-431E-AD44-C0C1269E6547}"/>
                </a:ext>
              </a:extLst>
            </p:cNvPr>
            <p:cNvSpPr txBox="1">
              <a:spLocks noChangeArrowheads="1"/>
            </p:cNvSpPr>
            <p:nvPr/>
          </p:nvSpPr>
          <p:spPr bwMode="auto">
            <a:xfrm>
              <a:off x="1212" y="1375"/>
              <a:ext cx="379" cy="323"/>
            </a:xfrm>
            <a:prstGeom prst="rect">
              <a:avLst/>
            </a:prstGeom>
            <a:noFill/>
            <a:ln w="25400">
              <a:noFill/>
              <a:miter lim="800000"/>
              <a:headEnd/>
              <a:tailEnd/>
            </a:ln>
          </p:spPr>
          <p:txBody>
            <a:bodyPr/>
            <a:lstStyle/>
            <a:p>
              <a:pPr eaLnBrk="1" hangingPunct="1">
                <a:defRPr/>
              </a:pPr>
              <a:r>
                <a:rPr lang="en-US" sz="1400">
                  <a:latin typeface="+mj-lt"/>
                  <a:cs typeface="Arial" charset="0"/>
                </a:rPr>
                <a:t>C0</a:t>
              </a:r>
              <a:endParaRPr lang="ru-RU" sz="1400">
                <a:latin typeface="+mj-lt"/>
                <a:cs typeface="Arial" charset="0"/>
              </a:endParaRPr>
            </a:p>
          </p:txBody>
        </p:sp>
        <p:sp>
          <p:nvSpPr>
            <p:cNvPr id="50245" name="Text Box 68">
              <a:extLst>
                <a:ext uri="{FF2B5EF4-FFF2-40B4-BE49-F238E27FC236}">
                  <a16:creationId xmlns:a16="http://schemas.microsoft.com/office/drawing/2014/main" id="{645B5395-1E95-4CAF-9EA0-5F90740558A7}"/>
                </a:ext>
              </a:extLst>
            </p:cNvPr>
            <p:cNvSpPr txBox="1">
              <a:spLocks noChangeArrowheads="1"/>
            </p:cNvSpPr>
            <p:nvPr/>
          </p:nvSpPr>
          <p:spPr bwMode="auto">
            <a:xfrm>
              <a:off x="2441" y="1338"/>
              <a:ext cx="378" cy="323"/>
            </a:xfrm>
            <a:prstGeom prst="rect">
              <a:avLst/>
            </a:prstGeom>
            <a:noFill/>
            <a:ln w="25400">
              <a:noFill/>
              <a:miter lim="800000"/>
              <a:headEnd/>
              <a:tailEnd/>
            </a:ln>
          </p:spPr>
          <p:txBody>
            <a:bodyPr/>
            <a:lstStyle/>
            <a:p>
              <a:pPr eaLnBrk="1" hangingPunct="1">
                <a:defRPr/>
              </a:pPr>
              <a:r>
                <a:rPr lang="en-US" sz="1400">
                  <a:latin typeface="+mj-lt"/>
                  <a:cs typeface="Arial" charset="0"/>
                </a:rPr>
                <a:t>C1</a:t>
              </a:r>
              <a:endParaRPr lang="ru-RU" sz="1400">
                <a:latin typeface="+mj-lt"/>
                <a:cs typeface="Arial" charset="0"/>
              </a:endParaRPr>
            </a:p>
          </p:txBody>
        </p:sp>
        <p:sp>
          <p:nvSpPr>
            <p:cNvPr id="50246" name="Text Box 69">
              <a:extLst>
                <a:ext uri="{FF2B5EF4-FFF2-40B4-BE49-F238E27FC236}">
                  <a16:creationId xmlns:a16="http://schemas.microsoft.com/office/drawing/2014/main" id="{A9FF515A-9413-4843-B3E8-E9224FDB35FE}"/>
                </a:ext>
              </a:extLst>
            </p:cNvPr>
            <p:cNvSpPr txBox="1">
              <a:spLocks noChangeArrowheads="1"/>
            </p:cNvSpPr>
            <p:nvPr/>
          </p:nvSpPr>
          <p:spPr bwMode="auto">
            <a:xfrm>
              <a:off x="3641" y="1329"/>
              <a:ext cx="379" cy="323"/>
            </a:xfrm>
            <a:prstGeom prst="rect">
              <a:avLst/>
            </a:prstGeom>
            <a:noFill/>
            <a:ln w="25400">
              <a:noFill/>
              <a:miter lim="800000"/>
              <a:headEnd/>
              <a:tailEnd/>
            </a:ln>
          </p:spPr>
          <p:txBody>
            <a:bodyPr/>
            <a:lstStyle/>
            <a:p>
              <a:pPr eaLnBrk="1" hangingPunct="1">
                <a:defRPr/>
              </a:pPr>
              <a:r>
                <a:rPr lang="en-US" sz="1400">
                  <a:latin typeface="+mj-lt"/>
                  <a:cs typeface="Arial" charset="0"/>
                </a:rPr>
                <a:t>C2</a:t>
              </a:r>
              <a:endParaRPr lang="ru-RU" sz="1400">
                <a:latin typeface="+mj-lt"/>
                <a:cs typeface="Arial" charset="0"/>
              </a:endParaRPr>
            </a:p>
          </p:txBody>
        </p:sp>
        <p:sp>
          <p:nvSpPr>
            <p:cNvPr id="50247" name="Text Box 70">
              <a:extLst>
                <a:ext uri="{FF2B5EF4-FFF2-40B4-BE49-F238E27FC236}">
                  <a16:creationId xmlns:a16="http://schemas.microsoft.com/office/drawing/2014/main" id="{F9B93488-1DB4-4AD4-B651-F87BBB846E69}"/>
                </a:ext>
              </a:extLst>
            </p:cNvPr>
            <p:cNvSpPr txBox="1">
              <a:spLocks noChangeArrowheads="1"/>
            </p:cNvSpPr>
            <p:nvPr/>
          </p:nvSpPr>
          <p:spPr bwMode="auto">
            <a:xfrm>
              <a:off x="4877" y="1292"/>
              <a:ext cx="379" cy="323"/>
            </a:xfrm>
            <a:prstGeom prst="rect">
              <a:avLst/>
            </a:prstGeom>
            <a:noFill/>
            <a:ln w="25400">
              <a:noFill/>
              <a:miter lim="800000"/>
              <a:headEnd/>
              <a:tailEnd/>
            </a:ln>
          </p:spPr>
          <p:txBody>
            <a:bodyPr/>
            <a:lstStyle/>
            <a:p>
              <a:pPr eaLnBrk="1" hangingPunct="1">
                <a:defRPr/>
              </a:pPr>
              <a:r>
                <a:rPr lang="en-US" sz="1400">
                  <a:latin typeface="+mj-lt"/>
                  <a:cs typeface="Arial" charset="0"/>
                </a:rPr>
                <a:t>C3</a:t>
              </a:r>
              <a:endParaRPr lang="ru-RU" sz="1400">
                <a:latin typeface="+mj-lt"/>
                <a:cs typeface="Arial" charset="0"/>
              </a:endParaRPr>
            </a:p>
          </p:txBody>
        </p:sp>
        <p:sp>
          <p:nvSpPr>
            <p:cNvPr id="50248" name="Line 71">
              <a:extLst>
                <a:ext uri="{FF2B5EF4-FFF2-40B4-BE49-F238E27FC236}">
                  <a16:creationId xmlns:a16="http://schemas.microsoft.com/office/drawing/2014/main" id="{A51792A0-9B54-437D-A666-9928FDE63D54}"/>
                </a:ext>
              </a:extLst>
            </p:cNvPr>
            <p:cNvSpPr>
              <a:spLocks noChangeShapeType="1"/>
            </p:cNvSpPr>
            <p:nvPr/>
          </p:nvSpPr>
          <p:spPr bwMode="auto">
            <a:xfrm flipV="1">
              <a:off x="1162" y="1343"/>
              <a:ext cx="0" cy="131"/>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49" name="Text Box 72">
              <a:extLst>
                <a:ext uri="{FF2B5EF4-FFF2-40B4-BE49-F238E27FC236}">
                  <a16:creationId xmlns:a16="http://schemas.microsoft.com/office/drawing/2014/main" id="{D6B94FC5-6AFE-489D-8F7B-07B2F9018C5B}"/>
                </a:ext>
              </a:extLst>
            </p:cNvPr>
            <p:cNvSpPr txBox="1">
              <a:spLocks noChangeArrowheads="1"/>
            </p:cNvSpPr>
            <p:nvPr/>
          </p:nvSpPr>
          <p:spPr bwMode="auto">
            <a:xfrm>
              <a:off x="920" y="1197"/>
              <a:ext cx="485" cy="314"/>
            </a:xfrm>
            <a:prstGeom prst="rect">
              <a:avLst/>
            </a:prstGeom>
            <a:noFill/>
            <a:ln w="25400">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P0</a:t>
              </a:r>
            </a:p>
          </p:txBody>
        </p:sp>
        <p:sp>
          <p:nvSpPr>
            <p:cNvPr id="50250" name="Text Box 73">
              <a:extLst>
                <a:ext uri="{FF2B5EF4-FFF2-40B4-BE49-F238E27FC236}">
                  <a16:creationId xmlns:a16="http://schemas.microsoft.com/office/drawing/2014/main" id="{DE71B5D1-0674-4F1F-9E06-5B63796A0E70}"/>
                </a:ext>
              </a:extLst>
            </p:cNvPr>
            <p:cNvSpPr txBox="1">
              <a:spLocks noChangeArrowheads="1"/>
            </p:cNvSpPr>
            <p:nvPr/>
          </p:nvSpPr>
          <p:spPr bwMode="auto">
            <a:xfrm>
              <a:off x="2250" y="1213"/>
              <a:ext cx="485" cy="314"/>
            </a:xfrm>
            <a:prstGeom prst="rect">
              <a:avLst/>
            </a:prstGeom>
            <a:noFill/>
            <a:ln w="25400">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P1</a:t>
              </a:r>
            </a:p>
          </p:txBody>
        </p:sp>
        <p:sp>
          <p:nvSpPr>
            <p:cNvPr id="50251" name="Line 74">
              <a:extLst>
                <a:ext uri="{FF2B5EF4-FFF2-40B4-BE49-F238E27FC236}">
                  <a16:creationId xmlns:a16="http://schemas.microsoft.com/office/drawing/2014/main" id="{71595544-56BA-425D-9D14-9322B3B2DAFF}"/>
                </a:ext>
              </a:extLst>
            </p:cNvPr>
            <p:cNvSpPr>
              <a:spLocks noChangeShapeType="1"/>
            </p:cNvSpPr>
            <p:nvPr/>
          </p:nvSpPr>
          <p:spPr bwMode="auto">
            <a:xfrm flipV="1">
              <a:off x="2362" y="1307"/>
              <a:ext cx="0" cy="131"/>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52" name="Line 75">
              <a:extLst>
                <a:ext uri="{FF2B5EF4-FFF2-40B4-BE49-F238E27FC236}">
                  <a16:creationId xmlns:a16="http://schemas.microsoft.com/office/drawing/2014/main" id="{C9BCB80D-CB91-4F52-8B9A-79FED836D6B0}"/>
                </a:ext>
              </a:extLst>
            </p:cNvPr>
            <p:cNvSpPr>
              <a:spLocks noChangeShapeType="1"/>
            </p:cNvSpPr>
            <p:nvPr/>
          </p:nvSpPr>
          <p:spPr bwMode="auto">
            <a:xfrm flipV="1">
              <a:off x="3541" y="1321"/>
              <a:ext cx="0" cy="131"/>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53" name="Text Box 76">
              <a:extLst>
                <a:ext uri="{FF2B5EF4-FFF2-40B4-BE49-F238E27FC236}">
                  <a16:creationId xmlns:a16="http://schemas.microsoft.com/office/drawing/2014/main" id="{88E725D8-AF18-4706-A822-70AA9AE68319}"/>
                </a:ext>
              </a:extLst>
            </p:cNvPr>
            <p:cNvSpPr txBox="1">
              <a:spLocks noChangeArrowheads="1"/>
            </p:cNvSpPr>
            <p:nvPr/>
          </p:nvSpPr>
          <p:spPr bwMode="auto">
            <a:xfrm>
              <a:off x="3479" y="1220"/>
              <a:ext cx="365" cy="313"/>
            </a:xfrm>
            <a:prstGeom prst="rect">
              <a:avLst/>
            </a:prstGeom>
            <a:noFill/>
            <a:ln w="25400">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P2</a:t>
              </a:r>
            </a:p>
          </p:txBody>
        </p:sp>
        <p:sp>
          <p:nvSpPr>
            <p:cNvPr id="50254" name="Line 77">
              <a:extLst>
                <a:ext uri="{FF2B5EF4-FFF2-40B4-BE49-F238E27FC236}">
                  <a16:creationId xmlns:a16="http://schemas.microsoft.com/office/drawing/2014/main" id="{793B6793-D59B-4554-B85B-F24D5F1F9110}"/>
                </a:ext>
              </a:extLst>
            </p:cNvPr>
            <p:cNvSpPr>
              <a:spLocks noChangeShapeType="1"/>
            </p:cNvSpPr>
            <p:nvPr/>
          </p:nvSpPr>
          <p:spPr bwMode="auto">
            <a:xfrm flipV="1">
              <a:off x="4718" y="1305"/>
              <a:ext cx="0" cy="131"/>
            </a:xfrm>
            <a:prstGeom prst="line">
              <a:avLst/>
            </a:prstGeom>
            <a:noFill/>
            <a:ln w="25400">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50255" name="Text Box 78">
              <a:extLst>
                <a:ext uri="{FF2B5EF4-FFF2-40B4-BE49-F238E27FC236}">
                  <a16:creationId xmlns:a16="http://schemas.microsoft.com/office/drawing/2014/main" id="{C1AED72A-A1E8-4F6B-B615-886FDBB33330}"/>
                </a:ext>
              </a:extLst>
            </p:cNvPr>
            <p:cNvSpPr txBox="1">
              <a:spLocks noChangeArrowheads="1"/>
            </p:cNvSpPr>
            <p:nvPr/>
          </p:nvSpPr>
          <p:spPr bwMode="auto">
            <a:xfrm>
              <a:off x="4548" y="1161"/>
              <a:ext cx="364" cy="313"/>
            </a:xfrm>
            <a:prstGeom prst="rect">
              <a:avLst/>
            </a:prstGeom>
            <a:noFill/>
            <a:ln w="25400">
              <a:noFill/>
              <a:miter lim="800000"/>
              <a:headEnd/>
              <a:tailEnd/>
            </a:ln>
          </p:spPr>
          <p:txBody>
            <a:bodyPr/>
            <a:lstStyle/>
            <a:p>
              <a:pPr algn="ctr" eaLnBrk="1" hangingPunct="1">
                <a:defRPr/>
              </a:pPr>
              <a:r>
                <a:rPr lang="en-US" sz="1400">
                  <a:latin typeface="+mj-lt"/>
                  <a:cs typeface="Arial" charset="0"/>
                </a:rPr>
                <a:t>B</a:t>
              </a:r>
              <a:r>
                <a:rPr lang="ru-RU" sz="1400">
                  <a:latin typeface="+mj-lt"/>
                  <a:cs typeface="Arial" charset="0"/>
                </a:rPr>
                <a:t>P3</a:t>
              </a:r>
            </a:p>
          </p:txBody>
        </p:sp>
        <p:sp>
          <p:nvSpPr>
            <p:cNvPr id="50256" name="Line 79">
              <a:extLst>
                <a:ext uri="{FF2B5EF4-FFF2-40B4-BE49-F238E27FC236}">
                  <a16:creationId xmlns:a16="http://schemas.microsoft.com/office/drawing/2014/main" id="{5F328BF9-38B2-4D3E-AE39-ECA3DACF51BD}"/>
                </a:ext>
              </a:extLst>
            </p:cNvPr>
            <p:cNvSpPr>
              <a:spLocks noChangeShapeType="1"/>
            </p:cNvSpPr>
            <p:nvPr/>
          </p:nvSpPr>
          <p:spPr bwMode="auto">
            <a:xfrm>
              <a:off x="1076" y="2272"/>
              <a:ext cx="0" cy="193"/>
            </a:xfrm>
            <a:prstGeom prst="line">
              <a:avLst/>
            </a:prstGeom>
            <a:noFill/>
            <a:ln w="25400">
              <a:solidFill>
                <a:srgbClr val="000000"/>
              </a:solidFill>
              <a:round/>
              <a:headEnd type="oval" w="med" len="med"/>
              <a:tailEnd type="triangle" w="med" len="med"/>
            </a:ln>
          </p:spPr>
          <p:txBody>
            <a:bodyPr/>
            <a:lstStyle/>
            <a:p>
              <a:pPr eaLnBrk="1" hangingPunct="1">
                <a:defRPr/>
              </a:pPr>
              <a:endParaRPr lang="en-US">
                <a:latin typeface="+mj-lt"/>
                <a:cs typeface="Arial" charset="0"/>
              </a:endParaRPr>
            </a:p>
          </p:txBody>
        </p:sp>
        <p:sp>
          <p:nvSpPr>
            <p:cNvPr id="50257" name="Line 80">
              <a:extLst>
                <a:ext uri="{FF2B5EF4-FFF2-40B4-BE49-F238E27FC236}">
                  <a16:creationId xmlns:a16="http://schemas.microsoft.com/office/drawing/2014/main" id="{F6CFFED1-8D46-4010-853F-BF0AD593B0AB}"/>
                </a:ext>
              </a:extLst>
            </p:cNvPr>
            <p:cNvSpPr>
              <a:spLocks noChangeShapeType="1"/>
            </p:cNvSpPr>
            <p:nvPr/>
          </p:nvSpPr>
          <p:spPr bwMode="auto">
            <a:xfrm>
              <a:off x="2298" y="2234"/>
              <a:ext cx="0" cy="204"/>
            </a:xfrm>
            <a:prstGeom prst="line">
              <a:avLst/>
            </a:prstGeom>
            <a:noFill/>
            <a:ln w="25400">
              <a:solidFill>
                <a:srgbClr val="000000"/>
              </a:solidFill>
              <a:round/>
              <a:headEnd type="oval" w="med" len="med"/>
              <a:tailEnd type="triangle" w="med" len="med"/>
            </a:ln>
          </p:spPr>
          <p:txBody>
            <a:bodyPr/>
            <a:lstStyle/>
            <a:p>
              <a:pPr eaLnBrk="1" hangingPunct="1">
                <a:defRPr/>
              </a:pPr>
              <a:endParaRPr lang="en-US">
                <a:latin typeface="+mj-lt"/>
                <a:cs typeface="Arial" charset="0"/>
              </a:endParaRPr>
            </a:p>
          </p:txBody>
        </p:sp>
        <p:sp>
          <p:nvSpPr>
            <p:cNvPr id="50258" name="Line 81">
              <a:extLst>
                <a:ext uri="{FF2B5EF4-FFF2-40B4-BE49-F238E27FC236}">
                  <a16:creationId xmlns:a16="http://schemas.microsoft.com/office/drawing/2014/main" id="{2BC8CE47-461C-499E-AEB4-6D5B7C356CDD}"/>
                </a:ext>
              </a:extLst>
            </p:cNvPr>
            <p:cNvSpPr>
              <a:spLocks noChangeShapeType="1"/>
            </p:cNvSpPr>
            <p:nvPr/>
          </p:nvSpPr>
          <p:spPr bwMode="auto">
            <a:xfrm>
              <a:off x="3520" y="2226"/>
              <a:ext cx="0" cy="204"/>
            </a:xfrm>
            <a:prstGeom prst="line">
              <a:avLst/>
            </a:prstGeom>
            <a:noFill/>
            <a:ln w="25400">
              <a:solidFill>
                <a:srgbClr val="000000"/>
              </a:solidFill>
              <a:round/>
              <a:headEnd type="oval" w="med" len="med"/>
              <a:tailEnd type="triangle" w="med" len="med"/>
            </a:ln>
          </p:spPr>
          <p:txBody>
            <a:bodyPr/>
            <a:lstStyle/>
            <a:p>
              <a:pPr eaLnBrk="1" hangingPunct="1">
                <a:defRPr/>
              </a:pPr>
              <a:endParaRPr lang="en-US">
                <a:latin typeface="+mj-lt"/>
                <a:cs typeface="Arial" charset="0"/>
              </a:endParaRPr>
            </a:p>
          </p:txBody>
        </p:sp>
        <p:sp>
          <p:nvSpPr>
            <p:cNvPr id="50259" name="Line 82">
              <a:extLst>
                <a:ext uri="{FF2B5EF4-FFF2-40B4-BE49-F238E27FC236}">
                  <a16:creationId xmlns:a16="http://schemas.microsoft.com/office/drawing/2014/main" id="{027AB062-BE59-48F5-B28C-5D3F2C759091}"/>
                </a:ext>
              </a:extLst>
            </p:cNvPr>
            <p:cNvSpPr>
              <a:spLocks noChangeShapeType="1"/>
            </p:cNvSpPr>
            <p:nvPr/>
          </p:nvSpPr>
          <p:spPr bwMode="auto">
            <a:xfrm>
              <a:off x="4734" y="2190"/>
              <a:ext cx="0" cy="213"/>
            </a:xfrm>
            <a:prstGeom prst="line">
              <a:avLst/>
            </a:prstGeom>
            <a:noFill/>
            <a:ln w="25400">
              <a:solidFill>
                <a:srgbClr val="000000"/>
              </a:solidFill>
              <a:round/>
              <a:headEnd type="oval" w="med" len="med"/>
              <a:tailEnd type="triangle" w="med" len="med"/>
            </a:ln>
          </p:spPr>
          <p:txBody>
            <a:bodyPr/>
            <a:lstStyle/>
            <a:p>
              <a:pPr eaLnBrk="1" hangingPunct="1">
                <a:defRPr/>
              </a:pPr>
              <a:endParaRPr lang="en-US">
                <a:latin typeface="+mj-lt"/>
                <a:cs typeface="Arial" charset="0"/>
              </a:endParaRPr>
            </a:p>
          </p:txBody>
        </p:sp>
        <p:sp>
          <p:nvSpPr>
            <p:cNvPr id="50260" name="AutoShape 83">
              <a:extLst>
                <a:ext uri="{FF2B5EF4-FFF2-40B4-BE49-F238E27FC236}">
                  <a16:creationId xmlns:a16="http://schemas.microsoft.com/office/drawing/2014/main" id="{5953CAC3-4DD9-4237-92B0-9BB02D26F9AC}"/>
                </a:ext>
              </a:extLst>
            </p:cNvPr>
            <p:cNvSpPr>
              <a:spLocks noChangeArrowheads="1"/>
            </p:cNvSpPr>
            <p:nvPr/>
          </p:nvSpPr>
          <p:spPr bwMode="auto">
            <a:xfrm>
              <a:off x="855" y="2648"/>
              <a:ext cx="137" cy="193"/>
            </a:xfrm>
            <a:prstGeom prst="downArrow">
              <a:avLst>
                <a:gd name="adj1" fmla="val 50000"/>
                <a:gd name="adj2" fmla="val 35219"/>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61" name="AutoShape 84">
              <a:extLst>
                <a:ext uri="{FF2B5EF4-FFF2-40B4-BE49-F238E27FC236}">
                  <a16:creationId xmlns:a16="http://schemas.microsoft.com/office/drawing/2014/main" id="{0007D159-90F3-4D65-891E-2F9757975E71}"/>
                </a:ext>
              </a:extLst>
            </p:cNvPr>
            <p:cNvSpPr>
              <a:spLocks noChangeArrowheads="1"/>
            </p:cNvSpPr>
            <p:nvPr/>
          </p:nvSpPr>
          <p:spPr bwMode="auto">
            <a:xfrm>
              <a:off x="2091" y="2619"/>
              <a:ext cx="137" cy="193"/>
            </a:xfrm>
            <a:prstGeom prst="downArrow">
              <a:avLst>
                <a:gd name="adj1" fmla="val 50000"/>
                <a:gd name="adj2" fmla="val 35219"/>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62" name="AutoShape 85">
              <a:extLst>
                <a:ext uri="{FF2B5EF4-FFF2-40B4-BE49-F238E27FC236}">
                  <a16:creationId xmlns:a16="http://schemas.microsoft.com/office/drawing/2014/main" id="{D9AC6574-CDCF-454E-90E2-DEB054A94579}"/>
                </a:ext>
              </a:extLst>
            </p:cNvPr>
            <p:cNvSpPr>
              <a:spLocks noChangeArrowheads="1"/>
            </p:cNvSpPr>
            <p:nvPr/>
          </p:nvSpPr>
          <p:spPr bwMode="auto">
            <a:xfrm>
              <a:off x="3277" y="2610"/>
              <a:ext cx="137" cy="193"/>
            </a:xfrm>
            <a:prstGeom prst="downArrow">
              <a:avLst>
                <a:gd name="adj1" fmla="val 50000"/>
                <a:gd name="adj2" fmla="val 35219"/>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63" name="AutoShape 86">
              <a:extLst>
                <a:ext uri="{FF2B5EF4-FFF2-40B4-BE49-F238E27FC236}">
                  <a16:creationId xmlns:a16="http://schemas.microsoft.com/office/drawing/2014/main" id="{A8FA6769-1202-4BD6-817D-ADB5907ED947}"/>
                </a:ext>
              </a:extLst>
            </p:cNvPr>
            <p:cNvSpPr>
              <a:spLocks noChangeArrowheads="1"/>
            </p:cNvSpPr>
            <p:nvPr/>
          </p:nvSpPr>
          <p:spPr bwMode="auto">
            <a:xfrm>
              <a:off x="4520" y="2613"/>
              <a:ext cx="137" cy="193"/>
            </a:xfrm>
            <a:prstGeom prst="downArrow">
              <a:avLst>
                <a:gd name="adj1" fmla="val 50000"/>
                <a:gd name="adj2" fmla="val 35219"/>
              </a:avLst>
            </a:prstGeom>
            <a:solidFill>
              <a:srgbClr val="FFFFFF"/>
            </a:solidFill>
            <a:ln w="25400">
              <a:solidFill>
                <a:srgbClr val="000000"/>
              </a:solidFill>
              <a:miter lim="800000"/>
              <a:headEnd/>
              <a:tailEnd/>
            </a:ln>
          </p:spPr>
          <p:txBody>
            <a:bodyPr/>
            <a:lstStyle/>
            <a:p>
              <a:pPr eaLnBrk="1" hangingPunct="1">
                <a:defRPr/>
              </a:pPr>
              <a:endParaRPr lang="ru-RU">
                <a:latin typeface="+mj-lt"/>
                <a:cs typeface="Arial" charset="0"/>
              </a:endParaRPr>
            </a:p>
          </p:txBody>
        </p:sp>
        <p:sp>
          <p:nvSpPr>
            <p:cNvPr id="50264" name="Text Box 89">
              <a:extLst>
                <a:ext uri="{FF2B5EF4-FFF2-40B4-BE49-F238E27FC236}">
                  <a16:creationId xmlns:a16="http://schemas.microsoft.com/office/drawing/2014/main" id="{35EB2482-806D-4F32-BC58-4610B95EF684}"/>
                </a:ext>
              </a:extLst>
            </p:cNvPr>
            <p:cNvSpPr txBox="1">
              <a:spLocks noChangeArrowheads="1"/>
            </p:cNvSpPr>
            <p:nvPr/>
          </p:nvSpPr>
          <p:spPr bwMode="auto">
            <a:xfrm>
              <a:off x="1878" y="2764"/>
              <a:ext cx="522" cy="198"/>
            </a:xfrm>
            <a:prstGeom prst="rect">
              <a:avLst/>
            </a:prstGeom>
            <a:noFill/>
            <a:ln w="9525">
              <a:noFill/>
              <a:miter lim="800000"/>
              <a:headEnd/>
              <a:tailEnd/>
            </a:ln>
          </p:spPr>
          <p:txBody>
            <a:bodyPr/>
            <a:lstStyle/>
            <a:p>
              <a:pPr algn="ctr" eaLnBrk="1" hangingPunct="1">
                <a:defRPr/>
              </a:pPr>
              <a:r>
                <a:rPr lang="ru-RU" sz="1400">
                  <a:latin typeface="+mj-lt"/>
                  <a:cs typeface="Arial" charset="0"/>
                </a:rPr>
                <a:t>S4 – S7</a:t>
              </a:r>
            </a:p>
          </p:txBody>
        </p:sp>
        <p:sp>
          <p:nvSpPr>
            <p:cNvPr id="50265" name="Text Box 90">
              <a:extLst>
                <a:ext uri="{FF2B5EF4-FFF2-40B4-BE49-F238E27FC236}">
                  <a16:creationId xmlns:a16="http://schemas.microsoft.com/office/drawing/2014/main" id="{08E6A6FB-ACE6-4331-8626-B275423C7A32}"/>
                </a:ext>
              </a:extLst>
            </p:cNvPr>
            <p:cNvSpPr txBox="1">
              <a:spLocks noChangeArrowheads="1"/>
            </p:cNvSpPr>
            <p:nvPr/>
          </p:nvSpPr>
          <p:spPr bwMode="auto">
            <a:xfrm>
              <a:off x="3080" y="2747"/>
              <a:ext cx="572" cy="191"/>
            </a:xfrm>
            <a:prstGeom prst="rect">
              <a:avLst/>
            </a:prstGeom>
            <a:noFill/>
            <a:ln w="9525">
              <a:noFill/>
              <a:miter lim="800000"/>
              <a:headEnd/>
              <a:tailEnd/>
            </a:ln>
          </p:spPr>
          <p:txBody>
            <a:bodyPr/>
            <a:lstStyle/>
            <a:p>
              <a:pPr algn="ctr" eaLnBrk="1" hangingPunct="1">
                <a:defRPr/>
              </a:pPr>
              <a:r>
                <a:rPr lang="ru-RU" sz="1400">
                  <a:latin typeface="+mj-lt"/>
                  <a:cs typeface="Arial" charset="0"/>
                </a:rPr>
                <a:t>S8 – S11</a:t>
              </a:r>
            </a:p>
          </p:txBody>
        </p:sp>
        <p:sp>
          <p:nvSpPr>
            <p:cNvPr id="50266" name="Text Box 91">
              <a:extLst>
                <a:ext uri="{FF2B5EF4-FFF2-40B4-BE49-F238E27FC236}">
                  <a16:creationId xmlns:a16="http://schemas.microsoft.com/office/drawing/2014/main" id="{1B0BD9C8-7230-4CFB-8915-892AED0D2A1A}"/>
                </a:ext>
              </a:extLst>
            </p:cNvPr>
            <p:cNvSpPr txBox="1">
              <a:spLocks noChangeArrowheads="1"/>
            </p:cNvSpPr>
            <p:nvPr/>
          </p:nvSpPr>
          <p:spPr bwMode="auto">
            <a:xfrm>
              <a:off x="4227" y="2749"/>
              <a:ext cx="729" cy="213"/>
            </a:xfrm>
            <a:prstGeom prst="rect">
              <a:avLst/>
            </a:prstGeom>
            <a:noFill/>
            <a:ln w="9525">
              <a:noFill/>
              <a:miter lim="800000"/>
              <a:headEnd/>
              <a:tailEnd/>
            </a:ln>
          </p:spPr>
          <p:txBody>
            <a:bodyPr/>
            <a:lstStyle/>
            <a:p>
              <a:pPr algn="ctr" eaLnBrk="1" hangingPunct="1">
                <a:defRPr/>
              </a:pPr>
              <a:r>
                <a:rPr lang="ru-RU" sz="1400">
                  <a:latin typeface="+mj-lt"/>
                  <a:cs typeface="Arial" charset="0"/>
                </a:rPr>
                <a:t>S12 – S15</a:t>
              </a:r>
            </a:p>
          </p:txBody>
        </p:sp>
        <p:sp>
          <p:nvSpPr>
            <p:cNvPr id="50267" name="Text Box 95">
              <a:extLst>
                <a:ext uri="{FF2B5EF4-FFF2-40B4-BE49-F238E27FC236}">
                  <a16:creationId xmlns:a16="http://schemas.microsoft.com/office/drawing/2014/main" id="{414CCBB4-5EB3-4F25-8880-133C3569BB58}"/>
                </a:ext>
              </a:extLst>
            </p:cNvPr>
            <p:cNvSpPr txBox="1">
              <a:spLocks noChangeArrowheads="1"/>
            </p:cNvSpPr>
            <p:nvPr/>
          </p:nvSpPr>
          <p:spPr bwMode="auto">
            <a:xfrm>
              <a:off x="2617" y="1487"/>
              <a:ext cx="200" cy="218"/>
            </a:xfrm>
            <a:prstGeom prst="rect">
              <a:avLst/>
            </a:prstGeom>
            <a:noFill/>
            <a:ln w="25400">
              <a:noFill/>
              <a:miter lim="800000"/>
              <a:headEnd/>
              <a:tailEnd/>
            </a:ln>
          </p:spPr>
          <p:txBody>
            <a:bodyPr/>
            <a:lstStyle/>
            <a:p>
              <a:pPr eaLnBrk="1" hangingPunct="1">
                <a:defRPr/>
              </a:pPr>
              <a:r>
                <a:rPr lang="ru-RU" sz="1400">
                  <a:latin typeface="+mj-lt"/>
                  <a:cs typeface="Arial" charset="0"/>
                </a:rPr>
                <a:t>0</a:t>
              </a:r>
            </a:p>
          </p:txBody>
        </p:sp>
        <p:sp>
          <p:nvSpPr>
            <p:cNvPr id="50268" name="Text Box 96">
              <a:extLst>
                <a:ext uri="{FF2B5EF4-FFF2-40B4-BE49-F238E27FC236}">
                  <a16:creationId xmlns:a16="http://schemas.microsoft.com/office/drawing/2014/main" id="{C45773D0-2711-441B-8E6D-6E9D554040F8}"/>
                </a:ext>
              </a:extLst>
            </p:cNvPr>
            <p:cNvSpPr txBox="1">
              <a:spLocks noChangeArrowheads="1"/>
            </p:cNvSpPr>
            <p:nvPr/>
          </p:nvSpPr>
          <p:spPr bwMode="auto">
            <a:xfrm>
              <a:off x="2619" y="2118"/>
              <a:ext cx="257" cy="201"/>
            </a:xfrm>
            <a:prstGeom prst="rect">
              <a:avLst/>
            </a:prstGeom>
            <a:noFill/>
            <a:ln w="25400">
              <a:noFill/>
              <a:miter lim="800000"/>
              <a:headEnd/>
              <a:tailEnd/>
            </a:ln>
          </p:spPr>
          <p:txBody>
            <a:bodyPr/>
            <a:lstStyle/>
            <a:p>
              <a:pPr eaLnBrk="1" hangingPunct="1">
                <a:defRPr/>
              </a:pPr>
              <a:r>
                <a:rPr lang="en-US" sz="1400">
                  <a:latin typeface="+mj-lt"/>
                  <a:cs typeface="Arial" charset="0"/>
                </a:rPr>
                <a:t>1</a:t>
              </a:r>
              <a:endParaRPr lang="ru-RU" sz="1400">
                <a:latin typeface="+mj-lt"/>
                <a:cs typeface="Arial" charset="0"/>
              </a:endParaRPr>
            </a:p>
          </p:txBody>
        </p:sp>
        <p:sp>
          <p:nvSpPr>
            <p:cNvPr id="50269" name="Text Box 97">
              <a:extLst>
                <a:ext uri="{FF2B5EF4-FFF2-40B4-BE49-F238E27FC236}">
                  <a16:creationId xmlns:a16="http://schemas.microsoft.com/office/drawing/2014/main" id="{CB48F08E-FFA6-426F-A6E7-0C0D53829CE5}"/>
                </a:ext>
              </a:extLst>
            </p:cNvPr>
            <p:cNvSpPr txBox="1">
              <a:spLocks noChangeArrowheads="1"/>
            </p:cNvSpPr>
            <p:nvPr/>
          </p:nvSpPr>
          <p:spPr bwMode="auto">
            <a:xfrm>
              <a:off x="3799" y="2099"/>
              <a:ext cx="257" cy="201"/>
            </a:xfrm>
            <a:prstGeom prst="rect">
              <a:avLst/>
            </a:prstGeom>
            <a:noFill/>
            <a:ln w="25400">
              <a:noFill/>
              <a:miter lim="800000"/>
              <a:headEnd/>
              <a:tailEnd/>
            </a:ln>
          </p:spPr>
          <p:txBody>
            <a:bodyPr/>
            <a:lstStyle/>
            <a:p>
              <a:pPr eaLnBrk="1" hangingPunct="1">
                <a:defRPr/>
              </a:pPr>
              <a:r>
                <a:rPr lang="en-US" sz="1400">
                  <a:latin typeface="+mj-lt"/>
                  <a:cs typeface="Arial" charset="0"/>
                </a:rPr>
                <a:t>1</a:t>
              </a:r>
              <a:endParaRPr lang="ru-RU" sz="1400">
                <a:latin typeface="+mj-lt"/>
                <a:cs typeface="Arial" charset="0"/>
              </a:endParaRPr>
            </a:p>
          </p:txBody>
        </p:sp>
        <p:sp>
          <p:nvSpPr>
            <p:cNvPr id="50270" name="Text Box 98">
              <a:extLst>
                <a:ext uri="{FF2B5EF4-FFF2-40B4-BE49-F238E27FC236}">
                  <a16:creationId xmlns:a16="http://schemas.microsoft.com/office/drawing/2014/main" id="{140BDCCB-C401-4858-BA9B-1807EA205BC0}"/>
                </a:ext>
              </a:extLst>
            </p:cNvPr>
            <p:cNvSpPr txBox="1">
              <a:spLocks noChangeArrowheads="1"/>
            </p:cNvSpPr>
            <p:nvPr/>
          </p:nvSpPr>
          <p:spPr bwMode="auto">
            <a:xfrm>
              <a:off x="5042" y="2080"/>
              <a:ext cx="257" cy="201"/>
            </a:xfrm>
            <a:prstGeom prst="rect">
              <a:avLst/>
            </a:prstGeom>
            <a:noFill/>
            <a:ln w="25400">
              <a:noFill/>
              <a:miter lim="800000"/>
              <a:headEnd/>
              <a:tailEnd/>
            </a:ln>
          </p:spPr>
          <p:txBody>
            <a:bodyPr/>
            <a:lstStyle/>
            <a:p>
              <a:pPr eaLnBrk="1" hangingPunct="1">
                <a:defRPr/>
              </a:pPr>
              <a:r>
                <a:rPr lang="en-US" sz="1400">
                  <a:latin typeface="+mj-lt"/>
                  <a:cs typeface="Arial" charset="0"/>
                </a:rPr>
                <a:t>1</a:t>
              </a:r>
              <a:endParaRPr lang="ru-RU" sz="1400">
                <a:latin typeface="+mj-lt"/>
                <a:cs typeface="Arial" charset="0"/>
              </a:endParaRPr>
            </a:p>
          </p:txBody>
        </p:sp>
        <p:sp>
          <p:nvSpPr>
            <p:cNvPr id="50271" name="Text Box 99">
              <a:extLst>
                <a:ext uri="{FF2B5EF4-FFF2-40B4-BE49-F238E27FC236}">
                  <a16:creationId xmlns:a16="http://schemas.microsoft.com/office/drawing/2014/main" id="{27483FB4-072E-4DAA-A529-77973B62318C}"/>
                </a:ext>
              </a:extLst>
            </p:cNvPr>
            <p:cNvSpPr txBox="1">
              <a:spLocks noChangeArrowheads="1"/>
            </p:cNvSpPr>
            <p:nvPr/>
          </p:nvSpPr>
          <p:spPr bwMode="auto">
            <a:xfrm>
              <a:off x="3797" y="1478"/>
              <a:ext cx="200" cy="218"/>
            </a:xfrm>
            <a:prstGeom prst="rect">
              <a:avLst/>
            </a:prstGeom>
            <a:noFill/>
            <a:ln w="25400">
              <a:noFill/>
              <a:miter lim="800000"/>
              <a:headEnd/>
              <a:tailEnd/>
            </a:ln>
          </p:spPr>
          <p:txBody>
            <a:bodyPr/>
            <a:lstStyle/>
            <a:p>
              <a:pPr eaLnBrk="1" hangingPunct="1">
                <a:defRPr/>
              </a:pPr>
              <a:r>
                <a:rPr lang="ru-RU" sz="1400">
                  <a:latin typeface="+mj-lt"/>
                  <a:cs typeface="Arial" charset="0"/>
                </a:rPr>
                <a:t>0</a:t>
              </a:r>
            </a:p>
          </p:txBody>
        </p:sp>
        <p:sp>
          <p:nvSpPr>
            <p:cNvPr id="50272" name="Text Box 100">
              <a:extLst>
                <a:ext uri="{FF2B5EF4-FFF2-40B4-BE49-F238E27FC236}">
                  <a16:creationId xmlns:a16="http://schemas.microsoft.com/office/drawing/2014/main" id="{5590585A-F9F3-4BCA-8F52-0836DBCA3650}"/>
                </a:ext>
              </a:extLst>
            </p:cNvPr>
            <p:cNvSpPr txBox="1">
              <a:spLocks noChangeArrowheads="1"/>
            </p:cNvSpPr>
            <p:nvPr/>
          </p:nvSpPr>
          <p:spPr bwMode="auto">
            <a:xfrm>
              <a:off x="5040" y="1460"/>
              <a:ext cx="200" cy="218"/>
            </a:xfrm>
            <a:prstGeom prst="rect">
              <a:avLst/>
            </a:prstGeom>
            <a:noFill/>
            <a:ln w="25400">
              <a:noFill/>
              <a:miter lim="800000"/>
              <a:headEnd/>
              <a:tailEnd/>
            </a:ln>
          </p:spPr>
          <p:txBody>
            <a:bodyPr/>
            <a:lstStyle/>
            <a:p>
              <a:pPr eaLnBrk="1" hangingPunct="1">
                <a:defRPr/>
              </a:pPr>
              <a:r>
                <a:rPr lang="ru-RU" sz="1400">
                  <a:latin typeface="+mj-lt"/>
                  <a:cs typeface="Arial" charset="0"/>
                </a:rPr>
                <a:t>0</a:t>
              </a:r>
            </a:p>
          </p:txBody>
        </p:sp>
      </p:grpSp>
      <p:sp>
        <p:nvSpPr>
          <p:cNvPr id="2" name="Title 1">
            <a:extLst>
              <a:ext uri="{FF2B5EF4-FFF2-40B4-BE49-F238E27FC236}">
                <a16:creationId xmlns:a16="http://schemas.microsoft.com/office/drawing/2014/main" id="{29EE5A27-5E63-50E9-9D88-6ED606AD3EC4}"/>
              </a:ext>
            </a:extLst>
          </p:cNvPr>
          <p:cNvSpPr>
            <a:spLocks noGrp="1"/>
          </p:cNvSpPr>
          <p:nvPr>
            <p:ph type="title"/>
          </p:nvPr>
        </p:nvSpPr>
        <p:spPr/>
        <p:txBody>
          <a:bodyPr/>
          <a:lstStyle/>
          <a:p>
            <a:r>
              <a:rPr lang="en-US" dirty="0"/>
              <a:t>Carry Bypass (Skip) Adder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FBEAA18-0429-5988-F7CC-DDC2BFC7BE77}"/>
              </a:ext>
            </a:extLst>
          </p:cNvPr>
          <p:cNvSpPr>
            <a:spLocks noGrp="1"/>
          </p:cNvSpPr>
          <p:nvPr>
            <p:ph type="body" sz="quarter" idx="10"/>
          </p:nvPr>
        </p:nvSpPr>
        <p:spPr/>
        <p:txBody>
          <a:bodyPr/>
          <a:lstStyle/>
          <a:p>
            <a:pPr eaLnBrk="1" hangingPunct="1"/>
            <a:r>
              <a:rPr lang="en-US" altLang="en-US" sz="2400" dirty="0"/>
              <a:t>C0 – carry from B0, C1 – carry from B1, C2 – carry from B2, </a:t>
            </a:r>
          </a:p>
          <a:p>
            <a:pPr eaLnBrk="1" hangingPunct="1"/>
            <a:r>
              <a:rPr lang="en-US" altLang="en-US" sz="2400" dirty="0"/>
              <a:t>C3 – carry from B3.</a:t>
            </a:r>
          </a:p>
          <a:p>
            <a:pPr eaLnBrk="1" hangingPunct="1"/>
            <a:r>
              <a:rPr lang="en-US" altLang="en-US" sz="2400" dirty="0" err="1"/>
              <a:t>t</a:t>
            </a:r>
            <a:r>
              <a:rPr lang="en-US" altLang="en-US" sz="2400" baseline="-25000" dirty="0" err="1"/>
              <a:t>setup</a:t>
            </a:r>
            <a:r>
              <a:rPr lang="en-US" altLang="en-US" sz="2400" baseline="-25000" dirty="0"/>
              <a:t> </a:t>
            </a:r>
            <a:r>
              <a:rPr lang="en-US" altLang="en-US" sz="2400" dirty="0"/>
              <a:t> - time necessary for creating generation and propagation signals (</a:t>
            </a:r>
            <a:r>
              <a:rPr lang="en-US" altLang="en-US" sz="2400" dirty="0" err="1"/>
              <a:t>g</a:t>
            </a:r>
            <a:r>
              <a:rPr lang="en-US" altLang="en-US" sz="2400" baseline="-25000" dirty="0" err="1"/>
              <a:t>i</a:t>
            </a:r>
            <a:r>
              <a:rPr lang="en-US" altLang="en-US" sz="2400" dirty="0" err="1"/>
              <a:t>,p</a:t>
            </a:r>
            <a:r>
              <a:rPr lang="en-US" altLang="en-US" sz="2400" baseline="-25000" dirty="0" err="1"/>
              <a:t>i</a:t>
            </a:r>
            <a:r>
              <a:rPr lang="en-US" altLang="en-US" sz="2400" dirty="0"/>
              <a:t>)</a:t>
            </a:r>
            <a:r>
              <a:rPr lang="ru-RU" altLang="en-US" sz="2400" dirty="0"/>
              <a:t>.</a:t>
            </a:r>
            <a:endParaRPr lang="en-US" altLang="en-US" sz="2400" dirty="0"/>
          </a:p>
          <a:p>
            <a:pPr eaLnBrk="1" hangingPunct="1"/>
            <a:r>
              <a:rPr lang="en-US" altLang="en-US" sz="2400" dirty="0" err="1"/>
              <a:t>t</a:t>
            </a:r>
            <a:r>
              <a:rPr lang="en-US" altLang="en-US" sz="2400" baseline="-25000" dirty="0" err="1"/>
              <a:t>carry</a:t>
            </a:r>
            <a:r>
              <a:rPr lang="en-US" altLang="en-US" sz="2400" dirty="0"/>
              <a:t> – one bit propagation signal delay</a:t>
            </a:r>
            <a:r>
              <a:rPr lang="ru-RU" altLang="en-US" sz="2400" dirty="0"/>
              <a:t>.</a:t>
            </a:r>
          </a:p>
          <a:p>
            <a:pPr eaLnBrk="1" hangingPunct="1"/>
            <a:r>
              <a:rPr lang="en-US" altLang="en-US" sz="2400" dirty="0" err="1"/>
              <a:t>t</a:t>
            </a:r>
            <a:r>
              <a:rPr lang="en-US" altLang="en-US" sz="2400" baseline="-25000" dirty="0" err="1"/>
              <a:t>bypass</a:t>
            </a:r>
            <a:r>
              <a:rPr lang="en-US" altLang="en-US" sz="2400" dirty="0"/>
              <a:t> – propagation signal delay through</a:t>
            </a:r>
            <a:r>
              <a:rPr lang="ru-RU" altLang="en-US" sz="2400" dirty="0"/>
              <a:t> </a:t>
            </a:r>
            <a:r>
              <a:rPr lang="en-US" altLang="en-US" sz="2400" dirty="0"/>
              <a:t>bypass multiplexer.</a:t>
            </a:r>
          </a:p>
          <a:p>
            <a:pPr eaLnBrk="1" hangingPunct="1"/>
            <a:r>
              <a:rPr lang="en-US" altLang="en-US" sz="2400" dirty="0" err="1"/>
              <a:t>t</a:t>
            </a:r>
            <a:r>
              <a:rPr lang="en-US" altLang="en-US" sz="2400" baseline="-25000" dirty="0" err="1"/>
              <a:t>sum</a:t>
            </a:r>
            <a:r>
              <a:rPr lang="en-US" altLang="en-US" sz="2400" baseline="-25000" dirty="0"/>
              <a:t> </a:t>
            </a:r>
            <a:r>
              <a:rPr lang="en-US" altLang="en-US" sz="2400" dirty="0"/>
              <a:t>– time required for forming sum of the last bit</a:t>
            </a:r>
            <a:r>
              <a:rPr lang="ru-RU" altLang="en-US" sz="2400" dirty="0"/>
              <a:t>.</a:t>
            </a:r>
          </a:p>
          <a:p>
            <a:pPr eaLnBrk="1" hangingPunct="1"/>
            <a:r>
              <a:rPr lang="en-US" altLang="en-US" sz="2400" dirty="0"/>
              <a:t>Dependence of timing delay from the number of bits is more acceptable than in CRA (is also linear function but with less angular coefficient).</a:t>
            </a:r>
            <a:r>
              <a:rPr lang="ru-RU" altLang="en-US" sz="2400" dirty="0"/>
              <a:t> </a:t>
            </a:r>
            <a:r>
              <a:rPr lang="en-US" altLang="en-US" sz="2400" dirty="0"/>
              <a:t> </a:t>
            </a:r>
          </a:p>
          <a:p>
            <a:endParaRPr lang="en-US" dirty="0"/>
          </a:p>
        </p:txBody>
      </p:sp>
      <p:sp>
        <p:nvSpPr>
          <p:cNvPr id="4" name="Rectangle 4">
            <a:extLst>
              <a:ext uri="{FF2B5EF4-FFF2-40B4-BE49-F238E27FC236}">
                <a16:creationId xmlns:a16="http://schemas.microsoft.com/office/drawing/2014/main" id="{6F8E4B78-647B-49CC-A8B7-925B06AA24EE}"/>
              </a:ext>
            </a:extLst>
          </p:cNvPr>
          <p:cNvSpPr txBox="1">
            <a:spLocks noChangeArrowheads="1"/>
          </p:cNvSpPr>
          <p:nvPr/>
        </p:nvSpPr>
        <p:spPr bwMode="auto">
          <a:xfrm>
            <a:off x="2089150" y="535446"/>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sp>
        <p:nvSpPr>
          <p:cNvPr id="2" name="Title 1">
            <a:extLst>
              <a:ext uri="{FF2B5EF4-FFF2-40B4-BE49-F238E27FC236}">
                <a16:creationId xmlns:a16="http://schemas.microsoft.com/office/drawing/2014/main" id="{7E339747-B590-5AC4-8C7C-1C007FE31DB7}"/>
              </a:ext>
            </a:extLst>
          </p:cNvPr>
          <p:cNvSpPr>
            <a:spLocks noGrp="1"/>
          </p:cNvSpPr>
          <p:nvPr>
            <p:ph type="title"/>
          </p:nvPr>
        </p:nvSpPr>
        <p:spPr/>
        <p:txBody>
          <a:bodyPr>
            <a:normAutofit/>
          </a:bodyPr>
          <a:lstStyle/>
          <a:p>
            <a:r>
              <a:rPr lang="en-US" dirty="0"/>
              <a:t>Carry Skip Adder (2)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48AD0F-0AD1-93EB-1C3B-825CDBDCED56}"/>
              </a:ext>
            </a:extLst>
          </p:cNvPr>
          <p:cNvSpPr>
            <a:spLocks noGrp="1"/>
          </p:cNvSpPr>
          <p:nvPr>
            <p:ph type="body" sz="quarter" idx="10"/>
          </p:nvPr>
        </p:nvSpPr>
        <p:spPr/>
        <p:txBody>
          <a:bodyPr/>
          <a:lstStyle/>
          <a:p>
            <a:pPr>
              <a:spcBef>
                <a:spcPts val="600"/>
              </a:spcBef>
            </a:pPr>
            <a:r>
              <a:rPr lang="en-US" altLang="en-US" sz="2400" dirty="0"/>
              <a:t>Carry ripple is implemented in the blocks</a:t>
            </a:r>
            <a:r>
              <a:rPr lang="ru-RU" altLang="en-US" sz="2400" dirty="0"/>
              <a:t>.</a:t>
            </a:r>
            <a:endParaRPr lang="en-US" altLang="en-US" sz="2400" dirty="0"/>
          </a:p>
          <a:p>
            <a:pPr>
              <a:spcBef>
                <a:spcPts val="600"/>
              </a:spcBef>
            </a:pPr>
            <a:r>
              <a:rPr lang="en-US" altLang="en-US" sz="2400" dirty="0"/>
              <a:t>Accept</a:t>
            </a:r>
            <a:r>
              <a:rPr lang="ru-RU" altLang="en-US" sz="2400" dirty="0"/>
              <a:t> </a:t>
            </a:r>
            <a:r>
              <a:rPr lang="en-US" altLang="en-US" sz="2400" dirty="0" err="1"/>
              <a:t>t</a:t>
            </a:r>
            <a:r>
              <a:rPr lang="en-US" altLang="en-US" sz="2400" baseline="-25000" dirty="0" err="1"/>
              <a:t>carry</a:t>
            </a:r>
            <a:r>
              <a:rPr lang="ru-RU" altLang="en-US" sz="2400" dirty="0"/>
              <a:t> = </a:t>
            </a:r>
            <a:r>
              <a:rPr lang="en-US" altLang="en-US" sz="2400" dirty="0" err="1"/>
              <a:t>t</a:t>
            </a:r>
            <a:r>
              <a:rPr lang="en-US" altLang="en-US" sz="2400" baseline="-25000" dirty="0" err="1"/>
              <a:t>skip</a:t>
            </a:r>
            <a:r>
              <a:rPr lang="ru-RU" altLang="en-US" sz="2400" dirty="0"/>
              <a:t> = </a:t>
            </a:r>
            <a:r>
              <a:rPr lang="en-US" altLang="en-US" sz="2400" dirty="0" err="1"/>
              <a:t>t</a:t>
            </a:r>
            <a:r>
              <a:rPr lang="en-US" altLang="en-US" sz="2400" baseline="-25000" dirty="0" err="1"/>
              <a:t>setup</a:t>
            </a:r>
            <a:r>
              <a:rPr lang="ru-RU" altLang="en-US" sz="2400" dirty="0"/>
              <a:t> = 1; </a:t>
            </a:r>
            <a:r>
              <a:rPr lang="en-US" altLang="en-US" sz="2400" dirty="0"/>
              <a:t>then</a:t>
            </a:r>
          </a:p>
          <a:p>
            <a:pPr>
              <a:spcBef>
                <a:spcPts val="600"/>
              </a:spcBef>
            </a:pPr>
            <a:r>
              <a:rPr lang="ru-RU" altLang="en-US" sz="2400" dirty="0"/>
              <a:t>Т</a:t>
            </a:r>
            <a:r>
              <a:rPr lang="en-US" altLang="en-US" sz="2400" baseline="-25000" dirty="0"/>
              <a:t>add</a:t>
            </a:r>
            <a:r>
              <a:rPr lang="ru-RU" altLang="en-US" sz="2400" dirty="0"/>
              <a:t> =1 + </a:t>
            </a:r>
            <a:r>
              <a:rPr lang="en-US" altLang="en-US" sz="2400" dirty="0"/>
              <a:t>B</a:t>
            </a:r>
            <a:r>
              <a:rPr lang="ru-RU" altLang="en-US" sz="2400" dirty="0"/>
              <a:t> +(</a:t>
            </a:r>
            <a:r>
              <a:rPr lang="en-US" altLang="en-US" sz="2400" dirty="0"/>
              <a:t>N</a:t>
            </a:r>
            <a:r>
              <a:rPr lang="ru-RU" altLang="en-US" sz="2400" dirty="0"/>
              <a:t>/</a:t>
            </a:r>
            <a:r>
              <a:rPr lang="en-US" altLang="en-US" sz="2400" dirty="0"/>
              <a:t>B</a:t>
            </a:r>
            <a:r>
              <a:rPr lang="ru-RU" altLang="en-US" sz="2400" dirty="0"/>
              <a:t> –2) + </a:t>
            </a:r>
            <a:r>
              <a:rPr lang="en-US" altLang="en-US" sz="2400" dirty="0"/>
              <a:t>B</a:t>
            </a:r>
            <a:r>
              <a:rPr lang="ru-RU" altLang="en-US" sz="2400" dirty="0"/>
              <a:t> + 1 = 2</a:t>
            </a:r>
            <a:r>
              <a:rPr lang="en-US" altLang="en-US" sz="2400" dirty="0"/>
              <a:t>B</a:t>
            </a:r>
            <a:r>
              <a:rPr lang="ru-RU" altLang="en-US" sz="2400" dirty="0"/>
              <a:t> + </a:t>
            </a:r>
            <a:r>
              <a:rPr lang="en-US" altLang="en-US" sz="2400" dirty="0"/>
              <a:t>N</a:t>
            </a:r>
            <a:r>
              <a:rPr lang="ru-RU" altLang="en-US" sz="2400" dirty="0"/>
              <a:t>/</a:t>
            </a:r>
            <a:r>
              <a:rPr lang="en-US" altLang="en-US" sz="2400" dirty="0"/>
              <a:t>B-1 </a:t>
            </a:r>
            <a:r>
              <a:rPr lang="ru-RU" altLang="en-US" sz="2400" dirty="0"/>
              <a:t>;</a:t>
            </a:r>
            <a:endParaRPr lang="en-US" altLang="en-US" sz="2400" dirty="0"/>
          </a:p>
          <a:p>
            <a:pPr>
              <a:spcBef>
                <a:spcPts val="600"/>
              </a:spcBef>
            </a:pPr>
            <a:r>
              <a:rPr lang="en-US" altLang="en-US" sz="2400" dirty="0" err="1"/>
              <a:t>dT</a:t>
            </a:r>
            <a:r>
              <a:rPr lang="en-US" altLang="en-US" sz="2400" b="1" baseline="-25000" dirty="0" err="1"/>
              <a:t>add</a:t>
            </a:r>
            <a:r>
              <a:rPr lang="en-US" altLang="en-US" sz="2400" dirty="0"/>
              <a:t>/dB = 2 – N/B</a:t>
            </a:r>
            <a:r>
              <a:rPr lang="en-US" altLang="en-US" sz="2400" baseline="30000" dirty="0"/>
              <a:t>2</a:t>
            </a:r>
            <a:r>
              <a:rPr lang="en-US" altLang="en-US" sz="2400" dirty="0"/>
              <a:t>;</a:t>
            </a:r>
          </a:p>
          <a:p>
            <a:pPr>
              <a:spcBef>
                <a:spcPts val="600"/>
              </a:spcBef>
            </a:pPr>
            <a:r>
              <a:rPr lang="en-US" altLang="en-US" sz="2400" dirty="0" err="1"/>
              <a:t>dT</a:t>
            </a:r>
            <a:r>
              <a:rPr lang="en-US" altLang="en-US" sz="2400" b="1" baseline="-25000" dirty="0" err="1"/>
              <a:t>add</a:t>
            </a:r>
            <a:r>
              <a:rPr lang="en-US" altLang="en-US" sz="2400" dirty="0"/>
              <a:t>/dB = 0 at </a:t>
            </a:r>
            <a:r>
              <a:rPr lang="en-US" altLang="en-US" sz="2400" dirty="0" err="1"/>
              <a:t>B</a:t>
            </a:r>
            <a:r>
              <a:rPr lang="en-US" altLang="en-US" sz="2400" b="1" baseline="-25000" dirty="0" err="1"/>
              <a:t>opt</a:t>
            </a:r>
            <a:r>
              <a:rPr lang="en-US" altLang="en-US" sz="2400" dirty="0"/>
              <a:t> = </a:t>
            </a:r>
            <a:r>
              <a:rPr lang="en-US" altLang="en-US" sz="2400" dirty="0">
                <a:sym typeface="Symbol" panose="05050102010706020507" pitchFamily="18" charset="2"/>
              </a:rPr>
              <a:t></a:t>
            </a:r>
            <a:r>
              <a:rPr lang="en-US" altLang="en-US" sz="2400" dirty="0"/>
              <a:t>(N/2)</a:t>
            </a:r>
          </a:p>
          <a:p>
            <a:pPr>
              <a:spcBef>
                <a:spcPts val="600"/>
              </a:spcBef>
            </a:pPr>
            <a:r>
              <a:rPr lang="en-US" altLang="en-US" sz="2400" dirty="0" err="1"/>
              <a:t>T</a:t>
            </a:r>
            <a:r>
              <a:rPr lang="en-US" altLang="en-US" sz="2400" b="1" baseline="-25000" dirty="0" err="1"/>
              <a:t>opt</a:t>
            </a:r>
            <a:r>
              <a:rPr lang="en-US" altLang="en-US" sz="2400" dirty="0"/>
              <a:t> = </a:t>
            </a:r>
            <a:r>
              <a:rPr lang="en-US" altLang="en-US" sz="2400" dirty="0">
                <a:solidFill>
                  <a:srgbClr val="0000FF"/>
                </a:solidFill>
              </a:rPr>
              <a:t>4√(N/2) – 1 = 2√(2N) – 1 </a:t>
            </a:r>
          </a:p>
          <a:p>
            <a:pPr>
              <a:spcBef>
                <a:spcPts val="600"/>
              </a:spcBef>
            </a:pPr>
            <a:endParaRPr lang="en-US" altLang="en-US" sz="2400" dirty="0"/>
          </a:p>
          <a:p>
            <a:pPr>
              <a:spcBef>
                <a:spcPts val="600"/>
              </a:spcBef>
            </a:pPr>
            <a:endParaRPr lang="en-US" altLang="en-US" sz="2400" dirty="0"/>
          </a:p>
          <a:p>
            <a:pPr>
              <a:spcBef>
                <a:spcPts val="600"/>
              </a:spcBef>
            </a:pPr>
            <a:endParaRPr lang="en-US" altLang="en-US" sz="2400" dirty="0"/>
          </a:p>
          <a:p>
            <a:endParaRPr lang="en-US" dirty="0"/>
          </a:p>
        </p:txBody>
      </p:sp>
      <p:sp>
        <p:nvSpPr>
          <p:cNvPr id="4" name="Rectangle 4">
            <a:extLst>
              <a:ext uri="{FF2B5EF4-FFF2-40B4-BE49-F238E27FC236}">
                <a16:creationId xmlns:a16="http://schemas.microsoft.com/office/drawing/2014/main" id="{9DB79E8F-2580-4902-B26E-FF7AA9A96E9A}"/>
              </a:ext>
            </a:extLst>
          </p:cNvPr>
          <p:cNvSpPr txBox="1">
            <a:spLocks noChangeArrowheads="1"/>
          </p:cNvSpPr>
          <p:nvPr/>
        </p:nvSpPr>
        <p:spPr bwMode="auto">
          <a:xfrm>
            <a:off x="2064205" y="930274"/>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sp>
        <p:nvSpPr>
          <p:cNvPr id="2" name="Title 1">
            <a:extLst>
              <a:ext uri="{FF2B5EF4-FFF2-40B4-BE49-F238E27FC236}">
                <a16:creationId xmlns:a16="http://schemas.microsoft.com/office/drawing/2014/main" id="{4C99957F-BF7F-4D21-3454-A5C0E75BBF5B}"/>
              </a:ext>
            </a:extLst>
          </p:cNvPr>
          <p:cNvSpPr>
            <a:spLocks noGrp="1"/>
          </p:cNvSpPr>
          <p:nvPr>
            <p:ph type="title"/>
          </p:nvPr>
        </p:nvSpPr>
        <p:spPr/>
        <p:txBody>
          <a:bodyPr>
            <a:normAutofit/>
          </a:bodyPr>
          <a:lstStyle/>
          <a:p>
            <a:r>
              <a:rPr lang="en-US" dirty="0"/>
              <a:t>Optimal Skip Block Size and Add Time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a:extLst>
              <a:ext uri="{FF2B5EF4-FFF2-40B4-BE49-F238E27FC236}">
                <a16:creationId xmlns:a16="http://schemas.microsoft.com/office/drawing/2014/main" id="{931FF64F-A257-7CBD-2342-32826B38D078}"/>
              </a:ext>
            </a:extLst>
          </p:cNvPr>
          <p:cNvSpPr>
            <a:spLocks noGrp="1" noChangeArrowheads="1"/>
          </p:cNvSpPr>
          <p:nvPr>
            <p:ph type="title"/>
          </p:nvPr>
        </p:nvSpPr>
        <p:spPr/>
        <p:txBody>
          <a:bodyPr/>
          <a:lstStyle/>
          <a:p>
            <a:r>
              <a:rPr lang="en-US" altLang="en-US"/>
              <a:t>Carry Select Adder</a:t>
            </a:r>
          </a:p>
        </p:txBody>
      </p:sp>
      <p:sp>
        <p:nvSpPr>
          <p:cNvPr id="55299" name="Content Placeholder 2">
            <a:extLst>
              <a:ext uri="{FF2B5EF4-FFF2-40B4-BE49-F238E27FC236}">
                <a16:creationId xmlns:a16="http://schemas.microsoft.com/office/drawing/2014/main" id="{2F881D71-CF92-D52F-8A93-5D5D9BD8266D}"/>
              </a:ext>
            </a:extLst>
          </p:cNvPr>
          <p:cNvSpPr>
            <a:spLocks noGrp="1" noChangeArrowheads="1"/>
          </p:cNvSpPr>
          <p:nvPr>
            <p:ph type="body" sz="quarter" idx="10"/>
          </p:nvPr>
        </p:nvSpPr>
        <p:spPr/>
        <p:txBody>
          <a:bodyPr/>
          <a:lstStyle/>
          <a:p>
            <a:r>
              <a:rPr lang="en-US" altLang="en-US" dirty="0"/>
              <a:t>Fixed-block-size carry select adder</a:t>
            </a:r>
          </a:p>
          <a:p>
            <a:r>
              <a:rPr lang="en-US" altLang="en-US" dirty="0"/>
              <a:t>Variable-block-size carry select adder</a:t>
            </a:r>
          </a:p>
          <a:p>
            <a:r>
              <a:rPr lang="en-US" altLang="en-US" dirty="0"/>
              <a:t>Fixed-block-size </a:t>
            </a:r>
            <a:r>
              <a:rPr lang="en-US" altLang="en-US" dirty="0" err="1"/>
              <a:t>CSeA</a:t>
            </a:r>
            <a:r>
              <a:rPr lang="en-US" altLang="en-US" dirty="0"/>
              <a:t>:  N bit circuit is divided into M blocks by B bits.</a:t>
            </a:r>
          </a:p>
          <a:p>
            <a:r>
              <a:rPr lang="en-US" altLang="en-US" dirty="0"/>
              <a:t>Precompute the carry out of each block for both </a:t>
            </a:r>
            <a:r>
              <a:rPr lang="en-US" altLang="en-US" dirty="0" err="1"/>
              <a:t>carry_in</a:t>
            </a:r>
            <a:r>
              <a:rPr lang="en-US" altLang="en-US" dirty="0"/>
              <a:t> = 0 and </a:t>
            </a:r>
            <a:r>
              <a:rPr lang="en-US" altLang="en-US" dirty="0" err="1"/>
              <a:t>carry_in</a:t>
            </a:r>
            <a:r>
              <a:rPr lang="en-US" altLang="en-US" dirty="0"/>
              <a:t> = 1 (can be done for all blocks in parallel) and then select the correct one.</a:t>
            </a:r>
          </a:p>
          <a:p>
            <a:r>
              <a:rPr lang="en-US" altLang="en-US" dirty="0"/>
              <a:t>The adder circuit is completed about 30%.</a:t>
            </a:r>
          </a:p>
          <a:p>
            <a:pPr marL="0" indent="0">
              <a:buNone/>
            </a:pPr>
            <a:endParaRPr lang="ru-RU" altLang="en-US" dirty="0"/>
          </a:p>
          <a:p>
            <a:endParaRPr lang="en-US" alt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85E31CD3-37C1-08FF-5D9F-2B233EDF4F3C}"/>
              </a:ext>
            </a:extLst>
          </p:cNvPr>
          <p:cNvSpPr>
            <a:spLocks noGrp="1" noChangeArrowheads="1"/>
          </p:cNvSpPr>
          <p:nvPr>
            <p:ph type="title"/>
          </p:nvPr>
        </p:nvSpPr>
        <p:spPr/>
        <p:txBody>
          <a:bodyPr/>
          <a:lstStyle/>
          <a:p>
            <a:r>
              <a:rPr lang="en-US" altLang="en-US"/>
              <a:t>Carry Select Adder</a:t>
            </a:r>
            <a:endParaRPr lang="ru-RU" altLang="en-US"/>
          </a:p>
        </p:txBody>
      </p:sp>
      <p:grpSp>
        <p:nvGrpSpPr>
          <p:cNvPr id="56323" name="Group 67">
            <a:extLst>
              <a:ext uri="{FF2B5EF4-FFF2-40B4-BE49-F238E27FC236}">
                <a16:creationId xmlns:a16="http://schemas.microsoft.com/office/drawing/2014/main" id="{DC3E8942-1B78-523F-DED4-C3C468619047}"/>
              </a:ext>
            </a:extLst>
          </p:cNvPr>
          <p:cNvGrpSpPr>
            <a:grpSpLocks/>
          </p:cNvGrpSpPr>
          <p:nvPr/>
        </p:nvGrpSpPr>
        <p:grpSpPr bwMode="auto">
          <a:xfrm>
            <a:off x="2400301" y="1066800"/>
            <a:ext cx="7548563" cy="4800600"/>
            <a:chOff x="876300" y="1085850"/>
            <a:chExt cx="7548563" cy="5195888"/>
          </a:xfrm>
        </p:grpSpPr>
        <p:sp>
          <p:nvSpPr>
            <p:cNvPr id="56324" name="Text Box 5">
              <a:extLst>
                <a:ext uri="{FF2B5EF4-FFF2-40B4-BE49-F238E27FC236}">
                  <a16:creationId xmlns:a16="http://schemas.microsoft.com/office/drawing/2014/main" id="{4E6D040B-FE4A-4807-CB91-5818D1C32C07}"/>
                </a:ext>
              </a:extLst>
            </p:cNvPr>
            <p:cNvSpPr txBox="1">
              <a:spLocks noChangeArrowheads="1"/>
            </p:cNvSpPr>
            <p:nvPr/>
          </p:nvSpPr>
          <p:spPr bwMode="auto">
            <a:xfrm>
              <a:off x="4543425" y="5853113"/>
              <a:ext cx="1543050" cy="428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S[k+3:k+0]</a:t>
              </a:r>
            </a:p>
          </p:txBody>
        </p:sp>
        <p:sp>
          <p:nvSpPr>
            <p:cNvPr id="56325" name="Line 6">
              <a:extLst>
                <a:ext uri="{FF2B5EF4-FFF2-40B4-BE49-F238E27FC236}">
                  <a16:creationId xmlns:a16="http://schemas.microsoft.com/office/drawing/2014/main" id="{4CBBA89F-3684-FBB3-D505-863F1968A17E}"/>
                </a:ext>
              </a:extLst>
            </p:cNvPr>
            <p:cNvSpPr>
              <a:spLocks noChangeShapeType="1"/>
            </p:cNvSpPr>
            <p:nvPr/>
          </p:nvSpPr>
          <p:spPr bwMode="auto">
            <a:xfrm>
              <a:off x="4483100" y="5794375"/>
              <a:ext cx="0" cy="377825"/>
            </a:xfrm>
            <a:prstGeom prst="line">
              <a:avLst/>
            </a:prstGeom>
            <a:noFill/>
            <a:ln w="28575">
              <a:solidFill>
                <a:srgbClr val="000000"/>
              </a:solidFill>
              <a:round/>
              <a:headEnd type="none" w="sm" len="sm"/>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56326" name="Group 69">
              <a:extLst>
                <a:ext uri="{FF2B5EF4-FFF2-40B4-BE49-F238E27FC236}">
                  <a16:creationId xmlns:a16="http://schemas.microsoft.com/office/drawing/2014/main" id="{329237B0-82AF-8B8C-CAEC-26DEFC877535}"/>
                </a:ext>
              </a:extLst>
            </p:cNvPr>
            <p:cNvGrpSpPr>
              <a:grpSpLocks/>
            </p:cNvGrpSpPr>
            <p:nvPr/>
          </p:nvGrpSpPr>
          <p:grpSpPr bwMode="auto">
            <a:xfrm>
              <a:off x="876300" y="1085850"/>
              <a:ext cx="7548563" cy="4929188"/>
              <a:chOff x="552" y="684"/>
              <a:chExt cx="4755" cy="3105"/>
            </a:xfrm>
          </p:grpSpPr>
          <p:sp>
            <p:nvSpPr>
              <p:cNvPr id="56327" name="Line 7">
                <a:extLst>
                  <a:ext uri="{FF2B5EF4-FFF2-40B4-BE49-F238E27FC236}">
                    <a16:creationId xmlns:a16="http://schemas.microsoft.com/office/drawing/2014/main" id="{F7512F36-3B04-3555-60BC-0B4220E6AED2}"/>
                  </a:ext>
                </a:extLst>
              </p:cNvPr>
              <p:cNvSpPr>
                <a:spLocks noChangeShapeType="1"/>
              </p:cNvSpPr>
              <p:nvPr/>
            </p:nvSpPr>
            <p:spPr bwMode="auto">
              <a:xfrm flipV="1">
                <a:off x="2783" y="3718"/>
                <a:ext cx="77" cy="7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04" name="Rectangle 8">
                <a:extLst>
                  <a:ext uri="{FF2B5EF4-FFF2-40B4-BE49-F238E27FC236}">
                    <a16:creationId xmlns:a16="http://schemas.microsoft.com/office/drawing/2014/main" id="{B44D89A2-4BB2-44CB-A4DB-6C7CBBF2AADA}"/>
                  </a:ext>
                </a:extLst>
              </p:cNvPr>
              <p:cNvSpPr>
                <a:spLocks noChangeArrowheads="1"/>
              </p:cNvSpPr>
              <p:nvPr/>
            </p:nvSpPr>
            <p:spPr bwMode="auto">
              <a:xfrm>
                <a:off x="552" y="1846"/>
                <a:ext cx="1781" cy="318"/>
              </a:xfrm>
              <a:prstGeom prst="rect">
                <a:avLst/>
              </a:prstGeom>
              <a:solidFill>
                <a:schemeClr val="accent1">
                  <a:lumMod val="60000"/>
                  <a:lumOff val="40000"/>
                </a:schemeClr>
              </a:solidFill>
              <a:ln w="28575" algn="ctr">
                <a:solidFill>
                  <a:srgbClr val="000000"/>
                </a:solidFill>
                <a:miter lim="800000"/>
                <a:headEnd/>
                <a:tailEnd/>
              </a:ln>
            </p:spPr>
            <p:txBody>
              <a:bodyPr/>
              <a:lstStyle/>
              <a:p>
                <a:pPr algn="ctr" eaLnBrk="1" hangingPunct="1">
                  <a:defRPr/>
                </a:pPr>
                <a:r>
                  <a:rPr lang="en-US">
                    <a:latin typeface="Arial" charset="0"/>
                    <a:cs typeface="Arial" charset="0"/>
                  </a:rPr>
                  <a:t>Carries generation</a:t>
                </a:r>
                <a:endParaRPr lang="ru-RU">
                  <a:latin typeface="Arial" charset="0"/>
                  <a:cs typeface="Arial" charset="0"/>
                </a:endParaRPr>
              </a:p>
            </p:txBody>
          </p:sp>
          <p:sp>
            <p:nvSpPr>
              <p:cNvPr id="55305" name="Rectangle 9">
                <a:extLst>
                  <a:ext uri="{FF2B5EF4-FFF2-40B4-BE49-F238E27FC236}">
                    <a16:creationId xmlns:a16="http://schemas.microsoft.com/office/drawing/2014/main" id="{B4008708-A947-4162-92C0-150E9D8DAC4C}"/>
                  </a:ext>
                </a:extLst>
              </p:cNvPr>
              <p:cNvSpPr>
                <a:spLocks noChangeArrowheads="1"/>
              </p:cNvSpPr>
              <p:nvPr/>
            </p:nvSpPr>
            <p:spPr bwMode="auto">
              <a:xfrm>
                <a:off x="2923" y="1846"/>
                <a:ext cx="1777" cy="318"/>
              </a:xfrm>
              <a:prstGeom prst="rect">
                <a:avLst/>
              </a:prstGeom>
              <a:solidFill>
                <a:schemeClr val="accent1">
                  <a:lumMod val="60000"/>
                  <a:lumOff val="40000"/>
                </a:schemeClr>
              </a:solidFill>
              <a:ln w="28575" algn="ctr">
                <a:solidFill>
                  <a:srgbClr val="000000"/>
                </a:solidFill>
                <a:miter lim="800000"/>
                <a:headEnd/>
                <a:tailEnd/>
              </a:ln>
            </p:spPr>
            <p:txBody>
              <a:bodyPr/>
              <a:lstStyle/>
              <a:p>
                <a:pPr algn="ctr" eaLnBrk="1" hangingPunct="1">
                  <a:defRPr/>
                </a:pPr>
                <a:r>
                  <a:rPr lang="en-US">
                    <a:latin typeface="Arial" charset="0"/>
                    <a:cs typeface="Arial" charset="0"/>
                  </a:rPr>
                  <a:t>Carries generation</a:t>
                </a:r>
                <a:endParaRPr lang="ru-RU">
                  <a:latin typeface="Arial" charset="0"/>
                  <a:cs typeface="Arial" charset="0"/>
                </a:endParaRPr>
              </a:p>
            </p:txBody>
          </p:sp>
          <p:sp>
            <p:nvSpPr>
              <p:cNvPr id="56330" name="Line 10">
                <a:extLst>
                  <a:ext uri="{FF2B5EF4-FFF2-40B4-BE49-F238E27FC236}">
                    <a16:creationId xmlns:a16="http://schemas.microsoft.com/office/drawing/2014/main" id="{D0999477-FE8F-2CEB-CBC6-E16CAE5F9D65}"/>
                  </a:ext>
                </a:extLst>
              </p:cNvPr>
              <p:cNvSpPr>
                <a:spLocks noChangeShapeType="1"/>
              </p:cNvSpPr>
              <p:nvPr/>
            </p:nvSpPr>
            <p:spPr bwMode="auto">
              <a:xfrm flipH="1">
                <a:off x="2323" y="2003"/>
                <a:ext cx="150" cy="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1" name="Line 11">
                <a:extLst>
                  <a:ext uri="{FF2B5EF4-FFF2-40B4-BE49-F238E27FC236}">
                    <a16:creationId xmlns:a16="http://schemas.microsoft.com/office/drawing/2014/main" id="{FF0620D5-367C-014A-4BFA-03DE12063A7B}"/>
                  </a:ext>
                </a:extLst>
              </p:cNvPr>
              <p:cNvSpPr>
                <a:spLocks noChangeShapeType="1"/>
              </p:cNvSpPr>
              <p:nvPr/>
            </p:nvSpPr>
            <p:spPr bwMode="auto">
              <a:xfrm flipH="1">
                <a:off x="4704" y="2011"/>
                <a:ext cx="15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32" name="Line 12">
                <a:extLst>
                  <a:ext uri="{FF2B5EF4-FFF2-40B4-BE49-F238E27FC236}">
                    <a16:creationId xmlns:a16="http://schemas.microsoft.com/office/drawing/2014/main" id="{E500E5FA-6FA2-4D93-A7B0-D8FE45024DFB}"/>
                  </a:ext>
                </a:extLst>
              </p:cNvPr>
              <p:cNvSpPr>
                <a:spLocks noChangeShapeType="1"/>
              </p:cNvSpPr>
              <p:nvPr/>
            </p:nvSpPr>
            <p:spPr bwMode="auto">
              <a:xfrm>
                <a:off x="1147" y="1689"/>
                <a:ext cx="0" cy="156"/>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33" name="Line 13">
                <a:extLst>
                  <a:ext uri="{FF2B5EF4-FFF2-40B4-BE49-F238E27FC236}">
                    <a16:creationId xmlns:a16="http://schemas.microsoft.com/office/drawing/2014/main" id="{DD203391-66D2-C067-DCF8-31F073D736EA}"/>
                  </a:ext>
                </a:extLst>
              </p:cNvPr>
              <p:cNvSpPr>
                <a:spLocks noChangeShapeType="1"/>
              </p:cNvSpPr>
              <p:nvPr/>
            </p:nvSpPr>
            <p:spPr bwMode="auto">
              <a:xfrm>
                <a:off x="1841" y="1567"/>
                <a:ext cx="0" cy="27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34" name="Line 14">
                <a:extLst>
                  <a:ext uri="{FF2B5EF4-FFF2-40B4-BE49-F238E27FC236}">
                    <a16:creationId xmlns:a16="http://schemas.microsoft.com/office/drawing/2014/main" id="{F87B9754-080E-2EA3-0112-314E7A29B853}"/>
                  </a:ext>
                </a:extLst>
              </p:cNvPr>
              <p:cNvSpPr>
                <a:spLocks noChangeShapeType="1"/>
              </p:cNvSpPr>
              <p:nvPr/>
            </p:nvSpPr>
            <p:spPr bwMode="auto">
              <a:xfrm>
                <a:off x="1841" y="1567"/>
                <a:ext cx="3346" cy="0"/>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6335" name="Line 15">
                <a:extLst>
                  <a:ext uri="{FF2B5EF4-FFF2-40B4-BE49-F238E27FC236}">
                    <a16:creationId xmlns:a16="http://schemas.microsoft.com/office/drawing/2014/main" id="{D9E00991-820D-0DAC-35C2-C462A1A7656D}"/>
                  </a:ext>
                </a:extLst>
              </p:cNvPr>
              <p:cNvSpPr>
                <a:spLocks noChangeShapeType="1"/>
              </p:cNvSpPr>
              <p:nvPr/>
            </p:nvSpPr>
            <p:spPr bwMode="auto">
              <a:xfrm>
                <a:off x="4228" y="1563"/>
                <a:ext cx="0" cy="280"/>
              </a:xfrm>
              <a:prstGeom prst="line">
                <a:avLst/>
              </a:prstGeom>
              <a:noFill/>
              <a:ln w="28575">
                <a:solidFill>
                  <a:srgbClr val="000000"/>
                </a:solidFill>
                <a:round/>
                <a:headEnd type="oval" w="med" len="me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36" name="Line 16">
                <a:extLst>
                  <a:ext uri="{FF2B5EF4-FFF2-40B4-BE49-F238E27FC236}">
                    <a16:creationId xmlns:a16="http://schemas.microsoft.com/office/drawing/2014/main" id="{C904D7F4-2482-A90A-29F0-A3270A86D92B}"/>
                  </a:ext>
                </a:extLst>
              </p:cNvPr>
              <p:cNvSpPr>
                <a:spLocks noChangeShapeType="1"/>
              </p:cNvSpPr>
              <p:nvPr/>
            </p:nvSpPr>
            <p:spPr bwMode="auto">
              <a:xfrm>
                <a:off x="1146" y="1689"/>
                <a:ext cx="2342" cy="0"/>
              </a:xfrm>
              <a:prstGeom prst="line">
                <a:avLst/>
              </a:prstGeom>
              <a:noFill/>
              <a:ln w="28575">
                <a:solidFill>
                  <a:srgbClr val="000000"/>
                </a:solidFill>
                <a:round/>
                <a:headEnd type="none" w="sm" len="sm"/>
                <a:tailEnd/>
              </a:ln>
              <a:extLst>
                <a:ext uri="{909E8E84-426E-40DD-AFC4-6F175D3DCCD1}">
                  <a14:hiddenFill xmlns:a14="http://schemas.microsoft.com/office/drawing/2010/main">
                    <a:noFill/>
                  </a14:hiddenFill>
                </a:ext>
              </a:extLst>
            </p:spPr>
            <p:txBody>
              <a:bodyPr/>
              <a:lstStyle/>
              <a:p>
                <a:endParaRPr lang="en-US"/>
              </a:p>
            </p:txBody>
          </p:sp>
          <p:sp>
            <p:nvSpPr>
              <p:cNvPr id="56337" name="Line 17">
                <a:extLst>
                  <a:ext uri="{FF2B5EF4-FFF2-40B4-BE49-F238E27FC236}">
                    <a16:creationId xmlns:a16="http://schemas.microsoft.com/office/drawing/2014/main" id="{99C35F1A-CD4A-610E-6DDF-DF092BC5796B}"/>
                  </a:ext>
                </a:extLst>
              </p:cNvPr>
              <p:cNvSpPr>
                <a:spLocks noChangeShapeType="1"/>
              </p:cNvSpPr>
              <p:nvPr/>
            </p:nvSpPr>
            <p:spPr bwMode="auto">
              <a:xfrm>
                <a:off x="3493" y="1696"/>
                <a:ext cx="0" cy="153"/>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38" name="Text Box 18">
                <a:extLst>
                  <a:ext uri="{FF2B5EF4-FFF2-40B4-BE49-F238E27FC236}">
                    <a16:creationId xmlns:a16="http://schemas.microsoft.com/office/drawing/2014/main" id="{79BA5750-1322-0469-283E-A0B29D699829}"/>
                  </a:ext>
                </a:extLst>
              </p:cNvPr>
              <p:cNvSpPr txBox="1">
                <a:spLocks noChangeArrowheads="1"/>
              </p:cNvSpPr>
              <p:nvPr/>
            </p:nvSpPr>
            <p:spPr bwMode="auto">
              <a:xfrm>
                <a:off x="1829" y="699"/>
                <a:ext cx="972"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A[k+3:k] </a:t>
                </a:r>
                <a:endParaRPr lang="ru-RU" altLang="en-US" sz="1800" baseline="-25000"/>
              </a:p>
              <a:p>
                <a:pPr eaLnBrk="1" hangingPunct="1"/>
                <a:endParaRPr lang="ru-RU" altLang="en-US" sz="1800"/>
              </a:p>
            </p:txBody>
          </p:sp>
          <p:sp>
            <p:nvSpPr>
              <p:cNvPr id="56339" name="Text Box 19">
                <a:extLst>
                  <a:ext uri="{FF2B5EF4-FFF2-40B4-BE49-F238E27FC236}">
                    <a16:creationId xmlns:a16="http://schemas.microsoft.com/office/drawing/2014/main" id="{D629B0E6-FBB4-47E1-08B6-EE946B4262CC}"/>
                  </a:ext>
                </a:extLst>
              </p:cNvPr>
              <p:cNvSpPr txBox="1">
                <a:spLocks noChangeArrowheads="1"/>
              </p:cNvSpPr>
              <p:nvPr/>
            </p:nvSpPr>
            <p:spPr bwMode="auto">
              <a:xfrm>
                <a:off x="2704" y="684"/>
                <a:ext cx="777"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B[k+3:k] </a:t>
                </a:r>
                <a:endParaRPr lang="ru-RU" altLang="en-US" sz="1800" baseline="-25000"/>
              </a:p>
              <a:p>
                <a:pPr eaLnBrk="1" hangingPunct="1"/>
                <a:endParaRPr lang="ru-RU" altLang="en-US" sz="1800"/>
              </a:p>
            </p:txBody>
          </p:sp>
          <p:sp>
            <p:nvSpPr>
              <p:cNvPr id="56340" name="Text Box 20">
                <a:extLst>
                  <a:ext uri="{FF2B5EF4-FFF2-40B4-BE49-F238E27FC236}">
                    <a16:creationId xmlns:a16="http://schemas.microsoft.com/office/drawing/2014/main" id="{EA0F2C90-1D6C-1990-9643-81A019006C26}"/>
                  </a:ext>
                </a:extLst>
              </p:cNvPr>
              <p:cNvSpPr txBox="1">
                <a:spLocks noChangeArrowheads="1"/>
              </p:cNvSpPr>
              <p:nvPr/>
            </p:nvSpPr>
            <p:spPr bwMode="auto">
              <a:xfrm>
                <a:off x="2469" y="1889"/>
                <a:ext cx="486" cy="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C=1</a:t>
                </a:r>
              </a:p>
            </p:txBody>
          </p:sp>
          <p:sp>
            <p:nvSpPr>
              <p:cNvPr id="56341" name="Text Box 21">
                <a:extLst>
                  <a:ext uri="{FF2B5EF4-FFF2-40B4-BE49-F238E27FC236}">
                    <a16:creationId xmlns:a16="http://schemas.microsoft.com/office/drawing/2014/main" id="{F5CC4EF5-48BB-5F65-B29C-E9270CF85E5E}"/>
                  </a:ext>
                </a:extLst>
              </p:cNvPr>
              <p:cNvSpPr txBox="1">
                <a:spLocks noChangeArrowheads="1"/>
              </p:cNvSpPr>
              <p:nvPr/>
            </p:nvSpPr>
            <p:spPr bwMode="auto">
              <a:xfrm>
                <a:off x="4821" y="1889"/>
                <a:ext cx="486"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C=0</a:t>
                </a:r>
              </a:p>
            </p:txBody>
          </p:sp>
          <p:sp>
            <p:nvSpPr>
              <p:cNvPr id="56342" name="Line 22">
                <a:extLst>
                  <a:ext uri="{FF2B5EF4-FFF2-40B4-BE49-F238E27FC236}">
                    <a16:creationId xmlns:a16="http://schemas.microsoft.com/office/drawing/2014/main" id="{A7B7D771-5AFF-9B51-FF3F-1B6B55F646A6}"/>
                  </a:ext>
                </a:extLst>
              </p:cNvPr>
              <p:cNvSpPr>
                <a:spLocks noChangeShapeType="1"/>
              </p:cNvSpPr>
              <p:nvPr/>
            </p:nvSpPr>
            <p:spPr bwMode="auto">
              <a:xfrm>
                <a:off x="1732" y="2168"/>
                <a:ext cx="0" cy="3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19" name="AutoShape 23">
                <a:extLst>
                  <a:ext uri="{FF2B5EF4-FFF2-40B4-BE49-F238E27FC236}">
                    <a16:creationId xmlns:a16="http://schemas.microsoft.com/office/drawing/2014/main" id="{7880F7A5-0AAC-4273-A54F-AE86B8EDB4CC}"/>
                  </a:ext>
                </a:extLst>
              </p:cNvPr>
              <p:cNvSpPr>
                <a:spLocks noChangeArrowheads="1"/>
              </p:cNvSpPr>
              <p:nvPr/>
            </p:nvSpPr>
            <p:spPr bwMode="auto">
              <a:xfrm>
                <a:off x="2032" y="2713"/>
                <a:ext cx="1203" cy="253"/>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3663 w 21600"/>
                  <a:gd name="T13" fmla="*/ 3642 h 21600"/>
                  <a:gd name="T14" fmla="*/ 17937 w 21600"/>
                  <a:gd name="T15" fmla="*/ 17958 h 21600"/>
                </a:gdLst>
                <a:ahLst/>
                <a:cxnLst>
                  <a:cxn ang="T8">
                    <a:pos x="T0" y="T1"/>
                  </a:cxn>
                  <a:cxn ang="T9">
                    <a:pos x="T2" y="T3"/>
                  </a:cxn>
                  <a:cxn ang="T10">
                    <a:pos x="T4" y="T5"/>
                  </a:cxn>
                  <a:cxn ang="T11">
                    <a:pos x="T6" y="T7"/>
                  </a:cxn>
                </a:cxnLst>
                <a:rect l="T12" t="T13" r="T14" b="T15"/>
                <a:pathLst>
                  <a:path w="21600" h="21600">
                    <a:moveTo>
                      <a:pt x="0" y="0"/>
                    </a:moveTo>
                    <a:lnTo>
                      <a:pt x="3738" y="21600"/>
                    </a:lnTo>
                    <a:lnTo>
                      <a:pt x="17862" y="21600"/>
                    </a:lnTo>
                    <a:lnTo>
                      <a:pt x="21600" y="0"/>
                    </a:lnTo>
                    <a:lnTo>
                      <a:pt x="0" y="0"/>
                    </a:lnTo>
                    <a:close/>
                  </a:path>
                </a:pathLst>
              </a:custGeom>
              <a:solidFill>
                <a:schemeClr val="accent1">
                  <a:lumMod val="60000"/>
                  <a:lumOff val="40000"/>
                </a:schemeClr>
              </a:solidFill>
              <a:ln w="28575" algn="ctr">
                <a:solidFill>
                  <a:srgbClr val="000000"/>
                </a:solidFill>
                <a:miter lim="800000"/>
                <a:headEnd/>
                <a:tailEnd/>
              </a:ln>
            </p:spPr>
            <p:txBody>
              <a:bodyPr/>
              <a:lstStyle/>
              <a:p>
                <a:pPr algn="ctr" eaLnBrk="1" hangingPunct="1">
                  <a:defRPr/>
                </a:pPr>
                <a:r>
                  <a:rPr lang="ru-RU">
                    <a:latin typeface="Arial" charset="0"/>
                    <a:cs typeface="Arial" charset="0"/>
                  </a:rPr>
                  <a:t>MUX</a:t>
                </a:r>
              </a:p>
            </p:txBody>
          </p:sp>
          <p:sp>
            <p:nvSpPr>
              <p:cNvPr id="56344" name="Line 24">
                <a:extLst>
                  <a:ext uri="{FF2B5EF4-FFF2-40B4-BE49-F238E27FC236}">
                    <a16:creationId xmlns:a16="http://schemas.microsoft.com/office/drawing/2014/main" id="{25D55D2C-4874-F08C-EC2E-D37EA90E3D60}"/>
                  </a:ext>
                </a:extLst>
              </p:cNvPr>
              <p:cNvSpPr>
                <a:spLocks noChangeShapeType="1"/>
              </p:cNvSpPr>
              <p:nvPr/>
            </p:nvSpPr>
            <p:spPr bwMode="auto">
              <a:xfrm flipV="1">
                <a:off x="3538" y="2166"/>
                <a:ext cx="0" cy="30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5321" name="Rectangle 25">
                <a:extLst>
                  <a:ext uri="{FF2B5EF4-FFF2-40B4-BE49-F238E27FC236}">
                    <a16:creationId xmlns:a16="http://schemas.microsoft.com/office/drawing/2014/main" id="{35D47CD7-6E3F-4308-9773-9EDBD3949807}"/>
                  </a:ext>
                </a:extLst>
              </p:cNvPr>
              <p:cNvSpPr>
                <a:spLocks noChangeArrowheads="1"/>
              </p:cNvSpPr>
              <p:nvPr/>
            </p:nvSpPr>
            <p:spPr bwMode="auto">
              <a:xfrm>
                <a:off x="2024" y="1081"/>
                <a:ext cx="1166" cy="227"/>
              </a:xfrm>
              <a:prstGeom prst="rect">
                <a:avLst/>
              </a:prstGeom>
              <a:solidFill>
                <a:schemeClr val="accent1">
                  <a:lumMod val="60000"/>
                  <a:lumOff val="40000"/>
                </a:schemeClr>
              </a:solidFill>
              <a:ln w="28575" algn="ctr">
                <a:solidFill>
                  <a:srgbClr val="000000"/>
                </a:solidFill>
                <a:miter lim="800000"/>
                <a:headEnd/>
                <a:tailEnd/>
              </a:ln>
            </p:spPr>
            <p:txBody>
              <a:bodyPr/>
              <a:lstStyle/>
              <a:p>
                <a:pPr algn="ctr" eaLnBrk="1" hangingPunct="1">
                  <a:defRPr/>
                </a:pPr>
                <a:r>
                  <a:rPr lang="ru-RU">
                    <a:latin typeface="Arial" charset="0"/>
                    <a:cs typeface="Arial" charset="0"/>
                  </a:rPr>
                  <a:t>Setup</a:t>
                </a:r>
              </a:p>
            </p:txBody>
          </p:sp>
          <p:sp>
            <p:nvSpPr>
              <p:cNvPr id="56346" name="Line 26">
                <a:extLst>
                  <a:ext uri="{FF2B5EF4-FFF2-40B4-BE49-F238E27FC236}">
                    <a16:creationId xmlns:a16="http://schemas.microsoft.com/office/drawing/2014/main" id="{2218D2BF-FEC2-2E0C-2E87-9D22046A898E}"/>
                  </a:ext>
                </a:extLst>
              </p:cNvPr>
              <p:cNvSpPr>
                <a:spLocks noChangeShapeType="1"/>
              </p:cNvSpPr>
              <p:nvPr/>
            </p:nvSpPr>
            <p:spPr bwMode="auto">
              <a:xfrm>
                <a:off x="2226" y="871"/>
                <a:ext cx="0" cy="210"/>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47" name="Line 27">
                <a:extLst>
                  <a:ext uri="{FF2B5EF4-FFF2-40B4-BE49-F238E27FC236}">
                    <a16:creationId xmlns:a16="http://schemas.microsoft.com/office/drawing/2014/main" id="{DA81F153-EA3F-C3D1-3A32-B2B642ED50C3}"/>
                  </a:ext>
                </a:extLst>
              </p:cNvPr>
              <p:cNvSpPr>
                <a:spLocks noChangeShapeType="1"/>
              </p:cNvSpPr>
              <p:nvPr/>
            </p:nvSpPr>
            <p:spPr bwMode="auto">
              <a:xfrm>
                <a:off x="2971" y="864"/>
                <a:ext cx="0" cy="209"/>
              </a:xfrm>
              <a:prstGeom prst="line">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48" name="Line 28">
                <a:extLst>
                  <a:ext uri="{FF2B5EF4-FFF2-40B4-BE49-F238E27FC236}">
                    <a16:creationId xmlns:a16="http://schemas.microsoft.com/office/drawing/2014/main" id="{97C501CC-7DEC-A317-A634-DA04279400EC}"/>
                  </a:ext>
                </a:extLst>
              </p:cNvPr>
              <p:cNvSpPr>
                <a:spLocks noChangeShapeType="1"/>
              </p:cNvSpPr>
              <p:nvPr/>
            </p:nvSpPr>
            <p:spPr bwMode="auto">
              <a:xfrm>
                <a:off x="2315" y="1311"/>
                <a:ext cx="0" cy="247"/>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49" name="Line 29">
                <a:extLst>
                  <a:ext uri="{FF2B5EF4-FFF2-40B4-BE49-F238E27FC236}">
                    <a16:creationId xmlns:a16="http://schemas.microsoft.com/office/drawing/2014/main" id="{22500F80-2390-9706-7998-C33A5A611D33}"/>
                  </a:ext>
                </a:extLst>
              </p:cNvPr>
              <p:cNvSpPr>
                <a:spLocks noChangeShapeType="1"/>
              </p:cNvSpPr>
              <p:nvPr/>
            </p:nvSpPr>
            <p:spPr bwMode="auto">
              <a:xfrm>
                <a:off x="2832" y="1313"/>
                <a:ext cx="0" cy="373"/>
              </a:xfrm>
              <a:prstGeom prst="line">
                <a:avLst/>
              </a:prstGeom>
              <a:noFill/>
              <a:ln w="28575">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56350" name="Line 30">
                <a:extLst>
                  <a:ext uri="{FF2B5EF4-FFF2-40B4-BE49-F238E27FC236}">
                    <a16:creationId xmlns:a16="http://schemas.microsoft.com/office/drawing/2014/main" id="{3C964ED1-ED64-8E97-52B0-6D654F7EEBFF}"/>
                  </a:ext>
                </a:extLst>
              </p:cNvPr>
              <p:cNvSpPr>
                <a:spLocks noChangeShapeType="1"/>
              </p:cNvSpPr>
              <p:nvPr/>
            </p:nvSpPr>
            <p:spPr bwMode="auto">
              <a:xfrm flipV="1">
                <a:off x="2793" y="1388"/>
                <a:ext cx="77" cy="7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1" name="Line 31">
                <a:extLst>
                  <a:ext uri="{FF2B5EF4-FFF2-40B4-BE49-F238E27FC236}">
                    <a16:creationId xmlns:a16="http://schemas.microsoft.com/office/drawing/2014/main" id="{73765A6F-7ED3-F7BC-8885-6D46EB963732}"/>
                  </a:ext>
                </a:extLst>
              </p:cNvPr>
              <p:cNvSpPr>
                <a:spLocks noChangeShapeType="1"/>
              </p:cNvSpPr>
              <p:nvPr/>
            </p:nvSpPr>
            <p:spPr bwMode="auto">
              <a:xfrm flipV="1">
                <a:off x="2275" y="1373"/>
                <a:ext cx="76" cy="7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2" name="Text Box 32">
                <a:extLst>
                  <a:ext uri="{FF2B5EF4-FFF2-40B4-BE49-F238E27FC236}">
                    <a16:creationId xmlns:a16="http://schemas.microsoft.com/office/drawing/2014/main" id="{9C3A4DA9-86AB-47EB-4DB5-4571150D03D1}"/>
                  </a:ext>
                </a:extLst>
              </p:cNvPr>
              <p:cNvSpPr txBox="1">
                <a:spLocks noChangeArrowheads="1"/>
              </p:cNvSpPr>
              <p:nvPr/>
            </p:nvSpPr>
            <p:spPr bwMode="auto">
              <a:xfrm>
                <a:off x="1630" y="1343"/>
                <a:ext cx="762"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P[k+3:k]</a:t>
                </a:r>
              </a:p>
            </p:txBody>
          </p:sp>
          <p:sp>
            <p:nvSpPr>
              <p:cNvPr id="56353" name="Text Box 33">
                <a:extLst>
                  <a:ext uri="{FF2B5EF4-FFF2-40B4-BE49-F238E27FC236}">
                    <a16:creationId xmlns:a16="http://schemas.microsoft.com/office/drawing/2014/main" id="{5C77139A-3C95-2FCF-1AF0-48B47B9634F8}"/>
                  </a:ext>
                </a:extLst>
              </p:cNvPr>
              <p:cNvSpPr txBox="1">
                <a:spLocks noChangeArrowheads="1"/>
              </p:cNvSpPr>
              <p:nvPr/>
            </p:nvSpPr>
            <p:spPr bwMode="auto">
              <a:xfrm>
                <a:off x="2833" y="1313"/>
                <a:ext cx="105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G[k+3:k]</a:t>
                </a:r>
              </a:p>
            </p:txBody>
          </p:sp>
          <p:sp>
            <p:nvSpPr>
              <p:cNvPr id="55330" name="Rectangle 34">
                <a:extLst>
                  <a:ext uri="{FF2B5EF4-FFF2-40B4-BE49-F238E27FC236}">
                    <a16:creationId xmlns:a16="http://schemas.microsoft.com/office/drawing/2014/main" id="{74EA5546-9FDB-43DB-8D29-F4C26E6BBAC3}"/>
                  </a:ext>
                </a:extLst>
              </p:cNvPr>
              <p:cNvSpPr>
                <a:spLocks noChangeArrowheads="1"/>
              </p:cNvSpPr>
              <p:nvPr/>
            </p:nvSpPr>
            <p:spPr bwMode="auto">
              <a:xfrm>
                <a:off x="1926" y="3364"/>
                <a:ext cx="1669" cy="286"/>
              </a:xfrm>
              <a:prstGeom prst="rect">
                <a:avLst/>
              </a:prstGeom>
              <a:solidFill>
                <a:schemeClr val="accent1">
                  <a:lumMod val="60000"/>
                  <a:lumOff val="40000"/>
                </a:schemeClr>
              </a:solidFill>
              <a:ln w="28575" algn="ctr">
                <a:solidFill>
                  <a:srgbClr val="000000"/>
                </a:solidFill>
                <a:miter lim="800000"/>
                <a:headEnd/>
                <a:tailEnd/>
              </a:ln>
            </p:spPr>
            <p:txBody>
              <a:bodyPr/>
              <a:lstStyle/>
              <a:p>
                <a:pPr algn="ctr" eaLnBrk="1" hangingPunct="1">
                  <a:defRPr/>
                </a:pPr>
                <a:r>
                  <a:rPr lang="ru-RU">
                    <a:latin typeface="Arial" charset="0"/>
                    <a:cs typeface="Arial" charset="0"/>
                  </a:rPr>
                  <a:t>Sum</a:t>
                </a:r>
              </a:p>
            </p:txBody>
          </p:sp>
          <p:sp>
            <p:nvSpPr>
              <p:cNvPr id="56355" name="Line 35">
                <a:extLst>
                  <a:ext uri="{FF2B5EF4-FFF2-40B4-BE49-F238E27FC236}">
                    <a16:creationId xmlns:a16="http://schemas.microsoft.com/office/drawing/2014/main" id="{9072AC48-E590-8AB3-C0F9-95D515D5BD0B}"/>
                  </a:ext>
                </a:extLst>
              </p:cNvPr>
              <p:cNvSpPr>
                <a:spLocks noChangeShapeType="1"/>
              </p:cNvSpPr>
              <p:nvPr/>
            </p:nvSpPr>
            <p:spPr bwMode="auto">
              <a:xfrm>
                <a:off x="5184" y="1570"/>
                <a:ext cx="0" cy="1599"/>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6" name="Line 36">
                <a:extLst>
                  <a:ext uri="{FF2B5EF4-FFF2-40B4-BE49-F238E27FC236}">
                    <a16:creationId xmlns:a16="http://schemas.microsoft.com/office/drawing/2014/main" id="{C3EDF30B-B274-4F50-77F8-D4E7EF5BE044}"/>
                  </a:ext>
                </a:extLst>
              </p:cNvPr>
              <p:cNvSpPr>
                <a:spLocks noChangeShapeType="1"/>
              </p:cNvSpPr>
              <p:nvPr/>
            </p:nvSpPr>
            <p:spPr bwMode="auto">
              <a:xfrm flipV="1">
                <a:off x="2186" y="909"/>
                <a:ext cx="76" cy="7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7" name="Line 37">
                <a:extLst>
                  <a:ext uri="{FF2B5EF4-FFF2-40B4-BE49-F238E27FC236}">
                    <a16:creationId xmlns:a16="http://schemas.microsoft.com/office/drawing/2014/main" id="{011FA968-BE3F-DB37-0AC9-3081158BCDFA}"/>
                  </a:ext>
                </a:extLst>
              </p:cNvPr>
              <p:cNvSpPr>
                <a:spLocks noChangeShapeType="1"/>
              </p:cNvSpPr>
              <p:nvPr/>
            </p:nvSpPr>
            <p:spPr bwMode="auto">
              <a:xfrm flipV="1">
                <a:off x="2939" y="909"/>
                <a:ext cx="76" cy="7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8" name="Line 38">
                <a:extLst>
                  <a:ext uri="{FF2B5EF4-FFF2-40B4-BE49-F238E27FC236}">
                    <a16:creationId xmlns:a16="http://schemas.microsoft.com/office/drawing/2014/main" id="{9482F4E4-B762-588B-83FF-99A8C81D881B}"/>
                  </a:ext>
                </a:extLst>
              </p:cNvPr>
              <p:cNvSpPr>
                <a:spLocks noChangeShapeType="1"/>
              </p:cNvSpPr>
              <p:nvPr/>
            </p:nvSpPr>
            <p:spPr bwMode="auto">
              <a:xfrm flipV="1">
                <a:off x="3497" y="2286"/>
                <a:ext cx="77" cy="7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59" name="Line 39">
                <a:extLst>
                  <a:ext uri="{FF2B5EF4-FFF2-40B4-BE49-F238E27FC236}">
                    <a16:creationId xmlns:a16="http://schemas.microsoft.com/office/drawing/2014/main" id="{47288CA9-5E24-6C28-2E1D-3DEE14FA6B06}"/>
                  </a:ext>
                </a:extLst>
              </p:cNvPr>
              <p:cNvSpPr>
                <a:spLocks noChangeShapeType="1"/>
              </p:cNvSpPr>
              <p:nvPr/>
            </p:nvSpPr>
            <p:spPr bwMode="auto">
              <a:xfrm flipV="1">
                <a:off x="1692" y="2286"/>
                <a:ext cx="76" cy="7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0" name="Text Box 40">
                <a:extLst>
                  <a:ext uri="{FF2B5EF4-FFF2-40B4-BE49-F238E27FC236}">
                    <a16:creationId xmlns:a16="http://schemas.microsoft.com/office/drawing/2014/main" id="{6CF49242-DB8C-2CA4-C64F-3F142A1302BC}"/>
                  </a:ext>
                </a:extLst>
              </p:cNvPr>
              <p:cNvSpPr txBox="1">
                <a:spLocks noChangeArrowheads="1"/>
              </p:cNvSpPr>
              <p:nvPr/>
            </p:nvSpPr>
            <p:spPr bwMode="auto">
              <a:xfrm>
                <a:off x="2874" y="2713"/>
                <a:ext cx="33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0</a:t>
                </a:r>
              </a:p>
            </p:txBody>
          </p:sp>
          <p:sp>
            <p:nvSpPr>
              <p:cNvPr id="56361" name="Text Box 41">
                <a:extLst>
                  <a:ext uri="{FF2B5EF4-FFF2-40B4-BE49-F238E27FC236}">
                    <a16:creationId xmlns:a16="http://schemas.microsoft.com/office/drawing/2014/main" id="{B0B725E9-C836-8F6C-4745-17859315680C}"/>
                  </a:ext>
                </a:extLst>
              </p:cNvPr>
              <p:cNvSpPr txBox="1">
                <a:spLocks noChangeArrowheads="1"/>
              </p:cNvSpPr>
              <p:nvPr/>
            </p:nvSpPr>
            <p:spPr bwMode="auto">
              <a:xfrm>
                <a:off x="2194" y="2706"/>
                <a:ext cx="33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1</a:t>
                </a:r>
              </a:p>
            </p:txBody>
          </p:sp>
          <p:sp>
            <p:nvSpPr>
              <p:cNvPr id="56362" name="Line 42">
                <a:extLst>
                  <a:ext uri="{FF2B5EF4-FFF2-40B4-BE49-F238E27FC236}">
                    <a16:creationId xmlns:a16="http://schemas.microsoft.com/office/drawing/2014/main" id="{86F5BE91-0D7F-032E-BF4F-CE56F5395943}"/>
                  </a:ext>
                </a:extLst>
              </p:cNvPr>
              <p:cNvSpPr>
                <a:spLocks noChangeShapeType="1"/>
              </p:cNvSpPr>
              <p:nvPr/>
            </p:nvSpPr>
            <p:spPr bwMode="auto">
              <a:xfrm>
                <a:off x="2987" y="2473"/>
                <a:ext cx="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3" name="Line 43">
                <a:extLst>
                  <a:ext uri="{FF2B5EF4-FFF2-40B4-BE49-F238E27FC236}">
                    <a16:creationId xmlns:a16="http://schemas.microsoft.com/office/drawing/2014/main" id="{B385D3CE-146E-4F18-6950-771B70D367E4}"/>
                  </a:ext>
                </a:extLst>
              </p:cNvPr>
              <p:cNvSpPr>
                <a:spLocks noChangeShapeType="1"/>
              </p:cNvSpPr>
              <p:nvPr/>
            </p:nvSpPr>
            <p:spPr bwMode="auto">
              <a:xfrm>
                <a:off x="2979" y="2473"/>
                <a:ext cx="0" cy="23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64" name="Line 44">
                <a:extLst>
                  <a:ext uri="{FF2B5EF4-FFF2-40B4-BE49-F238E27FC236}">
                    <a16:creationId xmlns:a16="http://schemas.microsoft.com/office/drawing/2014/main" id="{9DACA5C7-D19D-05F9-BEA0-75F7CE6F3B33}"/>
                  </a:ext>
                </a:extLst>
              </p:cNvPr>
              <p:cNvSpPr>
                <a:spLocks noChangeShapeType="1"/>
              </p:cNvSpPr>
              <p:nvPr/>
            </p:nvSpPr>
            <p:spPr bwMode="auto">
              <a:xfrm>
                <a:off x="1732" y="2473"/>
                <a:ext cx="54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5" name="Line 45">
                <a:extLst>
                  <a:ext uri="{FF2B5EF4-FFF2-40B4-BE49-F238E27FC236}">
                    <a16:creationId xmlns:a16="http://schemas.microsoft.com/office/drawing/2014/main" id="{7F5456C7-16F5-9335-7F96-AA9240742776}"/>
                  </a:ext>
                </a:extLst>
              </p:cNvPr>
              <p:cNvSpPr>
                <a:spLocks noChangeShapeType="1"/>
              </p:cNvSpPr>
              <p:nvPr/>
            </p:nvSpPr>
            <p:spPr bwMode="auto">
              <a:xfrm>
                <a:off x="2291" y="2473"/>
                <a:ext cx="0" cy="238"/>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66" name="Line 46">
                <a:extLst>
                  <a:ext uri="{FF2B5EF4-FFF2-40B4-BE49-F238E27FC236}">
                    <a16:creationId xmlns:a16="http://schemas.microsoft.com/office/drawing/2014/main" id="{1B24BBC9-B75F-BD72-7C3E-838E090E19BA}"/>
                  </a:ext>
                </a:extLst>
              </p:cNvPr>
              <p:cNvSpPr>
                <a:spLocks noChangeShapeType="1"/>
              </p:cNvSpPr>
              <p:nvPr/>
            </p:nvSpPr>
            <p:spPr bwMode="auto">
              <a:xfrm>
                <a:off x="2663" y="2977"/>
                <a:ext cx="0" cy="38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67" name="Line 47">
                <a:extLst>
                  <a:ext uri="{FF2B5EF4-FFF2-40B4-BE49-F238E27FC236}">
                    <a16:creationId xmlns:a16="http://schemas.microsoft.com/office/drawing/2014/main" id="{5ACA64A9-A3E1-FB67-F3DC-37E262919553}"/>
                  </a:ext>
                </a:extLst>
              </p:cNvPr>
              <p:cNvSpPr>
                <a:spLocks noChangeShapeType="1"/>
              </p:cNvSpPr>
              <p:nvPr/>
            </p:nvSpPr>
            <p:spPr bwMode="auto">
              <a:xfrm>
                <a:off x="2955" y="3177"/>
                <a:ext cx="0" cy="18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68" name="Line 48">
                <a:extLst>
                  <a:ext uri="{FF2B5EF4-FFF2-40B4-BE49-F238E27FC236}">
                    <a16:creationId xmlns:a16="http://schemas.microsoft.com/office/drawing/2014/main" id="{9E212BD5-53E3-CAF4-D2BA-3688092714E0}"/>
                  </a:ext>
                </a:extLst>
              </p:cNvPr>
              <p:cNvSpPr>
                <a:spLocks noChangeShapeType="1"/>
              </p:cNvSpPr>
              <p:nvPr/>
            </p:nvSpPr>
            <p:spPr bwMode="auto">
              <a:xfrm>
                <a:off x="2955" y="3170"/>
                <a:ext cx="221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69" name="Text Box 49">
                <a:extLst>
                  <a:ext uri="{FF2B5EF4-FFF2-40B4-BE49-F238E27FC236}">
                    <a16:creationId xmlns:a16="http://schemas.microsoft.com/office/drawing/2014/main" id="{C74642FD-2F6E-D917-BDE7-D54894B11D24}"/>
                  </a:ext>
                </a:extLst>
              </p:cNvPr>
              <p:cNvSpPr txBox="1">
                <a:spLocks noChangeArrowheads="1"/>
              </p:cNvSpPr>
              <p:nvPr/>
            </p:nvSpPr>
            <p:spPr bwMode="auto">
              <a:xfrm>
                <a:off x="3546" y="2229"/>
                <a:ext cx="97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C[k+3:k+1]</a:t>
                </a:r>
                <a:r>
                  <a:rPr lang="ru-RU" altLang="en-US" sz="1800" baseline="-25000"/>
                  <a:t>0</a:t>
                </a:r>
                <a:endParaRPr lang="ru-RU" altLang="en-US" sz="1800"/>
              </a:p>
            </p:txBody>
          </p:sp>
          <p:sp>
            <p:nvSpPr>
              <p:cNvPr id="56370" name="Text Box 50">
                <a:extLst>
                  <a:ext uri="{FF2B5EF4-FFF2-40B4-BE49-F238E27FC236}">
                    <a16:creationId xmlns:a16="http://schemas.microsoft.com/office/drawing/2014/main" id="{B357E6CA-0CEB-34D3-53FD-2E310F59E299}"/>
                  </a:ext>
                </a:extLst>
              </p:cNvPr>
              <p:cNvSpPr txBox="1">
                <a:spLocks noChangeArrowheads="1"/>
              </p:cNvSpPr>
              <p:nvPr/>
            </p:nvSpPr>
            <p:spPr bwMode="auto">
              <a:xfrm>
                <a:off x="1797" y="2241"/>
                <a:ext cx="972"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C[k+3:k+1]</a:t>
                </a:r>
                <a:r>
                  <a:rPr lang="ru-RU" altLang="en-US" sz="1800" baseline="-25000"/>
                  <a:t>1</a:t>
                </a:r>
                <a:endParaRPr lang="ru-RU" altLang="en-US" sz="1800"/>
              </a:p>
            </p:txBody>
          </p:sp>
          <p:sp>
            <p:nvSpPr>
              <p:cNvPr id="55347" name="AutoShape 51">
                <a:extLst>
                  <a:ext uri="{FF2B5EF4-FFF2-40B4-BE49-F238E27FC236}">
                    <a16:creationId xmlns:a16="http://schemas.microsoft.com/office/drawing/2014/main" id="{15AAC34A-FCE0-4406-B28C-5A0E13E57E3F}"/>
                  </a:ext>
                </a:extLst>
              </p:cNvPr>
              <p:cNvSpPr>
                <a:spLocks noChangeArrowheads="1"/>
              </p:cNvSpPr>
              <p:nvPr/>
            </p:nvSpPr>
            <p:spPr bwMode="auto">
              <a:xfrm>
                <a:off x="1141" y="2730"/>
                <a:ext cx="646" cy="23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14 w 21600"/>
                  <a:gd name="T13" fmla="*/ 4538 h 21600"/>
                  <a:gd name="T14" fmla="*/ 17086 w 21600"/>
                  <a:gd name="T15" fmla="*/ 17062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schemeClr>
              </a:solidFill>
              <a:ln w="28575" algn="ctr">
                <a:solidFill>
                  <a:srgbClr val="000000"/>
                </a:solidFill>
                <a:miter lim="800000"/>
                <a:headEnd/>
                <a:tailEnd/>
              </a:ln>
            </p:spPr>
            <p:txBody>
              <a:bodyPr/>
              <a:lstStyle/>
              <a:p>
                <a:pPr eaLnBrk="1" hangingPunct="1">
                  <a:defRPr/>
                </a:pPr>
                <a:endParaRPr lang="en-GB">
                  <a:latin typeface="Arial" charset="0"/>
                  <a:cs typeface="Arial" charset="0"/>
                </a:endParaRPr>
              </a:p>
            </p:txBody>
          </p:sp>
          <p:sp>
            <p:nvSpPr>
              <p:cNvPr id="56372" name="Line 52">
                <a:extLst>
                  <a:ext uri="{FF2B5EF4-FFF2-40B4-BE49-F238E27FC236}">
                    <a16:creationId xmlns:a16="http://schemas.microsoft.com/office/drawing/2014/main" id="{CC44EB7F-37CE-D155-972C-F43FB46C178C}"/>
                  </a:ext>
                </a:extLst>
              </p:cNvPr>
              <p:cNvSpPr>
                <a:spLocks noChangeShapeType="1"/>
              </p:cNvSpPr>
              <p:nvPr/>
            </p:nvSpPr>
            <p:spPr bwMode="auto">
              <a:xfrm>
                <a:off x="3148" y="2174"/>
                <a:ext cx="0" cy="407"/>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3" name="Line 53">
                <a:extLst>
                  <a:ext uri="{FF2B5EF4-FFF2-40B4-BE49-F238E27FC236}">
                    <a16:creationId xmlns:a16="http://schemas.microsoft.com/office/drawing/2014/main" id="{C97D8262-25AF-2FF6-5DD6-D29CB44C180A}"/>
                  </a:ext>
                </a:extLst>
              </p:cNvPr>
              <p:cNvSpPr>
                <a:spLocks noChangeShapeType="1"/>
              </p:cNvSpPr>
              <p:nvPr/>
            </p:nvSpPr>
            <p:spPr bwMode="auto">
              <a:xfrm flipH="1">
                <a:off x="1615" y="2584"/>
                <a:ext cx="1539"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74" name="Line 54">
                <a:extLst>
                  <a:ext uri="{FF2B5EF4-FFF2-40B4-BE49-F238E27FC236}">
                    <a16:creationId xmlns:a16="http://schemas.microsoft.com/office/drawing/2014/main" id="{39A64B97-293C-E7FB-8087-C721764FA3C7}"/>
                  </a:ext>
                </a:extLst>
              </p:cNvPr>
              <p:cNvSpPr>
                <a:spLocks noChangeShapeType="1"/>
              </p:cNvSpPr>
              <p:nvPr/>
            </p:nvSpPr>
            <p:spPr bwMode="auto">
              <a:xfrm>
                <a:off x="1625" y="2586"/>
                <a:ext cx="0" cy="147"/>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75" name="Line 55">
                <a:extLst>
                  <a:ext uri="{FF2B5EF4-FFF2-40B4-BE49-F238E27FC236}">
                    <a16:creationId xmlns:a16="http://schemas.microsoft.com/office/drawing/2014/main" id="{F954469A-47E8-074C-380C-114CB11CD632}"/>
                  </a:ext>
                </a:extLst>
              </p:cNvPr>
              <p:cNvSpPr>
                <a:spLocks noChangeShapeType="1"/>
              </p:cNvSpPr>
              <p:nvPr/>
            </p:nvSpPr>
            <p:spPr bwMode="auto">
              <a:xfrm>
                <a:off x="1319" y="2159"/>
                <a:ext cx="0" cy="569"/>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76" name="Text Box 56">
                <a:extLst>
                  <a:ext uri="{FF2B5EF4-FFF2-40B4-BE49-F238E27FC236}">
                    <a16:creationId xmlns:a16="http://schemas.microsoft.com/office/drawing/2014/main" id="{8BF9F3F1-7498-6CBE-D16B-388460D6CE9A}"/>
                  </a:ext>
                </a:extLst>
              </p:cNvPr>
              <p:cNvSpPr txBox="1">
                <a:spLocks noChangeArrowheads="1"/>
              </p:cNvSpPr>
              <p:nvPr/>
            </p:nvSpPr>
            <p:spPr bwMode="auto">
              <a:xfrm>
                <a:off x="1518" y="2701"/>
                <a:ext cx="332" cy="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0</a:t>
                </a:r>
              </a:p>
            </p:txBody>
          </p:sp>
          <p:sp>
            <p:nvSpPr>
              <p:cNvPr id="56377" name="Text Box 57">
                <a:extLst>
                  <a:ext uri="{FF2B5EF4-FFF2-40B4-BE49-F238E27FC236}">
                    <a16:creationId xmlns:a16="http://schemas.microsoft.com/office/drawing/2014/main" id="{0FC82D81-DF83-42AD-EBD7-B71F6E1916EF}"/>
                  </a:ext>
                </a:extLst>
              </p:cNvPr>
              <p:cNvSpPr txBox="1">
                <a:spLocks noChangeArrowheads="1"/>
              </p:cNvSpPr>
              <p:nvPr/>
            </p:nvSpPr>
            <p:spPr bwMode="auto">
              <a:xfrm>
                <a:off x="1206" y="2706"/>
                <a:ext cx="332"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1</a:t>
                </a:r>
              </a:p>
            </p:txBody>
          </p:sp>
          <p:sp>
            <p:nvSpPr>
              <p:cNvPr id="56378" name="Line 58">
                <a:extLst>
                  <a:ext uri="{FF2B5EF4-FFF2-40B4-BE49-F238E27FC236}">
                    <a16:creationId xmlns:a16="http://schemas.microsoft.com/office/drawing/2014/main" id="{DF0A439F-267D-CBC2-5F6C-A8D27EA5C97F}"/>
                  </a:ext>
                </a:extLst>
              </p:cNvPr>
              <p:cNvSpPr>
                <a:spLocks noChangeShapeType="1"/>
              </p:cNvSpPr>
              <p:nvPr/>
            </p:nvSpPr>
            <p:spPr bwMode="auto">
              <a:xfrm flipH="1">
                <a:off x="3152" y="2848"/>
                <a:ext cx="993"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79" name="Text Box 59">
                <a:extLst>
                  <a:ext uri="{FF2B5EF4-FFF2-40B4-BE49-F238E27FC236}">
                    <a16:creationId xmlns:a16="http://schemas.microsoft.com/office/drawing/2014/main" id="{245E15A8-2ACC-BAED-BC73-35692A33897F}"/>
                  </a:ext>
                </a:extLst>
              </p:cNvPr>
              <p:cNvSpPr txBox="1">
                <a:spLocks noChangeArrowheads="1"/>
              </p:cNvSpPr>
              <p:nvPr/>
            </p:nvSpPr>
            <p:spPr bwMode="auto">
              <a:xfrm>
                <a:off x="4315" y="2750"/>
                <a:ext cx="485" cy="3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C[k]</a:t>
                </a:r>
              </a:p>
            </p:txBody>
          </p:sp>
          <p:sp>
            <p:nvSpPr>
              <p:cNvPr id="56380" name="Text Box 60">
                <a:extLst>
                  <a:ext uri="{FF2B5EF4-FFF2-40B4-BE49-F238E27FC236}">
                    <a16:creationId xmlns:a16="http://schemas.microsoft.com/office/drawing/2014/main" id="{21E2C11E-C9D6-2F8E-0A7D-89BE7ED62634}"/>
                  </a:ext>
                </a:extLst>
              </p:cNvPr>
              <p:cNvSpPr txBox="1">
                <a:spLocks noChangeArrowheads="1"/>
              </p:cNvSpPr>
              <p:nvPr/>
            </p:nvSpPr>
            <p:spPr bwMode="auto">
              <a:xfrm>
                <a:off x="675" y="2993"/>
                <a:ext cx="680"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C[k+1]</a:t>
                </a:r>
              </a:p>
            </p:txBody>
          </p:sp>
          <p:sp>
            <p:nvSpPr>
              <p:cNvPr id="56381" name="Line 61">
                <a:extLst>
                  <a:ext uri="{FF2B5EF4-FFF2-40B4-BE49-F238E27FC236}">
                    <a16:creationId xmlns:a16="http://schemas.microsoft.com/office/drawing/2014/main" id="{DB1F5E0C-293A-138A-6151-D7565F67DA6F}"/>
                  </a:ext>
                </a:extLst>
              </p:cNvPr>
              <p:cNvSpPr>
                <a:spLocks noChangeShapeType="1"/>
              </p:cNvSpPr>
              <p:nvPr/>
            </p:nvSpPr>
            <p:spPr bwMode="auto">
              <a:xfrm>
                <a:off x="1463" y="2960"/>
                <a:ext cx="0" cy="153"/>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2" name="Line 62">
                <a:extLst>
                  <a:ext uri="{FF2B5EF4-FFF2-40B4-BE49-F238E27FC236}">
                    <a16:creationId xmlns:a16="http://schemas.microsoft.com/office/drawing/2014/main" id="{A2F51E47-B02E-507B-319F-44F2288C0045}"/>
                  </a:ext>
                </a:extLst>
              </p:cNvPr>
              <p:cNvSpPr>
                <a:spLocks noChangeShapeType="1"/>
              </p:cNvSpPr>
              <p:nvPr/>
            </p:nvSpPr>
            <p:spPr bwMode="auto">
              <a:xfrm flipH="1">
                <a:off x="1207" y="3116"/>
                <a:ext cx="260"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83" name="Line 63">
                <a:extLst>
                  <a:ext uri="{FF2B5EF4-FFF2-40B4-BE49-F238E27FC236}">
                    <a16:creationId xmlns:a16="http://schemas.microsoft.com/office/drawing/2014/main" id="{372A5533-2F89-F319-629A-A0EA76D79597}"/>
                  </a:ext>
                </a:extLst>
              </p:cNvPr>
              <p:cNvSpPr>
                <a:spLocks noChangeShapeType="1"/>
              </p:cNvSpPr>
              <p:nvPr/>
            </p:nvSpPr>
            <p:spPr bwMode="auto">
              <a:xfrm flipV="1">
                <a:off x="2628" y="3129"/>
                <a:ext cx="76" cy="71"/>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4" name="Line 64">
                <a:extLst>
                  <a:ext uri="{FF2B5EF4-FFF2-40B4-BE49-F238E27FC236}">
                    <a16:creationId xmlns:a16="http://schemas.microsoft.com/office/drawing/2014/main" id="{E1999354-74DC-86DA-A270-2750D29269B4}"/>
                  </a:ext>
                </a:extLst>
              </p:cNvPr>
              <p:cNvSpPr>
                <a:spLocks noChangeShapeType="1"/>
              </p:cNvSpPr>
              <p:nvPr/>
            </p:nvSpPr>
            <p:spPr bwMode="auto">
              <a:xfrm flipH="1">
                <a:off x="3888" y="2848"/>
                <a:ext cx="0" cy="682"/>
              </a:xfrm>
              <a:prstGeom prst="line">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56385" name="Line 65">
                <a:extLst>
                  <a:ext uri="{FF2B5EF4-FFF2-40B4-BE49-F238E27FC236}">
                    <a16:creationId xmlns:a16="http://schemas.microsoft.com/office/drawing/2014/main" id="{848F856B-E705-E959-62FE-23AFE352BA44}"/>
                  </a:ext>
                </a:extLst>
              </p:cNvPr>
              <p:cNvSpPr>
                <a:spLocks noChangeShapeType="1"/>
              </p:cNvSpPr>
              <p:nvPr/>
            </p:nvSpPr>
            <p:spPr bwMode="auto">
              <a:xfrm flipH="1">
                <a:off x="1885" y="3057"/>
                <a:ext cx="2006" cy="0"/>
              </a:xfrm>
              <a:prstGeom prst="line">
                <a:avLst/>
              </a:prstGeom>
              <a:noFill/>
              <a:ln w="28575">
                <a:solidFill>
                  <a:srgbClr val="000000"/>
                </a:solidFill>
                <a:round/>
                <a:headEnd type="oval" w="med" len="med"/>
                <a:tailEnd type="none" w="lg" len="med"/>
              </a:ln>
              <a:extLst>
                <a:ext uri="{909E8E84-426E-40DD-AFC4-6F175D3DCCD1}">
                  <a14:hiddenFill xmlns:a14="http://schemas.microsoft.com/office/drawing/2010/main">
                    <a:noFill/>
                  </a14:hiddenFill>
                </a:ext>
              </a:extLst>
            </p:spPr>
            <p:txBody>
              <a:bodyPr/>
              <a:lstStyle/>
              <a:p>
                <a:endParaRPr lang="en-US"/>
              </a:p>
            </p:txBody>
          </p:sp>
          <p:sp>
            <p:nvSpPr>
              <p:cNvPr id="56386" name="Line 66">
                <a:extLst>
                  <a:ext uri="{FF2B5EF4-FFF2-40B4-BE49-F238E27FC236}">
                    <a16:creationId xmlns:a16="http://schemas.microsoft.com/office/drawing/2014/main" id="{F13275CC-7A4E-B40F-5CD4-9616D19BEA23}"/>
                  </a:ext>
                </a:extLst>
              </p:cNvPr>
              <p:cNvSpPr>
                <a:spLocks noChangeShapeType="1"/>
              </p:cNvSpPr>
              <p:nvPr/>
            </p:nvSpPr>
            <p:spPr bwMode="auto">
              <a:xfrm flipV="1">
                <a:off x="1894" y="2870"/>
                <a:ext cx="0" cy="18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56387" name="Line 67">
                <a:extLst>
                  <a:ext uri="{FF2B5EF4-FFF2-40B4-BE49-F238E27FC236}">
                    <a16:creationId xmlns:a16="http://schemas.microsoft.com/office/drawing/2014/main" id="{E9CC3F2D-EE2E-5781-6CC3-F4097E347D28}"/>
                  </a:ext>
                </a:extLst>
              </p:cNvPr>
              <p:cNvSpPr>
                <a:spLocks noChangeShapeType="1"/>
              </p:cNvSpPr>
              <p:nvPr/>
            </p:nvSpPr>
            <p:spPr bwMode="auto">
              <a:xfrm flipH="1">
                <a:off x="1700" y="2870"/>
                <a:ext cx="194"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56388" name="Line 68">
                <a:extLst>
                  <a:ext uri="{FF2B5EF4-FFF2-40B4-BE49-F238E27FC236}">
                    <a16:creationId xmlns:a16="http://schemas.microsoft.com/office/drawing/2014/main" id="{58C5891B-949C-09D8-5651-804B93A935AF}"/>
                  </a:ext>
                </a:extLst>
              </p:cNvPr>
              <p:cNvSpPr>
                <a:spLocks noChangeShapeType="1"/>
              </p:cNvSpPr>
              <p:nvPr/>
            </p:nvSpPr>
            <p:spPr bwMode="auto">
              <a:xfrm flipH="1">
                <a:off x="3591" y="3522"/>
                <a:ext cx="286" cy="0"/>
              </a:xfrm>
              <a:prstGeom prst="line">
                <a:avLst/>
              </a:prstGeom>
              <a:noFill/>
              <a:ln w="2857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4">
            <a:extLst>
              <a:ext uri="{FF2B5EF4-FFF2-40B4-BE49-F238E27FC236}">
                <a16:creationId xmlns:a16="http://schemas.microsoft.com/office/drawing/2014/main" id="{C5662906-C2D1-EA99-ADA2-05B6B462942F}"/>
              </a:ext>
            </a:extLst>
          </p:cNvPr>
          <p:cNvSpPr>
            <a:spLocks noGrp="1" noChangeArrowheads="1"/>
          </p:cNvSpPr>
          <p:nvPr>
            <p:ph type="title"/>
          </p:nvPr>
        </p:nvSpPr>
        <p:spPr/>
        <p:txBody>
          <a:bodyPr/>
          <a:lstStyle/>
          <a:p>
            <a:r>
              <a:rPr lang="en-US" altLang="en-US"/>
              <a:t>Carry Select Adder</a:t>
            </a:r>
            <a:endParaRPr lang="ru-RU" altLang="en-US"/>
          </a:p>
        </p:txBody>
      </p:sp>
      <p:grpSp>
        <p:nvGrpSpPr>
          <p:cNvPr id="57347" name="Group 5">
            <a:extLst>
              <a:ext uri="{FF2B5EF4-FFF2-40B4-BE49-F238E27FC236}">
                <a16:creationId xmlns:a16="http://schemas.microsoft.com/office/drawing/2014/main" id="{5FFF4D1A-D767-FC2B-05C6-E32E9C807991}"/>
              </a:ext>
            </a:extLst>
          </p:cNvPr>
          <p:cNvGrpSpPr>
            <a:grpSpLocks/>
          </p:cNvGrpSpPr>
          <p:nvPr/>
        </p:nvGrpSpPr>
        <p:grpSpPr bwMode="auto">
          <a:xfrm>
            <a:off x="1881188" y="1068389"/>
            <a:ext cx="8534400" cy="4651375"/>
            <a:chOff x="225" y="426"/>
            <a:chExt cx="5376" cy="3366"/>
          </a:xfrm>
        </p:grpSpPr>
        <p:sp>
          <p:nvSpPr>
            <p:cNvPr id="55300" name="Text Box 6">
              <a:extLst>
                <a:ext uri="{FF2B5EF4-FFF2-40B4-BE49-F238E27FC236}">
                  <a16:creationId xmlns:a16="http://schemas.microsoft.com/office/drawing/2014/main" id="{D37D4165-2EDF-473D-A02D-07442996CC98}"/>
                </a:ext>
              </a:extLst>
            </p:cNvPr>
            <p:cNvSpPr txBox="1">
              <a:spLocks noChangeArrowheads="1"/>
            </p:cNvSpPr>
            <p:nvPr/>
          </p:nvSpPr>
          <p:spPr bwMode="auto">
            <a:xfrm>
              <a:off x="5159" y="2567"/>
              <a:ext cx="442" cy="207"/>
            </a:xfrm>
            <a:prstGeom prst="rect">
              <a:avLst/>
            </a:prstGeom>
            <a:noFill/>
            <a:ln w="9525" algn="ctr">
              <a:noFill/>
              <a:miter lim="800000"/>
              <a:headEnd/>
              <a:tailEnd/>
            </a:ln>
            <a:effectLst/>
          </p:spPr>
          <p:txBody>
            <a:bodyPr/>
            <a:lstStyle/>
            <a:p>
              <a:pPr eaLnBrk="1" hangingPunct="1">
                <a:defRPr/>
              </a:pPr>
              <a:r>
                <a:rPr lang="ru-RU" sz="1200">
                  <a:latin typeface="+mj-lt"/>
                  <a:cs typeface="Arial" charset="0"/>
                </a:rPr>
                <a:t>Cin0</a:t>
              </a:r>
            </a:p>
          </p:txBody>
        </p:sp>
        <p:sp>
          <p:nvSpPr>
            <p:cNvPr id="55301" name="AutoShape 7">
              <a:extLst>
                <a:ext uri="{FF2B5EF4-FFF2-40B4-BE49-F238E27FC236}">
                  <a16:creationId xmlns:a16="http://schemas.microsoft.com/office/drawing/2014/main" id="{9D57038F-243F-4EC9-BD79-70BB3CB59F6B}"/>
                </a:ext>
              </a:extLst>
            </p:cNvPr>
            <p:cNvSpPr>
              <a:spLocks noChangeArrowheads="1"/>
            </p:cNvSpPr>
            <p:nvPr/>
          </p:nvSpPr>
          <p:spPr bwMode="auto">
            <a:xfrm>
              <a:off x="2261" y="2281"/>
              <a:ext cx="90" cy="835"/>
            </a:xfrm>
            <a:prstGeom prst="downArrow">
              <a:avLst>
                <a:gd name="adj1" fmla="val 50000"/>
                <a:gd name="adj2" fmla="val 232778"/>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02" name="AutoShape 8">
              <a:extLst>
                <a:ext uri="{FF2B5EF4-FFF2-40B4-BE49-F238E27FC236}">
                  <a16:creationId xmlns:a16="http://schemas.microsoft.com/office/drawing/2014/main" id="{25D80942-1F55-490D-BABA-B91557170889}"/>
                </a:ext>
              </a:extLst>
            </p:cNvPr>
            <p:cNvSpPr>
              <a:spLocks noChangeArrowheads="1"/>
            </p:cNvSpPr>
            <p:nvPr/>
          </p:nvSpPr>
          <p:spPr bwMode="auto">
            <a:xfrm>
              <a:off x="3526" y="2281"/>
              <a:ext cx="89" cy="835"/>
            </a:xfrm>
            <a:prstGeom prst="downArrow">
              <a:avLst>
                <a:gd name="adj1" fmla="val 50000"/>
                <a:gd name="adj2" fmla="val 235393"/>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03" name="Text Box 9">
              <a:extLst>
                <a:ext uri="{FF2B5EF4-FFF2-40B4-BE49-F238E27FC236}">
                  <a16:creationId xmlns:a16="http://schemas.microsoft.com/office/drawing/2014/main" id="{491E87D9-9A1B-4C05-9D3D-FD9FC18A05A7}"/>
                </a:ext>
              </a:extLst>
            </p:cNvPr>
            <p:cNvSpPr txBox="1">
              <a:spLocks noChangeArrowheads="1"/>
            </p:cNvSpPr>
            <p:nvPr/>
          </p:nvSpPr>
          <p:spPr bwMode="auto">
            <a:xfrm>
              <a:off x="3566" y="2876"/>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304" name="AutoShape 10">
              <a:extLst>
                <a:ext uri="{FF2B5EF4-FFF2-40B4-BE49-F238E27FC236}">
                  <a16:creationId xmlns:a16="http://schemas.microsoft.com/office/drawing/2014/main" id="{EC6D0DE9-663F-496C-8EC8-0B6565B86F6C}"/>
                </a:ext>
              </a:extLst>
            </p:cNvPr>
            <p:cNvSpPr>
              <a:spLocks noChangeArrowheads="1"/>
            </p:cNvSpPr>
            <p:nvPr/>
          </p:nvSpPr>
          <p:spPr bwMode="auto">
            <a:xfrm>
              <a:off x="4704" y="2272"/>
              <a:ext cx="90" cy="836"/>
            </a:xfrm>
            <a:prstGeom prst="downArrow">
              <a:avLst>
                <a:gd name="adj1" fmla="val 50000"/>
                <a:gd name="adj2" fmla="val 232778"/>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05" name="AutoShape 11">
              <a:extLst>
                <a:ext uri="{FF2B5EF4-FFF2-40B4-BE49-F238E27FC236}">
                  <a16:creationId xmlns:a16="http://schemas.microsoft.com/office/drawing/2014/main" id="{E8A0C0D4-ABE8-441B-9665-1335C702DE23}"/>
                </a:ext>
              </a:extLst>
            </p:cNvPr>
            <p:cNvSpPr>
              <a:spLocks noChangeArrowheads="1"/>
            </p:cNvSpPr>
            <p:nvPr/>
          </p:nvSpPr>
          <p:spPr bwMode="auto">
            <a:xfrm rot="16200000" flipH="1">
              <a:off x="4584" y="2146"/>
              <a:ext cx="793" cy="90"/>
            </a:xfrm>
            <a:prstGeom prst="rightArrow">
              <a:avLst>
                <a:gd name="adj1" fmla="val 50000"/>
                <a:gd name="adj2" fmla="val 220278"/>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06" name="AutoShape 12">
              <a:extLst>
                <a:ext uri="{FF2B5EF4-FFF2-40B4-BE49-F238E27FC236}">
                  <a16:creationId xmlns:a16="http://schemas.microsoft.com/office/drawing/2014/main" id="{B719ACD5-A565-467B-ACFD-CD7EC754BAAB}"/>
                </a:ext>
              </a:extLst>
            </p:cNvPr>
            <p:cNvSpPr>
              <a:spLocks noChangeArrowheads="1"/>
            </p:cNvSpPr>
            <p:nvPr/>
          </p:nvSpPr>
          <p:spPr bwMode="auto">
            <a:xfrm rot="16200000" flipH="1">
              <a:off x="4072" y="1603"/>
              <a:ext cx="724" cy="90"/>
            </a:xfrm>
            <a:prstGeom prst="rightArrow">
              <a:avLst>
                <a:gd name="adj1" fmla="val 50000"/>
                <a:gd name="adj2" fmla="val 201111"/>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07" name="Rectangle 13">
              <a:extLst>
                <a:ext uri="{FF2B5EF4-FFF2-40B4-BE49-F238E27FC236}">
                  <a16:creationId xmlns:a16="http://schemas.microsoft.com/office/drawing/2014/main" id="{89BD1AF8-4F2E-4E57-B7C9-9D63BA622998}"/>
                </a:ext>
              </a:extLst>
            </p:cNvPr>
            <p:cNvSpPr>
              <a:spLocks noChangeArrowheads="1"/>
            </p:cNvSpPr>
            <p:nvPr/>
          </p:nvSpPr>
          <p:spPr bwMode="auto">
            <a:xfrm>
              <a:off x="4292" y="1018"/>
              <a:ext cx="775" cy="277"/>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Setup</a:t>
              </a:r>
            </a:p>
          </p:txBody>
        </p:sp>
        <p:sp>
          <p:nvSpPr>
            <p:cNvPr id="55308" name="Rectangle 14">
              <a:extLst>
                <a:ext uri="{FF2B5EF4-FFF2-40B4-BE49-F238E27FC236}">
                  <a16:creationId xmlns:a16="http://schemas.microsoft.com/office/drawing/2014/main" id="{BA48FE72-399E-467D-AB72-F5CA307194E1}"/>
                </a:ext>
              </a:extLst>
            </p:cNvPr>
            <p:cNvSpPr>
              <a:spLocks noChangeArrowheads="1"/>
            </p:cNvSpPr>
            <p:nvPr/>
          </p:nvSpPr>
          <p:spPr bwMode="auto">
            <a:xfrm>
              <a:off x="4310" y="1527"/>
              <a:ext cx="742" cy="278"/>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0</a:t>
              </a:r>
            </a:p>
          </p:txBody>
        </p:sp>
        <p:sp>
          <p:nvSpPr>
            <p:cNvPr id="55309" name="Rectangle 15">
              <a:extLst>
                <a:ext uri="{FF2B5EF4-FFF2-40B4-BE49-F238E27FC236}">
                  <a16:creationId xmlns:a16="http://schemas.microsoft.com/office/drawing/2014/main" id="{0C220A01-A582-4892-8727-52687888BBB0}"/>
                </a:ext>
              </a:extLst>
            </p:cNvPr>
            <p:cNvSpPr>
              <a:spLocks noChangeArrowheads="1"/>
            </p:cNvSpPr>
            <p:nvPr/>
          </p:nvSpPr>
          <p:spPr bwMode="auto">
            <a:xfrm>
              <a:off x="4300" y="2010"/>
              <a:ext cx="743" cy="272"/>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1</a:t>
              </a:r>
            </a:p>
            <a:p>
              <a:pPr eaLnBrk="1" hangingPunct="1">
                <a:defRPr/>
              </a:pPr>
              <a:endParaRPr lang="ru-RU" sz="1400" dirty="0">
                <a:latin typeface="+mj-lt"/>
              </a:endParaRPr>
            </a:p>
          </p:txBody>
        </p:sp>
        <p:sp>
          <p:nvSpPr>
            <p:cNvPr id="55310" name="Rectangle 16">
              <a:extLst>
                <a:ext uri="{FF2B5EF4-FFF2-40B4-BE49-F238E27FC236}">
                  <a16:creationId xmlns:a16="http://schemas.microsoft.com/office/drawing/2014/main" id="{09A2DD05-D443-48B6-9C46-68BBF4812890}"/>
                </a:ext>
              </a:extLst>
            </p:cNvPr>
            <p:cNvSpPr>
              <a:spLocks noChangeArrowheads="1"/>
            </p:cNvSpPr>
            <p:nvPr/>
          </p:nvSpPr>
          <p:spPr bwMode="auto">
            <a:xfrm>
              <a:off x="4292" y="2588"/>
              <a:ext cx="775" cy="273"/>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MUX0</a:t>
              </a:r>
            </a:p>
          </p:txBody>
        </p:sp>
        <p:sp>
          <p:nvSpPr>
            <p:cNvPr id="55311" name="Rectangle 17">
              <a:extLst>
                <a:ext uri="{FF2B5EF4-FFF2-40B4-BE49-F238E27FC236}">
                  <a16:creationId xmlns:a16="http://schemas.microsoft.com/office/drawing/2014/main" id="{21C72D7F-54C4-48B2-B5FB-4ED21092E7FE}"/>
                </a:ext>
              </a:extLst>
            </p:cNvPr>
            <p:cNvSpPr>
              <a:spLocks noChangeArrowheads="1"/>
            </p:cNvSpPr>
            <p:nvPr/>
          </p:nvSpPr>
          <p:spPr bwMode="auto">
            <a:xfrm>
              <a:off x="4300" y="3123"/>
              <a:ext cx="743" cy="271"/>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SUM</a:t>
              </a:r>
            </a:p>
          </p:txBody>
        </p:sp>
        <p:sp>
          <p:nvSpPr>
            <p:cNvPr id="55312" name="AutoShape 18">
              <a:extLst>
                <a:ext uri="{FF2B5EF4-FFF2-40B4-BE49-F238E27FC236}">
                  <a16:creationId xmlns:a16="http://schemas.microsoft.com/office/drawing/2014/main" id="{E37309CE-2726-4FB0-AFBD-2B3E05FD3D44}"/>
                </a:ext>
              </a:extLst>
            </p:cNvPr>
            <p:cNvSpPr>
              <a:spLocks noChangeArrowheads="1"/>
            </p:cNvSpPr>
            <p:nvPr/>
          </p:nvSpPr>
          <p:spPr bwMode="auto">
            <a:xfrm>
              <a:off x="4693" y="1294"/>
              <a:ext cx="90" cy="224"/>
            </a:xfrm>
            <a:prstGeom prst="downArrow">
              <a:avLst>
                <a:gd name="adj1" fmla="val 50000"/>
                <a:gd name="adj2" fmla="val 63333"/>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13" name="AutoShape 19">
              <a:extLst>
                <a:ext uri="{FF2B5EF4-FFF2-40B4-BE49-F238E27FC236}">
                  <a16:creationId xmlns:a16="http://schemas.microsoft.com/office/drawing/2014/main" id="{781D3300-4D98-48B9-9C58-77AA8CA87219}"/>
                </a:ext>
              </a:extLst>
            </p:cNvPr>
            <p:cNvSpPr>
              <a:spLocks noChangeArrowheads="1"/>
            </p:cNvSpPr>
            <p:nvPr/>
          </p:nvSpPr>
          <p:spPr bwMode="auto">
            <a:xfrm>
              <a:off x="4379" y="2286"/>
              <a:ext cx="90" cy="293"/>
            </a:xfrm>
            <a:prstGeom prst="downArrow">
              <a:avLst>
                <a:gd name="adj1" fmla="val 50000"/>
                <a:gd name="adj2" fmla="val 813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14" name="AutoShape 20">
              <a:extLst>
                <a:ext uri="{FF2B5EF4-FFF2-40B4-BE49-F238E27FC236}">
                  <a16:creationId xmlns:a16="http://schemas.microsoft.com/office/drawing/2014/main" id="{F80B8C76-73CB-4697-94FB-DA443EE86FDC}"/>
                </a:ext>
              </a:extLst>
            </p:cNvPr>
            <p:cNvSpPr>
              <a:spLocks noChangeArrowheads="1"/>
            </p:cNvSpPr>
            <p:nvPr/>
          </p:nvSpPr>
          <p:spPr bwMode="auto">
            <a:xfrm>
              <a:off x="4402" y="2864"/>
              <a:ext cx="90" cy="261"/>
            </a:xfrm>
            <a:prstGeom prst="downArrow">
              <a:avLst>
                <a:gd name="adj1" fmla="val 50000"/>
                <a:gd name="adj2" fmla="val 72500"/>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15" name="Rectangle 21">
              <a:extLst>
                <a:ext uri="{FF2B5EF4-FFF2-40B4-BE49-F238E27FC236}">
                  <a16:creationId xmlns:a16="http://schemas.microsoft.com/office/drawing/2014/main" id="{909A650B-730C-4A97-88A7-5AEBCA505A67}"/>
                </a:ext>
              </a:extLst>
            </p:cNvPr>
            <p:cNvSpPr>
              <a:spLocks noChangeArrowheads="1"/>
            </p:cNvSpPr>
            <p:nvPr/>
          </p:nvSpPr>
          <p:spPr bwMode="auto">
            <a:xfrm>
              <a:off x="3054" y="1018"/>
              <a:ext cx="776" cy="277"/>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Setup</a:t>
              </a:r>
            </a:p>
            <a:p>
              <a:pPr eaLnBrk="1" hangingPunct="1">
                <a:defRPr/>
              </a:pPr>
              <a:endParaRPr lang="ru-RU" sz="1400" dirty="0">
                <a:latin typeface="+mj-lt"/>
              </a:endParaRPr>
            </a:p>
          </p:txBody>
        </p:sp>
        <p:sp>
          <p:nvSpPr>
            <p:cNvPr id="55316" name="Rectangle 22">
              <a:extLst>
                <a:ext uri="{FF2B5EF4-FFF2-40B4-BE49-F238E27FC236}">
                  <a16:creationId xmlns:a16="http://schemas.microsoft.com/office/drawing/2014/main" id="{943F7AB9-8501-417A-89CC-0FFB23F717EC}"/>
                </a:ext>
              </a:extLst>
            </p:cNvPr>
            <p:cNvSpPr>
              <a:spLocks noChangeArrowheads="1"/>
            </p:cNvSpPr>
            <p:nvPr/>
          </p:nvSpPr>
          <p:spPr bwMode="auto">
            <a:xfrm>
              <a:off x="3054" y="3123"/>
              <a:ext cx="743" cy="271"/>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SUM</a:t>
              </a:r>
            </a:p>
          </p:txBody>
        </p:sp>
        <p:sp>
          <p:nvSpPr>
            <p:cNvPr id="55317" name="Rectangle 23">
              <a:extLst>
                <a:ext uri="{FF2B5EF4-FFF2-40B4-BE49-F238E27FC236}">
                  <a16:creationId xmlns:a16="http://schemas.microsoft.com/office/drawing/2014/main" id="{1C68A896-631F-4092-8663-F1A461A836BD}"/>
                </a:ext>
              </a:extLst>
            </p:cNvPr>
            <p:cNvSpPr>
              <a:spLocks noChangeArrowheads="1"/>
            </p:cNvSpPr>
            <p:nvPr/>
          </p:nvSpPr>
          <p:spPr bwMode="auto">
            <a:xfrm>
              <a:off x="1845" y="1010"/>
              <a:ext cx="775" cy="273"/>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Setup</a:t>
              </a:r>
            </a:p>
            <a:p>
              <a:pPr eaLnBrk="1" hangingPunct="1">
                <a:defRPr/>
              </a:pPr>
              <a:endParaRPr lang="ru-RU" sz="1400" dirty="0">
                <a:latin typeface="+mj-lt"/>
              </a:endParaRPr>
            </a:p>
          </p:txBody>
        </p:sp>
        <p:sp>
          <p:nvSpPr>
            <p:cNvPr id="55318" name="Rectangle 24">
              <a:extLst>
                <a:ext uri="{FF2B5EF4-FFF2-40B4-BE49-F238E27FC236}">
                  <a16:creationId xmlns:a16="http://schemas.microsoft.com/office/drawing/2014/main" id="{C5E2B742-3E0C-4552-8C55-B946EA9BBE1D}"/>
                </a:ext>
              </a:extLst>
            </p:cNvPr>
            <p:cNvSpPr>
              <a:spLocks noChangeArrowheads="1"/>
            </p:cNvSpPr>
            <p:nvPr/>
          </p:nvSpPr>
          <p:spPr bwMode="auto">
            <a:xfrm>
              <a:off x="1836" y="3114"/>
              <a:ext cx="776" cy="272"/>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SUM</a:t>
              </a:r>
            </a:p>
          </p:txBody>
        </p:sp>
        <p:sp>
          <p:nvSpPr>
            <p:cNvPr id="55319" name="Rectangle 25">
              <a:extLst>
                <a:ext uri="{FF2B5EF4-FFF2-40B4-BE49-F238E27FC236}">
                  <a16:creationId xmlns:a16="http://schemas.microsoft.com/office/drawing/2014/main" id="{B990A847-184E-4509-9738-AA623C5457A4}"/>
                </a:ext>
              </a:extLst>
            </p:cNvPr>
            <p:cNvSpPr>
              <a:spLocks noChangeArrowheads="1"/>
            </p:cNvSpPr>
            <p:nvPr/>
          </p:nvSpPr>
          <p:spPr bwMode="auto">
            <a:xfrm>
              <a:off x="641" y="1002"/>
              <a:ext cx="775" cy="273"/>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Setup</a:t>
              </a:r>
            </a:p>
            <a:p>
              <a:pPr eaLnBrk="1" hangingPunct="1">
                <a:defRPr/>
              </a:pPr>
              <a:endParaRPr lang="ru-RU" sz="1400" dirty="0">
                <a:latin typeface="+mj-lt"/>
              </a:endParaRPr>
            </a:p>
          </p:txBody>
        </p:sp>
        <p:sp>
          <p:nvSpPr>
            <p:cNvPr id="55320" name="Rectangle 26">
              <a:extLst>
                <a:ext uri="{FF2B5EF4-FFF2-40B4-BE49-F238E27FC236}">
                  <a16:creationId xmlns:a16="http://schemas.microsoft.com/office/drawing/2014/main" id="{410D4477-9BD8-4496-81A3-3CD2DA7BF65F}"/>
                </a:ext>
              </a:extLst>
            </p:cNvPr>
            <p:cNvSpPr>
              <a:spLocks noChangeArrowheads="1"/>
            </p:cNvSpPr>
            <p:nvPr/>
          </p:nvSpPr>
          <p:spPr bwMode="auto">
            <a:xfrm>
              <a:off x="616" y="3104"/>
              <a:ext cx="775" cy="273"/>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SUM</a:t>
              </a:r>
            </a:p>
          </p:txBody>
        </p:sp>
        <p:sp>
          <p:nvSpPr>
            <p:cNvPr id="55321" name="Text Box 27">
              <a:extLst>
                <a:ext uri="{FF2B5EF4-FFF2-40B4-BE49-F238E27FC236}">
                  <a16:creationId xmlns:a16="http://schemas.microsoft.com/office/drawing/2014/main" id="{547E0422-298E-47E0-9C57-56DB4D2E4A4D}"/>
                </a:ext>
              </a:extLst>
            </p:cNvPr>
            <p:cNvSpPr txBox="1">
              <a:spLocks noChangeArrowheads="1"/>
            </p:cNvSpPr>
            <p:nvPr/>
          </p:nvSpPr>
          <p:spPr bwMode="auto">
            <a:xfrm>
              <a:off x="5200" y="1562"/>
              <a:ext cx="225" cy="207"/>
            </a:xfrm>
            <a:prstGeom prst="rect">
              <a:avLst/>
            </a:prstGeom>
            <a:noFill/>
            <a:ln w="22225" algn="ctr">
              <a:noFill/>
              <a:miter lim="800000"/>
              <a:headEnd/>
              <a:tailEnd/>
            </a:ln>
            <a:effectLst/>
          </p:spPr>
          <p:txBody>
            <a:bodyPr/>
            <a:lstStyle/>
            <a:p>
              <a:pPr eaLnBrk="1" hangingPunct="1">
                <a:defRPr/>
              </a:pPr>
              <a:r>
                <a:rPr lang="ru-RU" sz="1400" dirty="0">
                  <a:latin typeface="+mj-lt"/>
                </a:rPr>
                <a:t>0</a:t>
              </a:r>
            </a:p>
          </p:txBody>
        </p:sp>
        <p:sp>
          <p:nvSpPr>
            <p:cNvPr id="55322" name="Text Box 28">
              <a:extLst>
                <a:ext uri="{FF2B5EF4-FFF2-40B4-BE49-F238E27FC236}">
                  <a16:creationId xmlns:a16="http://schemas.microsoft.com/office/drawing/2014/main" id="{E75F8CAD-E5E3-4C68-AE67-CE8DE44E76FC}"/>
                </a:ext>
              </a:extLst>
            </p:cNvPr>
            <p:cNvSpPr txBox="1">
              <a:spLocks noChangeArrowheads="1"/>
            </p:cNvSpPr>
            <p:nvPr/>
          </p:nvSpPr>
          <p:spPr bwMode="auto">
            <a:xfrm>
              <a:off x="5198" y="2027"/>
              <a:ext cx="225" cy="207"/>
            </a:xfrm>
            <a:prstGeom prst="rect">
              <a:avLst/>
            </a:prstGeom>
            <a:noFill/>
            <a:ln w="22225" algn="ctr">
              <a:noFill/>
              <a:miter lim="800000"/>
              <a:headEnd/>
              <a:tailEnd/>
            </a:ln>
            <a:effectLst/>
          </p:spPr>
          <p:txBody>
            <a:bodyPr/>
            <a:lstStyle/>
            <a:p>
              <a:pPr eaLnBrk="1" hangingPunct="1">
                <a:defRPr/>
              </a:pPr>
              <a:r>
                <a:rPr lang="ru-RU" sz="1400" dirty="0">
                  <a:latin typeface="+mj-lt"/>
                </a:rPr>
                <a:t>1</a:t>
              </a:r>
            </a:p>
          </p:txBody>
        </p:sp>
        <p:sp>
          <p:nvSpPr>
            <p:cNvPr id="55323" name="Line 29">
              <a:extLst>
                <a:ext uri="{FF2B5EF4-FFF2-40B4-BE49-F238E27FC236}">
                  <a16:creationId xmlns:a16="http://schemas.microsoft.com/office/drawing/2014/main" id="{7D2748E7-3AB5-4CCE-9F7B-B73BCD477F89}"/>
                </a:ext>
              </a:extLst>
            </p:cNvPr>
            <p:cNvSpPr>
              <a:spLocks noChangeShapeType="1"/>
            </p:cNvSpPr>
            <p:nvPr/>
          </p:nvSpPr>
          <p:spPr bwMode="auto">
            <a:xfrm>
              <a:off x="5066" y="2726"/>
              <a:ext cx="224"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24" name="Line 30">
              <a:extLst>
                <a:ext uri="{FF2B5EF4-FFF2-40B4-BE49-F238E27FC236}">
                  <a16:creationId xmlns:a16="http://schemas.microsoft.com/office/drawing/2014/main" id="{5AD00532-ABD7-4817-8D1B-5DE31B155413}"/>
                </a:ext>
              </a:extLst>
            </p:cNvPr>
            <p:cNvSpPr>
              <a:spLocks noChangeShapeType="1"/>
            </p:cNvSpPr>
            <p:nvPr/>
          </p:nvSpPr>
          <p:spPr bwMode="auto">
            <a:xfrm>
              <a:off x="5062" y="1656"/>
              <a:ext cx="192"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25" name="Line 31">
              <a:extLst>
                <a:ext uri="{FF2B5EF4-FFF2-40B4-BE49-F238E27FC236}">
                  <a16:creationId xmlns:a16="http://schemas.microsoft.com/office/drawing/2014/main" id="{43B772FC-1C94-46AE-AABE-AF7CAFFFDB64}"/>
                </a:ext>
              </a:extLst>
            </p:cNvPr>
            <p:cNvSpPr>
              <a:spLocks noChangeShapeType="1"/>
            </p:cNvSpPr>
            <p:nvPr/>
          </p:nvSpPr>
          <p:spPr bwMode="auto">
            <a:xfrm>
              <a:off x="5052" y="2139"/>
              <a:ext cx="192"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26" name="Text Box 32">
              <a:extLst>
                <a:ext uri="{FF2B5EF4-FFF2-40B4-BE49-F238E27FC236}">
                  <a16:creationId xmlns:a16="http://schemas.microsoft.com/office/drawing/2014/main" id="{A1ADD125-0217-4DDD-A210-466953188E28}"/>
                </a:ext>
              </a:extLst>
            </p:cNvPr>
            <p:cNvSpPr txBox="1">
              <a:spLocks noChangeArrowheads="1"/>
            </p:cNvSpPr>
            <p:nvPr/>
          </p:nvSpPr>
          <p:spPr bwMode="auto">
            <a:xfrm>
              <a:off x="3997" y="1562"/>
              <a:ext cx="225" cy="207"/>
            </a:xfrm>
            <a:prstGeom prst="rect">
              <a:avLst/>
            </a:prstGeom>
            <a:noFill/>
            <a:ln w="22225" algn="ctr">
              <a:noFill/>
              <a:miter lim="800000"/>
              <a:headEnd/>
              <a:tailEnd/>
            </a:ln>
            <a:effectLst/>
          </p:spPr>
          <p:txBody>
            <a:bodyPr/>
            <a:lstStyle/>
            <a:p>
              <a:pPr eaLnBrk="1" hangingPunct="1">
                <a:defRPr/>
              </a:pPr>
              <a:r>
                <a:rPr lang="ru-RU" sz="1400" dirty="0">
                  <a:latin typeface="+mj-lt"/>
                </a:rPr>
                <a:t>0</a:t>
              </a:r>
            </a:p>
          </p:txBody>
        </p:sp>
        <p:sp>
          <p:nvSpPr>
            <p:cNvPr id="55327" name="Text Box 33">
              <a:extLst>
                <a:ext uri="{FF2B5EF4-FFF2-40B4-BE49-F238E27FC236}">
                  <a16:creationId xmlns:a16="http://schemas.microsoft.com/office/drawing/2014/main" id="{43709462-9777-46E1-A91E-185BFFF2949C}"/>
                </a:ext>
              </a:extLst>
            </p:cNvPr>
            <p:cNvSpPr txBox="1">
              <a:spLocks noChangeArrowheads="1"/>
            </p:cNvSpPr>
            <p:nvPr/>
          </p:nvSpPr>
          <p:spPr bwMode="auto">
            <a:xfrm>
              <a:off x="3956" y="2027"/>
              <a:ext cx="226" cy="207"/>
            </a:xfrm>
            <a:prstGeom prst="rect">
              <a:avLst/>
            </a:prstGeom>
            <a:noFill/>
            <a:ln w="22225" algn="ctr">
              <a:noFill/>
              <a:miter lim="800000"/>
              <a:headEnd/>
              <a:tailEnd/>
            </a:ln>
            <a:effectLst/>
          </p:spPr>
          <p:txBody>
            <a:bodyPr/>
            <a:lstStyle/>
            <a:p>
              <a:pPr eaLnBrk="1" hangingPunct="1">
                <a:defRPr/>
              </a:pPr>
              <a:r>
                <a:rPr lang="ru-RU" sz="1400" dirty="0">
                  <a:latin typeface="+mj-lt"/>
                </a:rPr>
                <a:t>1</a:t>
              </a:r>
            </a:p>
          </p:txBody>
        </p:sp>
        <p:sp>
          <p:nvSpPr>
            <p:cNvPr id="55328" name="Line 34">
              <a:extLst>
                <a:ext uri="{FF2B5EF4-FFF2-40B4-BE49-F238E27FC236}">
                  <a16:creationId xmlns:a16="http://schemas.microsoft.com/office/drawing/2014/main" id="{4A7AF593-761D-47FB-942A-698E5B90D7C1}"/>
                </a:ext>
              </a:extLst>
            </p:cNvPr>
            <p:cNvSpPr>
              <a:spLocks noChangeShapeType="1"/>
            </p:cNvSpPr>
            <p:nvPr/>
          </p:nvSpPr>
          <p:spPr bwMode="auto">
            <a:xfrm flipV="1">
              <a:off x="3851" y="2717"/>
              <a:ext cx="435"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29" name="Line 35">
              <a:extLst>
                <a:ext uri="{FF2B5EF4-FFF2-40B4-BE49-F238E27FC236}">
                  <a16:creationId xmlns:a16="http://schemas.microsoft.com/office/drawing/2014/main" id="{00551401-19D6-4DAA-9DCC-28757B1D266D}"/>
                </a:ext>
              </a:extLst>
            </p:cNvPr>
            <p:cNvSpPr>
              <a:spLocks noChangeShapeType="1"/>
            </p:cNvSpPr>
            <p:nvPr/>
          </p:nvSpPr>
          <p:spPr bwMode="auto">
            <a:xfrm>
              <a:off x="3842" y="1656"/>
              <a:ext cx="195"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30" name="Line 36">
              <a:extLst>
                <a:ext uri="{FF2B5EF4-FFF2-40B4-BE49-F238E27FC236}">
                  <a16:creationId xmlns:a16="http://schemas.microsoft.com/office/drawing/2014/main" id="{481351DE-0B07-4AA5-8910-1576C964727A}"/>
                </a:ext>
              </a:extLst>
            </p:cNvPr>
            <p:cNvSpPr>
              <a:spLocks noChangeShapeType="1"/>
            </p:cNvSpPr>
            <p:nvPr/>
          </p:nvSpPr>
          <p:spPr bwMode="auto">
            <a:xfrm>
              <a:off x="3855" y="2139"/>
              <a:ext cx="192"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31" name="Line 37">
              <a:extLst>
                <a:ext uri="{FF2B5EF4-FFF2-40B4-BE49-F238E27FC236}">
                  <a16:creationId xmlns:a16="http://schemas.microsoft.com/office/drawing/2014/main" id="{0AA5DDD2-F3D1-4CAC-B2E7-B06BE53703B6}"/>
                </a:ext>
              </a:extLst>
            </p:cNvPr>
            <p:cNvSpPr>
              <a:spLocks noChangeShapeType="1"/>
            </p:cNvSpPr>
            <p:nvPr/>
          </p:nvSpPr>
          <p:spPr bwMode="auto">
            <a:xfrm flipV="1">
              <a:off x="2628" y="2717"/>
              <a:ext cx="435"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32" name="Line 38">
              <a:extLst>
                <a:ext uri="{FF2B5EF4-FFF2-40B4-BE49-F238E27FC236}">
                  <a16:creationId xmlns:a16="http://schemas.microsoft.com/office/drawing/2014/main" id="{D6541139-465E-4D3B-A71D-4CB93AB0E6B0}"/>
                </a:ext>
              </a:extLst>
            </p:cNvPr>
            <p:cNvSpPr>
              <a:spLocks noChangeShapeType="1"/>
            </p:cNvSpPr>
            <p:nvPr/>
          </p:nvSpPr>
          <p:spPr bwMode="auto">
            <a:xfrm flipV="1">
              <a:off x="1399" y="2717"/>
              <a:ext cx="436"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33" name="Text Box 39">
              <a:extLst>
                <a:ext uri="{FF2B5EF4-FFF2-40B4-BE49-F238E27FC236}">
                  <a16:creationId xmlns:a16="http://schemas.microsoft.com/office/drawing/2014/main" id="{654B22B5-8274-498E-9A41-D8306D4C0376}"/>
                </a:ext>
              </a:extLst>
            </p:cNvPr>
            <p:cNvSpPr txBox="1">
              <a:spLocks noChangeArrowheads="1"/>
            </p:cNvSpPr>
            <p:nvPr/>
          </p:nvSpPr>
          <p:spPr bwMode="auto">
            <a:xfrm>
              <a:off x="2781" y="1544"/>
              <a:ext cx="226" cy="207"/>
            </a:xfrm>
            <a:prstGeom prst="rect">
              <a:avLst/>
            </a:prstGeom>
            <a:noFill/>
            <a:ln w="22225" algn="ctr">
              <a:noFill/>
              <a:miter lim="800000"/>
              <a:headEnd/>
              <a:tailEnd/>
            </a:ln>
            <a:effectLst/>
          </p:spPr>
          <p:txBody>
            <a:bodyPr/>
            <a:lstStyle/>
            <a:p>
              <a:pPr eaLnBrk="1" hangingPunct="1">
                <a:defRPr/>
              </a:pPr>
              <a:r>
                <a:rPr lang="ru-RU" sz="1400" dirty="0">
                  <a:latin typeface="+mj-lt"/>
                </a:rPr>
                <a:t>0</a:t>
              </a:r>
            </a:p>
          </p:txBody>
        </p:sp>
        <p:sp>
          <p:nvSpPr>
            <p:cNvPr id="55334" name="Text Box 40">
              <a:extLst>
                <a:ext uri="{FF2B5EF4-FFF2-40B4-BE49-F238E27FC236}">
                  <a16:creationId xmlns:a16="http://schemas.microsoft.com/office/drawing/2014/main" id="{82D3B904-1772-407D-A70C-B28AF65E9BBF}"/>
                </a:ext>
              </a:extLst>
            </p:cNvPr>
            <p:cNvSpPr txBox="1">
              <a:spLocks noChangeArrowheads="1"/>
            </p:cNvSpPr>
            <p:nvPr/>
          </p:nvSpPr>
          <p:spPr bwMode="auto">
            <a:xfrm>
              <a:off x="2758" y="2027"/>
              <a:ext cx="225" cy="207"/>
            </a:xfrm>
            <a:prstGeom prst="rect">
              <a:avLst/>
            </a:prstGeom>
            <a:noFill/>
            <a:ln w="22225" algn="ctr">
              <a:noFill/>
              <a:miter lim="800000"/>
              <a:headEnd/>
              <a:tailEnd/>
            </a:ln>
            <a:effectLst/>
          </p:spPr>
          <p:txBody>
            <a:bodyPr/>
            <a:lstStyle/>
            <a:p>
              <a:pPr eaLnBrk="1" hangingPunct="1">
                <a:defRPr/>
              </a:pPr>
              <a:r>
                <a:rPr lang="ru-RU" sz="1400" dirty="0">
                  <a:latin typeface="+mj-lt"/>
                </a:rPr>
                <a:t>1</a:t>
              </a:r>
            </a:p>
          </p:txBody>
        </p:sp>
        <p:sp>
          <p:nvSpPr>
            <p:cNvPr id="55335" name="Text Box 41">
              <a:extLst>
                <a:ext uri="{FF2B5EF4-FFF2-40B4-BE49-F238E27FC236}">
                  <a16:creationId xmlns:a16="http://schemas.microsoft.com/office/drawing/2014/main" id="{1AE329B2-808A-4BF9-BF09-B70583FAA5D8}"/>
                </a:ext>
              </a:extLst>
            </p:cNvPr>
            <p:cNvSpPr txBox="1">
              <a:spLocks noChangeArrowheads="1"/>
            </p:cNvSpPr>
            <p:nvPr/>
          </p:nvSpPr>
          <p:spPr bwMode="auto">
            <a:xfrm>
              <a:off x="1515" y="1544"/>
              <a:ext cx="225" cy="207"/>
            </a:xfrm>
            <a:prstGeom prst="rect">
              <a:avLst/>
            </a:prstGeom>
            <a:noFill/>
            <a:ln w="22225" algn="ctr">
              <a:noFill/>
              <a:miter lim="800000"/>
              <a:headEnd/>
              <a:tailEnd/>
            </a:ln>
            <a:effectLst/>
          </p:spPr>
          <p:txBody>
            <a:bodyPr/>
            <a:lstStyle/>
            <a:p>
              <a:pPr eaLnBrk="1" hangingPunct="1">
                <a:defRPr/>
              </a:pPr>
              <a:r>
                <a:rPr lang="ru-RU" sz="1400" dirty="0">
                  <a:latin typeface="+mj-lt"/>
                </a:rPr>
                <a:t>0</a:t>
              </a:r>
            </a:p>
          </p:txBody>
        </p:sp>
        <p:sp>
          <p:nvSpPr>
            <p:cNvPr id="55336" name="Text Box 42">
              <a:extLst>
                <a:ext uri="{FF2B5EF4-FFF2-40B4-BE49-F238E27FC236}">
                  <a16:creationId xmlns:a16="http://schemas.microsoft.com/office/drawing/2014/main" id="{BDC6A45D-9E06-4CCD-BC93-52243F4CDA3E}"/>
                </a:ext>
              </a:extLst>
            </p:cNvPr>
            <p:cNvSpPr txBox="1">
              <a:spLocks noChangeArrowheads="1"/>
            </p:cNvSpPr>
            <p:nvPr/>
          </p:nvSpPr>
          <p:spPr bwMode="auto">
            <a:xfrm>
              <a:off x="1530" y="2019"/>
              <a:ext cx="226" cy="207"/>
            </a:xfrm>
            <a:prstGeom prst="rect">
              <a:avLst/>
            </a:prstGeom>
            <a:noFill/>
            <a:ln w="22225" algn="ctr">
              <a:noFill/>
              <a:miter lim="800000"/>
              <a:headEnd/>
              <a:tailEnd/>
            </a:ln>
            <a:effectLst/>
          </p:spPr>
          <p:txBody>
            <a:bodyPr/>
            <a:lstStyle/>
            <a:p>
              <a:pPr eaLnBrk="1" hangingPunct="1">
                <a:defRPr/>
              </a:pPr>
              <a:r>
                <a:rPr lang="ru-RU" sz="1400" dirty="0">
                  <a:latin typeface="+mj-lt"/>
                </a:rPr>
                <a:t>1</a:t>
              </a:r>
            </a:p>
          </p:txBody>
        </p:sp>
        <p:sp>
          <p:nvSpPr>
            <p:cNvPr id="55337" name="Line 43">
              <a:extLst>
                <a:ext uri="{FF2B5EF4-FFF2-40B4-BE49-F238E27FC236}">
                  <a16:creationId xmlns:a16="http://schemas.microsoft.com/office/drawing/2014/main" id="{620B71C5-5135-45EE-912F-B29703B898A0}"/>
                </a:ext>
              </a:extLst>
            </p:cNvPr>
            <p:cNvSpPr>
              <a:spLocks noChangeShapeType="1"/>
            </p:cNvSpPr>
            <p:nvPr/>
          </p:nvSpPr>
          <p:spPr bwMode="auto">
            <a:xfrm>
              <a:off x="1402" y="1639"/>
              <a:ext cx="192"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38" name="Line 44">
              <a:extLst>
                <a:ext uri="{FF2B5EF4-FFF2-40B4-BE49-F238E27FC236}">
                  <a16:creationId xmlns:a16="http://schemas.microsoft.com/office/drawing/2014/main" id="{00C1024A-45A8-4378-A4F5-467CD3DFF634}"/>
                </a:ext>
              </a:extLst>
            </p:cNvPr>
            <p:cNvSpPr>
              <a:spLocks noChangeShapeType="1"/>
            </p:cNvSpPr>
            <p:nvPr/>
          </p:nvSpPr>
          <p:spPr bwMode="auto">
            <a:xfrm>
              <a:off x="1402" y="2122"/>
              <a:ext cx="192"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39" name="Line 45">
              <a:extLst>
                <a:ext uri="{FF2B5EF4-FFF2-40B4-BE49-F238E27FC236}">
                  <a16:creationId xmlns:a16="http://schemas.microsoft.com/office/drawing/2014/main" id="{8CAEFCD6-C763-4F89-A08A-D4499BF09221}"/>
                </a:ext>
              </a:extLst>
            </p:cNvPr>
            <p:cNvSpPr>
              <a:spLocks noChangeShapeType="1"/>
            </p:cNvSpPr>
            <p:nvPr/>
          </p:nvSpPr>
          <p:spPr bwMode="auto">
            <a:xfrm>
              <a:off x="440" y="2710"/>
              <a:ext cx="160"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340" name="Text Box 46">
              <a:extLst>
                <a:ext uri="{FF2B5EF4-FFF2-40B4-BE49-F238E27FC236}">
                  <a16:creationId xmlns:a16="http://schemas.microsoft.com/office/drawing/2014/main" id="{541022D3-7A03-470B-A235-5537831825C9}"/>
                </a:ext>
              </a:extLst>
            </p:cNvPr>
            <p:cNvSpPr txBox="1">
              <a:spLocks noChangeArrowheads="1"/>
            </p:cNvSpPr>
            <p:nvPr/>
          </p:nvSpPr>
          <p:spPr bwMode="auto">
            <a:xfrm>
              <a:off x="225" y="2498"/>
              <a:ext cx="442" cy="207"/>
            </a:xfrm>
            <a:prstGeom prst="rect">
              <a:avLst/>
            </a:prstGeom>
            <a:noFill/>
            <a:ln w="22225" algn="ctr">
              <a:noFill/>
              <a:miter lim="800000"/>
              <a:headEnd/>
              <a:tailEnd/>
            </a:ln>
            <a:effectLst/>
          </p:spPr>
          <p:txBody>
            <a:bodyPr/>
            <a:lstStyle/>
            <a:p>
              <a:pPr eaLnBrk="1" hangingPunct="1">
                <a:defRPr/>
              </a:pPr>
              <a:r>
                <a:rPr lang="ru-RU" sz="1400" dirty="0">
                  <a:latin typeface="+mj-lt"/>
                </a:rPr>
                <a:t>Cout</a:t>
              </a:r>
            </a:p>
          </p:txBody>
        </p:sp>
        <p:sp>
          <p:nvSpPr>
            <p:cNvPr id="55341" name="Line 47">
              <a:extLst>
                <a:ext uri="{FF2B5EF4-FFF2-40B4-BE49-F238E27FC236}">
                  <a16:creationId xmlns:a16="http://schemas.microsoft.com/office/drawing/2014/main" id="{ECAC95E5-A5C2-4C81-AB67-FD7A5C2E4F91}"/>
                </a:ext>
              </a:extLst>
            </p:cNvPr>
            <p:cNvSpPr>
              <a:spLocks noChangeShapeType="1"/>
            </p:cNvSpPr>
            <p:nvPr/>
          </p:nvSpPr>
          <p:spPr bwMode="auto">
            <a:xfrm>
              <a:off x="4507" y="809"/>
              <a:ext cx="0" cy="208"/>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2" name="Line 48">
              <a:extLst>
                <a:ext uri="{FF2B5EF4-FFF2-40B4-BE49-F238E27FC236}">
                  <a16:creationId xmlns:a16="http://schemas.microsoft.com/office/drawing/2014/main" id="{3A05CB19-A020-4A86-8F83-2E80A1AD8DD4}"/>
                </a:ext>
              </a:extLst>
            </p:cNvPr>
            <p:cNvSpPr>
              <a:spLocks noChangeShapeType="1"/>
            </p:cNvSpPr>
            <p:nvPr/>
          </p:nvSpPr>
          <p:spPr bwMode="auto">
            <a:xfrm>
              <a:off x="4838" y="809"/>
              <a:ext cx="0" cy="208"/>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3" name="Line 49">
              <a:extLst>
                <a:ext uri="{FF2B5EF4-FFF2-40B4-BE49-F238E27FC236}">
                  <a16:creationId xmlns:a16="http://schemas.microsoft.com/office/drawing/2014/main" id="{9C7BB0FF-6D1E-4036-A58C-5F12A3B3D7F7}"/>
                </a:ext>
              </a:extLst>
            </p:cNvPr>
            <p:cNvSpPr>
              <a:spLocks noChangeShapeType="1"/>
            </p:cNvSpPr>
            <p:nvPr/>
          </p:nvSpPr>
          <p:spPr bwMode="auto">
            <a:xfrm>
              <a:off x="3261" y="809"/>
              <a:ext cx="0" cy="208"/>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4" name="Line 50">
              <a:extLst>
                <a:ext uri="{FF2B5EF4-FFF2-40B4-BE49-F238E27FC236}">
                  <a16:creationId xmlns:a16="http://schemas.microsoft.com/office/drawing/2014/main" id="{BB019281-B977-4722-A413-0545E6CE64A7}"/>
                </a:ext>
              </a:extLst>
            </p:cNvPr>
            <p:cNvSpPr>
              <a:spLocks noChangeShapeType="1"/>
            </p:cNvSpPr>
            <p:nvPr/>
          </p:nvSpPr>
          <p:spPr bwMode="auto">
            <a:xfrm>
              <a:off x="3592" y="815"/>
              <a:ext cx="0" cy="208"/>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5" name="Line 51">
              <a:extLst>
                <a:ext uri="{FF2B5EF4-FFF2-40B4-BE49-F238E27FC236}">
                  <a16:creationId xmlns:a16="http://schemas.microsoft.com/office/drawing/2014/main" id="{673C035A-2A7A-4BBB-A3CE-692AEC7685B9}"/>
                </a:ext>
              </a:extLst>
            </p:cNvPr>
            <p:cNvSpPr>
              <a:spLocks noChangeShapeType="1"/>
            </p:cNvSpPr>
            <p:nvPr/>
          </p:nvSpPr>
          <p:spPr bwMode="auto">
            <a:xfrm>
              <a:off x="2015" y="801"/>
              <a:ext cx="0" cy="208"/>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6" name="Line 52">
              <a:extLst>
                <a:ext uri="{FF2B5EF4-FFF2-40B4-BE49-F238E27FC236}">
                  <a16:creationId xmlns:a16="http://schemas.microsoft.com/office/drawing/2014/main" id="{EC769787-7E5B-4A4B-8BEE-F8D6AF00546D}"/>
                </a:ext>
              </a:extLst>
            </p:cNvPr>
            <p:cNvSpPr>
              <a:spLocks noChangeShapeType="1"/>
            </p:cNvSpPr>
            <p:nvPr/>
          </p:nvSpPr>
          <p:spPr bwMode="auto">
            <a:xfrm>
              <a:off x="2346" y="809"/>
              <a:ext cx="0" cy="208"/>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7" name="Line 53">
              <a:extLst>
                <a:ext uri="{FF2B5EF4-FFF2-40B4-BE49-F238E27FC236}">
                  <a16:creationId xmlns:a16="http://schemas.microsoft.com/office/drawing/2014/main" id="{B933AD42-D068-484C-BDB6-7A0706DCA278}"/>
                </a:ext>
              </a:extLst>
            </p:cNvPr>
            <p:cNvSpPr>
              <a:spLocks noChangeShapeType="1"/>
            </p:cNvSpPr>
            <p:nvPr/>
          </p:nvSpPr>
          <p:spPr bwMode="auto">
            <a:xfrm>
              <a:off x="803" y="792"/>
              <a:ext cx="0" cy="207"/>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8" name="Line 54">
              <a:extLst>
                <a:ext uri="{FF2B5EF4-FFF2-40B4-BE49-F238E27FC236}">
                  <a16:creationId xmlns:a16="http://schemas.microsoft.com/office/drawing/2014/main" id="{1753B20A-20AF-4E60-A19F-37478B5694F2}"/>
                </a:ext>
              </a:extLst>
            </p:cNvPr>
            <p:cNvSpPr>
              <a:spLocks noChangeShapeType="1"/>
            </p:cNvSpPr>
            <p:nvPr/>
          </p:nvSpPr>
          <p:spPr bwMode="auto">
            <a:xfrm>
              <a:off x="1133" y="791"/>
              <a:ext cx="0" cy="207"/>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349" name="Text Box 55">
              <a:extLst>
                <a:ext uri="{FF2B5EF4-FFF2-40B4-BE49-F238E27FC236}">
                  <a16:creationId xmlns:a16="http://schemas.microsoft.com/office/drawing/2014/main" id="{5B074D51-4A55-4048-9D3C-E8074963E2E1}"/>
                </a:ext>
              </a:extLst>
            </p:cNvPr>
            <p:cNvSpPr txBox="1">
              <a:spLocks noChangeArrowheads="1"/>
            </p:cNvSpPr>
            <p:nvPr/>
          </p:nvSpPr>
          <p:spPr bwMode="auto">
            <a:xfrm>
              <a:off x="597" y="627"/>
              <a:ext cx="407" cy="207"/>
            </a:xfrm>
            <a:prstGeom prst="rect">
              <a:avLst/>
            </a:prstGeom>
            <a:noFill/>
            <a:ln w="22225" algn="ctr">
              <a:noFill/>
              <a:miter lim="800000"/>
              <a:headEnd/>
              <a:tailEnd/>
            </a:ln>
            <a:effectLst/>
          </p:spPr>
          <p:txBody>
            <a:bodyPr/>
            <a:lstStyle/>
            <a:p>
              <a:pPr eaLnBrk="1" hangingPunct="1">
                <a:defRPr/>
              </a:pPr>
              <a:endParaRPr lang="ru-RU" sz="1400" dirty="0">
                <a:latin typeface="+mj-lt"/>
              </a:endParaRPr>
            </a:p>
          </p:txBody>
        </p:sp>
        <p:sp>
          <p:nvSpPr>
            <p:cNvPr id="55350" name="Text Box 56">
              <a:extLst>
                <a:ext uri="{FF2B5EF4-FFF2-40B4-BE49-F238E27FC236}">
                  <a16:creationId xmlns:a16="http://schemas.microsoft.com/office/drawing/2014/main" id="{064A8589-952A-4F26-B7F2-C190BBDF3C7F}"/>
                </a:ext>
              </a:extLst>
            </p:cNvPr>
            <p:cNvSpPr txBox="1">
              <a:spLocks noChangeArrowheads="1"/>
            </p:cNvSpPr>
            <p:nvPr/>
          </p:nvSpPr>
          <p:spPr bwMode="auto">
            <a:xfrm>
              <a:off x="277" y="435"/>
              <a:ext cx="1221" cy="414"/>
            </a:xfrm>
            <a:prstGeom prst="rect">
              <a:avLst/>
            </a:prstGeom>
            <a:noFill/>
            <a:ln w="22225" algn="ctr">
              <a:noFill/>
              <a:miter lim="800000"/>
              <a:headEnd/>
              <a:tailEnd/>
            </a:ln>
            <a:effectLst/>
          </p:spPr>
          <p:txBody>
            <a:bodyPr/>
            <a:lstStyle/>
            <a:p>
              <a:pPr algn="ctr" eaLnBrk="1" hangingPunct="1">
                <a:defRPr/>
              </a:pPr>
              <a:r>
                <a:rPr lang="ru-RU" sz="1400" dirty="0">
                  <a:latin typeface="+mj-lt"/>
                </a:rPr>
                <a:t>Block 3</a:t>
              </a:r>
            </a:p>
            <a:p>
              <a:pPr algn="ctr" eaLnBrk="1" hangingPunct="1">
                <a:defRPr/>
              </a:pPr>
              <a:r>
                <a:rPr lang="ru-RU" sz="1400" dirty="0">
                  <a:latin typeface="+mj-lt"/>
                </a:rPr>
                <a:t>A[15:12],B[15:12]</a:t>
              </a:r>
            </a:p>
            <a:p>
              <a:pPr eaLnBrk="1" hangingPunct="1">
                <a:defRPr/>
              </a:pPr>
              <a:endParaRPr lang="ru-RU" sz="1400" dirty="0">
                <a:latin typeface="+mj-lt"/>
              </a:endParaRPr>
            </a:p>
          </p:txBody>
        </p:sp>
        <p:sp>
          <p:nvSpPr>
            <p:cNvPr id="55351" name="Text Box 57">
              <a:extLst>
                <a:ext uri="{FF2B5EF4-FFF2-40B4-BE49-F238E27FC236}">
                  <a16:creationId xmlns:a16="http://schemas.microsoft.com/office/drawing/2014/main" id="{303A779D-CA39-418F-9F50-892C8ADAA838}"/>
                </a:ext>
              </a:extLst>
            </p:cNvPr>
            <p:cNvSpPr txBox="1">
              <a:spLocks noChangeArrowheads="1"/>
            </p:cNvSpPr>
            <p:nvPr/>
          </p:nvSpPr>
          <p:spPr bwMode="auto">
            <a:xfrm>
              <a:off x="1591" y="435"/>
              <a:ext cx="1221" cy="414"/>
            </a:xfrm>
            <a:prstGeom prst="rect">
              <a:avLst/>
            </a:prstGeom>
            <a:noFill/>
            <a:ln w="22225" algn="ctr">
              <a:noFill/>
              <a:miter lim="800000"/>
              <a:headEnd/>
              <a:tailEnd/>
            </a:ln>
            <a:effectLst/>
          </p:spPr>
          <p:txBody>
            <a:bodyPr/>
            <a:lstStyle/>
            <a:p>
              <a:pPr algn="ctr" eaLnBrk="1" hangingPunct="1">
                <a:defRPr/>
              </a:pPr>
              <a:r>
                <a:rPr lang="ru-RU" sz="1400" dirty="0">
                  <a:latin typeface="+mj-lt"/>
                </a:rPr>
                <a:t>Block 2</a:t>
              </a:r>
            </a:p>
            <a:p>
              <a:pPr algn="ctr" eaLnBrk="1" hangingPunct="1">
                <a:defRPr/>
              </a:pPr>
              <a:r>
                <a:rPr lang="ru-RU" sz="1400" dirty="0">
                  <a:latin typeface="+mj-lt"/>
                </a:rPr>
                <a:t>A[11:8] ,  B[11:8]</a:t>
              </a:r>
            </a:p>
            <a:p>
              <a:pPr eaLnBrk="1" hangingPunct="1">
                <a:defRPr/>
              </a:pPr>
              <a:endParaRPr lang="ru-RU" sz="1400" dirty="0">
                <a:latin typeface="+mj-lt"/>
              </a:endParaRPr>
            </a:p>
          </p:txBody>
        </p:sp>
        <p:sp>
          <p:nvSpPr>
            <p:cNvPr id="55352" name="Text Box 58">
              <a:extLst>
                <a:ext uri="{FF2B5EF4-FFF2-40B4-BE49-F238E27FC236}">
                  <a16:creationId xmlns:a16="http://schemas.microsoft.com/office/drawing/2014/main" id="{B8924B93-65AA-466C-815E-67D57BAE325F}"/>
                </a:ext>
              </a:extLst>
            </p:cNvPr>
            <p:cNvSpPr txBox="1">
              <a:spLocks noChangeArrowheads="1"/>
            </p:cNvSpPr>
            <p:nvPr/>
          </p:nvSpPr>
          <p:spPr bwMode="auto">
            <a:xfrm>
              <a:off x="2837" y="452"/>
              <a:ext cx="1221" cy="414"/>
            </a:xfrm>
            <a:prstGeom prst="rect">
              <a:avLst/>
            </a:prstGeom>
            <a:noFill/>
            <a:ln w="22225" algn="ctr">
              <a:noFill/>
              <a:miter lim="800000"/>
              <a:headEnd/>
              <a:tailEnd/>
            </a:ln>
            <a:effectLst/>
          </p:spPr>
          <p:txBody>
            <a:bodyPr/>
            <a:lstStyle/>
            <a:p>
              <a:pPr algn="ctr" eaLnBrk="1" hangingPunct="1">
                <a:defRPr/>
              </a:pPr>
              <a:r>
                <a:rPr lang="ru-RU" sz="1400" dirty="0">
                  <a:latin typeface="+mj-lt"/>
                </a:rPr>
                <a:t>Block 1</a:t>
              </a:r>
            </a:p>
            <a:p>
              <a:pPr algn="ctr" eaLnBrk="1" hangingPunct="1">
                <a:defRPr/>
              </a:pPr>
              <a:r>
                <a:rPr lang="ru-RU" sz="1400" dirty="0">
                  <a:latin typeface="+mj-lt"/>
                </a:rPr>
                <a:t>A[7:4] ,  B[7:4]</a:t>
              </a:r>
            </a:p>
            <a:p>
              <a:pPr eaLnBrk="1" hangingPunct="1">
                <a:defRPr/>
              </a:pPr>
              <a:endParaRPr lang="ru-RU" sz="1400" dirty="0">
                <a:latin typeface="+mj-lt"/>
              </a:endParaRPr>
            </a:p>
          </p:txBody>
        </p:sp>
        <p:sp>
          <p:nvSpPr>
            <p:cNvPr id="55353" name="Text Box 59">
              <a:extLst>
                <a:ext uri="{FF2B5EF4-FFF2-40B4-BE49-F238E27FC236}">
                  <a16:creationId xmlns:a16="http://schemas.microsoft.com/office/drawing/2014/main" id="{6CD608E7-D570-4316-8CCB-E791D4AA880E}"/>
                </a:ext>
              </a:extLst>
            </p:cNvPr>
            <p:cNvSpPr txBox="1">
              <a:spLocks noChangeArrowheads="1"/>
            </p:cNvSpPr>
            <p:nvPr/>
          </p:nvSpPr>
          <p:spPr bwMode="auto">
            <a:xfrm>
              <a:off x="4007" y="426"/>
              <a:ext cx="1221" cy="414"/>
            </a:xfrm>
            <a:prstGeom prst="rect">
              <a:avLst/>
            </a:prstGeom>
            <a:noFill/>
            <a:ln w="22225" algn="ctr">
              <a:noFill/>
              <a:miter lim="800000"/>
              <a:headEnd/>
              <a:tailEnd/>
            </a:ln>
            <a:effectLst/>
          </p:spPr>
          <p:txBody>
            <a:bodyPr/>
            <a:lstStyle/>
            <a:p>
              <a:pPr algn="ctr" eaLnBrk="1" hangingPunct="1">
                <a:defRPr/>
              </a:pPr>
              <a:r>
                <a:rPr lang="ru-RU" sz="1400" dirty="0">
                  <a:latin typeface="+mj-lt"/>
                </a:rPr>
                <a:t>Block 0</a:t>
              </a:r>
            </a:p>
            <a:p>
              <a:pPr algn="ctr" eaLnBrk="1" hangingPunct="1">
                <a:defRPr/>
              </a:pPr>
              <a:r>
                <a:rPr lang="ru-RU" sz="1400" dirty="0">
                  <a:latin typeface="+mj-lt"/>
                </a:rPr>
                <a:t>A[3:0] ,  B[3:0]</a:t>
              </a:r>
            </a:p>
            <a:p>
              <a:pPr eaLnBrk="1" hangingPunct="1">
                <a:defRPr/>
              </a:pPr>
              <a:endParaRPr lang="ru-RU" sz="1400" dirty="0">
                <a:latin typeface="+mj-lt"/>
              </a:endParaRPr>
            </a:p>
          </p:txBody>
        </p:sp>
        <p:sp>
          <p:nvSpPr>
            <p:cNvPr id="55354" name="Text Box 60">
              <a:extLst>
                <a:ext uri="{FF2B5EF4-FFF2-40B4-BE49-F238E27FC236}">
                  <a16:creationId xmlns:a16="http://schemas.microsoft.com/office/drawing/2014/main" id="{656DE12D-8433-4C93-8600-4300C6DFB5F6}"/>
                </a:ext>
              </a:extLst>
            </p:cNvPr>
            <p:cNvSpPr txBox="1">
              <a:spLocks noChangeArrowheads="1"/>
            </p:cNvSpPr>
            <p:nvPr/>
          </p:nvSpPr>
          <p:spPr bwMode="auto">
            <a:xfrm>
              <a:off x="713" y="3585"/>
              <a:ext cx="610" cy="207"/>
            </a:xfrm>
            <a:prstGeom prst="rect">
              <a:avLst/>
            </a:prstGeom>
            <a:noFill/>
            <a:ln w="22225" algn="ctr">
              <a:noFill/>
              <a:miter lim="800000"/>
              <a:headEnd/>
              <a:tailEnd/>
            </a:ln>
            <a:effectLst/>
          </p:spPr>
          <p:txBody>
            <a:bodyPr/>
            <a:lstStyle/>
            <a:p>
              <a:pPr eaLnBrk="1" hangingPunct="1">
                <a:defRPr/>
              </a:pPr>
              <a:r>
                <a:rPr lang="ru-RU" sz="1400" dirty="0">
                  <a:latin typeface="+mj-lt"/>
                </a:rPr>
                <a:t>S[15:12]</a:t>
              </a:r>
            </a:p>
          </p:txBody>
        </p:sp>
        <p:sp>
          <p:nvSpPr>
            <p:cNvPr id="55355" name="Text Box 61">
              <a:extLst>
                <a:ext uri="{FF2B5EF4-FFF2-40B4-BE49-F238E27FC236}">
                  <a16:creationId xmlns:a16="http://schemas.microsoft.com/office/drawing/2014/main" id="{A13912C5-847C-4DD2-9A83-10E9981695D7}"/>
                </a:ext>
              </a:extLst>
            </p:cNvPr>
            <p:cNvSpPr txBox="1">
              <a:spLocks noChangeArrowheads="1"/>
            </p:cNvSpPr>
            <p:nvPr/>
          </p:nvSpPr>
          <p:spPr bwMode="auto">
            <a:xfrm>
              <a:off x="1939" y="3568"/>
              <a:ext cx="610" cy="207"/>
            </a:xfrm>
            <a:prstGeom prst="rect">
              <a:avLst/>
            </a:prstGeom>
            <a:noFill/>
            <a:ln w="22225" algn="ctr">
              <a:noFill/>
              <a:miter lim="800000"/>
              <a:headEnd/>
              <a:tailEnd/>
            </a:ln>
            <a:effectLst/>
          </p:spPr>
          <p:txBody>
            <a:bodyPr/>
            <a:lstStyle/>
            <a:p>
              <a:pPr eaLnBrk="1" hangingPunct="1">
                <a:defRPr/>
              </a:pPr>
              <a:r>
                <a:rPr lang="ru-RU" sz="1400" dirty="0">
                  <a:latin typeface="+mj-lt"/>
                </a:rPr>
                <a:t>S[11:8]</a:t>
              </a:r>
            </a:p>
          </p:txBody>
        </p:sp>
        <p:sp>
          <p:nvSpPr>
            <p:cNvPr id="55356" name="Text Box 62">
              <a:extLst>
                <a:ext uri="{FF2B5EF4-FFF2-40B4-BE49-F238E27FC236}">
                  <a16:creationId xmlns:a16="http://schemas.microsoft.com/office/drawing/2014/main" id="{81AF36EB-8D2F-4F17-81A5-54555FF7B8E3}"/>
                </a:ext>
              </a:extLst>
            </p:cNvPr>
            <p:cNvSpPr txBox="1">
              <a:spLocks noChangeArrowheads="1"/>
            </p:cNvSpPr>
            <p:nvPr/>
          </p:nvSpPr>
          <p:spPr bwMode="auto">
            <a:xfrm>
              <a:off x="3159" y="3585"/>
              <a:ext cx="611" cy="207"/>
            </a:xfrm>
            <a:prstGeom prst="rect">
              <a:avLst/>
            </a:prstGeom>
            <a:noFill/>
            <a:ln w="22225" algn="ctr">
              <a:noFill/>
              <a:miter lim="800000"/>
              <a:headEnd/>
              <a:tailEnd/>
            </a:ln>
            <a:effectLst/>
          </p:spPr>
          <p:txBody>
            <a:bodyPr/>
            <a:lstStyle/>
            <a:p>
              <a:pPr eaLnBrk="1" hangingPunct="1">
                <a:defRPr/>
              </a:pPr>
              <a:r>
                <a:rPr lang="ru-RU" sz="1400" dirty="0">
                  <a:latin typeface="+mj-lt"/>
                </a:rPr>
                <a:t>S[7:4]</a:t>
              </a:r>
            </a:p>
          </p:txBody>
        </p:sp>
        <p:sp>
          <p:nvSpPr>
            <p:cNvPr id="55357" name="Text Box 63">
              <a:extLst>
                <a:ext uri="{FF2B5EF4-FFF2-40B4-BE49-F238E27FC236}">
                  <a16:creationId xmlns:a16="http://schemas.microsoft.com/office/drawing/2014/main" id="{2CEF7B3A-7E51-4F89-B681-590A123A0C5D}"/>
                </a:ext>
              </a:extLst>
            </p:cNvPr>
            <p:cNvSpPr txBox="1">
              <a:spLocks noChangeArrowheads="1"/>
            </p:cNvSpPr>
            <p:nvPr/>
          </p:nvSpPr>
          <p:spPr bwMode="auto">
            <a:xfrm>
              <a:off x="4423" y="3576"/>
              <a:ext cx="610" cy="207"/>
            </a:xfrm>
            <a:prstGeom prst="rect">
              <a:avLst/>
            </a:prstGeom>
            <a:noFill/>
            <a:ln w="22225" algn="ctr">
              <a:noFill/>
              <a:miter lim="800000"/>
              <a:headEnd/>
              <a:tailEnd/>
            </a:ln>
            <a:effectLst/>
          </p:spPr>
          <p:txBody>
            <a:bodyPr/>
            <a:lstStyle/>
            <a:p>
              <a:pPr eaLnBrk="1" hangingPunct="1">
                <a:defRPr/>
              </a:pPr>
              <a:r>
                <a:rPr lang="ru-RU" sz="1400" dirty="0">
                  <a:latin typeface="+mj-lt"/>
                </a:rPr>
                <a:t>S[3:0]</a:t>
              </a:r>
            </a:p>
          </p:txBody>
        </p:sp>
        <p:sp>
          <p:nvSpPr>
            <p:cNvPr id="55358" name="Text Box 64">
              <a:extLst>
                <a:ext uri="{FF2B5EF4-FFF2-40B4-BE49-F238E27FC236}">
                  <a16:creationId xmlns:a16="http://schemas.microsoft.com/office/drawing/2014/main" id="{D3FE764B-5B2A-496E-A184-BB2CE177D784}"/>
                </a:ext>
              </a:extLst>
            </p:cNvPr>
            <p:cNvSpPr txBox="1">
              <a:spLocks noChangeArrowheads="1"/>
            </p:cNvSpPr>
            <p:nvPr/>
          </p:nvSpPr>
          <p:spPr bwMode="auto">
            <a:xfrm>
              <a:off x="3982" y="2547"/>
              <a:ext cx="364" cy="295"/>
            </a:xfrm>
            <a:prstGeom prst="rect">
              <a:avLst/>
            </a:prstGeom>
            <a:noFill/>
            <a:ln w="22225" algn="ctr">
              <a:noFill/>
              <a:miter lim="800000"/>
              <a:headEnd/>
              <a:tailEnd/>
            </a:ln>
            <a:effectLst/>
          </p:spPr>
          <p:txBody>
            <a:bodyPr/>
            <a:lstStyle/>
            <a:p>
              <a:pPr eaLnBrk="1" hangingPunct="1">
                <a:defRPr/>
              </a:pPr>
              <a:r>
                <a:rPr lang="ru-RU" sz="1400" dirty="0">
                  <a:latin typeface="+mj-lt"/>
                </a:rPr>
                <a:t>C4</a:t>
              </a:r>
            </a:p>
          </p:txBody>
        </p:sp>
        <p:sp>
          <p:nvSpPr>
            <p:cNvPr id="55359" name="Text Box 65">
              <a:extLst>
                <a:ext uri="{FF2B5EF4-FFF2-40B4-BE49-F238E27FC236}">
                  <a16:creationId xmlns:a16="http://schemas.microsoft.com/office/drawing/2014/main" id="{E2FB4F56-1D03-4A58-9319-36535A7FBEAB}"/>
                </a:ext>
              </a:extLst>
            </p:cNvPr>
            <p:cNvSpPr txBox="1">
              <a:spLocks noChangeArrowheads="1"/>
            </p:cNvSpPr>
            <p:nvPr/>
          </p:nvSpPr>
          <p:spPr bwMode="auto">
            <a:xfrm>
              <a:off x="2766" y="2541"/>
              <a:ext cx="402" cy="207"/>
            </a:xfrm>
            <a:prstGeom prst="rect">
              <a:avLst/>
            </a:prstGeom>
            <a:noFill/>
            <a:ln w="22225" algn="ctr">
              <a:noFill/>
              <a:miter lim="800000"/>
              <a:headEnd/>
              <a:tailEnd/>
            </a:ln>
            <a:effectLst/>
          </p:spPr>
          <p:txBody>
            <a:bodyPr/>
            <a:lstStyle/>
            <a:p>
              <a:pPr eaLnBrk="1" hangingPunct="1">
                <a:defRPr/>
              </a:pPr>
              <a:r>
                <a:rPr lang="ru-RU" sz="1400" dirty="0">
                  <a:latin typeface="+mj-lt"/>
                </a:rPr>
                <a:t>C8</a:t>
              </a:r>
            </a:p>
          </p:txBody>
        </p:sp>
        <p:sp>
          <p:nvSpPr>
            <p:cNvPr id="55360" name="Text Box 66">
              <a:extLst>
                <a:ext uri="{FF2B5EF4-FFF2-40B4-BE49-F238E27FC236}">
                  <a16:creationId xmlns:a16="http://schemas.microsoft.com/office/drawing/2014/main" id="{7D4C0839-BC07-4A3C-853B-EFAF274F86A9}"/>
                </a:ext>
              </a:extLst>
            </p:cNvPr>
            <p:cNvSpPr txBox="1">
              <a:spLocks noChangeArrowheads="1"/>
            </p:cNvSpPr>
            <p:nvPr/>
          </p:nvSpPr>
          <p:spPr bwMode="auto">
            <a:xfrm>
              <a:off x="1271" y="2502"/>
              <a:ext cx="568" cy="207"/>
            </a:xfrm>
            <a:prstGeom prst="rect">
              <a:avLst/>
            </a:prstGeom>
            <a:noFill/>
            <a:ln w="22225" algn="ctr">
              <a:noFill/>
              <a:miter lim="800000"/>
              <a:headEnd/>
              <a:tailEnd/>
            </a:ln>
            <a:effectLst/>
          </p:spPr>
          <p:txBody>
            <a:bodyPr/>
            <a:lstStyle/>
            <a:p>
              <a:pPr eaLnBrk="1" hangingPunct="1">
                <a:defRPr/>
              </a:pPr>
              <a:r>
                <a:rPr lang="ru-RU" sz="1400" dirty="0">
                  <a:latin typeface="+mj-lt"/>
                </a:rPr>
                <a:t>    C12</a:t>
              </a:r>
            </a:p>
          </p:txBody>
        </p:sp>
        <p:sp>
          <p:nvSpPr>
            <p:cNvPr id="55361" name="Oval 67">
              <a:extLst>
                <a:ext uri="{FF2B5EF4-FFF2-40B4-BE49-F238E27FC236}">
                  <a16:creationId xmlns:a16="http://schemas.microsoft.com/office/drawing/2014/main" id="{71C240AF-CD65-4F7F-8AC7-BF4974927130}"/>
                </a:ext>
              </a:extLst>
            </p:cNvPr>
            <p:cNvSpPr>
              <a:spLocks noChangeArrowheads="1"/>
            </p:cNvSpPr>
            <p:nvPr/>
          </p:nvSpPr>
          <p:spPr bwMode="auto">
            <a:xfrm>
              <a:off x="4143" y="1797"/>
              <a:ext cx="198" cy="201"/>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1</a:t>
              </a:r>
            </a:p>
          </p:txBody>
        </p:sp>
        <p:sp>
          <p:nvSpPr>
            <p:cNvPr id="55362" name="Oval 68">
              <a:extLst>
                <a:ext uri="{FF2B5EF4-FFF2-40B4-BE49-F238E27FC236}">
                  <a16:creationId xmlns:a16="http://schemas.microsoft.com/office/drawing/2014/main" id="{2D9A9831-FC35-48B5-BBC9-55669464C8C3}"/>
                </a:ext>
              </a:extLst>
            </p:cNvPr>
            <p:cNvSpPr>
              <a:spLocks noChangeArrowheads="1"/>
            </p:cNvSpPr>
            <p:nvPr/>
          </p:nvSpPr>
          <p:spPr bwMode="auto">
            <a:xfrm>
              <a:off x="5024" y="1296"/>
              <a:ext cx="199" cy="202"/>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1</a:t>
              </a:r>
            </a:p>
          </p:txBody>
        </p:sp>
        <p:sp>
          <p:nvSpPr>
            <p:cNvPr id="55363" name="Oval 69">
              <a:extLst>
                <a:ext uri="{FF2B5EF4-FFF2-40B4-BE49-F238E27FC236}">
                  <a16:creationId xmlns:a16="http://schemas.microsoft.com/office/drawing/2014/main" id="{35DAADEA-BB8B-4923-960E-DA4E9241A963}"/>
                </a:ext>
              </a:extLst>
            </p:cNvPr>
            <p:cNvSpPr>
              <a:spLocks noChangeArrowheads="1"/>
            </p:cNvSpPr>
            <p:nvPr/>
          </p:nvSpPr>
          <p:spPr bwMode="auto">
            <a:xfrm>
              <a:off x="4117" y="2324"/>
              <a:ext cx="199" cy="202"/>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5</a:t>
              </a:r>
            </a:p>
          </p:txBody>
        </p:sp>
        <p:sp>
          <p:nvSpPr>
            <p:cNvPr id="55364" name="Oval 70">
              <a:extLst>
                <a:ext uri="{FF2B5EF4-FFF2-40B4-BE49-F238E27FC236}">
                  <a16:creationId xmlns:a16="http://schemas.microsoft.com/office/drawing/2014/main" id="{34ADBA7D-F603-4523-A931-11CF7ACBB07B}"/>
                </a:ext>
              </a:extLst>
            </p:cNvPr>
            <p:cNvSpPr>
              <a:spLocks noChangeArrowheads="1"/>
            </p:cNvSpPr>
            <p:nvPr/>
          </p:nvSpPr>
          <p:spPr bwMode="auto">
            <a:xfrm>
              <a:off x="4075" y="2745"/>
              <a:ext cx="198" cy="201"/>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6</a:t>
              </a:r>
            </a:p>
          </p:txBody>
        </p:sp>
        <p:sp>
          <p:nvSpPr>
            <p:cNvPr id="55365" name="Oval 71">
              <a:extLst>
                <a:ext uri="{FF2B5EF4-FFF2-40B4-BE49-F238E27FC236}">
                  <a16:creationId xmlns:a16="http://schemas.microsoft.com/office/drawing/2014/main" id="{132EE14A-2B35-4FBE-9C54-BAF1E4A22C5E}"/>
                </a:ext>
              </a:extLst>
            </p:cNvPr>
            <p:cNvSpPr>
              <a:spLocks noChangeArrowheads="1"/>
            </p:cNvSpPr>
            <p:nvPr/>
          </p:nvSpPr>
          <p:spPr bwMode="auto">
            <a:xfrm>
              <a:off x="548" y="2307"/>
              <a:ext cx="199" cy="202"/>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5</a:t>
              </a:r>
            </a:p>
          </p:txBody>
        </p:sp>
        <p:sp>
          <p:nvSpPr>
            <p:cNvPr id="55366" name="Oval 72">
              <a:extLst>
                <a:ext uri="{FF2B5EF4-FFF2-40B4-BE49-F238E27FC236}">
                  <a16:creationId xmlns:a16="http://schemas.microsoft.com/office/drawing/2014/main" id="{7E5C2039-9F2F-463E-838E-427148DE8FA2}"/>
                </a:ext>
              </a:extLst>
            </p:cNvPr>
            <p:cNvSpPr>
              <a:spLocks noChangeArrowheads="1"/>
            </p:cNvSpPr>
            <p:nvPr/>
          </p:nvSpPr>
          <p:spPr bwMode="auto">
            <a:xfrm>
              <a:off x="2834" y="2766"/>
              <a:ext cx="198" cy="201"/>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7</a:t>
              </a:r>
            </a:p>
          </p:txBody>
        </p:sp>
        <p:sp>
          <p:nvSpPr>
            <p:cNvPr id="55367" name="Oval 73">
              <a:extLst>
                <a:ext uri="{FF2B5EF4-FFF2-40B4-BE49-F238E27FC236}">
                  <a16:creationId xmlns:a16="http://schemas.microsoft.com/office/drawing/2014/main" id="{DEC7CB79-C982-4F8F-A3B1-39CB044FCBB1}"/>
                </a:ext>
              </a:extLst>
            </p:cNvPr>
            <p:cNvSpPr>
              <a:spLocks noChangeArrowheads="1"/>
            </p:cNvSpPr>
            <p:nvPr/>
          </p:nvSpPr>
          <p:spPr bwMode="auto">
            <a:xfrm>
              <a:off x="1610" y="2760"/>
              <a:ext cx="198" cy="202"/>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8</a:t>
              </a:r>
            </a:p>
          </p:txBody>
        </p:sp>
        <p:sp>
          <p:nvSpPr>
            <p:cNvPr id="55368" name="Oval 74">
              <a:extLst>
                <a:ext uri="{FF2B5EF4-FFF2-40B4-BE49-F238E27FC236}">
                  <a16:creationId xmlns:a16="http://schemas.microsoft.com/office/drawing/2014/main" id="{1AA1D949-54C0-4CAC-9837-98EBAD02C147}"/>
                </a:ext>
              </a:extLst>
            </p:cNvPr>
            <p:cNvSpPr>
              <a:spLocks noChangeArrowheads="1"/>
            </p:cNvSpPr>
            <p:nvPr/>
          </p:nvSpPr>
          <p:spPr bwMode="auto">
            <a:xfrm>
              <a:off x="464" y="2842"/>
              <a:ext cx="198" cy="201"/>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9</a:t>
              </a:r>
            </a:p>
          </p:txBody>
        </p:sp>
        <p:sp>
          <p:nvSpPr>
            <p:cNvPr id="55369" name="Oval 75">
              <a:extLst>
                <a:ext uri="{FF2B5EF4-FFF2-40B4-BE49-F238E27FC236}">
                  <a16:creationId xmlns:a16="http://schemas.microsoft.com/office/drawing/2014/main" id="{7B4E7F3F-41E4-4682-B3EC-165B74EF93E6}"/>
                </a:ext>
              </a:extLst>
            </p:cNvPr>
            <p:cNvSpPr>
              <a:spLocks noChangeArrowheads="1"/>
            </p:cNvSpPr>
            <p:nvPr/>
          </p:nvSpPr>
          <p:spPr bwMode="auto">
            <a:xfrm>
              <a:off x="564" y="3426"/>
              <a:ext cx="306" cy="202"/>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400" dirty="0">
                  <a:latin typeface="+mj-lt"/>
                </a:rPr>
                <a:t>10</a:t>
              </a:r>
            </a:p>
          </p:txBody>
        </p:sp>
        <p:sp>
          <p:nvSpPr>
            <p:cNvPr id="55370" name="AutoShape 76">
              <a:extLst>
                <a:ext uri="{FF2B5EF4-FFF2-40B4-BE49-F238E27FC236}">
                  <a16:creationId xmlns:a16="http://schemas.microsoft.com/office/drawing/2014/main" id="{457237C4-35DC-4CCB-ADCF-27AD34806E97}"/>
                </a:ext>
              </a:extLst>
            </p:cNvPr>
            <p:cNvSpPr>
              <a:spLocks noChangeArrowheads="1"/>
            </p:cNvSpPr>
            <p:nvPr/>
          </p:nvSpPr>
          <p:spPr bwMode="auto">
            <a:xfrm>
              <a:off x="4694" y="1798"/>
              <a:ext cx="90" cy="230"/>
            </a:xfrm>
            <a:prstGeom prst="downArrow">
              <a:avLst>
                <a:gd name="adj1" fmla="val 50000"/>
                <a:gd name="adj2" fmla="val 63333"/>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71" name="Text Box 77">
              <a:extLst>
                <a:ext uri="{FF2B5EF4-FFF2-40B4-BE49-F238E27FC236}">
                  <a16:creationId xmlns:a16="http://schemas.microsoft.com/office/drawing/2014/main" id="{F7F01F81-0C15-4A1B-87B5-0BA087616F51}"/>
                </a:ext>
              </a:extLst>
            </p:cNvPr>
            <p:cNvSpPr txBox="1">
              <a:spLocks noChangeArrowheads="1"/>
            </p:cNvSpPr>
            <p:nvPr/>
          </p:nvSpPr>
          <p:spPr bwMode="auto">
            <a:xfrm>
              <a:off x="4109" y="1289"/>
              <a:ext cx="407" cy="207"/>
            </a:xfrm>
            <a:prstGeom prst="rect">
              <a:avLst/>
            </a:prstGeom>
            <a:noFill/>
            <a:ln w="22225" algn="ctr">
              <a:noFill/>
              <a:miter lim="800000"/>
              <a:headEnd/>
              <a:tailEnd/>
            </a:ln>
            <a:effectLst/>
          </p:spPr>
          <p:txBody>
            <a:bodyPr/>
            <a:lstStyle/>
            <a:p>
              <a:pPr eaLnBrk="1" hangingPunct="1">
                <a:defRPr/>
              </a:pPr>
              <a:r>
                <a:rPr lang="ru-RU" sz="1400" dirty="0">
                  <a:latin typeface="+mj-lt"/>
                </a:rPr>
                <a:t>G’s</a:t>
              </a:r>
            </a:p>
          </p:txBody>
        </p:sp>
        <p:sp>
          <p:nvSpPr>
            <p:cNvPr id="55372" name="Text Box 78">
              <a:extLst>
                <a:ext uri="{FF2B5EF4-FFF2-40B4-BE49-F238E27FC236}">
                  <a16:creationId xmlns:a16="http://schemas.microsoft.com/office/drawing/2014/main" id="{8888CAF1-7C8F-41BB-8285-EBBC2D81ACF3}"/>
                </a:ext>
              </a:extLst>
            </p:cNvPr>
            <p:cNvSpPr txBox="1">
              <a:spLocks noChangeArrowheads="1"/>
            </p:cNvSpPr>
            <p:nvPr/>
          </p:nvSpPr>
          <p:spPr bwMode="auto">
            <a:xfrm>
              <a:off x="4719" y="1306"/>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373" name="Text Box 79">
              <a:extLst>
                <a:ext uri="{FF2B5EF4-FFF2-40B4-BE49-F238E27FC236}">
                  <a16:creationId xmlns:a16="http://schemas.microsoft.com/office/drawing/2014/main" id="{72A4BB38-A36F-4BB3-9320-8858E7853D0D}"/>
                </a:ext>
              </a:extLst>
            </p:cNvPr>
            <p:cNvSpPr txBox="1">
              <a:spLocks noChangeArrowheads="1"/>
            </p:cNvSpPr>
            <p:nvPr/>
          </p:nvSpPr>
          <p:spPr bwMode="auto">
            <a:xfrm>
              <a:off x="4980" y="2328"/>
              <a:ext cx="407" cy="207"/>
            </a:xfrm>
            <a:prstGeom prst="rect">
              <a:avLst/>
            </a:prstGeom>
            <a:noFill/>
            <a:ln w="22225" algn="ctr">
              <a:noFill/>
              <a:miter lim="800000"/>
              <a:headEnd/>
              <a:tailEnd/>
            </a:ln>
            <a:effectLst/>
          </p:spPr>
          <p:txBody>
            <a:bodyPr/>
            <a:lstStyle/>
            <a:p>
              <a:pPr eaLnBrk="1" hangingPunct="1">
                <a:defRPr/>
              </a:pPr>
              <a:r>
                <a:rPr lang="ru-RU" sz="1400" dirty="0">
                  <a:latin typeface="+mj-lt"/>
                </a:rPr>
                <a:t>C’s0</a:t>
              </a:r>
            </a:p>
          </p:txBody>
        </p:sp>
        <p:sp>
          <p:nvSpPr>
            <p:cNvPr id="55374" name="Text Box 80">
              <a:extLst>
                <a:ext uri="{FF2B5EF4-FFF2-40B4-BE49-F238E27FC236}">
                  <a16:creationId xmlns:a16="http://schemas.microsoft.com/office/drawing/2014/main" id="{94296E78-D79C-4E57-A9BF-AB9DF8F679ED}"/>
                </a:ext>
              </a:extLst>
            </p:cNvPr>
            <p:cNvSpPr txBox="1">
              <a:spLocks noChangeArrowheads="1"/>
            </p:cNvSpPr>
            <p:nvPr/>
          </p:nvSpPr>
          <p:spPr bwMode="auto">
            <a:xfrm>
              <a:off x="4389" y="2324"/>
              <a:ext cx="407" cy="207"/>
            </a:xfrm>
            <a:prstGeom prst="rect">
              <a:avLst/>
            </a:prstGeom>
            <a:noFill/>
            <a:ln w="22225" algn="ctr">
              <a:noFill/>
              <a:miter lim="800000"/>
              <a:headEnd/>
              <a:tailEnd/>
            </a:ln>
            <a:effectLst/>
          </p:spPr>
          <p:txBody>
            <a:bodyPr/>
            <a:lstStyle/>
            <a:p>
              <a:pPr eaLnBrk="1" hangingPunct="1">
                <a:defRPr/>
              </a:pPr>
              <a:r>
                <a:rPr lang="ru-RU" sz="1400" dirty="0">
                  <a:latin typeface="+mj-lt"/>
                </a:rPr>
                <a:t>C’s1</a:t>
              </a:r>
            </a:p>
          </p:txBody>
        </p:sp>
        <p:sp>
          <p:nvSpPr>
            <p:cNvPr id="55375" name="Text Box 81">
              <a:extLst>
                <a:ext uri="{FF2B5EF4-FFF2-40B4-BE49-F238E27FC236}">
                  <a16:creationId xmlns:a16="http://schemas.microsoft.com/office/drawing/2014/main" id="{C86D3672-89F8-4F55-8226-5AD01590C3BE}"/>
                </a:ext>
              </a:extLst>
            </p:cNvPr>
            <p:cNvSpPr txBox="1">
              <a:spLocks noChangeArrowheads="1"/>
            </p:cNvSpPr>
            <p:nvPr/>
          </p:nvSpPr>
          <p:spPr bwMode="auto">
            <a:xfrm>
              <a:off x="4730" y="1807"/>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376" name="Text Box 82">
              <a:extLst>
                <a:ext uri="{FF2B5EF4-FFF2-40B4-BE49-F238E27FC236}">
                  <a16:creationId xmlns:a16="http://schemas.microsoft.com/office/drawing/2014/main" id="{26AA3E18-0C6F-4295-AABB-8997F9DD2FC5}"/>
                </a:ext>
              </a:extLst>
            </p:cNvPr>
            <p:cNvSpPr txBox="1">
              <a:spLocks noChangeArrowheads="1"/>
            </p:cNvSpPr>
            <p:nvPr/>
          </p:nvSpPr>
          <p:spPr bwMode="auto">
            <a:xfrm>
              <a:off x="4772" y="2867"/>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377" name="AutoShape 83">
              <a:extLst>
                <a:ext uri="{FF2B5EF4-FFF2-40B4-BE49-F238E27FC236}">
                  <a16:creationId xmlns:a16="http://schemas.microsoft.com/office/drawing/2014/main" id="{E42BC697-1D8F-463C-8F5E-DB7339853288}"/>
                </a:ext>
              </a:extLst>
            </p:cNvPr>
            <p:cNvSpPr>
              <a:spLocks noChangeArrowheads="1"/>
            </p:cNvSpPr>
            <p:nvPr/>
          </p:nvSpPr>
          <p:spPr bwMode="auto">
            <a:xfrm rot="16200000" flipH="1">
              <a:off x="3386" y="2150"/>
              <a:ext cx="794" cy="89"/>
            </a:xfrm>
            <a:prstGeom prst="rightArrow">
              <a:avLst>
                <a:gd name="adj1" fmla="val 50000"/>
                <a:gd name="adj2" fmla="val 222472"/>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78" name="AutoShape 84">
              <a:extLst>
                <a:ext uri="{FF2B5EF4-FFF2-40B4-BE49-F238E27FC236}">
                  <a16:creationId xmlns:a16="http://schemas.microsoft.com/office/drawing/2014/main" id="{1DD3F1B7-D551-468C-8EB7-BB1CE3225122}"/>
                </a:ext>
              </a:extLst>
            </p:cNvPr>
            <p:cNvSpPr>
              <a:spLocks noChangeArrowheads="1"/>
            </p:cNvSpPr>
            <p:nvPr/>
          </p:nvSpPr>
          <p:spPr bwMode="auto">
            <a:xfrm rot="16200000" flipH="1">
              <a:off x="2881" y="1604"/>
              <a:ext cx="726" cy="90"/>
            </a:xfrm>
            <a:prstGeom prst="rightArrow">
              <a:avLst>
                <a:gd name="adj1" fmla="val 50000"/>
                <a:gd name="adj2" fmla="val 2013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79" name="Rectangle 85">
              <a:extLst>
                <a:ext uri="{FF2B5EF4-FFF2-40B4-BE49-F238E27FC236}">
                  <a16:creationId xmlns:a16="http://schemas.microsoft.com/office/drawing/2014/main" id="{048CA389-0968-4DD0-A3DD-810371986363}"/>
                </a:ext>
              </a:extLst>
            </p:cNvPr>
            <p:cNvSpPr>
              <a:spLocks noChangeArrowheads="1"/>
            </p:cNvSpPr>
            <p:nvPr/>
          </p:nvSpPr>
          <p:spPr bwMode="auto">
            <a:xfrm>
              <a:off x="3067" y="1531"/>
              <a:ext cx="775" cy="273"/>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0</a:t>
              </a:r>
            </a:p>
          </p:txBody>
        </p:sp>
        <p:sp>
          <p:nvSpPr>
            <p:cNvPr id="55380" name="Rectangle 86">
              <a:extLst>
                <a:ext uri="{FF2B5EF4-FFF2-40B4-BE49-F238E27FC236}">
                  <a16:creationId xmlns:a16="http://schemas.microsoft.com/office/drawing/2014/main" id="{A544C3B4-8800-4843-81AD-A95BFDC783C1}"/>
                </a:ext>
              </a:extLst>
            </p:cNvPr>
            <p:cNvSpPr>
              <a:spLocks noChangeArrowheads="1"/>
            </p:cNvSpPr>
            <p:nvPr/>
          </p:nvSpPr>
          <p:spPr bwMode="auto">
            <a:xfrm>
              <a:off x="3080" y="2014"/>
              <a:ext cx="776" cy="273"/>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1</a:t>
              </a:r>
            </a:p>
            <a:p>
              <a:pPr eaLnBrk="1" hangingPunct="1">
                <a:defRPr/>
              </a:pPr>
              <a:endParaRPr lang="ru-RU" sz="1400" dirty="0">
                <a:latin typeface="+mj-lt"/>
              </a:endParaRPr>
            </a:p>
          </p:txBody>
        </p:sp>
        <p:sp>
          <p:nvSpPr>
            <p:cNvPr id="55381" name="Rectangle 87">
              <a:extLst>
                <a:ext uri="{FF2B5EF4-FFF2-40B4-BE49-F238E27FC236}">
                  <a16:creationId xmlns:a16="http://schemas.microsoft.com/office/drawing/2014/main" id="{6E1F1C19-E56F-4EC7-8BF7-EDF1C367CFF8}"/>
                </a:ext>
              </a:extLst>
            </p:cNvPr>
            <p:cNvSpPr>
              <a:spLocks noChangeArrowheads="1"/>
            </p:cNvSpPr>
            <p:nvPr/>
          </p:nvSpPr>
          <p:spPr bwMode="auto">
            <a:xfrm>
              <a:off x="3066" y="2591"/>
              <a:ext cx="776" cy="270"/>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MUX1</a:t>
              </a:r>
            </a:p>
          </p:txBody>
        </p:sp>
        <p:sp>
          <p:nvSpPr>
            <p:cNvPr id="55382" name="AutoShape 88">
              <a:extLst>
                <a:ext uri="{FF2B5EF4-FFF2-40B4-BE49-F238E27FC236}">
                  <a16:creationId xmlns:a16="http://schemas.microsoft.com/office/drawing/2014/main" id="{2A9E9C67-7744-43D1-A21D-96E3E11F59C8}"/>
                </a:ext>
              </a:extLst>
            </p:cNvPr>
            <p:cNvSpPr>
              <a:spLocks noChangeArrowheads="1"/>
            </p:cNvSpPr>
            <p:nvPr/>
          </p:nvSpPr>
          <p:spPr bwMode="auto">
            <a:xfrm>
              <a:off x="3501" y="1298"/>
              <a:ext cx="90" cy="229"/>
            </a:xfrm>
            <a:prstGeom prst="downArrow">
              <a:avLst>
                <a:gd name="adj1" fmla="val 50000"/>
                <a:gd name="adj2" fmla="val 63333"/>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83" name="AutoShape 89">
              <a:extLst>
                <a:ext uri="{FF2B5EF4-FFF2-40B4-BE49-F238E27FC236}">
                  <a16:creationId xmlns:a16="http://schemas.microsoft.com/office/drawing/2014/main" id="{EACC0ECB-13C0-4D8E-A56C-662692E3A5D3}"/>
                </a:ext>
              </a:extLst>
            </p:cNvPr>
            <p:cNvSpPr>
              <a:spLocks noChangeArrowheads="1"/>
            </p:cNvSpPr>
            <p:nvPr/>
          </p:nvSpPr>
          <p:spPr bwMode="auto">
            <a:xfrm>
              <a:off x="3187" y="2291"/>
              <a:ext cx="90" cy="293"/>
            </a:xfrm>
            <a:prstGeom prst="downArrow">
              <a:avLst>
                <a:gd name="adj1" fmla="val 50000"/>
                <a:gd name="adj2" fmla="val 813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84" name="AutoShape 90">
              <a:extLst>
                <a:ext uri="{FF2B5EF4-FFF2-40B4-BE49-F238E27FC236}">
                  <a16:creationId xmlns:a16="http://schemas.microsoft.com/office/drawing/2014/main" id="{091E6771-D604-491D-9B2A-7233AE50C799}"/>
                </a:ext>
              </a:extLst>
            </p:cNvPr>
            <p:cNvSpPr>
              <a:spLocks noChangeArrowheads="1"/>
            </p:cNvSpPr>
            <p:nvPr/>
          </p:nvSpPr>
          <p:spPr bwMode="auto">
            <a:xfrm>
              <a:off x="3502" y="1801"/>
              <a:ext cx="90" cy="229"/>
            </a:xfrm>
            <a:prstGeom prst="downArrow">
              <a:avLst>
                <a:gd name="adj1" fmla="val 50000"/>
                <a:gd name="adj2" fmla="val 63611"/>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85" name="Text Box 91">
              <a:extLst>
                <a:ext uri="{FF2B5EF4-FFF2-40B4-BE49-F238E27FC236}">
                  <a16:creationId xmlns:a16="http://schemas.microsoft.com/office/drawing/2014/main" id="{3419E5A6-4B36-4DAC-8F98-D821FCC0DFEF}"/>
                </a:ext>
              </a:extLst>
            </p:cNvPr>
            <p:cNvSpPr txBox="1">
              <a:spLocks noChangeArrowheads="1"/>
            </p:cNvSpPr>
            <p:nvPr/>
          </p:nvSpPr>
          <p:spPr bwMode="auto">
            <a:xfrm>
              <a:off x="3197" y="2282"/>
              <a:ext cx="407" cy="208"/>
            </a:xfrm>
            <a:prstGeom prst="rect">
              <a:avLst/>
            </a:prstGeom>
            <a:noFill/>
            <a:ln w="22225" algn="ctr">
              <a:noFill/>
              <a:miter lim="800000"/>
              <a:headEnd/>
              <a:tailEnd/>
            </a:ln>
            <a:effectLst/>
          </p:spPr>
          <p:txBody>
            <a:bodyPr/>
            <a:lstStyle/>
            <a:p>
              <a:pPr eaLnBrk="1" hangingPunct="1">
                <a:defRPr/>
              </a:pPr>
              <a:r>
                <a:rPr lang="ru-RU" sz="1400" dirty="0">
                  <a:latin typeface="+mj-lt"/>
                </a:rPr>
                <a:t>C’s1</a:t>
              </a:r>
            </a:p>
          </p:txBody>
        </p:sp>
        <p:sp>
          <p:nvSpPr>
            <p:cNvPr id="55386" name="Text Box 92">
              <a:extLst>
                <a:ext uri="{FF2B5EF4-FFF2-40B4-BE49-F238E27FC236}">
                  <a16:creationId xmlns:a16="http://schemas.microsoft.com/office/drawing/2014/main" id="{BD78AAA8-9A9B-4017-ABFE-6436414CA852}"/>
                </a:ext>
              </a:extLst>
            </p:cNvPr>
            <p:cNvSpPr txBox="1">
              <a:spLocks noChangeArrowheads="1"/>
            </p:cNvSpPr>
            <p:nvPr/>
          </p:nvSpPr>
          <p:spPr bwMode="auto">
            <a:xfrm>
              <a:off x="3529" y="1810"/>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387" name="Text Box 93">
              <a:extLst>
                <a:ext uri="{FF2B5EF4-FFF2-40B4-BE49-F238E27FC236}">
                  <a16:creationId xmlns:a16="http://schemas.microsoft.com/office/drawing/2014/main" id="{682D78B4-2F4B-4DB9-81BD-A79C57D588A6}"/>
                </a:ext>
              </a:extLst>
            </p:cNvPr>
            <p:cNvSpPr txBox="1">
              <a:spLocks noChangeArrowheads="1"/>
            </p:cNvSpPr>
            <p:nvPr/>
          </p:nvSpPr>
          <p:spPr bwMode="auto">
            <a:xfrm>
              <a:off x="3222" y="2871"/>
              <a:ext cx="407" cy="207"/>
            </a:xfrm>
            <a:prstGeom prst="rect">
              <a:avLst/>
            </a:prstGeom>
            <a:noFill/>
            <a:ln w="22225" algn="ctr">
              <a:noFill/>
              <a:miter lim="800000"/>
              <a:headEnd/>
              <a:tailEnd/>
            </a:ln>
            <a:effectLst/>
          </p:spPr>
          <p:txBody>
            <a:bodyPr/>
            <a:lstStyle/>
            <a:p>
              <a:pPr eaLnBrk="1" hangingPunct="1">
                <a:defRPr/>
              </a:pPr>
              <a:r>
                <a:rPr lang="ru-RU" sz="1400" dirty="0">
                  <a:latin typeface="+mj-lt"/>
                </a:rPr>
                <a:t>C’s</a:t>
              </a:r>
            </a:p>
          </p:txBody>
        </p:sp>
        <p:sp>
          <p:nvSpPr>
            <p:cNvPr id="55388" name="AutoShape 94">
              <a:extLst>
                <a:ext uri="{FF2B5EF4-FFF2-40B4-BE49-F238E27FC236}">
                  <a16:creationId xmlns:a16="http://schemas.microsoft.com/office/drawing/2014/main" id="{C501166D-41CF-4D12-9E78-A3AA8AE11A67}"/>
                </a:ext>
              </a:extLst>
            </p:cNvPr>
            <p:cNvSpPr>
              <a:spLocks noChangeArrowheads="1"/>
            </p:cNvSpPr>
            <p:nvPr/>
          </p:nvSpPr>
          <p:spPr bwMode="auto">
            <a:xfrm>
              <a:off x="3185" y="2867"/>
              <a:ext cx="90" cy="261"/>
            </a:xfrm>
            <a:prstGeom prst="downArrow">
              <a:avLst>
                <a:gd name="adj1" fmla="val 50000"/>
                <a:gd name="adj2" fmla="val 72500"/>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89" name="Text Box 95">
              <a:extLst>
                <a:ext uri="{FF2B5EF4-FFF2-40B4-BE49-F238E27FC236}">
                  <a16:creationId xmlns:a16="http://schemas.microsoft.com/office/drawing/2014/main" id="{04BEE176-6341-42FE-AE2D-D4ADD882EB98}"/>
                </a:ext>
              </a:extLst>
            </p:cNvPr>
            <p:cNvSpPr txBox="1">
              <a:spLocks noChangeArrowheads="1"/>
            </p:cNvSpPr>
            <p:nvPr/>
          </p:nvSpPr>
          <p:spPr bwMode="auto">
            <a:xfrm>
              <a:off x="3792" y="2307"/>
              <a:ext cx="407" cy="208"/>
            </a:xfrm>
            <a:prstGeom prst="rect">
              <a:avLst/>
            </a:prstGeom>
            <a:noFill/>
            <a:ln w="22225" algn="ctr">
              <a:noFill/>
              <a:miter lim="800000"/>
              <a:headEnd/>
              <a:tailEnd/>
            </a:ln>
            <a:effectLst/>
          </p:spPr>
          <p:txBody>
            <a:bodyPr/>
            <a:lstStyle/>
            <a:p>
              <a:pPr eaLnBrk="1" hangingPunct="1">
                <a:defRPr/>
              </a:pPr>
              <a:r>
                <a:rPr lang="ru-RU" sz="1400" dirty="0">
                  <a:latin typeface="+mj-lt"/>
                </a:rPr>
                <a:t>C’s0</a:t>
              </a:r>
            </a:p>
          </p:txBody>
        </p:sp>
        <p:sp>
          <p:nvSpPr>
            <p:cNvPr id="55390" name="Text Box 96">
              <a:extLst>
                <a:ext uri="{FF2B5EF4-FFF2-40B4-BE49-F238E27FC236}">
                  <a16:creationId xmlns:a16="http://schemas.microsoft.com/office/drawing/2014/main" id="{81ED4678-F1C9-4D7F-9529-E9B38315C14C}"/>
                </a:ext>
              </a:extLst>
            </p:cNvPr>
            <p:cNvSpPr txBox="1">
              <a:spLocks noChangeArrowheads="1"/>
            </p:cNvSpPr>
            <p:nvPr/>
          </p:nvSpPr>
          <p:spPr bwMode="auto">
            <a:xfrm>
              <a:off x="2345" y="2867"/>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391" name="AutoShape 97">
              <a:extLst>
                <a:ext uri="{FF2B5EF4-FFF2-40B4-BE49-F238E27FC236}">
                  <a16:creationId xmlns:a16="http://schemas.microsoft.com/office/drawing/2014/main" id="{8251DFCF-C456-4DF0-8E22-70B0F9FA19E3}"/>
                </a:ext>
              </a:extLst>
            </p:cNvPr>
            <p:cNvSpPr>
              <a:spLocks noChangeArrowheads="1"/>
            </p:cNvSpPr>
            <p:nvPr/>
          </p:nvSpPr>
          <p:spPr bwMode="auto">
            <a:xfrm rot="16200000" flipH="1">
              <a:off x="2156" y="2140"/>
              <a:ext cx="794" cy="90"/>
            </a:xfrm>
            <a:prstGeom prst="rightArrow">
              <a:avLst>
                <a:gd name="adj1" fmla="val 50000"/>
                <a:gd name="adj2" fmla="val 220278"/>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92" name="AutoShape 98">
              <a:extLst>
                <a:ext uri="{FF2B5EF4-FFF2-40B4-BE49-F238E27FC236}">
                  <a16:creationId xmlns:a16="http://schemas.microsoft.com/office/drawing/2014/main" id="{0E2851E0-DB9B-4852-A0BE-E85E4E01A0B0}"/>
                </a:ext>
              </a:extLst>
            </p:cNvPr>
            <p:cNvSpPr>
              <a:spLocks noChangeArrowheads="1"/>
            </p:cNvSpPr>
            <p:nvPr/>
          </p:nvSpPr>
          <p:spPr bwMode="auto">
            <a:xfrm rot="16200000" flipH="1">
              <a:off x="1665" y="1597"/>
              <a:ext cx="725" cy="90"/>
            </a:xfrm>
            <a:prstGeom prst="rightArrow">
              <a:avLst>
                <a:gd name="adj1" fmla="val 50000"/>
                <a:gd name="adj2" fmla="val 2013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93" name="Rectangle 99">
              <a:extLst>
                <a:ext uri="{FF2B5EF4-FFF2-40B4-BE49-F238E27FC236}">
                  <a16:creationId xmlns:a16="http://schemas.microsoft.com/office/drawing/2014/main" id="{0DD0B47B-5FB7-4EF0-B94D-AAC7FC66ABB5}"/>
                </a:ext>
              </a:extLst>
            </p:cNvPr>
            <p:cNvSpPr>
              <a:spLocks noChangeArrowheads="1"/>
            </p:cNvSpPr>
            <p:nvPr/>
          </p:nvSpPr>
          <p:spPr bwMode="auto">
            <a:xfrm>
              <a:off x="1845" y="1522"/>
              <a:ext cx="776" cy="275"/>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0</a:t>
              </a:r>
            </a:p>
          </p:txBody>
        </p:sp>
        <p:sp>
          <p:nvSpPr>
            <p:cNvPr id="55394" name="Rectangle 100">
              <a:extLst>
                <a:ext uri="{FF2B5EF4-FFF2-40B4-BE49-F238E27FC236}">
                  <a16:creationId xmlns:a16="http://schemas.microsoft.com/office/drawing/2014/main" id="{543EABC9-70EA-4168-9661-98BBAEF57394}"/>
                </a:ext>
              </a:extLst>
            </p:cNvPr>
            <p:cNvSpPr>
              <a:spLocks noChangeArrowheads="1"/>
            </p:cNvSpPr>
            <p:nvPr/>
          </p:nvSpPr>
          <p:spPr bwMode="auto">
            <a:xfrm>
              <a:off x="1842" y="2004"/>
              <a:ext cx="775" cy="275"/>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1</a:t>
              </a:r>
            </a:p>
            <a:p>
              <a:pPr eaLnBrk="1" hangingPunct="1">
                <a:defRPr/>
              </a:pPr>
              <a:endParaRPr lang="ru-RU" sz="1400" dirty="0">
                <a:latin typeface="+mj-lt"/>
              </a:endParaRPr>
            </a:p>
          </p:txBody>
        </p:sp>
        <p:sp>
          <p:nvSpPr>
            <p:cNvPr id="55395" name="Rectangle 101">
              <a:extLst>
                <a:ext uri="{FF2B5EF4-FFF2-40B4-BE49-F238E27FC236}">
                  <a16:creationId xmlns:a16="http://schemas.microsoft.com/office/drawing/2014/main" id="{48005AD5-C263-499F-955E-38C06D4439EE}"/>
                </a:ext>
              </a:extLst>
            </p:cNvPr>
            <p:cNvSpPr>
              <a:spLocks noChangeArrowheads="1"/>
            </p:cNvSpPr>
            <p:nvPr/>
          </p:nvSpPr>
          <p:spPr bwMode="auto">
            <a:xfrm>
              <a:off x="1845" y="2583"/>
              <a:ext cx="775" cy="270"/>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MUX2</a:t>
              </a:r>
            </a:p>
          </p:txBody>
        </p:sp>
        <p:sp>
          <p:nvSpPr>
            <p:cNvPr id="55396" name="AutoShape 102">
              <a:extLst>
                <a:ext uri="{FF2B5EF4-FFF2-40B4-BE49-F238E27FC236}">
                  <a16:creationId xmlns:a16="http://schemas.microsoft.com/office/drawing/2014/main" id="{774E6F07-B919-4BC9-AD55-0DA30C2E0D05}"/>
                </a:ext>
              </a:extLst>
            </p:cNvPr>
            <p:cNvSpPr>
              <a:spLocks noChangeArrowheads="1"/>
            </p:cNvSpPr>
            <p:nvPr/>
          </p:nvSpPr>
          <p:spPr bwMode="auto">
            <a:xfrm>
              <a:off x="2280" y="1289"/>
              <a:ext cx="90" cy="230"/>
            </a:xfrm>
            <a:prstGeom prst="downArrow">
              <a:avLst>
                <a:gd name="adj1" fmla="val 50000"/>
                <a:gd name="adj2" fmla="val 63333"/>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97" name="AutoShape 103">
              <a:extLst>
                <a:ext uri="{FF2B5EF4-FFF2-40B4-BE49-F238E27FC236}">
                  <a16:creationId xmlns:a16="http://schemas.microsoft.com/office/drawing/2014/main" id="{A92BFFF1-CDAE-44D9-9E04-066B7DD577F9}"/>
                </a:ext>
              </a:extLst>
            </p:cNvPr>
            <p:cNvSpPr>
              <a:spLocks noChangeArrowheads="1"/>
            </p:cNvSpPr>
            <p:nvPr/>
          </p:nvSpPr>
          <p:spPr bwMode="auto">
            <a:xfrm>
              <a:off x="1957" y="2281"/>
              <a:ext cx="90" cy="293"/>
            </a:xfrm>
            <a:prstGeom prst="downArrow">
              <a:avLst>
                <a:gd name="adj1" fmla="val 50000"/>
                <a:gd name="adj2" fmla="val 813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98" name="AutoShape 104">
              <a:extLst>
                <a:ext uri="{FF2B5EF4-FFF2-40B4-BE49-F238E27FC236}">
                  <a16:creationId xmlns:a16="http://schemas.microsoft.com/office/drawing/2014/main" id="{9AC3579C-9242-4364-9397-2BBBE6A22F7E}"/>
                </a:ext>
              </a:extLst>
            </p:cNvPr>
            <p:cNvSpPr>
              <a:spLocks noChangeArrowheads="1"/>
            </p:cNvSpPr>
            <p:nvPr/>
          </p:nvSpPr>
          <p:spPr bwMode="auto">
            <a:xfrm>
              <a:off x="2265" y="1793"/>
              <a:ext cx="90" cy="208"/>
            </a:xfrm>
            <a:prstGeom prst="downArrow">
              <a:avLst>
                <a:gd name="adj1" fmla="val 50000"/>
                <a:gd name="adj2" fmla="val 57778"/>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399" name="Text Box 105">
              <a:extLst>
                <a:ext uri="{FF2B5EF4-FFF2-40B4-BE49-F238E27FC236}">
                  <a16:creationId xmlns:a16="http://schemas.microsoft.com/office/drawing/2014/main" id="{68D6D80A-66AF-403A-9DEA-4994935BDBF9}"/>
                </a:ext>
              </a:extLst>
            </p:cNvPr>
            <p:cNvSpPr txBox="1">
              <a:spLocks noChangeArrowheads="1"/>
            </p:cNvSpPr>
            <p:nvPr/>
          </p:nvSpPr>
          <p:spPr bwMode="auto">
            <a:xfrm>
              <a:off x="1958" y="2302"/>
              <a:ext cx="407" cy="207"/>
            </a:xfrm>
            <a:prstGeom prst="rect">
              <a:avLst/>
            </a:prstGeom>
            <a:noFill/>
            <a:ln w="22225" algn="ctr">
              <a:noFill/>
              <a:miter lim="800000"/>
              <a:headEnd/>
              <a:tailEnd/>
            </a:ln>
            <a:effectLst/>
          </p:spPr>
          <p:txBody>
            <a:bodyPr/>
            <a:lstStyle/>
            <a:p>
              <a:pPr eaLnBrk="1" hangingPunct="1">
                <a:defRPr/>
              </a:pPr>
              <a:r>
                <a:rPr lang="ru-RU" sz="1400" dirty="0">
                  <a:latin typeface="+mj-lt"/>
                </a:rPr>
                <a:t>C’s1</a:t>
              </a:r>
            </a:p>
          </p:txBody>
        </p:sp>
        <p:sp>
          <p:nvSpPr>
            <p:cNvPr id="55400" name="Text Box 106">
              <a:extLst>
                <a:ext uri="{FF2B5EF4-FFF2-40B4-BE49-F238E27FC236}">
                  <a16:creationId xmlns:a16="http://schemas.microsoft.com/office/drawing/2014/main" id="{FCCD6FC6-E5FD-44AD-B899-12C346B30E88}"/>
                </a:ext>
              </a:extLst>
            </p:cNvPr>
            <p:cNvSpPr txBox="1">
              <a:spLocks noChangeArrowheads="1"/>
            </p:cNvSpPr>
            <p:nvPr/>
          </p:nvSpPr>
          <p:spPr bwMode="auto">
            <a:xfrm>
              <a:off x="2296" y="1788"/>
              <a:ext cx="407" cy="415"/>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401" name="Text Box 107">
              <a:extLst>
                <a:ext uri="{FF2B5EF4-FFF2-40B4-BE49-F238E27FC236}">
                  <a16:creationId xmlns:a16="http://schemas.microsoft.com/office/drawing/2014/main" id="{F00FECAC-18DB-4365-8F94-6BE0FD970D93}"/>
                </a:ext>
              </a:extLst>
            </p:cNvPr>
            <p:cNvSpPr txBox="1">
              <a:spLocks noChangeArrowheads="1"/>
            </p:cNvSpPr>
            <p:nvPr/>
          </p:nvSpPr>
          <p:spPr bwMode="auto">
            <a:xfrm>
              <a:off x="2001" y="2861"/>
              <a:ext cx="407" cy="208"/>
            </a:xfrm>
            <a:prstGeom prst="rect">
              <a:avLst/>
            </a:prstGeom>
            <a:noFill/>
            <a:ln w="22225" algn="ctr">
              <a:noFill/>
              <a:miter lim="800000"/>
              <a:headEnd/>
              <a:tailEnd/>
            </a:ln>
            <a:effectLst/>
          </p:spPr>
          <p:txBody>
            <a:bodyPr/>
            <a:lstStyle/>
            <a:p>
              <a:pPr eaLnBrk="1" hangingPunct="1">
                <a:defRPr/>
              </a:pPr>
              <a:r>
                <a:rPr lang="ru-RU" sz="1400" dirty="0">
                  <a:latin typeface="+mj-lt"/>
                </a:rPr>
                <a:t>C’s</a:t>
              </a:r>
            </a:p>
          </p:txBody>
        </p:sp>
        <p:sp>
          <p:nvSpPr>
            <p:cNvPr id="55402" name="AutoShape 108">
              <a:extLst>
                <a:ext uri="{FF2B5EF4-FFF2-40B4-BE49-F238E27FC236}">
                  <a16:creationId xmlns:a16="http://schemas.microsoft.com/office/drawing/2014/main" id="{B9D22D2C-FC78-4CF0-BE30-C1F18AFBE5A5}"/>
                </a:ext>
              </a:extLst>
            </p:cNvPr>
            <p:cNvSpPr>
              <a:spLocks noChangeArrowheads="1"/>
            </p:cNvSpPr>
            <p:nvPr/>
          </p:nvSpPr>
          <p:spPr bwMode="auto">
            <a:xfrm>
              <a:off x="1956" y="2859"/>
              <a:ext cx="89" cy="261"/>
            </a:xfrm>
            <a:prstGeom prst="downArrow">
              <a:avLst>
                <a:gd name="adj1" fmla="val 50000"/>
                <a:gd name="adj2" fmla="val 73315"/>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03" name="Line 109">
              <a:extLst>
                <a:ext uri="{FF2B5EF4-FFF2-40B4-BE49-F238E27FC236}">
                  <a16:creationId xmlns:a16="http://schemas.microsoft.com/office/drawing/2014/main" id="{3267122B-C9BE-47A0-A172-8B5AB74FBB71}"/>
                </a:ext>
              </a:extLst>
            </p:cNvPr>
            <p:cNvSpPr>
              <a:spLocks noChangeShapeType="1"/>
            </p:cNvSpPr>
            <p:nvPr/>
          </p:nvSpPr>
          <p:spPr bwMode="auto">
            <a:xfrm>
              <a:off x="2625" y="1651"/>
              <a:ext cx="196"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404" name="Line 110">
              <a:extLst>
                <a:ext uri="{FF2B5EF4-FFF2-40B4-BE49-F238E27FC236}">
                  <a16:creationId xmlns:a16="http://schemas.microsoft.com/office/drawing/2014/main" id="{38B4200C-DDA7-4971-B26F-65B221409207}"/>
                </a:ext>
              </a:extLst>
            </p:cNvPr>
            <p:cNvSpPr>
              <a:spLocks noChangeShapeType="1"/>
            </p:cNvSpPr>
            <p:nvPr/>
          </p:nvSpPr>
          <p:spPr bwMode="auto">
            <a:xfrm>
              <a:off x="2634" y="2134"/>
              <a:ext cx="192" cy="0"/>
            </a:xfrm>
            <a:prstGeom prst="line">
              <a:avLst/>
            </a:prstGeom>
            <a:noFill/>
            <a:ln w="22225">
              <a:solidFill>
                <a:srgbClr val="000000"/>
              </a:solidFill>
              <a:round/>
              <a:headEnd type="triangle" w="med" len="med"/>
              <a:tailEnd/>
            </a:ln>
            <a:effectLst/>
          </p:spPr>
          <p:txBody>
            <a:bodyPr/>
            <a:lstStyle/>
            <a:p>
              <a:pPr eaLnBrk="1" hangingPunct="1">
                <a:defRPr/>
              </a:pPr>
              <a:endParaRPr lang="en-US" sz="3200">
                <a:latin typeface="+mj-lt"/>
                <a:cs typeface="Arial" charset="0"/>
              </a:endParaRPr>
            </a:p>
          </p:txBody>
        </p:sp>
        <p:sp>
          <p:nvSpPr>
            <p:cNvPr id="55405" name="AutoShape 111">
              <a:extLst>
                <a:ext uri="{FF2B5EF4-FFF2-40B4-BE49-F238E27FC236}">
                  <a16:creationId xmlns:a16="http://schemas.microsoft.com/office/drawing/2014/main" id="{7B91F6B4-F87B-4EB1-9DF6-4752C4243818}"/>
                </a:ext>
              </a:extLst>
            </p:cNvPr>
            <p:cNvSpPr>
              <a:spLocks noChangeArrowheads="1"/>
            </p:cNvSpPr>
            <p:nvPr/>
          </p:nvSpPr>
          <p:spPr bwMode="auto">
            <a:xfrm>
              <a:off x="1043" y="2264"/>
              <a:ext cx="90" cy="837"/>
            </a:xfrm>
            <a:prstGeom prst="downArrow">
              <a:avLst>
                <a:gd name="adj1" fmla="val 50000"/>
                <a:gd name="adj2" fmla="val 232500"/>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06" name="AutoShape 112">
              <a:extLst>
                <a:ext uri="{FF2B5EF4-FFF2-40B4-BE49-F238E27FC236}">
                  <a16:creationId xmlns:a16="http://schemas.microsoft.com/office/drawing/2014/main" id="{433D4A30-FF4E-4D24-B25E-E23198DBFF39}"/>
                </a:ext>
              </a:extLst>
            </p:cNvPr>
            <p:cNvSpPr>
              <a:spLocks noChangeArrowheads="1"/>
            </p:cNvSpPr>
            <p:nvPr/>
          </p:nvSpPr>
          <p:spPr bwMode="auto">
            <a:xfrm rot="16200000" flipH="1">
              <a:off x="939" y="2123"/>
              <a:ext cx="792" cy="90"/>
            </a:xfrm>
            <a:prstGeom prst="rightArrow">
              <a:avLst>
                <a:gd name="adj1" fmla="val 50000"/>
                <a:gd name="adj2" fmla="val 220000"/>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07" name="AutoShape 113">
              <a:extLst>
                <a:ext uri="{FF2B5EF4-FFF2-40B4-BE49-F238E27FC236}">
                  <a16:creationId xmlns:a16="http://schemas.microsoft.com/office/drawing/2014/main" id="{397E795E-E85A-4EF2-8D0C-96616AAC8B96}"/>
                </a:ext>
              </a:extLst>
            </p:cNvPr>
            <p:cNvSpPr>
              <a:spLocks noChangeArrowheads="1"/>
            </p:cNvSpPr>
            <p:nvPr/>
          </p:nvSpPr>
          <p:spPr bwMode="auto">
            <a:xfrm rot="16200000" flipH="1">
              <a:off x="439" y="1588"/>
              <a:ext cx="725" cy="90"/>
            </a:xfrm>
            <a:prstGeom prst="rightArrow">
              <a:avLst>
                <a:gd name="adj1" fmla="val 50000"/>
                <a:gd name="adj2" fmla="val 2013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08" name="Rectangle 114">
              <a:extLst>
                <a:ext uri="{FF2B5EF4-FFF2-40B4-BE49-F238E27FC236}">
                  <a16:creationId xmlns:a16="http://schemas.microsoft.com/office/drawing/2014/main" id="{1A456E28-3F6C-42B6-8618-A55B50523D1A}"/>
                </a:ext>
              </a:extLst>
            </p:cNvPr>
            <p:cNvSpPr>
              <a:spLocks noChangeArrowheads="1"/>
            </p:cNvSpPr>
            <p:nvPr/>
          </p:nvSpPr>
          <p:spPr bwMode="auto">
            <a:xfrm>
              <a:off x="620" y="1505"/>
              <a:ext cx="775" cy="273"/>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0</a:t>
              </a:r>
            </a:p>
          </p:txBody>
        </p:sp>
        <p:sp>
          <p:nvSpPr>
            <p:cNvPr id="55409" name="Rectangle 115">
              <a:extLst>
                <a:ext uri="{FF2B5EF4-FFF2-40B4-BE49-F238E27FC236}">
                  <a16:creationId xmlns:a16="http://schemas.microsoft.com/office/drawing/2014/main" id="{E4C0A879-2171-43BB-AB67-7812C8093FD1}"/>
                </a:ext>
              </a:extLst>
            </p:cNvPr>
            <p:cNvSpPr>
              <a:spLocks noChangeArrowheads="1"/>
            </p:cNvSpPr>
            <p:nvPr/>
          </p:nvSpPr>
          <p:spPr bwMode="auto">
            <a:xfrm>
              <a:off x="616" y="1988"/>
              <a:ext cx="776" cy="271"/>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Carries 1</a:t>
              </a:r>
            </a:p>
            <a:p>
              <a:pPr eaLnBrk="1" hangingPunct="1">
                <a:defRPr/>
              </a:pPr>
              <a:endParaRPr lang="ru-RU" sz="1400" dirty="0">
                <a:latin typeface="+mj-lt"/>
              </a:endParaRPr>
            </a:p>
          </p:txBody>
        </p:sp>
        <p:sp>
          <p:nvSpPr>
            <p:cNvPr id="55410" name="Rectangle 116">
              <a:extLst>
                <a:ext uri="{FF2B5EF4-FFF2-40B4-BE49-F238E27FC236}">
                  <a16:creationId xmlns:a16="http://schemas.microsoft.com/office/drawing/2014/main" id="{BECD8D26-71F4-4808-B0A3-972FDA004A25}"/>
                </a:ext>
              </a:extLst>
            </p:cNvPr>
            <p:cNvSpPr>
              <a:spLocks noChangeArrowheads="1"/>
            </p:cNvSpPr>
            <p:nvPr/>
          </p:nvSpPr>
          <p:spPr bwMode="auto">
            <a:xfrm>
              <a:off x="619" y="2566"/>
              <a:ext cx="775" cy="272"/>
            </a:xfrm>
            <a:prstGeom prst="rect">
              <a:avLst/>
            </a:prstGeom>
            <a:solidFill>
              <a:schemeClr val="accent1">
                <a:lumMod val="40000"/>
                <a:lumOff val="60000"/>
              </a:schemeClr>
            </a:solidFill>
            <a:ln w="22225" algn="ctr">
              <a:solidFill>
                <a:srgbClr val="000000"/>
              </a:solidFill>
              <a:miter lim="800000"/>
              <a:headEnd/>
              <a:tailEnd/>
            </a:ln>
            <a:effectLst/>
          </p:spPr>
          <p:txBody>
            <a:bodyPr/>
            <a:lstStyle/>
            <a:p>
              <a:pPr algn="ctr" eaLnBrk="1" hangingPunct="1">
                <a:defRPr/>
              </a:pPr>
              <a:r>
                <a:rPr lang="ru-RU" sz="1400" dirty="0">
                  <a:latin typeface="+mj-lt"/>
                </a:rPr>
                <a:t>MUX3</a:t>
              </a:r>
            </a:p>
          </p:txBody>
        </p:sp>
        <p:sp>
          <p:nvSpPr>
            <p:cNvPr id="55411" name="AutoShape 117">
              <a:extLst>
                <a:ext uri="{FF2B5EF4-FFF2-40B4-BE49-F238E27FC236}">
                  <a16:creationId xmlns:a16="http://schemas.microsoft.com/office/drawing/2014/main" id="{C58BF5C8-F106-4A2C-9BC9-E81E3189FE14}"/>
                </a:ext>
              </a:extLst>
            </p:cNvPr>
            <p:cNvSpPr>
              <a:spLocks noChangeArrowheads="1"/>
            </p:cNvSpPr>
            <p:nvPr/>
          </p:nvSpPr>
          <p:spPr bwMode="auto">
            <a:xfrm>
              <a:off x="1054" y="1272"/>
              <a:ext cx="90" cy="231"/>
            </a:xfrm>
            <a:prstGeom prst="downArrow">
              <a:avLst>
                <a:gd name="adj1" fmla="val 50000"/>
                <a:gd name="adj2" fmla="val 63333"/>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12" name="AutoShape 118">
              <a:extLst>
                <a:ext uri="{FF2B5EF4-FFF2-40B4-BE49-F238E27FC236}">
                  <a16:creationId xmlns:a16="http://schemas.microsoft.com/office/drawing/2014/main" id="{C21DD0C4-51B3-4A8D-9C27-73A230881E62}"/>
                </a:ext>
              </a:extLst>
            </p:cNvPr>
            <p:cNvSpPr>
              <a:spLocks noChangeArrowheads="1"/>
            </p:cNvSpPr>
            <p:nvPr/>
          </p:nvSpPr>
          <p:spPr bwMode="auto">
            <a:xfrm>
              <a:off x="740" y="2264"/>
              <a:ext cx="90" cy="293"/>
            </a:xfrm>
            <a:prstGeom prst="downArrow">
              <a:avLst>
                <a:gd name="adj1" fmla="val 50000"/>
                <a:gd name="adj2" fmla="val 813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13" name="AutoShape 119">
              <a:extLst>
                <a:ext uri="{FF2B5EF4-FFF2-40B4-BE49-F238E27FC236}">
                  <a16:creationId xmlns:a16="http://schemas.microsoft.com/office/drawing/2014/main" id="{33E12E69-DBA7-413A-80FB-8AC26F78C407}"/>
                </a:ext>
              </a:extLst>
            </p:cNvPr>
            <p:cNvSpPr>
              <a:spLocks noChangeArrowheads="1"/>
            </p:cNvSpPr>
            <p:nvPr/>
          </p:nvSpPr>
          <p:spPr bwMode="auto">
            <a:xfrm>
              <a:off x="1046" y="1784"/>
              <a:ext cx="90" cy="214"/>
            </a:xfrm>
            <a:prstGeom prst="downArrow">
              <a:avLst>
                <a:gd name="adj1" fmla="val 50000"/>
                <a:gd name="adj2" fmla="val 58889"/>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14" name="Text Box 120">
              <a:extLst>
                <a:ext uri="{FF2B5EF4-FFF2-40B4-BE49-F238E27FC236}">
                  <a16:creationId xmlns:a16="http://schemas.microsoft.com/office/drawing/2014/main" id="{2D6F4BF5-7213-4B99-A09C-4A6476EE9DAB}"/>
                </a:ext>
              </a:extLst>
            </p:cNvPr>
            <p:cNvSpPr txBox="1">
              <a:spLocks noChangeArrowheads="1"/>
            </p:cNvSpPr>
            <p:nvPr/>
          </p:nvSpPr>
          <p:spPr bwMode="auto">
            <a:xfrm>
              <a:off x="760" y="2284"/>
              <a:ext cx="406" cy="208"/>
            </a:xfrm>
            <a:prstGeom prst="rect">
              <a:avLst/>
            </a:prstGeom>
            <a:noFill/>
            <a:ln w="22225" algn="ctr">
              <a:noFill/>
              <a:miter lim="800000"/>
              <a:headEnd/>
              <a:tailEnd/>
            </a:ln>
            <a:effectLst/>
          </p:spPr>
          <p:txBody>
            <a:bodyPr/>
            <a:lstStyle/>
            <a:p>
              <a:pPr eaLnBrk="1" hangingPunct="1">
                <a:defRPr/>
              </a:pPr>
              <a:r>
                <a:rPr lang="ru-RU" sz="1400" dirty="0">
                  <a:latin typeface="+mj-lt"/>
                </a:rPr>
                <a:t>C’s1</a:t>
              </a:r>
            </a:p>
          </p:txBody>
        </p:sp>
        <p:sp>
          <p:nvSpPr>
            <p:cNvPr id="55415" name="Text Box 121">
              <a:extLst>
                <a:ext uri="{FF2B5EF4-FFF2-40B4-BE49-F238E27FC236}">
                  <a16:creationId xmlns:a16="http://schemas.microsoft.com/office/drawing/2014/main" id="{BA2DF718-15B1-4648-8390-74BBA4BDCC51}"/>
                </a:ext>
              </a:extLst>
            </p:cNvPr>
            <p:cNvSpPr txBox="1">
              <a:spLocks noChangeArrowheads="1"/>
            </p:cNvSpPr>
            <p:nvPr/>
          </p:nvSpPr>
          <p:spPr bwMode="auto">
            <a:xfrm>
              <a:off x="1066" y="1788"/>
              <a:ext cx="407" cy="208"/>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416" name="Text Box 122">
              <a:extLst>
                <a:ext uri="{FF2B5EF4-FFF2-40B4-BE49-F238E27FC236}">
                  <a16:creationId xmlns:a16="http://schemas.microsoft.com/office/drawing/2014/main" id="{FF350DEC-6178-46AF-B105-34E35F84491F}"/>
                </a:ext>
              </a:extLst>
            </p:cNvPr>
            <p:cNvSpPr txBox="1">
              <a:spLocks noChangeArrowheads="1"/>
            </p:cNvSpPr>
            <p:nvPr/>
          </p:nvSpPr>
          <p:spPr bwMode="auto">
            <a:xfrm>
              <a:off x="758" y="2853"/>
              <a:ext cx="407" cy="208"/>
            </a:xfrm>
            <a:prstGeom prst="rect">
              <a:avLst/>
            </a:prstGeom>
            <a:noFill/>
            <a:ln w="22225" algn="ctr">
              <a:noFill/>
              <a:miter lim="800000"/>
              <a:headEnd/>
              <a:tailEnd/>
            </a:ln>
            <a:effectLst/>
          </p:spPr>
          <p:txBody>
            <a:bodyPr/>
            <a:lstStyle/>
            <a:p>
              <a:pPr eaLnBrk="1" hangingPunct="1">
                <a:defRPr/>
              </a:pPr>
              <a:r>
                <a:rPr lang="ru-RU" sz="1400" dirty="0">
                  <a:latin typeface="+mj-lt"/>
                </a:rPr>
                <a:t>C’s</a:t>
              </a:r>
            </a:p>
          </p:txBody>
        </p:sp>
        <p:sp>
          <p:nvSpPr>
            <p:cNvPr id="55417" name="AutoShape 123">
              <a:extLst>
                <a:ext uri="{FF2B5EF4-FFF2-40B4-BE49-F238E27FC236}">
                  <a16:creationId xmlns:a16="http://schemas.microsoft.com/office/drawing/2014/main" id="{3712BDD6-0750-413D-B960-E0D58478417C}"/>
                </a:ext>
              </a:extLst>
            </p:cNvPr>
            <p:cNvSpPr>
              <a:spLocks noChangeArrowheads="1"/>
            </p:cNvSpPr>
            <p:nvPr/>
          </p:nvSpPr>
          <p:spPr bwMode="auto">
            <a:xfrm>
              <a:off x="730" y="2842"/>
              <a:ext cx="90" cy="261"/>
            </a:xfrm>
            <a:prstGeom prst="downArrow">
              <a:avLst>
                <a:gd name="adj1" fmla="val 50000"/>
                <a:gd name="adj2" fmla="val 72500"/>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18" name="Text Box 124">
              <a:extLst>
                <a:ext uri="{FF2B5EF4-FFF2-40B4-BE49-F238E27FC236}">
                  <a16:creationId xmlns:a16="http://schemas.microsoft.com/office/drawing/2014/main" id="{A97AA26B-1874-4DD3-A319-BC6A8C9FE6AC}"/>
                </a:ext>
              </a:extLst>
            </p:cNvPr>
            <p:cNvSpPr txBox="1">
              <a:spLocks noChangeArrowheads="1"/>
            </p:cNvSpPr>
            <p:nvPr/>
          </p:nvSpPr>
          <p:spPr bwMode="auto">
            <a:xfrm>
              <a:off x="1091" y="2859"/>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419" name="Text Box 125">
              <a:extLst>
                <a:ext uri="{FF2B5EF4-FFF2-40B4-BE49-F238E27FC236}">
                  <a16:creationId xmlns:a16="http://schemas.microsoft.com/office/drawing/2014/main" id="{32FF6B4D-A22F-40F8-8EF1-89BC745D2808}"/>
                </a:ext>
              </a:extLst>
            </p:cNvPr>
            <p:cNvSpPr txBox="1">
              <a:spLocks noChangeArrowheads="1"/>
            </p:cNvSpPr>
            <p:nvPr/>
          </p:nvSpPr>
          <p:spPr bwMode="auto">
            <a:xfrm>
              <a:off x="4433" y="2867"/>
              <a:ext cx="407" cy="207"/>
            </a:xfrm>
            <a:prstGeom prst="rect">
              <a:avLst/>
            </a:prstGeom>
            <a:noFill/>
            <a:ln w="22225" algn="ctr">
              <a:noFill/>
              <a:miter lim="800000"/>
              <a:headEnd/>
              <a:tailEnd/>
            </a:ln>
            <a:effectLst/>
          </p:spPr>
          <p:txBody>
            <a:bodyPr/>
            <a:lstStyle/>
            <a:p>
              <a:pPr eaLnBrk="1" hangingPunct="1">
                <a:defRPr/>
              </a:pPr>
              <a:r>
                <a:rPr lang="ru-RU" sz="1400" dirty="0">
                  <a:latin typeface="+mj-lt"/>
                </a:rPr>
                <a:t>C’s</a:t>
              </a:r>
            </a:p>
          </p:txBody>
        </p:sp>
        <p:sp>
          <p:nvSpPr>
            <p:cNvPr id="55420" name="Text Box 126">
              <a:extLst>
                <a:ext uri="{FF2B5EF4-FFF2-40B4-BE49-F238E27FC236}">
                  <a16:creationId xmlns:a16="http://schemas.microsoft.com/office/drawing/2014/main" id="{72BD6EE7-4260-4F04-9313-4C117A9B28BE}"/>
                </a:ext>
              </a:extLst>
            </p:cNvPr>
            <p:cNvSpPr txBox="1">
              <a:spLocks noChangeArrowheads="1"/>
            </p:cNvSpPr>
            <p:nvPr/>
          </p:nvSpPr>
          <p:spPr bwMode="auto">
            <a:xfrm>
              <a:off x="2939" y="1306"/>
              <a:ext cx="407" cy="207"/>
            </a:xfrm>
            <a:prstGeom prst="rect">
              <a:avLst/>
            </a:prstGeom>
            <a:noFill/>
            <a:ln w="22225" algn="ctr">
              <a:noFill/>
              <a:miter lim="800000"/>
              <a:headEnd/>
              <a:tailEnd/>
            </a:ln>
            <a:effectLst/>
          </p:spPr>
          <p:txBody>
            <a:bodyPr/>
            <a:lstStyle/>
            <a:p>
              <a:pPr eaLnBrk="1" hangingPunct="1">
                <a:defRPr/>
              </a:pPr>
              <a:r>
                <a:rPr lang="ru-RU" sz="1400" dirty="0">
                  <a:latin typeface="+mj-lt"/>
                </a:rPr>
                <a:t>G’s</a:t>
              </a:r>
            </a:p>
          </p:txBody>
        </p:sp>
        <p:sp>
          <p:nvSpPr>
            <p:cNvPr id="55421" name="Text Box 127">
              <a:extLst>
                <a:ext uri="{FF2B5EF4-FFF2-40B4-BE49-F238E27FC236}">
                  <a16:creationId xmlns:a16="http://schemas.microsoft.com/office/drawing/2014/main" id="{E35647F1-6EDB-40C9-B3B2-550721159B45}"/>
                </a:ext>
              </a:extLst>
            </p:cNvPr>
            <p:cNvSpPr txBox="1">
              <a:spLocks noChangeArrowheads="1"/>
            </p:cNvSpPr>
            <p:nvPr/>
          </p:nvSpPr>
          <p:spPr bwMode="auto">
            <a:xfrm>
              <a:off x="1718" y="1289"/>
              <a:ext cx="407" cy="207"/>
            </a:xfrm>
            <a:prstGeom prst="rect">
              <a:avLst/>
            </a:prstGeom>
            <a:noFill/>
            <a:ln w="22225" algn="ctr">
              <a:noFill/>
              <a:miter lim="800000"/>
              <a:headEnd/>
              <a:tailEnd/>
            </a:ln>
            <a:effectLst/>
          </p:spPr>
          <p:txBody>
            <a:bodyPr/>
            <a:lstStyle/>
            <a:p>
              <a:pPr eaLnBrk="1" hangingPunct="1">
                <a:defRPr/>
              </a:pPr>
              <a:r>
                <a:rPr lang="ru-RU" sz="1400" dirty="0">
                  <a:latin typeface="+mj-lt"/>
                </a:rPr>
                <a:t>G’s</a:t>
              </a:r>
            </a:p>
          </p:txBody>
        </p:sp>
        <p:sp>
          <p:nvSpPr>
            <p:cNvPr id="55422" name="Text Box 128">
              <a:extLst>
                <a:ext uri="{FF2B5EF4-FFF2-40B4-BE49-F238E27FC236}">
                  <a16:creationId xmlns:a16="http://schemas.microsoft.com/office/drawing/2014/main" id="{AF5E9204-6021-4BE5-B935-F10D6281F667}"/>
                </a:ext>
              </a:extLst>
            </p:cNvPr>
            <p:cNvSpPr txBox="1">
              <a:spLocks noChangeArrowheads="1"/>
            </p:cNvSpPr>
            <p:nvPr/>
          </p:nvSpPr>
          <p:spPr bwMode="auto">
            <a:xfrm>
              <a:off x="480" y="1280"/>
              <a:ext cx="407" cy="208"/>
            </a:xfrm>
            <a:prstGeom prst="rect">
              <a:avLst/>
            </a:prstGeom>
            <a:noFill/>
            <a:ln w="22225" algn="ctr">
              <a:noFill/>
              <a:miter lim="800000"/>
              <a:headEnd/>
              <a:tailEnd/>
            </a:ln>
            <a:effectLst/>
          </p:spPr>
          <p:txBody>
            <a:bodyPr/>
            <a:lstStyle/>
            <a:p>
              <a:pPr eaLnBrk="1" hangingPunct="1">
                <a:defRPr/>
              </a:pPr>
              <a:r>
                <a:rPr lang="ru-RU" sz="1400" dirty="0">
                  <a:latin typeface="+mj-lt"/>
                </a:rPr>
                <a:t>G’s</a:t>
              </a:r>
            </a:p>
          </p:txBody>
        </p:sp>
        <p:sp>
          <p:nvSpPr>
            <p:cNvPr id="55423" name="Text Box 129">
              <a:extLst>
                <a:ext uri="{FF2B5EF4-FFF2-40B4-BE49-F238E27FC236}">
                  <a16:creationId xmlns:a16="http://schemas.microsoft.com/office/drawing/2014/main" id="{F556819C-D5B9-45D4-B3D2-597443D3BEAA}"/>
                </a:ext>
              </a:extLst>
            </p:cNvPr>
            <p:cNvSpPr txBox="1">
              <a:spLocks noChangeArrowheads="1"/>
            </p:cNvSpPr>
            <p:nvPr/>
          </p:nvSpPr>
          <p:spPr bwMode="auto">
            <a:xfrm>
              <a:off x="3541" y="1306"/>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424" name="Text Box 130">
              <a:extLst>
                <a:ext uri="{FF2B5EF4-FFF2-40B4-BE49-F238E27FC236}">
                  <a16:creationId xmlns:a16="http://schemas.microsoft.com/office/drawing/2014/main" id="{DA1E5ADA-F691-4E0F-AC63-6347E6E889E1}"/>
                </a:ext>
              </a:extLst>
            </p:cNvPr>
            <p:cNvSpPr txBox="1">
              <a:spLocks noChangeArrowheads="1"/>
            </p:cNvSpPr>
            <p:nvPr/>
          </p:nvSpPr>
          <p:spPr bwMode="auto">
            <a:xfrm>
              <a:off x="2329" y="1298"/>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425" name="Text Box 131">
              <a:extLst>
                <a:ext uri="{FF2B5EF4-FFF2-40B4-BE49-F238E27FC236}">
                  <a16:creationId xmlns:a16="http://schemas.microsoft.com/office/drawing/2014/main" id="{0FB18750-42ED-4A46-B416-F3F78CA72813}"/>
                </a:ext>
              </a:extLst>
            </p:cNvPr>
            <p:cNvSpPr txBox="1">
              <a:spLocks noChangeArrowheads="1"/>
            </p:cNvSpPr>
            <p:nvPr/>
          </p:nvSpPr>
          <p:spPr bwMode="auto">
            <a:xfrm>
              <a:off x="1125" y="1289"/>
              <a:ext cx="407" cy="207"/>
            </a:xfrm>
            <a:prstGeom prst="rect">
              <a:avLst/>
            </a:prstGeom>
            <a:noFill/>
            <a:ln w="22225" algn="ctr">
              <a:noFill/>
              <a:miter lim="800000"/>
              <a:headEnd/>
              <a:tailEnd/>
            </a:ln>
            <a:effectLst/>
          </p:spPr>
          <p:txBody>
            <a:bodyPr/>
            <a:lstStyle/>
            <a:p>
              <a:pPr eaLnBrk="1" hangingPunct="1">
                <a:defRPr/>
              </a:pPr>
              <a:r>
                <a:rPr lang="ru-RU" sz="1400" dirty="0">
                  <a:latin typeface="+mj-lt"/>
                </a:rPr>
                <a:t>P’s</a:t>
              </a:r>
            </a:p>
          </p:txBody>
        </p:sp>
        <p:sp>
          <p:nvSpPr>
            <p:cNvPr id="55426" name="Text Box 132">
              <a:extLst>
                <a:ext uri="{FF2B5EF4-FFF2-40B4-BE49-F238E27FC236}">
                  <a16:creationId xmlns:a16="http://schemas.microsoft.com/office/drawing/2014/main" id="{8B8DC0FF-19BD-4386-8AE6-453E8F629E97}"/>
                </a:ext>
              </a:extLst>
            </p:cNvPr>
            <p:cNvSpPr txBox="1">
              <a:spLocks noChangeArrowheads="1"/>
            </p:cNvSpPr>
            <p:nvPr/>
          </p:nvSpPr>
          <p:spPr bwMode="auto">
            <a:xfrm>
              <a:off x="2541" y="2280"/>
              <a:ext cx="406" cy="207"/>
            </a:xfrm>
            <a:prstGeom prst="rect">
              <a:avLst/>
            </a:prstGeom>
            <a:noFill/>
            <a:ln w="22225" algn="ctr">
              <a:noFill/>
              <a:miter lim="800000"/>
              <a:headEnd/>
              <a:tailEnd/>
            </a:ln>
            <a:effectLst/>
          </p:spPr>
          <p:txBody>
            <a:bodyPr/>
            <a:lstStyle/>
            <a:p>
              <a:pPr eaLnBrk="1" hangingPunct="1">
                <a:defRPr/>
              </a:pPr>
              <a:r>
                <a:rPr lang="ru-RU" sz="1400" dirty="0">
                  <a:latin typeface="+mj-lt"/>
                </a:rPr>
                <a:t>C’s0</a:t>
              </a:r>
            </a:p>
          </p:txBody>
        </p:sp>
        <p:sp>
          <p:nvSpPr>
            <p:cNvPr id="55427" name="Text Box 133">
              <a:extLst>
                <a:ext uri="{FF2B5EF4-FFF2-40B4-BE49-F238E27FC236}">
                  <a16:creationId xmlns:a16="http://schemas.microsoft.com/office/drawing/2014/main" id="{D8E0EFCF-4456-47C7-AFDE-AD5A13AA268C}"/>
                </a:ext>
              </a:extLst>
            </p:cNvPr>
            <p:cNvSpPr txBox="1">
              <a:spLocks noChangeArrowheads="1"/>
            </p:cNvSpPr>
            <p:nvPr/>
          </p:nvSpPr>
          <p:spPr bwMode="auto">
            <a:xfrm>
              <a:off x="1320" y="2281"/>
              <a:ext cx="407" cy="207"/>
            </a:xfrm>
            <a:prstGeom prst="rect">
              <a:avLst/>
            </a:prstGeom>
            <a:noFill/>
            <a:ln w="22225" algn="ctr">
              <a:noFill/>
              <a:miter lim="800000"/>
              <a:headEnd/>
              <a:tailEnd/>
            </a:ln>
            <a:effectLst/>
          </p:spPr>
          <p:txBody>
            <a:bodyPr/>
            <a:lstStyle/>
            <a:p>
              <a:pPr eaLnBrk="1" hangingPunct="1">
                <a:defRPr/>
              </a:pPr>
              <a:r>
                <a:rPr lang="ru-RU" sz="1400" dirty="0">
                  <a:latin typeface="+mj-lt"/>
                </a:rPr>
                <a:t>C’s0</a:t>
              </a:r>
            </a:p>
          </p:txBody>
        </p:sp>
        <p:sp>
          <p:nvSpPr>
            <p:cNvPr id="55428" name="Line 134">
              <a:extLst>
                <a:ext uri="{FF2B5EF4-FFF2-40B4-BE49-F238E27FC236}">
                  <a16:creationId xmlns:a16="http://schemas.microsoft.com/office/drawing/2014/main" id="{22D37023-A297-4F02-BACF-8CE03D1475E8}"/>
                </a:ext>
              </a:extLst>
            </p:cNvPr>
            <p:cNvSpPr>
              <a:spLocks noChangeShapeType="1"/>
            </p:cNvSpPr>
            <p:nvPr/>
          </p:nvSpPr>
          <p:spPr bwMode="auto">
            <a:xfrm>
              <a:off x="3999" y="2721"/>
              <a:ext cx="0" cy="534"/>
            </a:xfrm>
            <a:prstGeom prst="line">
              <a:avLst/>
            </a:prstGeom>
            <a:noFill/>
            <a:ln w="22225">
              <a:solidFill>
                <a:srgbClr val="000000"/>
              </a:solidFill>
              <a:round/>
              <a:headEnd type="oval" w="sm" len="sm"/>
              <a:tailEnd/>
            </a:ln>
            <a:effectLst/>
          </p:spPr>
          <p:txBody>
            <a:bodyPr/>
            <a:lstStyle/>
            <a:p>
              <a:pPr eaLnBrk="1" hangingPunct="1">
                <a:defRPr/>
              </a:pPr>
              <a:endParaRPr lang="en-US" sz="3200">
                <a:latin typeface="+mj-lt"/>
                <a:cs typeface="Arial" charset="0"/>
              </a:endParaRPr>
            </a:p>
          </p:txBody>
        </p:sp>
        <p:sp>
          <p:nvSpPr>
            <p:cNvPr id="55429" name="Line 135">
              <a:extLst>
                <a:ext uri="{FF2B5EF4-FFF2-40B4-BE49-F238E27FC236}">
                  <a16:creationId xmlns:a16="http://schemas.microsoft.com/office/drawing/2014/main" id="{68FBA39C-5F64-42E8-B15F-C277E7F3DB3D}"/>
                </a:ext>
              </a:extLst>
            </p:cNvPr>
            <p:cNvSpPr>
              <a:spLocks noChangeShapeType="1"/>
            </p:cNvSpPr>
            <p:nvPr/>
          </p:nvSpPr>
          <p:spPr bwMode="auto">
            <a:xfrm flipH="1">
              <a:off x="3804" y="3257"/>
              <a:ext cx="198" cy="0"/>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430" name="Line 136">
              <a:extLst>
                <a:ext uri="{FF2B5EF4-FFF2-40B4-BE49-F238E27FC236}">
                  <a16:creationId xmlns:a16="http://schemas.microsoft.com/office/drawing/2014/main" id="{28AF8343-4D82-4FB3-9DB5-953DF8735CC9}"/>
                </a:ext>
              </a:extLst>
            </p:cNvPr>
            <p:cNvSpPr>
              <a:spLocks noChangeShapeType="1"/>
            </p:cNvSpPr>
            <p:nvPr/>
          </p:nvSpPr>
          <p:spPr bwMode="auto">
            <a:xfrm>
              <a:off x="2786" y="2722"/>
              <a:ext cx="0" cy="522"/>
            </a:xfrm>
            <a:prstGeom prst="line">
              <a:avLst/>
            </a:prstGeom>
            <a:noFill/>
            <a:ln w="22225">
              <a:solidFill>
                <a:srgbClr val="000000"/>
              </a:solidFill>
              <a:round/>
              <a:headEnd type="oval" w="sm" len="sm"/>
              <a:tailEnd/>
            </a:ln>
            <a:effectLst/>
          </p:spPr>
          <p:txBody>
            <a:bodyPr/>
            <a:lstStyle/>
            <a:p>
              <a:pPr eaLnBrk="1" hangingPunct="1">
                <a:defRPr/>
              </a:pPr>
              <a:endParaRPr lang="en-US" sz="3200">
                <a:latin typeface="+mj-lt"/>
                <a:cs typeface="Arial" charset="0"/>
              </a:endParaRPr>
            </a:p>
          </p:txBody>
        </p:sp>
        <p:sp>
          <p:nvSpPr>
            <p:cNvPr id="55431" name="Line 137">
              <a:extLst>
                <a:ext uri="{FF2B5EF4-FFF2-40B4-BE49-F238E27FC236}">
                  <a16:creationId xmlns:a16="http://schemas.microsoft.com/office/drawing/2014/main" id="{7E94FA3B-1640-4673-A1C7-7B98EF6C8566}"/>
                </a:ext>
              </a:extLst>
            </p:cNvPr>
            <p:cNvSpPr>
              <a:spLocks noChangeShapeType="1"/>
            </p:cNvSpPr>
            <p:nvPr/>
          </p:nvSpPr>
          <p:spPr bwMode="auto">
            <a:xfrm flipH="1">
              <a:off x="2600" y="3250"/>
              <a:ext cx="179" cy="0"/>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432" name="Line 138">
              <a:extLst>
                <a:ext uri="{FF2B5EF4-FFF2-40B4-BE49-F238E27FC236}">
                  <a16:creationId xmlns:a16="http://schemas.microsoft.com/office/drawing/2014/main" id="{A6AC1FF2-89B5-4371-B214-5E615CA23907}"/>
                </a:ext>
              </a:extLst>
            </p:cNvPr>
            <p:cNvSpPr>
              <a:spLocks noChangeShapeType="1"/>
            </p:cNvSpPr>
            <p:nvPr/>
          </p:nvSpPr>
          <p:spPr bwMode="auto">
            <a:xfrm>
              <a:off x="1566" y="2722"/>
              <a:ext cx="0" cy="522"/>
            </a:xfrm>
            <a:prstGeom prst="line">
              <a:avLst/>
            </a:prstGeom>
            <a:noFill/>
            <a:ln w="22225">
              <a:solidFill>
                <a:srgbClr val="000000"/>
              </a:solidFill>
              <a:round/>
              <a:headEnd type="oval" w="sm" len="sm"/>
              <a:tailEnd/>
            </a:ln>
            <a:effectLst/>
          </p:spPr>
          <p:txBody>
            <a:bodyPr/>
            <a:lstStyle/>
            <a:p>
              <a:pPr eaLnBrk="1" hangingPunct="1">
                <a:defRPr/>
              </a:pPr>
              <a:endParaRPr lang="en-US" sz="3200">
                <a:latin typeface="+mj-lt"/>
                <a:cs typeface="Arial" charset="0"/>
              </a:endParaRPr>
            </a:p>
          </p:txBody>
        </p:sp>
        <p:sp>
          <p:nvSpPr>
            <p:cNvPr id="55433" name="Line 139">
              <a:extLst>
                <a:ext uri="{FF2B5EF4-FFF2-40B4-BE49-F238E27FC236}">
                  <a16:creationId xmlns:a16="http://schemas.microsoft.com/office/drawing/2014/main" id="{021B1D53-0198-4AD0-ADDA-92F454EC367E}"/>
                </a:ext>
              </a:extLst>
            </p:cNvPr>
            <p:cNvSpPr>
              <a:spLocks noChangeShapeType="1"/>
            </p:cNvSpPr>
            <p:nvPr/>
          </p:nvSpPr>
          <p:spPr bwMode="auto">
            <a:xfrm flipH="1">
              <a:off x="1379" y="3250"/>
              <a:ext cx="179" cy="0"/>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434" name="Line 140">
              <a:extLst>
                <a:ext uri="{FF2B5EF4-FFF2-40B4-BE49-F238E27FC236}">
                  <a16:creationId xmlns:a16="http://schemas.microsoft.com/office/drawing/2014/main" id="{ECC2E9CE-F8FF-4054-A88B-F55D29435637}"/>
                </a:ext>
              </a:extLst>
            </p:cNvPr>
            <p:cNvSpPr>
              <a:spLocks noChangeShapeType="1"/>
            </p:cNvSpPr>
            <p:nvPr/>
          </p:nvSpPr>
          <p:spPr bwMode="auto">
            <a:xfrm>
              <a:off x="5213" y="2731"/>
              <a:ext cx="0" cy="510"/>
            </a:xfrm>
            <a:prstGeom prst="line">
              <a:avLst/>
            </a:prstGeom>
            <a:noFill/>
            <a:ln w="22225">
              <a:solidFill>
                <a:srgbClr val="000000"/>
              </a:solidFill>
              <a:round/>
              <a:headEnd type="oval" w="sm" len="sm"/>
              <a:tailEnd/>
            </a:ln>
            <a:effectLst/>
          </p:spPr>
          <p:txBody>
            <a:bodyPr/>
            <a:lstStyle/>
            <a:p>
              <a:pPr eaLnBrk="1" hangingPunct="1">
                <a:defRPr/>
              </a:pPr>
              <a:endParaRPr lang="en-US" sz="3200">
                <a:latin typeface="+mj-lt"/>
                <a:cs typeface="Arial" charset="0"/>
              </a:endParaRPr>
            </a:p>
          </p:txBody>
        </p:sp>
        <p:sp>
          <p:nvSpPr>
            <p:cNvPr id="55435" name="Line 141">
              <a:extLst>
                <a:ext uri="{FF2B5EF4-FFF2-40B4-BE49-F238E27FC236}">
                  <a16:creationId xmlns:a16="http://schemas.microsoft.com/office/drawing/2014/main" id="{CC6DE57F-4BC2-4089-A446-A22FA63F5F6B}"/>
                </a:ext>
              </a:extLst>
            </p:cNvPr>
            <p:cNvSpPr>
              <a:spLocks noChangeShapeType="1"/>
            </p:cNvSpPr>
            <p:nvPr/>
          </p:nvSpPr>
          <p:spPr bwMode="auto">
            <a:xfrm flipH="1">
              <a:off x="5033" y="3242"/>
              <a:ext cx="167" cy="0"/>
            </a:xfrm>
            <a:prstGeom prst="line">
              <a:avLst/>
            </a:prstGeom>
            <a:noFill/>
            <a:ln w="22225">
              <a:solidFill>
                <a:srgbClr val="000000"/>
              </a:solidFill>
              <a:round/>
              <a:headEnd/>
              <a:tailEnd type="triangle" w="med" len="med"/>
            </a:ln>
            <a:effectLst/>
          </p:spPr>
          <p:txBody>
            <a:bodyPr/>
            <a:lstStyle/>
            <a:p>
              <a:pPr eaLnBrk="1" hangingPunct="1">
                <a:defRPr/>
              </a:pPr>
              <a:endParaRPr lang="en-US" sz="3200">
                <a:latin typeface="+mj-lt"/>
                <a:cs typeface="Arial" charset="0"/>
              </a:endParaRPr>
            </a:p>
          </p:txBody>
        </p:sp>
        <p:sp>
          <p:nvSpPr>
            <p:cNvPr id="55436" name="AutoShape 142">
              <a:extLst>
                <a:ext uri="{FF2B5EF4-FFF2-40B4-BE49-F238E27FC236}">
                  <a16:creationId xmlns:a16="http://schemas.microsoft.com/office/drawing/2014/main" id="{949D46EC-A5F2-4FF2-A1CA-503588A15403}"/>
                </a:ext>
              </a:extLst>
            </p:cNvPr>
            <p:cNvSpPr>
              <a:spLocks noChangeArrowheads="1"/>
            </p:cNvSpPr>
            <p:nvPr/>
          </p:nvSpPr>
          <p:spPr bwMode="auto">
            <a:xfrm>
              <a:off x="4618" y="3395"/>
              <a:ext cx="89" cy="196"/>
            </a:xfrm>
            <a:prstGeom prst="downArrow">
              <a:avLst>
                <a:gd name="adj1" fmla="val 50000"/>
                <a:gd name="adj2" fmla="val 55056"/>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37" name="AutoShape 143">
              <a:extLst>
                <a:ext uri="{FF2B5EF4-FFF2-40B4-BE49-F238E27FC236}">
                  <a16:creationId xmlns:a16="http://schemas.microsoft.com/office/drawing/2014/main" id="{53996625-1807-47BB-AA7B-46FF2475E344}"/>
                </a:ext>
              </a:extLst>
            </p:cNvPr>
            <p:cNvSpPr>
              <a:spLocks noChangeArrowheads="1"/>
            </p:cNvSpPr>
            <p:nvPr/>
          </p:nvSpPr>
          <p:spPr bwMode="auto">
            <a:xfrm>
              <a:off x="3363" y="3395"/>
              <a:ext cx="90" cy="196"/>
            </a:xfrm>
            <a:prstGeom prst="downArrow">
              <a:avLst>
                <a:gd name="adj1" fmla="val 50000"/>
                <a:gd name="adj2" fmla="val 54444"/>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38" name="AutoShape 144">
              <a:extLst>
                <a:ext uri="{FF2B5EF4-FFF2-40B4-BE49-F238E27FC236}">
                  <a16:creationId xmlns:a16="http://schemas.microsoft.com/office/drawing/2014/main" id="{BF112FAF-52F2-4650-BAF4-82EB22153FE7}"/>
                </a:ext>
              </a:extLst>
            </p:cNvPr>
            <p:cNvSpPr>
              <a:spLocks noChangeArrowheads="1"/>
            </p:cNvSpPr>
            <p:nvPr/>
          </p:nvSpPr>
          <p:spPr bwMode="auto">
            <a:xfrm>
              <a:off x="2168" y="3386"/>
              <a:ext cx="89" cy="193"/>
            </a:xfrm>
            <a:prstGeom prst="downArrow">
              <a:avLst>
                <a:gd name="adj1" fmla="val 50000"/>
                <a:gd name="adj2" fmla="val 54775"/>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sp>
          <p:nvSpPr>
            <p:cNvPr id="55439" name="AutoShape 145">
              <a:extLst>
                <a:ext uri="{FF2B5EF4-FFF2-40B4-BE49-F238E27FC236}">
                  <a16:creationId xmlns:a16="http://schemas.microsoft.com/office/drawing/2014/main" id="{4E8FE095-B6F2-4509-905C-4120095734A9}"/>
                </a:ext>
              </a:extLst>
            </p:cNvPr>
            <p:cNvSpPr>
              <a:spLocks noChangeArrowheads="1"/>
            </p:cNvSpPr>
            <p:nvPr/>
          </p:nvSpPr>
          <p:spPr bwMode="auto">
            <a:xfrm>
              <a:off x="947" y="3378"/>
              <a:ext cx="90" cy="193"/>
            </a:xfrm>
            <a:prstGeom prst="downArrow">
              <a:avLst>
                <a:gd name="adj1" fmla="val 50000"/>
                <a:gd name="adj2" fmla="val 54444"/>
              </a:avLst>
            </a:prstGeom>
            <a:solidFill>
              <a:srgbClr val="FFFFFF"/>
            </a:solidFill>
            <a:ln w="22225" algn="ctr">
              <a:solidFill>
                <a:srgbClr val="000000"/>
              </a:solidFill>
              <a:miter lim="800000"/>
              <a:headEnd/>
              <a:tailEnd/>
            </a:ln>
            <a:effectLst/>
          </p:spPr>
          <p:txBody>
            <a:bodyPr/>
            <a:lstStyle/>
            <a:p>
              <a:pPr eaLnBrk="1" hangingPunct="1">
                <a:defRPr/>
              </a:pPr>
              <a:endParaRPr lang="ru-RU" sz="3200">
                <a:latin typeface="+mj-lt"/>
                <a:cs typeface="Arial" charset="0"/>
              </a:endParaRPr>
            </a:p>
          </p:txBody>
        </p:sp>
      </p:gr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4">
            <a:extLst>
              <a:ext uri="{FF2B5EF4-FFF2-40B4-BE49-F238E27FC236}">
                <a16:creationId xmlns:a16="http://schemas.microsoft.com/office/drawing/2014/main" id="{B98DF1F7-4B2D-A888-8EA6-D77B5A8E6F84}"/>
              </a:ext>
            </a:extLst>
          </p:cNvPr>
          <p:cNvSpPr>
            <a:spLocks noGrp="1" noChangeArrowheads="1"/>
          </p:cNvSpPr>
          <p:nvPr>
            <p:ph type="title"/>
          </p:nvPr>
        </p:nvSpPr>
        <p:spPr/>
        <p:txBody>
          <a:bodyPr/>
          <a:lstStyle/>
          <a:p>
            <a:r>
              <a:rPr lang="en-US" altLang="en-US"/>
              <a:t>Carry Select Adder</a:t>
            </a:r>
            <a:endParaRPr lang="ru-RU" altLang="en-US"/>
          </a:p>
        </p:txBody>
      </p:sp>
      <p:sp>
        <p:nvSpPr>
          <p:cNvPr id="3" name="Text Placeholder 2">
            <a:extLst>
              <a:ext uri="{FF2B5EF4-FFF2-40B4-BE49-F238E27FC236}">
                <a16:creationId xmlns:a16="http://schemas.microsoft.com/office/drawing/2014/main" id="{B093390F-CFD0-06DF-1990-836899546C0E}"/>
              </a:ext>
            </a:extLst>
          </p:cNvPr>
          <p:cNvSpPr>
            <a:spLocks noGrp="1"/>
          </p:cNvSpPr>
          <p:nvPr>
            <p:ph type="body" sz="quarter" idx="10"/>
          </p:nvPr>
        </p:nvSpPr>
        <p:spPr/>
        <p:txBody>
          <a:bodyPr/>
          <a:lstStyle/>
          <a:p>
            <a:r>
              <a:rPr lang="en-US" altLang="en-US" sz="2400" dirty="0"/>
              <a:t>N bit circuit is divided into M blocks by B bits.</a:t>
            </a:r>
          </a:p>
          <a:p>
            <a:pPr eaLnBrk="1" hangingPunct="1"/>
            <a:r>
              <a:rPr lang="en-US" altLang="en-US" sz="2400" dirty="0"/>
              <a:t>Precompute the carry out of each block for both </a:t>
            </a:r>
            <a:r>
              <a:rPr lang="en-US" altLang="en-US" sz="2400" dirty="0" err="1"/>
              <a:t>carry_in</a:t>
            </a:r>
            <a:r>
              <a:rPr lang="en-US" altLang="en-US" sz="2400" dirty="0"/>
              <a:t> = 0 and </a:t>
            </a:r>
          </a:p>
          <a:p>
            <a:pPr eaLnBrk="1" hangingPunct="1"/>
            <a:r>
              <a:rPr lang="en-US" altLang="en-US" sz="2400" dirty="0" err="1"/>
              <a:t>carry_in</a:t>
            </a:r>
            <a:r>
              <a:rPr lang="en-US" altLang="en-US" sz="2400" dirty="0"/>
              <a:t> = 1 (can be done for all blocks in parallel) and then select </a:t>
            </a:r>
          </a:p>
          <a:p>
            <a:pPr eaLnBrk="1" hangingPunct="1"/>
            <a:r>
              <a:rPr lang="en-US" altLang="en-US" sz="2400" dirty="0"/>
              <a:t>the correct one. </a:t>
            </a:r>
          </a:p>
          <a:p>
            <a:pPr eaLnBrk="1" hangingPunct="1"/>
            <a:r>
              <a:rPr lang="en-US" altLang="en-US" sz="2400" dirty="0"/>
              <a:t>The adder circuit is completed about 30%. </a:t>
            </a:r>
          </a:p>
          <a:p>
            <a:pPr eaLnBrk="1" hangingPunct="1"/>
            <a:endParaRPr lang="en-US" altLang="en-US" sz="2400" dirty="0"/>
          </a:p>
          <a:p>
            <a:r>
              <a:rPr lang="en-US" altLang="en-US" sz="2400" dirty="0">
                <a:solidFill>
                  <a:srgbClr val="0000FF"/>
                </a:solidFill>
              </a:rPr>
              <a:t>T</a:t>
            </a:r>
            <a:r>
              <a:rPr lang="en-US" altLang="en-US" sz="2400" baseline="-25000" dirty="0">
                <a:solidFill>
                  <a:srgbClr val="0000FF"/>
                </a:solidFill>
              </a:rPr>
              <a:t>add</a:t>
            </a:r>
            <a:r>
              <a:rPr lang="en-US" altLang="en-US" sz="2400" dirty="0">
                <a:solidFill>
                  <a:srgbClr val="0000FF"/>
                </a:solidFill>
              </a:rPr>
              <a:t>  = </a:t>
            </a:r>
            <a:r>
              <a:rPr lang="en-US" altLang="en-US" sz="2400" dirty="0" err="1">
                <a:solidFill>
                  <a:srgbClr val="0000FF"/>
                </a:solidFill>
              </a:rPr>
              <a:t>t</a:t>
            </a:r>
            <a:r>
              <a:rPr lang="en-US" altLang="en-US" sz="2400" baseline="-25000" dirty="0" err="1">
                <a:solidFill>
                  <a:srgbClr val="0000FF"/>
                </a:solidFill>
              </a:rPr>
              <a:t>setup</a:t>
            </a:r>
            <a:r>
              <a:rPr lang="en-US" altLang="en-US" sz="2400" dirty="0">
                <a:solidFill>
                  <a:srgbClr val="0000FF"/>
                </a:solidFill>
              </a:rPr>
              <a:t> + B </a:t>
            </a:r>
            <a:r>
              <a:rPr lang="en-US" altLang="en-US" sz="2400" dirty="0" err="1">
                <a:solidFill>
                  <a:srgbClr val="0000FF"/>
                </a:solidFill>
              </a:rPr>
              <a:t>t</a:t>
            </a:r>
            <a:r>
              <a:rPr lang="en-US" altLang="en-US" sz="2400" baseline="-25000" dirty="0" err="1">
                <a:solidFill>
                  <a:srgbClr val="0000FF"/>
                </a:solidFill>
              </a:rPr>
              <a:t>carry</a:t>
            </a:r>
            <a:r>
              <a:rPr lang="en-US" altLang="en-US" sz="2400" dirty="0">
                <a:solidFill>
                  <a:srgbClr val="0000FF"/>
                </a:solidFill>
              </a:rPr>
              <a:t> + m </a:t>
            </a:r>
            <a:r>
              <a:rPr lang="en-US" altLang="en-US" sz="2400" dirty="0" err="1">
                <a:solidFill>
                  <a:srgbClr val="0000FF"/>
                </a:solidFill>
              </a:rPr>
              <a:t>t</a:t>
            </a:r>
            <a:r>
              <a:rPr lang="en-US" altLang="en-US" sz="2400" baseline="-25000" dirty="0" err="1">
                <a:solidFill>
                  <a:srgbClr val="0000FF"/>
                </a:solidFill>
              </a:rPr>
              <a:t>mux</a:t>
            </a:r>
            <a:r>
              <a:rPr lang="en-US" altLang="en-US" sz="2400" dirty="0">
                <a:solidFill>
                  <a:srgbClr val="0000FF"/>
                </a:solidFill>
              </a:rPr>
              <a:t> + </a:t>
            </a:r>
            <a:r>
              <a:rPr lang="en-US" altLang="en-US" sz="2400" dirty="0" err="1">
                <a:solidFill>
                  <a:srgbClr val="0000FF"/>
                </a:solidFill>
              </a:rPr>
              <a:t>t</a:t>
            </a:r>
            <a:r>
              <a:rPr lang="en-US" altLang="en-US" sz="2400" baseline="-25000" dirty="0" err="1">
                <a:solidFill>
                  <a:srgbClr val="0000FF"/>
                </a:solidFill>
              </a:rPr>
              <a:t>sum</a:t>
            </a:r>
            <a:r>
              <a:rPr lang="en-US" altLang="en-US" sz="2400" dirty="0">
                <a:solidFill>
                  <a:srgbClr val="0000FF"/>
                </a:solidFill>
              </a:rPr>
              <a:t>;</a:t>
            </a:r>
          </a:p>
          <a:p>
            <a:endParaRPr lang="en-US" altLang="en-US" sz="2400" dirty="0">
              <a:solidFill>
                <a:srgbClr val="0000FF"/>
              </a:solidFill>
            </a:endParaRPr>
          </a:p>
          <a:p>
            <a:r>
              <a:rPr lang="en-US" altLang="en-US" sz="2400" b="1" dirty="0">
                <a:solidFill>
                  <a:srgbClr val="0000FF"/>
                </a:solidFill>
              </a:rPr>
              <a:t>m=N/B – number of blocks </a:t>
            </a:r>
            <a:endParaRPr lang="ru-RU" altLang="en-US" sz="2400" b="1" dirty="0">
              <a:solidFill>
                <a:srgbClr val="0000FF"/>
              </a:solidFill>
            </a:endParaRPr>
          </a:p>
          <a:p>
            <a:pPr eaLnBrk="1" hangingPunct="1">
              <a:spcBef>
                <a:spcPct val="50000"/>
              </a:spcBef>
            </a:pPr>
            <a:endParaRPr lang="ru-RU" altLang="en-US" sz="2400" dirty="0"/>
          </a:p>
          <a:p>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a:extLst>
              <a:ext uri="{FF2B5EF4-FFF2-40B4-BE49-F238E27FC236}">
                <a16:creationId xmlns:a16="http://schemas.microsoft.com/office/drawing/2014/main" id="{98678390-B4FF-A1AE-46C3-BA484923B45F}"/>
              </a:ext>
            </a:extLst>
          </p:cNvPr>
          <p:cNvSpPr>
            <a:spLocks noGrp="1" noChangeArrowheads="1"/>
          </p:cNvSpPr>
          <p:nvPr>
            <p:ph type="title"/>
          </p:nvPr>
        </p:nvSpPr>
        <p:spPr/>
        <p:txBody>
          <a:bodyPr>
            <a:normAutofit/>
          </a:bodyPr>
          <a:lstStyle/>
          <a:p>
            <a:r>
              <a:rPr lang="en-US" altLang="en-US" dirty="0"/>
              <a:t>Carry Select Adder (Square Root) </a:t>
            </a:r>
          </a:p>
        </p:txBody>
      </p:sp>
      <p:sp>
        <p:nvSpPr>
          <p:cNvPr id="59395" name="Content Placeholder 2">
            <a:extLst>
              <a:ext uri="{FF2B5EF4-FFF2-40B4-BE49-F238E27FC236}">
                <a16:creationId xmlns:a16="http://schemas.microsoft.com/office/drawing/2014/main" id="{FB795136-6E60-B0A5-BEF2-2F0E1096CA2C}"/>
              </a:ext>
            </a:extLst>
          </p:cNvPr>
          <p:cNvSpPr>
            <a:spLocks noGrp="1" noChangeArrowheads="1"/>
          </p:cNvSpPr>
          <p:nvPr>
            <p:ph type="body" sz="quarter" idx="10"/>
          </p:nvPr>
        </p:nvSpPr>
        <p:spPr/>
        <p:txBody>
          <a:bodyPr/>
          <a:lstStyle/>
          <a:p>
            <a:r>
              <a:rPr lang="en-US" altLang="en-US"/>
              <a:t>The peculiarity of this circuit: </a:t>
            </a:r>
          </a:p>
          <a:p>
            <a:pPr lvl="1"/>
            <a:r>
              <a:rPr lang="en-US" altLang="en-US"/>
              <a:t>Time of appearance of carry signals differ.</a:t>
            </a:r>
          </a:p>
          <a:p>
            <a:r>
              <a:rPr lang="en-US" altLang="en-US"/>
              <a:t>The result of carry chain are set earlier than signals of multiplexers. Difference in the last cascade - 5 and 8.</a:t>
            </a:r>
          </a:p>
          <a:p>
            <a:r>
              <a:rPr lang="en-US" altLang="en-US"/>
              <a:t>Propagation delays in all paths: </a:t>
            </a:r>
          </a:p>
          <a:p>
            <a:pPr lvl="1"/>
            <a:r>
              <a:rPr lang="en-US" altLang="en-US"/>
              <a:t>Each next cascade has one bit more than the previous one. </a:t>
            </a:r>
          </a:p>
          <a:p>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4">
            <a:extLst>
              <a:ext uri="{FF2B5EF4-FFF2-40B4-BE49-F238E27FC236}">
                <a16:creationId xmlns:a16="http://schemas.microsoft.com/office/drawing/2014/main" id="{D93B9BE0-2B92-B532-E1DA-82B00A85646D}"/>
              </a:ext>
            </a:extLst>
          </p:cNvPr>
          <p:cNvSpPr>
            <a:spLocks noGrp="1" noChangeArrowheads="1"/>
          </p:cNvSpPr>
          <p:nvPr>
            <p:ph type="title"/>
          </p:nvPr>
        </p:nvSpPr>
        <p:spPr/>
        <p:txBody>
          <a:bodyPr>
            <a:normAutofit/>
          </a:bodyPr>
          <a:lstStyle/>
          <a:p>
            <a:r>
              <a:rPr lang="en-US" altLang="en-US" dirty="0"/>
              <a:t>Carry Select Adder (Square Root) (2)</a:t>
            </a:r>
            <a:endParaRPr lang="ru-RU" altLang="en-US" dirty="0"/>
          </a:p>
        </p:txBody>
      </p:sp>
      <p:grpSp>
        <p:nvGrpSpPr>
          <p:cNvPr id="60419" name="Group 5">
            <a:extLst>
              <a:ext uri="{FF2B5EF4-FFF2-40B4-BE49-F238E27FC236}">
                <a16:creationId xmlns:a16="http://schemas.microsoft.com/office/drawing/2014/main" id="{F7B65BAE-E996-B0EB-B377-C009E772FECD}"/>
              </a:ext>
            </a:extLst>
          </p:cNvPr>
          <p:cNvGrpSpPr>
            <a:grpSpLocks/>
          </p:cNvGrpSpPr>
          <p:nvPr/>
        </p:nvGrpSpPr>
        <p:grpSpPr bwMode="auto">
          <a:xfrm>
            <a:off x="1752600" y="990600"/>
            <a:ext cx="8724900" cy="4795838"/>
            <a:chOff x="264" y="816"/>
            <a:chExt cx="5496" cy="3072"/>
          </a:xfrm>
        </p:grpSpPr>
        <p:sp>
          <p:nvSpPr>
            <p:cNvPr id="58372" name="Text Box 6">
              <a:extLst>
                <a:ext uri="{FF2B5EF4-FFF2-40B4-BE49-F238E27FC236}">
                  <a16:creationId xmlns:a16="http://schemas.microsoft.com/office/drawing/2014/main" id="{5BD85E1C-265B-4489-AAF1-F313A9B50BCE}"/>
                </a:ext>
              </a:extLst>
            </p:cNvPr>
            <p:cNvSpPr txBox="1">
              <a:spLocks noChangeArrowheads="1"/>
            </p:cNvSpPr>
            <p:nvPr/>
          </p:nvSpPr>
          <p:spPr bwMode="auto">
            <a:xfrm>
              <a:off x="5330" y="2715"/>
              <a:ext cx="430" cy="191"/>
            </a:xfrm>
            <a:prstGeom prst="rect">
              <a:avLst/>
            </a:prstGeom>
            <a:noFill/>
            <a:ln w="22225" algn="ctr">
              <a:noFill/>
              <a:miter lim="800000"/>
              <a:headEnd/>
              <a:tailEnd/>
            </a:ln>
            <a:effectLst/>
          </p:spPr>
          <p:txBody>
            <a:bodyPr/>
            <a:lstStyle/>
            <a:p>
              <a:pPr eaLnBrk="1" hangingPunct="1">
                <a:defRPr/>
              </a:pPr>
              <a:r>
                <a:rPr lang="ru-RU" sz="1200" dirty="0">
                  <a:latin typeface="+mj-lt"/>
                </a:rPr>
                <a:t>Cin0</a:t>
              </a:r>
            </a:p>
          </p:txBody>
        </p:sp>
        <p:sp>
          <p:nvSpPr>
            <p:cNvPr id="58373" name="AutoShape 7">
              <a:extLst>
                <a:ext uri="{FF2B5EF4-FFF2-40B4-BE49-F238E27FC236}">
                  <a16:creationId xmlns:a16="http://schemas.microsoft.com/office/drawing/2014/main" id="{4CB37B8B-FF41-48B3-8F02-2CEFEE3722B5}"/>
                </a:ext>
              </a:extLst>
            </p:cNvPr>
            <p:cNvSpPr>
              <a:spLocks noChangeArrowheads="1"/>
            </p:cNvSpPr>
            <p:nvPr/>
          </p:nvSpPr>
          <p:spPr bwMode="auto">
            <a:xfrm>
              <a:off x="2212" y="2494"/>
              <a:ext cx="88" cy="773"/>
            </a:xfrm>
            <a:prstGeom prst="downArrow">
              <a:avLst>
                <a:gd name="adj1" fmla="val 50000"/>
                <a:gd name="adj2" fmla="val 219602"/>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74" name="AutoShape 8">
              <a:extLst>
                <a:ext uri="{FF2B5EF4-FFF2-40B4-BE49-F238E27FC236}">
                  <a16:creationId xmlns:a16="http://schemas.microsoft.com/office/drawing/2014/main" id="{E1A50E2C-A5DE-4ECB-826C-29E7A310C8AA}"/>
                </a:ext>
              </a:extLst>
            </p:cNvPr>
            <p:cNvSpPr>
              <a:spLocks noChangeArrowheads="1"/>
            </p:cNvSpPr>
            <p:nvPr/>
          </p:nvSpPr>
          <p:spPr bwMode="auto">
            <a:xfrm>
              <a:off x="3295" y="2494"/>
              <a:ext cx="88" cy="773"/>
            </a:xfrm>
            <a:prstGeom prst="downArrow">
              <a:avLst>
                <a:gd name="adj1" fmla="val 50000"/>
                <a:gd name="adj2" fmla="val 219602"/>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75" name="Text Box 9">
              <a:extLst>
                <a:ext uri="{FF2B5EF4-FFF2-40B4-BE49-F238E27FC236}">
                  <a16:creationId xmlns:a16="http://schemas.microsoft.com/office/drawing/2014/main" id="{FE965C94-DFF6-493F-AE02-FBEA2B9EAA7A}"/>
                </a:ext>
              </a:extLst>
            </p:cNvPr>
            <p:cNvSpPr txBox="1">
              <a:spLocks noChangeArrowheads="1"/>
            </p:cNvSpPr>
            <p:nvPr/>
          </p:nvSpPr>
          <p:spPr bwMode="auto">
            <a:xfrm>
              <a:off x="3384" y="3043"/>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376" name="AutoShape 10">
              <a:extLst>
                <a:ext uri="{FF2B5EF4-FFF2-40B4-BE49-F238E27FC236}">
                  <a16:creationId xmlns:a16="http://schemas.microsoft.com/office/drawing/2014/main" id="{1A2DF032-DDB3-4805-85D7-C7ED09F32266}"/>
                </a:ext>
              </a:extLst>
            </p:cNvPr>
            <p:cNvSpPr>
              <a:spLocks noChangeArrowheads="1"/>
            </p:cNvSpPr>
            <p:nvPr/>
          </p:nvSpPr>
          <p:spPr bwMode="auto">
            <a:xfrm>
              <a:off x="4293" y="2486"/>
              <a:ext cx="86" cy="773"/>
            </a:xfrm>
            <a:prstGeom prst="downArrow">
              <a:avLst>
                <a:gd name="adj1" fmla="val 50000"/>
                <a:gd name="adj2" fmla="val 224709"/>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77" name="AutoShape 11">
              <a:extLst>
                <a:ext uri="{FF2B5EF4-FFF2-40B4-BE49-F238E27FC236}">
                  <a16:creationId xmlns:a16="http://schemas.microsoft.com/office/drawing/2014/main" id="{4101497B-AFE5-4BB9-BC9E-0FF5CF9B7599}"/>
                </a:ext>
              </a:extLst>
            </p:cNvPr>
            <p:cNvSpPr>
              <a:spLocks noChangeArrowheads="1"/>
            </p:cNvSpPr>
            <p:nvPr/>
          </p:nvSpPr>
          <p:spPr bwMode="auto">
            <a:xfrm rot="16200000" flipH="1">
              <a:off x="4093" y="2365"/>
              <a:ext cx="728" cy="88"/>
            </a:xfrm>
            <a:prstGeom prst="rightArrow">
              <a:avLst>
                <a:gd name="adj1" fmla="val 50000"/>
                <a:gd name="adj2" fmla="val 207670"/>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78" name="AutoShape 12">
              <a:extLst>
                <a:ext uri="{FF2B5EF4-FFF2-40B4-BE49-F238E27FC236}">
                  <a16:creationId xmlns:a16="http://schemas.microsoft.com/office/drawing/2014/main" id="{3B97A16B-69B6-41DF-86B5-33FE7C3C9574}"/>
                </a:ext>
              </a:extLst>
            </p:cNvPr>
            <p:cNvSpPr>
              <a:spLocks noChangeArrowheads="1"/>
            </p:cNvSpPr>
            <p:nvPr/>
          </p:nvSpPr>
          <p:spPr bwMode="auto">
            <a:xfrm rot="16200000" flipH="1">
              <a:off x="3736" y="1859"/>
              <a:ext cx="669" cy="88"/>
            </a:xfrm>
            <a:prstGeom prst="rightArrow">
              <a:avLst>
                <a:gd name="adj1" fmla="val 50000"/>
                <a:gd name="adj2" fmla="val 190057"/>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79" name="Rectangle 13">
              <a:extLst>
                <a:ext uri="{FF2B5EF4-FFF2-40B4-BE49-F238E27FC236}">
                  <a16:creationId xmlns:a16="http://schemas.microsoft.com/office/drawing/2014/main" id="{477748D9-9725-470F-8CFB-7FF00592D95A}"/>
                </a:ext>
              </a:extLst>
            </p:cNvPr>
            <p:cNvSpPr>
              <a:spLocks noChangeArrowheads="1"/>
            </p:cNvSpPr>
            <p:nvPr/>
          </p:nvSpPr>
          <p:spPr bwMode="auto">
            <a:xfrm>
              <a:off x="3908" y="1329"/>
              <a:ext cx="599"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Setup</a:t>
              </a:r>
            </a:p>
          </p:txBody>
        </p:sp>
        <p:sp>
          <p:nvSpPr>
            <p:cNvPr id="58380" name="Rectangle 14">
              <a:extLst>
                <a:ext uri="{FF2B5EF4-FFF2-40B4-BE49-F238E27FC236}">
                  <a16:creationId xmlns:a16="http://schemas.microsoft.com/office/drawing/2014/main" id="{A48DC7FC-B184-4031-B0C9-2D68D8EBD18F}"/>
                </a:ext>
              </a:extLst>
            </p:cNvPr>
            <p:cNvSpPr>
              <a:spLocks noChangeArrowheads="1"/>
            </p:cNvSpPr>
            <p:nvPr/>
          </p:nvSpPr>
          <p:spPr bwMode="auto">
            <a:xfrm>
              <a:off x="3941" y="1798"/>
              <a:ext cx="597"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100" dirty="0">
                  <a:latin typeface="+mj-lt"/>
                </a:rPr>
                <a:t>Carries 0</a:t>
              </a:r>
            </a:p>
          </p:txBody>
        </p:sp>
        <p:sp>
          <p:nvSpPr>
            <p:cNvPr id="58381" name="Rectangle 15">
              <a:extLst>
                <a:ext uri="{FF2B5EF4-FFF2-40B4-BE49-F238E27FC236}">
                  <a16:creationId xmlns:a16="http://schemas.microsoft.com/office/drawing/2014/main" id="{1BE51D15-BA3F-4DD4-8951-4C09ADFD7A57}"/>
                </a:ext>
              </a:extLst>
            </p:cNvPr>
            <p:cNvSpPr>
              <a:spLocks noChangeArrowheads="1"/>
            </p:cNvSpPr>
            <p:nvPr/>
          </p:nvSpPr>
          <p:spPr bwMode="auto">
            <a:xfrm>
              <a:off x="3905" y="2244"/>
              <a:ext cx="627"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100" dirty="0">
                  <a:latin typeface="+mj-lt"/>
                </a:rPr>
                <a:t>Carries 1</a:t>
              </a:r>
            </a:p>
            <a:p>
              <a:pPr eaLnBrk="1" hangingPunct="1">
                <a:defRPr/>
              </a:pPr>
              <a:endParaRPr lang="ru-RU" sz="1100" dirty="0">
                <a:latin typeface="+mj-lt"/>
              </a:endParaRPr>
            </a:p>
          </p:txBody>
        </p:sp>
        <p:sp>
          <p:nvSpPr>
            <p:cNvPr id="58382" name="Rectangle 16">
              <a:extLst>
                <a:ext uri="{FF2B5EF4-FFF2-40B4-BE49-F238E27FC236}">
                  <a16:creationId xmlns:a16="http://schemas.microsoft.com/office/drawing/2014/main" id="{E4CC7BD8-A330-4313-86EC-390C896286C3}"/>
                </a:ext>
              </a:extLst>
            </p:cNvPr>
            <p:cNvSpPr>
              <a:spLocks noChangeArrowheads="1"/>
            </p:cNvSpPr>
            <p:nvPr/>
          </p:nvSpPr>
          <p:spPr bwMode="auto">
            <a:xfrm>
              <a:off x="3933" y="2777"/>
              <a:ext cx="599"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MUX1</a:t>
              </a:r>
            </a:p>
          </p:txBody>
        </p:sp>
        <p:sp>
          <p:nvSpPr>
            <p:cNvPr id="58383" name="Rectangle 17">
              <a:extLst>
                <a:ext uri="{FF2B5EF4-FFF2-40B4-BE49-F238E27FC236}">
                  <a16:creationId xmlns:a16="http://schemas.microsoft.com/office/drawing/2014/main" id="{92612F62-B476-41C3-BCD0-4B1966170C40}"/>
                </a:ext>
              </a:extLst>
            </p:cNvPr>
            <p:cNvSpPr>
              <a:spLocks noChangeArrowheads="1"/>
            </p:cNvSpPr>
            <p:nvPr/>
          </p:nvSpPr>
          <p:spPr bwMode="auto">
            <a:xfrm>
              <a:off x="3942" y="3269"/>
              <a:ext cx="598"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SUM</a:t>
              </a:r>
            </a:p>
          </p:txBody>
        </p:sp>
        <p:sp>
          <p:nvSpPr>
            <p:cNvPr id="58384" name="AutoShape 18">
              <a:extLst>
                <a:ext uri="{FF2B5EF4-FFF2-40B4-BE49-F238E27FC236}">
                  <a16:creationId xmlns:a16="http://schemas.microsoft.com/office/drawing/2014/main" id="{C03EB186-5076-4B2B-9A7A-0D49AABC8E0D}"/>
                </a:ext>
              </a:extLst>
            </p:cNvPr>
            <p:cNvSpPr>
              <a:spLocks noChangeArrowheads="1"/>
            </p:cNvSpPr>
            <p:nvPr/>
          </p:nvSpPr>
          <p:spPr bwMode="auto">
            <a:xfrm>
              <a:off x="4208" y="1583"/>
              <a:ext cx="87" cy="218"/>
            </a:xfrm>
            <a:prstGeom prst="downArrow">
              <a:avLst>
                <a:gd name="adj1" fmla="val 50000"/>
                <a:gd name="adj2" fmla="val 60632"/>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85" name="AutoShape 19">
              <a:extLst>
                <a:ext uri="{FF2B5EF4-FFF2-40B4-BE49-F238E27FC236}">
                  <a16:creationId xmlns:a16="http://schemas.microsoft.com/office/drawing/2014/main" id="{3EBE84FD-A063-40C3-A840-CEDE953D23C3}"/>
                </a:ext>
              </a:extLst>
            </p:cNvPr>
            <p:cNvSpPr>
              <a:spLocks noChangeArrowheads="1"/>
            </p:cNvSpPr>
            <p:nvPr/>
          </p:nvSpPr>
          <p:spPr bwMode="auto">
            <a:xfrm>
              <a:off x="4018" y="2498"/>
              <a:ext cx="87" cy="276"/>
            </a:xfrm>
            <a:prstGeom prst="downArrow">
              <a:avLst>
                <a:gd name="adj1" fmla="val 50000"/>
                <a:gd name="adj2" fmla="val 77874"/>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86" name="AutoShape 20">
              <a:extLst>
                <a:ext uri="{FF2B5EF4-FFF2-40B4-BE49-F238E27FC236}">
                  <a16:creationId xmlns:a16="http://schemas.microsoft.com/office/drawing/2014/main" id="{0E1CE475-F49A-4F64-A008-851BD8EDA6E6}"/>
                </a:ext>
              </a:extLst>
            </p:cNvPr>
            <p:cNvSpPr>
              <a:spLocks noChangeArrowheads="1"/>
            </p:cNvSpPr>
            <p:nvPr/>
          </p:nvSpPr>
          <p:spPr bwMode="auto">
            <a:xfrm>
              <a:off x="4040" y="3032"/>
              <a:ext cx="88" cy="241"/>
            </a:xfrm>
            <a:prstGeom prst="downArrow">
              <a:avLst>
                <a:gd name="adj1" fmla="val 50000"/>
                <a:gd name="adj2" fmla="val 6846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387" name="Rectangle 21">
              <a:extLst>
                <a:ext uri="{FF2B5EF4-FFF2-40B4-BE49-F238E27FC236}">
                  <a16:creationId xmlns:a16="http://schemas.microsoft.com/office/drawing/2014/main" id="{6299EBCA-FDE2-4958-BCBF-1107793BC677}"/>
                </a:ext>
              </a:extLst>
            </p:cNvPr>
            <p:cNvSpPr>
              <a:spLocks noChangeArrowheads="1"/>
            </p:cNvSpPr>
            <p:nvPr/>
          </p:nvSpPr>
          <p:spPr bwMode="auto">
            <a:xfrm>
              <a:off x="2885" y="1329"/>
              <a:ext cx="693"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Setup</a:t>
              </a:r>
            </a:p>
            <a:p>
              <a:pPr eaLnBrk="1" hangingPunct="1">
                <a:defRPr/>
              </a:pPr>
              <a:endParaRPr lang="ru-RU" sz="1200" dirty="0">
                <a:latin typeface="+mj-lt"/>
              </a:endParaRPr>
            </a:p>
          </p:txBody>
        </p:sp>
        <p:sp>
          <p:nvSpPr>
            <p:cNvPr id="58388" name="Rectangle 22">
              <a:extLst>
                <a:ext uri="{FF2B5EF4-FFF2-40B4-BE49-F238E27FC236}">
                  <a16:creationId xmlns:a16="http://schemas.microsoft.com/office/drawing/2014/main" id="{B2F10CB8-AAB7-4EED-BB96-F2D0ACAAD71D}"/>
                </a:ext>
              </a:extLst>
            </p:cNvPr>
            <p:cNvSpPr>
              <a:spLocks noChangeArrowheads="1"/>
            </p:cNvSpPr>
            <p:nvPr/>
          </p:nvSpPr>
          <p:spPr bwMode="auto">
            <a:xfrm>
              <a:off x="2885" y="3270"/>
              <a:ext cx="693"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SUM</a:t>
              </a:r>
            </a:p>
          </p:txBody>
        </p:sp>
        <p:sp>
          <p:nvSpPr>
            <p:cNvPr id="58389" name="Rectangle 23">
              <a:extLst>
                <a:ext uri="{FF2B5EF4-FFF2-40B4-BE49-F238E27FC236}">
                  <a16:creationId xmlns:a16="http://schemas.microsoft.com/office/drawing/2014/main" id="{61DBA5FD-E3C3-491D-818C-06A33067AEDF}"/>
                </a:ext>
              </a:extLst>
            </p:cNvPr>
            <p:cNvSpPr>
              <a:spLocks noChangeArrowheads="1"/>
            </p:cNvSpPr>
            <p:nvPr/>
          </p:nvSpPr>
          <p:spPr bwMode="auto">
            <a:xfrm>
              <a:off x="1808" y="1321"/>
              <a:ext cx="754" cy="247"/>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Setup</a:t>
              </a:r>
            </a:p>
            <a:p>
              <a:pPr eaLnBrk="1" hangingPunct="1">
                <a:defRPr/>
              </a:pPr>
              <a:endParaRPr lang="ru-RU" sz="1200" dirty="0">
                <a:latin typeface="+mj-lt"/>
              </a:endParaRPr>
            </a:p>
          </p:txBody>
        </p:sp>
        <p:sp>
          <p:nvSpPr>
            <p:cNvPr id="58390" name="Rectangle 24">
              <a:extLst>
                <a:ext uri="{FF2B5EF4-FFF2-40B4-BE49-F238E27FC236}">
                  <a16:creationId xmlns:a16="http://schemas.microsoft.com/office/drawing/2014/main" id="{73C2DD49-D26A-4985-B41B-C7A247A6F641}"/>
                </a:ext>
              </a:extLst>
            </p:cNvPr>
            <p:cNvSpPr>
              <a:spLocks noChangeArrowheads="1"/>
            </p:cNvSpPr>
            <p:nvPr/>
          </p:nvSpPr>
          <p:spPr bwMode="auto">
            <a:xfrm>
              <a:off x="1799" y="3264"/>
              <a:ext cx="755"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SUM</a:t>
              </a:r>
            </a:p>
          </p:txBody>
        </p:sp>
        <p:sp>
          <p:nvSpPr>
            <p:cNvPr id="58391" name="Rectangle 25">
              <a:extLst>
                <a:ext uri="{FF2B5EF4-FFF2-40B4-BE49-F238E27FC236}">
                  <a16:creationId xmlns:a16="http://schemas.microsoft.com/office/drawing/2014/main" id="{D77CCC5D-C925-4B8E-A1A3-24BC73464863}"/>
                </a:ext>
              </a:extLst>
            </p:cNvPr>
            <p:cNvSpPr>
              <a:spLocks noChangeArrowheads="1"/>
            </p:cNvSpPr>
            <p:nvPr/>
          </p:nvSpPr>
          <p:spPr bwMode="auto">
            <a:xfrm>
              <a:off x="721" y="1313"/>
              <a:ext cx="754"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Setup</a:t>
              </a:r>
            </a:p>
            <a:p>
              <a:pPr eaLnBrk="1" hangingPunct="1">
                <a:defRPr/>
              </a:pPr>
              <a:endParaRPr lang="ru-RU" sz="1200" dirty="0">
                <a:latin typeface="+mj-lt"/>
              </a:endParaRPr>
            </a:p>
          </p:txBody>
        </p:sp>
        <p:sp>
          <p:nvSpPr>
            <p:cNvPr id="58392" name="Rectangle 26">
              <a:extLst>
                <a:ext uri="{FF2B5EF4-FFF2-40B4-BE49-F238E27FC236}">
                  <a16:creationId xmlns:a16="http://schemas.microsoft.com/office/drawing/2014/main" id="{8F5CCD8C-41A1-4723-A4ED-907486BE1601}"/>
                </a:ext>
              </a:extLst>
            </p:cNvPr>
            <p:cNvSpPr>
              <a:spLocks noChangeArrowheads="1"/>
            </p:cNvSpPr>
            <p:nvPr/>
          </p:nvSpPr>
          <p:spPr bwMode="auto">
            <a:xfrm>
              <a:off x="695" y="3253"/>
              <a:ext cx="754" cy="245"/>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SUM</a:t>
              </a:r>
            </a:p>
          </p:txBody>
        </p:sp>
        <p:sp>
          <p:nvSpPr>
            <p:cNvPr id="58393" name="Text Box 27">
              <a:extLst>
                <a:ext uri="{FF2B5EF4-FFF2-40B4-BE49-F238E27FC236}">
                  <a16:creationId xmlns:a16="http://schemas.microsoft.com/office/drawing/2014/main" id="{B143C5C0-0F1C-41FD-9CFC-B8CF97C54B51}"/>
                </a:ext>
              </a:extLst>
            </p:cNvPr>
            <p:cNvSpPr txBox="1">
              <a:spLocks noChangeArrowheads="1"/>
            </p:cNvSpPr>
            <p:nvPr/>
          </p:nvSpPr>
          <p:spPr bwMode="auto">
            <a:xfrm>
              <a:off x="4609" y="1830"/>
              <a:ext cx="220" cy="191"/>
            </a:xfrm>
            <a:prstGeom prst="rect">
              <a:avLst/>
            </a:prstGeom>
            <a:noFill/>
            <a:ln w="22225" algn="ctr">
              <a:noFill/>
              <a:miter lim="800000"/>
              <a:headEnd/>
              <a:tailEnd/>
            </a:ln>
            <a:effectLst/>
          </p:spPr>
          <p:txBody>
            <a:bodyPr/>
            <a:lstStyle/>
            <a:p>
              <a:pPr eaLnBrk="1" hangingPunct="1">
                <a:defRPr/>
              </a:pPr>
              <a:r>
                <a:rPr lang="ru-RU" sz="1200" dirty="0">
                  <a:latin typeface="+mj-lt"/>
                </a:rPr>
                <a:t>0</a:t>
              </a:r>
            </a:p>
          </p:txBody>
        </p:sp>
        <p:sp>
          <p:nvSpPr>
            <p:cNvPr id="58394" name="Text Box 28">
              <a:extLst>
                <a:ext uri="{FF2B5EF4-FFF2-40B4-BE49-F238E27FC236}">
                  <a16:creationId xmlns:a16="http://schemas.microsoft.com/office/drawing/2014/main" id="{888E1A97-8095-4236-9C49-1A62D83CCFB9}"/>
                </a:ext>
              </a:extLst>
            </p:cNvPr>
            <p:cNvSpPr txBox="1">
              <a:spLocks noChangeArrowheads="1"/>
            </p:cNvSpPr>
            <p:nvPr/>
          </p:nvSpPr>
          <p:spPr bwMode="auto">
            <a:xfrm>
              <a:off x="4608" y="2260"/>
              <a:ext cx="220" cy="191"/>
            </a:xfrm>
            <a:prstGeom prst="rect">
              <a:avLst/>
            </a:prstGeom>
            <a:noFill/>
            <a:ln w="22225" algn="ctr">
              <a:noFill/>
              <a:miter lim="800000"/>
              <a:headEnd/>
              <a:tailEnd/>
            </a:ln>
            <a:effectLst/>
          </p:spPr>
          <p:txBody>
            <a:bodyPr/>
            <a:lstStyle/>
            <a:p>
              <a:pPr eaLnBrk="1" hangingPunct="1">
                <a:defRPr/>
              </a:pPr>
              <a:r>
                <a:rPr lang="ru-RU" sz="1200" dirty="0">
                  <a:latin typeface="+mj-lt"/>
                </a:rPr>
                <a:t>1</a:t>
              </a:r>
            </a:p>
          </p:txBody>
        </p:sp>
        <p:sp>
          <p:nvSpPr>
            <p:cNvPr id="58395" name="Line 29">
              <a:extLst>
                <a:ext uri="{FF2B5EF4-FFF2-40B4-BE49-F238E27FC236}">
                  <a16:creationId xmlns:a16="http://schemas.microsoft.com/office/drawing/2014/main" id="{B3943837-8B63-4828-AC79-9AE9EC8B873C}"/>
                </a:ext>
              </a:extLst>
            </p:cNvPr>
            <p:cNvSpPr>
              <a:spLocks noChangeShapeType="1"/>
            </p:cNvSpPr>
            <p:nvPr/>
          </p:nvSpPr>
          <p:spPr bwMode="auto">
            <a:xfrm>
              <a:off x="4537" y="2904"/>
              <a:ext cx="234"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396" name="Line 30">
              <a:extLst>
                <a:ext uri="{FF2B5EF4-FFF2-40B4-BE49-F238E27FC236}">
                  <a16:creationId xmlns:a16="http://schemas.microsoft.com/office/drawing/2014/main" id="{629A6DC8-4888-484A-AEBD-C81ECC69D8A1}"/>
                </a:ext>
              </a:extLst>
            </p:cNvPr>
            <p:cNvSpPr>
              <a:spLocks noChangeShapeType="1"/>
            </p:cNvSpPr>
            <p:nvPr/>
          </p:nvSpPr>
          <p:spPr bwMode="auto">
            <a:xfrm>
              <a:off x="4541" y="1917"/>
              <a:ext cx="126"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397" name="Line 31">
              <a:extLst>
                <a:ext uri="{FF2B5EF4-FFF2-40B4-BE49-F238E27FC236}">
                  <a16:creationId xmlns:a16="http://schemas.microsoft.com/office/drawing/2014/main" id="{FAD8F32F-8198-4B9A-91D3-CD4943DB773A}"/>
                </a:ext>
              </a:extLst>
            </p:cNvPr>
            <p:cNvSpPr>
              <a:spLocks noChangeShapeType="1"/>
            </p:cNvSpPr>
            <p:nvPr/>
          </p:nvSpPr>
          <p:spPr bwMode="auto">
            <a:xfrm>
              <a:off x="4540" y="2362"/>
              <a:ext cx="125"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398" name="Text Box 32">
              <a:extLst>
                <a:ext uri="{FF2B5EF4-FFF2-40B4-BE49-F238E27FC236}">
                  <a16:creationId xmlns:a16="http://schemas.microsoft.com/office/drawing/2014/main" id="{02CA9491-3264-4D0E-845E-DB3F227F7CEB}"/>
                </a:ext>
              </a:extLst>
            </p:cNvPr>
            <p:cNvSpPr txBox="1">
              <a:spLocks noChangeArrowheads="1"/>
            </p:cNvSpPr>
            <p:nvPr/>
          </p:nvSpPr>
          <p:spPr bwMode="auto">
            <a:xfrm>
              <a:off x="3712" y="1830"/>
              <a:ext cx="219" cy="191"/>
            </a:xfrm>
            <a:prstGeom prst="rect">
              <a:avLst/>
            </a:prstGeom>
            <a:noFill/>
            <a:ln w="22225" algn="ctr">
              <a:noFill/>
              <a:miter lim="800000"/>
              <a:headEnd/>
              <a:tailEnd/>
            </a:ln>
            <a:effectLst/>
          </p:spPr>
          <p:txBody>
            <a:bodyPr/>
            <a:lstStyle/>
            <a:p>
              <a:pPr eaLnBrk="1" hangingPunct="1">
                <a:defRPr/>
              </a:pPr>
              <a:r>
                <a:rPr lang="ru-RU" sz="1200" dirty="0">
                  <a:latin typeface="+mj-lt"/>
                </a:rPr>
                <a:t>0</a:t>
              </a:r>
            </a:p>
          </p:txBody>
        </p:sp>
        <p:sp>
          <p:nvSpPr>
            <p:cNvPr id="58399" name="Text Box 33">
              <a:extLst>
                <a:ext uri="{FF2B5EF4-FFF2-40B4-BE49-F238E27FC236}">
                  <a16:creationId xmlns:a16="http://schemas.microsoft.com/office/drawing/2014/main" id="{243CD3F0-FCA9-4D05-A300-B0532214E1BE}"/>
                </a:ext>
              </a:extLst>
            </p:cNvPr>
            <p:cNvSpPr txBox="1">
              <a:spLocks noChangeArrowheads="1"/>
            </p:cNvSpPr>
            <p:nvPr/>
          </p:nvSpPr>
          <p:spPr bwMode="auto">
            <a:xfrm>
              <a:off x="3697" y="2260"/>
              <a:ext cx="220" cy="191"/>
            </a:xfrm>
            <a:prstGeom prst="rect">
              <a:avLst/>
            </a:prstGeom>
            <a:noFill/>
            <a:ln w="22225" algn="ctr">
              <a:noFill/>
              <a:miter lim="800000"/>
              <a:headEnd/>
              <a:tailEnd/>
            </a:ln>
            <a:effectLst/>
          </p:spPr>
          <p:txBody>
            <a:bodyPr/>
            <a:lstStyle/>
            <a:p>
              <a:pPr eaLnBrk="1" hangingPunct="1">
                <a:defRPr/>
              </a:pPr>
              <a:r>
                <a:rPr lang="ru-RU" sz="1200" dirty="0">
                  <a:latin typeface="+mj-lt"/>
                </a:rPr>
                <a:t>1</a:t>
              </a:r>
            </a:p>
          </p:txBody>
        </p:sp>
        <p:sp>
          <p:nvSpPr>
            <p:cNvPr id="58400" name="Line 34">
              <a:extLst>
                <a:ext uri="{FF2B5EF4-FFF2-40B4-BE49-F238E27FC236}">
                  <a16:creationId xmlns:a16="http://schemas.microsoft.com/office/drawing/2014/main" id="{FB984559-6C47-4792-8195-0B58BF25F59A}"/>
                </a:ext>
              </a:extLst>
            </p:cNvPr>
            <p:cNvSpPr>
              <a:spLocks noChangeShapeType="1"/>
            </p:cNvSpPr>
            <p:nvPr/>
          </p:nvSpPr>
          <p:spPr bwMode="auto">
            <a:xfrm flipV="1">
              <a:off x="3586" y="2895"/>
              <a:ext cx="331"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01" name="Line 35">
              <a:extLst>
                <a:ext uri="{FF2B5EF4-FFF2-40B4-BE49-F238E27FC236}">
                  <a16:creationId xmlns:a16="http://schemas.microsoft.com/office/drawing/2014/main" id="{AF4208D1-FAA4-4C64-B275-FEFCE1CF3A1D}"/>
                </a:ext>
              </a:extLst>
            </p:cNvPr>
            <p:cNvSpPr>
              <a:spLocks noChangeShapeType="1"/>
            </p:cNvSpPr>
            <p:nvPr/>
          </p:nvSpPr>
          <p:spPr bwMode="auto">
            <a:xfrm>
              <a:off x="3602" y="1917"/>
              <a:ext cx="159"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02" name="Line 36">
              <a:extLst>
                <a:ext uri="{FF2B5EF4-FFF2-40B4-BE49-F238E27FC236}">
                  <a16:creationId xmlns:a16="http://schemas.microsoft.com/office/drawing/2014/main" id="{C21AB0BD-2560-425B-97E3-5954D93CC2FB}"/>
                </a:ext>
              </a:extLst>
            </p:cNvPr>
            <p:cNvSpPr>
              <a:spLocks noChangeShapeType="1"/>
            </p:cNvSpPr>
            <p:nvPr/>
          </p:nvSpPr>
          <p:spPr bwMode="auto">
            <a:xfrm>
              <a:off x="3606" y="2363"/>
              <a:ext cx="156"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03" name="Line 37">
              <a:extLst>
                <a:ext uri="{FF2B5EF4-FFF2-40B4-BE49-F238E27FC236}">
                  <a16:creationId xmlns:a16="http://schemas.microsoft.com/office/drawing/2014/main" id="{E3B79343-0998-45A8-BD77-06A25FB7C831}"/>
                </a:ext>
              </a:extLst>
            </p:cNvPr>
            <p:cNvSpPr>
              <a:spLocks noChangeShapeType="1"/>
            </p:cNvSpPr>
            <p:nvPr/>
          </p:nvSpPr>
          <p:spPr bwMode="auto">
            <a:xfrm flipV="1">
              <a:off x="2561" y="2896"/>
              <a:ext cx="330"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04" name="Line 38">
              <a:extLst>
                <a:ext uri="{FF2B5EF4-FFF2-40B4-BE49-F238E27FC236}">
                  <a16:creationId xmlns:a16="http://schemas.microsoft.com/office/drawing/2014/main" id="{55079DEE-07D2-493C-BBE7-80CEE9DC1B54}"/>
                </a:ext>
              </a:extLst>
            </p:cNvPr>
            <p:cNvSpPr>
              <a:spLocks noChangeShapeType="1"/>
            </p:cNvSpPr>
            <p:nvPr/>
          </p:nvSpPr>
          <p:spPr bwMode="auto">
            <a:xfrm flipV="1">
              <a:off x="1457" y="2896"/>
              <a:ext cx="361"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05" name="Text Box 39">
              <a:extLst>
                <a:ext uri="{FF2B5EF4-FFF2-40B4-BE49-F238E27FC236}">
                  <a16:creationId xmlns:a16="http://schemas.microsoft.com/office/drawing/2014/main" id="{0B021355-C567-4FAA-8D50-E956247D4C0B}"/>
                </a:ext>
              </a:extLst>
            </p:cNvPr>
            <p:cNvSpPr txBox="1">
              <a:spLocks noChangeArrowheads="1"/>
            </p:cNvSpPr>
            <p:nvPr/>
          </p:nvSpPr>
          <p:spPr bwMode="auto">
            <a:xfrm>
              <a:off x="2670" y="1814"/>
              <a:ext cx="219" cy="191"/>
            </a:xfrm>
            <a:prstGeom prst="rect">
              <a:avLst/>
            </a:prstGeom>
            <a:noFill/>
            <a:ln w="22225" algn="ctr">
              <a:noFill/>
              <a:miter lim="800000"/>
              <a:headEnd/>
              <a:tailEnd/>
            </a:ln>
            <a:effectLst/>
          </p:spPr>
          <p:txBody>
            <a:bodyPr/>
            <a:lstStyle/>
            <a:p>
              <a:pPr eaLnBrk="1" hangingPunct="1">
                <a:defRPr/>
              </a:pPr>
              <a:r>
                <a:rPr lang="ru-RU" sz="1200" dirty="0">
                  <a:latin typeface="+mj-lt"/>
                </a:rPr>
                <a:t>0</a:t>
              </a:r>
            </a:p>
          </p:txBody>
        </p:sp>
        <p:sp>
          <p:nvSpPr>
            <p:cNvPr id="58406" name="Text Box 40">
              <a:extLst>
                <a:ext uri="{FF2B5EF4-FFF2-40B4-BE49-F238E27FC236}">
                  <a16:creationId xmlns:a16="http://schemas.microsoft.com/office/drawing/2014/main" id="{E4C2EB9A-5D33-44A7-9591-705E38223690}"/>
                </a:ext>
              </a:extLst>
            </p:cNvPr>
            <p:cNvSpPr txBox="1">
              <a:spLocks noChangeArrowheads="1"/>
            </p:cNvSpPr>
            <p:nvPr/>
          </p:nvSpPr>
          <p:spPr bwMode="auto">
            <a:xfrm>
              <a:off x="2654" y="2260"/>
              <a:ext cx="220" cy="191"/>
            </a:xfrm>
            <a:prstGeom prst="rect">
              <a:avLst/>
            </a:prstGeom>
            <a:noFill/>
            <a:ln w="22225" algn="ctr">
              <a:noFill/>
              <a:miter lim="800000"/>
              <a:headEnd/>
              <a:tailEnd/>
            </a:ln>
            <a:effectLst/>
          </p:spPr>
          <p:txBody>
            <a:bodyPr/>
            <a:lstStyle/>
            <a:p>
              <a:pPr eaLnBrk="1" hangingPunct="1">
                <a:defRPr/>
              </a:pPr>
              <a:r>
                <a:rPr lang="ru-RU" sz="1200" dirty="0">
                  <a:latin typeface="+mj-lt"/>
                </a:rPr>
                <a:t>1</a:t>
              </a:r>
            </a:p>
          </p:txBody>
        </p:sp>
        <p:sp>
          <p:nvSpPr>
            <p:cNvPr id="58407" name="Text Box 41">
              <a:extLst>
                <a:ext uri="{FF2B5EF4-FFF2-40B4-BE49-F238E27FC236}">
                  <a16:creationId xmlns:a16="http://schemas.microsoft.com/office/drawing/2014/main" id="{81F36001-4529-4D21-BE69-C06D84ACB160}"/>
                </a:ext>
              </a:extLst>
            </p:cNvPr>
            <p:cNvSpPr txBox="1">
              <a:spLocks noChangeArrowheads="1"/>
            </p:cNvSpPr>
            <p:nvPr/>
          </p:nvSpPr>
          <p:spPr bwMode="auto">
            <a:xfrm>
              <a:off x="1569" y="1814"/>
              <a:ext cx="220" cy="191"/>
            </a:xfrm>
            <a:prstGeom prst="rect">
              <a:avLst/>
            </a:prstGeom>
            <a:noFill/>
            <a:ln w="22225" algn="ctr">
              <a:noFill/>
              <a:miter lim="800000"/>
              <a:headEnd/>
              <a:tailEnd/>
            </a:ln>
            <a:effectLst/>
          </p:spPr>
          <p:txBody>
            <a:bodyPr/>
            <a:lstStyle/>
            <a:p>
              <a:pPr eaLnBrk="1" hangingPunct="1">
                <a:defRPr/>
              </a:pPr>
              <a:r>
                <a:rPr lang="ru-RU" sz="1200" dirty="0">
                  <a:latin typeface="+mj-lt"/>
                </a:rPr>
                <a:t>0</a:t>
              </a:r>
            </a:p>
          </p:txBody>
        </p:sp>
        <p:sp>
          <p:nvSpPr>
            <p:cNvPr id="58408" name="Text Box 42">
              <a:extLst>
                <a:ext uri="{FF2B5EF4-FFF2-40B4-BE49-F238E27FC236}">
                  <a16:creationId xmlns:a16="http://schemas.microsoft.com/office/drawing/2014/main" id="{91E8A748-F207-41B7-AF21-6B5EA98ADF10}"/>
                </a:ext>
              </a:extLst>
            </p:cNvPr>
            <p:cNvSpPr txBox="1">
              <a:spLocks noChangeArrowheads="1"/>
            </p:cNvSpPr>
            <p:nvPr/>
          </p:nvSpPr>
          <p:spPr bwMode="auto">
            <a:xfrm>
              <a:off x="1584" y="2252"/>
              <a:ext cx="219" cy="191"/>
            </a:xfrm>
            <a:prstGeom prst="rect">
              <a:avLst/>
            </a:prstGeom>
            <a:noFill/>
            <a:ln w="22225" algn="ctr">
              <a:noFill/>
              <a:miter lim="800000"/>
              <a:headEnd/>
              <a:tailEnd/>
            </a:ln>
            <a:effectLst/>
          </p:spPr>
          <p:txBody>
            <a:bodyPr/>
            <a:lstStyle/>
            <a:p>
              <a:pPr eaLnBrk="1" hangingPunct="1">
                <a:defRPr/>
              </a:pPr>
              <a:r>
                <a:rPr lang="ru-RU" sz="1200" dirty="0">
                  <a:latin typeface="+mj-lt"/>
                </a:rPr>
                <a:t>1</a:t>
              </a:r>
            </a:p>
          </p:txBody>
        </p:sp>
        <p:sp>
          <p:nvSpPr>
            <p:cNvPr id="58409" name="Line 43">
              <a:extLst>
                <a:ext uri="{FF2B5EF4-FFF2-40B4-BE49-F238E27FC236}">
                  <a16:creationId xmlns:a16="http://schemas.microsoft.com/office/drawing/2014/main" id="{83E8BEE3-D148-4B24-9DBE-3C46C320A417}"/>
                </a:ext>
              </a:extLst>
            </p:cNvPr>
            <p:cNvSpPr>
              <a:spLocks noChangeShapeType="1"/>
            </p:cNvSpPr>
            <p:nvPr/>
          </p:nvSpPr>
          <p:spPr bwMode="auto">
            <a:xfrm>
              <a:off x="1460" y="1902"/>
              <a:ext cx="155"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10" name="Line 44">
              <a:extLst>
                <a:ext uri="{FF2B5EF4-FFF2-40B4-BE49-F238E27FC236}">
                  <a16:creationId xmlns:a16="http://schemas.microsoft.com/office/drawing/2014/main" id="{34BB6627-4490-4A11-98C3-545DC3C20222}"/>
                </a:ext>
              </a:extLst>
            </p:cNvPr>
            <p:cNvSpPr>
              <a:spLocks noChangeShapeType="1"/>
            </p:cNvSpPr>
            <p:nvPr/>
          </p:nvSpPr>
          <p:spPr bwMode="auto">
            <a:xfrm>
              <a:off x="1460" y="2347"/>
              <a:ext cx="155"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11" name="Line 45">
              <a:extLst>
                <a:ext uri="{FF2B5EF4-FFF2-40B4-BE49-F238E27FC236}">
                  <a16:creationId xmlns:a16="http://schemas.microsoft.com/office/drawing/2014/main" id="{510D8488-3647-42BC-BAB5-4FEF6CAA48C6}"/>
                </a:ext>
              </a:extLst>
            </p:cNvPr>
            <p:cNvSpPr>
              <a:spLocks noChangeShapeType="1"/>
            </p:cNvSpPr>
            <p:nvPr/>
          </p:nvSpPr>
          <p:spPr bwMode="auto">
            <a:xfrm>
              <a:off x="524" y="2890"/>
              <a:ext cx="156"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12" name="Text Box 46">
              <a:extLst>
                <a:ext uri="{FF2B5EF4-FFF2-40B4-BE49-F238E27FC236}">
                  <a16:creationId xmlns:a16="http://schemas.microsoft.com/office/drawing/2014/main" id="{3729C3A7-FECC-442C-A6BA-D017CCC9BC58}"/>
                </a:ext>
              </a:extLst>
            </p:cNvPr>
            <p:cNvSpPr txBox="1">
              <a:spLocks noChangeArrowheads="1"/>
            </p:cNvSpPr>
            <p:nvPr/>
          </p:nvSpPr>
          <p:spPr bwMode="auto">
            <a:xfrm>
              <a:off x="264" y="2668"/>
              <a:ext cx="430" cy="191"/>
            </a:xfrm>
            <a:prstGeom prst="rect">
              <a:avLst/>
            </a:prstGeom>
            <a:noFill/>
            <a:ln w="22225" algn="ctr">
              <a:noFill/>
              <a:miter lim="800000"/>
              <a:headEnd/>
              <a:tailEnd/>
            </a:ln>
            <a:effectLst/>
          </p:spPr>
          <p:txBody>
            <a:bodyPr/>
            <a:lstStyle/>
            <a:p>
              <a:pPr eaLnBrk="1" hangingPunct="1">
                <a:defRPr/>
              </a:pPr>
              <a:r>
                <a:rPr lang="ru-RU" sz="1200" dirty="0">
                  <a:latin typeface="+mj-lt"/>
                </a:rPr>
                <a:t>Cout</a:t>
              </a:r>
            </a:p>
          </p:txBody>
        </p:sp>
        <p:sp>
          <p:nvSpPr>
            <p:cNvPr id="58413" name="Line 47">
              <a:extLst>
                <a:ext uri="{FF2B5EF4-FFF2-40B4-BE49-F238E27FC236}">
                  <a16:creationId xmlns:a16="http://schemas.microsoft.com/office/drawing/2014/main" id="{6BF415C3-D2A3-4D18-BAD9-4C3E2684F67D}"/>
                </a:ext>
              </a:extLst>
            </p:cNvPr>
            <p:cNvSpPr>
              <a:spLocks noChangeShapeType="1"/>
            </p:cNvSpPr>
            <p:nvPr/>
          </p:nvSpPr>
          <p:spPr bwMode="auto">
            <a:xfrm>
              <a:off x="4117" y="1136"/>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14" name="Line 48">
              <a:extLst>
                <a:ext uri="{FF2B5EF4-FFF2-40B4-BE49-F238E27FC236}">
                  <a16:creationId xmlns:a16="http://schemas.microsoft.com/office/drawing/2014/main" id="{8814FE5C-F676-4E1E-B4A8-2F12955E5FFF}"/>
                </a:ext>
              </a:extLst>
            </p:cNvPr>
            <p:cNvSpPr>
              <a:spLocks noChangeShapeType="1"/>
            </p:cNvSpPr>
            <p:nvPr/>
          </p:nvSpPr>
          <p:spPr bwMode="auto">
            <a:xfrm>
              <a:off x="4373" y="1134"/>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15" name="Line 49">
              <a:extLst>
                <a:ext uri="{FF2B5EF4-FFF2-40B4-BE49-F238E27FC236}">
                  <a16:creationId xmlns:a16="http://schemas.microsoft.com/office/drawing/2014/main" id="{31003EBC-DFE6-4A3B-A742-2D053E3718DF}"/>
                </a:ext>
              </a:extLst>
            </p:cNvPr>
            <p:cNvSpPr>
              <a:spLocks noChangeShapeType="1"/>
            </p:cNvSpPr>
            <p:nvPr/>
          </p:nvSpPr>
          <p:spPr bwMode="auto">
            <a:xfrm>
              <a:off x="3087" y="1136"/>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16" name="Line 50">
              <a:extLst>
                <a:ext uri="{FF2B5EF4-FFF2-40B4-BE49-F238E27FC236}">
                  <a16:creationId xmlns:a16="http://schemas.microsoft.com/office/drawing/2014/main" id="{3BEB457F-3298-401F-B129-136460A4C86B}"/>
                </a:ext>
              </a:extLst>
            </p:cNvPr>
            <p:cNvSpPr>
              <a:spLocks noChangeShapeType="1"/>
            </p:cNvSpPr>
            <p:nvPr/>
          </p:nvSpPr>
          <p:spPr bwMode="auto">
            <a:xfrm>
              <a:off x="3400" y="1142"/>
              <a:ext cx="0" cy="186"/>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17" name="Line 51">
              <a:extLst>
                <a:ext uri="{FF2B5EF4-FFF2-40B4-BE49-F238E27FC236}">
                  <a16:creationId xmlns:a16="http://schemas.microsoft.com/office/drawing/2014/main" id="{81033736-70BE-41B2-955B-9D7B3B6A4A6D}"/>
                </a:ext>
              </a:extLst>
            </p:cNvPr>
            <p:cNvSpPr>
              <a:spLocks noChangeShapeType="1"/>
            </p:cNvSpPr>
            <p:nvPr/>
          </p:nvSpPr>
          <p:spPr bwMode="auto">
            <a:xfrm>
              <a:off x="1974" y="1128"/>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18" name="Line 52">
              <a:extLst>
                <a:ext uri="{FF2B5EF4-FFF2-40B4-BE49-F238E27FC236}">
                  <a16:creationId xmlns:a16="http://schemas.microsoft.com/office/drawing/2014/main" id="{D12708E6-86D5-4020-A653-0A75C7819B1C}"/>
                </a:ext>
              </a:extLst>
            </p:cNvPr>
            <p:cNvSpPr>
              <a:spLocks noChangeShapeType="1"/>
            </p:cNvSpPr>
            <p:nvPr/>
          </p:nvSpPr>
          <p:spPr bwMode="auto">
            <a:xfrm>
              <a:off x="2295" y="1134"/>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19" name="Line 53">
              <a:extLst>
                <a:ext uri="{FF2B5EF4-FFF2-40B4-BE49-F238E27FC236}">
                  <a16:creationId xmlns:a16="http://schemas.microsoft.com/office/drawing/2014/main" id="{DE81A179-945D-4B11-AEF1-606824234854}"/>
                </a:ext>
              </a:extLst>
            </p:cNvPr>
            <p:cNvSpPr>
              <a:spLocks noChangeShapeType="1"/>
            </p:cNvSpPr>
            <p:nvPr/>
          </p:nvSpPr>
          <p:spPr bwMode="auto">
            <a:xfrm>
              <a:off x="877" y="1120"/>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20" name="Line 54">
              <a:extLst>
                <a:ext uri="{FF2B5EF4-FFF2-40B4-BE49-F238E27FC236}">
                  <a16:creationId xmlns:a16="http://schemas.microsoft.com/office/drawing/2014/main" id="{CE9E8CDE-9BFD-458B-9DA4-811F5EFD4922}"/>
                </a:ext>
              </a:extLst>
            </p:cNvPr>
            <p:cNvSpPr>
              <a:spLocks noChangeShapeType="1"/>
            </p:cNvSpPr>
            <p:nvPr/>
          </p:nvSpPr>
          <p:spPr bwMode="auto">
            <a:xfrm>
              <a:off x="1198" y="1118"/>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421" name="Text Box 55">
              <a:extLst>
                <a:ext uri="{FF2B5EF4-FFF2-40B4-BE49-F238E27FC236}">
                  <a16:creationId xmlns:a16="http://schemas.microsoft.com/office/drawing/2014/main" id="{0D297F85-800E-4BF8-B3D2-C5DAE3A2C730}"/>
                </a:ext>
              </a:extLst>
            </p:cNvPr>
            <p:cNvSpPr txBox="1">
              <a:spLocks noChangeArrowheads="1"/>
            </p:cNvSpPr>
            <p:nvPr/>
          </p:nvSpPr>
          <p:spPr bwMode="auto">
            <a:xfrm>
              <a:off x="677" y="966"/>
              <a:ext cx="396" cy="185"/>
            </a:xfrm>
            <a:prstGeom prst="rect">
              <a:avLst/>
            </a:prstGeom>
            <a:noFill/>
            <a:ln w="22225" algn="ctr">
              <a:noFill/>
              <a:miter lim="800000"/>
              <a:headEnd/>
              <a:tailEnd/>
            </a:ln>
            <a:effectLst/>
          </p:spPr>
          <p:txBody>
            <a:bodyPr/>
            <a:lstStyle/>
            <a:p>
              <a:pPr eaLnBrk="1" hangingPunct="1">
                <a:defRPr/>
              </a:pPr>
              <a:endParaRPr lang="ru-RU" sz="1200" dirty="0">
                <a:latin typeface="+mj-lt"/>
              </a:endParaRPr>
            </a:p>
          </p:txBody>
        </p:sp>
        <p:sp>
          <p:nvSpPr>
            <p:cNvPr id="58422" name="Text Box 56">
              <a:extLst>
                <a:ext uri="{FF2B5EF4-FFF2-40B4-BE49-F238E27FC236}">
                  <a16:creationId xmlns:a16="http://schemas.microsoft.com/office/drawing/2014/main" id="{1D457C7E-CCBF-41BE-9D31-8C494B508C2D}"/>
                </a:ext>
              </a:extLst>
            </p:cNvPr>
            <p:cNvSpPr txBox="1">
              <a:spLocks noChangeArrowheads="1"/>
            </p:cNvSpPr>
            <p:nvPr/>
          </p:nvSpPr>
          <p:spPr bwMode="auto">
            <a:xfrm>
              <a:off x="431" y="816"/>
              <a:ext cx="1122" cy="382"/>
            </a:xfrm>
            <a:prstGeom prst="rect">
              <a:avLst/>
            </a:prstGeom>
            <a:noFill/>
            <a:ln w="22225" algn="ctr">
              <a:noFill/>
              <a:miter lim="800000"/>
              <a:headEnd/>
              <a:tailEnd/>
            </a:ln>
            <a:effectLst/>
          </p:spPr>
          <p:txBody>
            <a:bodyPr/>
            <a:lstStyle/>
            <a:p>
              <a:pPr algn="ctr" eaLnBrk="1" hangingPunct="1">
                <a:defRPr/>
              </a:pPr>
              <a:r>
                <a:rPr lang="ru-RU" sz="1200" dirty="0">
                  <a:latin typeface="+mj-lt"/>
                </a:rPr>
                <a:t>Block 4</a:t>
              </a:r>
            </a:p>
            <a:p>
              <a:pPr algn="ctr" eaLnBrk="1" hangingPunct="1">
                <a:defRPr/>
              </a:pPr>
              <a:r>
                <a:rPr lang="ru-RU" sz="1200" dirty="0">
                  <a:latin typeface="+mj-lt"/>
                </a:rPr>
                <a:t>A[19:14],B[19:14]</a:t>
              </a:r>
            </a:p>
            <a:p>
              <a:pPr eaLnBrk="1" hangingPunct="1">
                <a:defRPr/>
              </a:pPr>
              <a:endParaRPr lang="ru-RU" sz="1200" dirty="0">
                <a:latin typeface="+mj-lt"/>
              </a:endParaRPr>
            </a:p>
          </p:txBody>
        </p:sp>
        <p:sp>
          <p:nvSpPr>
            <p:cNvPr id="58423" name="Text Box 57">
              <a:extLst>
                <a:ext uri="{FF2B5EF4-FFF2-40B4-BE49-F238E27FC236}">
                  <a16:creationId xmlns:a16="http://schemas.microsoft.com/office/drawing/2014/main" id="{BF519D91-4AC9-4E92-8F70-1771AC568742}"/>
                </a:ext>
              </a:extLst>
            </p:cNvPr>
            <p:cNvSpPr txBox="1">
              <a:spLocks noChangeArrowheads="1"/>
            </p:cNvSpPr>
            <p:nvPr/>
          </p:nvSpPr>
          <p:spPr bwMode="auto">
            <a:xfrm>
              <a:off x="1635" y="832"/>
              <a:ext cx="1072" cy="375"/>
            </a:xfrm>
            <a:prstGeom prst="rect">
              <a:avLst/>
            </a:prstGeom>
            <a:noFill/>
            <a:ln w="22225" algn="ctr">
              <a:noFill/>
              <a:miter lim="800000"/>
              <a:headEnd/>
              <a:tailEnd/>
            </a:ln>
            <a:effectLst/>
          </p:spPr>
          <p:txBody>
            <a:bodyPr/>
            <a:lstStyle/>
            <a:p>
              <a:pPr algn="ctr" eaLnBrk="1" hangingPunct="1">
                <a:defRPr/>
              </a:pPr>
              <a:r>
                <a:rPr lang="ru-RU" sz="1200" dirty="0">
                  <a:latin typeface="+mj-lt"/>
                </a:rPr>
                <a:t>Block 3</a:t>
              </a:r>
            </a:p>
            <a:p>
              <a:pPr algn="ctr" eaLnBrk="1" hangingPunct="1">
                <a:defRPr/>
              </a:pPr>
              <a:r>
                <a:rPr lang="ru-RU" sz="1200" dirty="0">
                  <a:latin typeface="+mj-lt"/>
                </a:rPr>
                <a:t>A[13:9], B[13:9]</a:t>
              </a:r>
            </a:p>
            <a:p>
              <a:pPr eaLnBrk="1" hangingPunct="1">
                <a:defRPr/>
              </a:pPr>
              <a:endParaRPr lang="ru-RU" sz="1200" dirty="0">
                <a:latin typeface="+mj-lt"/>
              </a:endParaRPr>
            </a:p>
          </p:txBody>
        </p:sp>
        <p:sp>
          <p:nvSpPr>
            <p:cNvPr id="58424" name="Text Box 58">
              <a:extLst>
                <a:ext uri="{FF2B5EF4-FFF2-40B4-BE49-F238E27FC236}">
                  <a16:creationId xmlns:a16="http://schemas.microsoft.com/office/drawing/2014/main" id="{A71ACCBA-9B98-4A26-AAB6-B04D6FD31A91}"/>
                </a:ext>
              </a:extLst>
            </p:cNvPr>
            <p:cNvSpPr txBox="1">
              <a:spLocks noChangeArrowheads="1"/>
            </p:cNvSpPr>
            <p:nvPr/>
          </p:nvSpPr>
          <p:spPr bwMode="auto">
            <a:xfrm>
              <a:off x="2650" y="856"/>
              <a:ext cx="1187" cy="382"/>
            </a:xfrm>
            <a:prstGeom prst="rect">
              <a:avLst/>
            </a:prstGeom>
            <a:noFill/>
            <a:ln w="22225" algn="ctr">
              <a:noFill/>
              <a:miter lim="800000"/>
              <a:headEnd/>
              <a:tailEnd/>
            </a:ln>
            <a:effectLst/>
          </p:spPr>
          <p:txBody>
            <a:bodyPr/>
            <a:lstStyle/>
            <a:p>
              <a:pPr algn="ctr" eaLnBrk="1" hangingPunct="1">
                <a:defRPr/>
              </a:pPr>
              <a:r>
                <a:rPr lang="ru-RU" sz="1200" dirty="0">
                  <a:latin typeface="+mj-lt"/>
                </a:rPr>
                <a:t>Block 2</a:t>
              </a:r>
            </a:p>
            <a:p>
              <a:pPr algn="ctr" eaLnBrk="1" hangingPunct="1">
                <a:defRPr/>
              </a:pPr>
              <a:r>
                <a:rPr lang="ru-RU" sz="1200" dirty="0">
                  <a:latin typeface="+mj-lt"/>
                </a:rPr>
                <a:t>A[8:5], B[8:5]</a:t>
              </a:r>
            </a:p>
            <a:p>
              <a:pPr eaLnBrk="1" hangingPunct="1">
                <a:defRPr/>
              </a:pPr>
              <a:endParaRPr lang="ru-RU" sz="1200" dirty="0">
                <a:latin typeface="+mj-lt"/>
              </a:endParaRPr>
            </a:p>
          </p:txBody>
        </p:sp>
        <p:sp>
          <p:nvSpPr>
            <p:cNvPr id="58425" name="Text Box 59">
              <a:extLst>
                <a:ext uri="{FF2B5EF4-FFF2-40B4-BE49-F238E27FC236}">
                  <a16:creationId xmlns:a16="http://schemas.microsoft.com/office/drawing/2014/main" id="{8391B841-9C95-46B7-8255-4BB6AA38DBB6}"/>
                </a:ext>
              </a:extLst>
            </p:cNvPr>
            <p:cNvSpPr txBox="1">
              <a:spLocks noChangeArrowheads="1"/>
            </p:cNvSpPr>
            <p:nvPr/>
          </p:nvSpPr>
          <p:spPr bwMode="auto">
            <a:xfrm>
              <a:off x="3697" y="864"/>
              <a:ext cx="998" cy="382"/>
            </a:xfrm>
            <a:prstGeom prst="rect">
              <a:avLst/>
            </a:prstGeom>
            <a:noFill/>
            <a:ln w="22225" algn="ctr">
              <a:noFill/>
              <a:miter lim="800000"/>
              <a:headEnd/>
              <a:tailEnd/>
            </a:ln>
            <a:effectLst/>
          </p:spPr>
          <p:txBody>
            <a:bodyPr/>
            <a:lstStyle/>
            <a:p>
              <a:pPr algn="ctr" eaLnBrk="1" hangingPunct="1">
                <a:defRPr/>
              </a:pPr>
              <a:r>
                <a:rPr lang="ru-RU" sz="1200" dirty="0">
                  <a:latin typeface="+mj-lt"/>
                </a:rPr>
                <a:t>Block 1</a:t>
              </a:r>
            </a:p>
            <a:p>
              <a:pPr algn="ctr" eaLnBrk="1" hangingPunct="1">
                <a:defRPr/>
              </a:pPr>
              <a:r>
                <a:rPr lang="ru-RU" sz="1200" dirty="0">
                  <a:latin typeface="+mj-lt"/>
                </a:rPr>
                <a:t>A[4:2], B[4:2]</a:t>
              </a:r>
            </a:p>
            <a:p>
              <a:pPr eaLnBrk="1" hangingPunct="1">
                <a:defRPr/>
              </a:pPr>
              <a:endParaRPr lang="ru-RU" sz="1200" dirty="0">
                <a:latin typeface="+mj-lt"/>
              </a:endParaRPr>
            </a:p>
          </p:txBody>
        </p:sp>
        <p:sp>
          <p:nvSpPr>
            <p:cNvPr id="58426" name="Text Box 60">
              <a:extLst>
                <a:ext uri="{FF2B5EF4-FFF2-40B4-BE49-F238E27FC236}">
                  <a16:creationId xmlns:a16="http://schemas.microsoft.com/office/drawing/2014/main" id="{15C49E20-02BB-48E2-9B1D-A80E96A76672}"/>
                </a:ext>
              </a:extLst>
            </p:cNvPr>
            <p:cNvSpPr txBox="1">
              <a:spLocks noChangeArrowheads="1"/>
            </p:cNvSpPr>
            <p:nvPr/>
          </p:nvSpPr>
          <p:spPr bwMode="auto">
            <a:xfrm>
              <a:off x="728" y="3697"/>
              <a:ext cx="594" cy="191"/>
            </a:xfrm>
            <a:prstGeom prst="rect">
              <a:avLst/>
            </a:prstGeom>
            <a:noFill/>
            <a:ln w="22225" algn="ctr">
              <a:noFill/>
              <a:miter lim="800000"/>
              <a:headEnd/>
              <a:tailEnd/>
            </a:ln>
            <a:effectLst/>
          </p:spPr>
          <p:txBody>
            <a:bodyPr/>
            <a:lstStyle/>
            <a:p>
              <a:pPr eaLnBrk="1" hangingPunct="1">
                <a:defRPr/>
              </a:pPr>
              <a:r>
                <a:rPr lang="ru-RU" sz="1200" dirty="0">
                  <a:latin typeface="+mj-lt"/>
                </a:rPr>
                <a:t>S[19:14]</a:t>
              </a:r>
            </a:p>
          </p:txBody>
        </p:sp>
        <p:sp>
          <p:nvSpPr>
            <p:cNvPr id="58427" name="Text Box 61">
              <a:extLst>
                <a:ext uri="{FF2B5EF4-FFF2-40B4-BE49-F238E27FC236}">
                  <a16:creationId xmlns:a16="http://schemas.microsoft.com/office/drawing/2014/main" id="{103B5DB1-D618-43FA-92FC-949D09624E58}"/>
                </a:ext>
              </a:extLst>
            </p:cNvPr>
            <p:cNvSpPr txBox="1">
              <a:spLocks noChangeArrowheads="1"/>
            </p:cNvSpPr>
            <p:nvPr/>
          </p:nvSpPr>
          <p:spPr bwMode="auto">
            <a:xfrm>
              <a:off x="1900" y="3681"/>
              <a:ext cx="593" cy="191"/>
            </a:xfrm>
            <a:prstGeom prst="rect">
              <a:avLst/>
            </a:prstGeom>
            <a:noFill/>
            <a:ln w="22225" algn="ctr">
              <a:noFill/>
              <a:miter lim="800000"/>
              <a:headEnd/>
              <a:tailEnd/>
            </a:ln>
            <a:effectLst/>
          </p:spPr>
          <p:txBody>
            <a:bodyPr/>
            <a:lstStyle/>
            <a:p>
              <a:pPr eaLnBrk="1" hangingPunct="1">
                <a:defRPr/>
              </a:pPr>
              <a:r>
                <a:rPr lang="ru-RU" sz="1200" dirty="0">
                  <a:latin typeface="+mj-lt"/>
                </a:rPr>
                <a:t>S[13:9]</a:t>
              </a:r>
            </a:p>
          </p:txBody>
        </p:sp>
        <p:sp>
          <p:nvSpPr>
            <p:cNvPr id="58428" name="Text Box 62">
              <a:extLst>
                <a:ext uri="{FF2B5EF4-FFF2-40B4-BE49-F238E27FC236}">
                  <a16:creationId xmlns:a16="http://schemas.microsoft.com/office/drawing/2014/main" id="{509BE471-B480-4597-8720-611B9585E9F0}"/>
                </a:ext>
              </a:extLst>
            </p:cNvPr>
            <p:cNvSpPr txBox="1">
              <a:spLocks noChangeArrowheads="1"/>
            </p:cNvSpPr>
            <p:nvPr/>
          </p:nvSpPr>
          <p:spPr bwMode="auto">
            <a:xfrm>
              <a:off x="2987" y="3697"/>
              <a:ext cx="595" cy="191"/>
            </a:xfrm>
            <a:prstGeom prst="rect">
              <a:avLst/>
            </a:prstGeom>
            <a:noFill/>
            <a:ln w="22225" algn="ctr">
              <a:noFill/>
              <a:miter lim="800000"/>
              <a:headEnd/>
              <a:tailEnd/>
            </a:ln>
            <a:effectLst/>
          </p:spPr>
          <p:txBody>
            <a:bodyPr/>
            <a:lstStyle/>
            <a:p>
              <a:pPr eaLnBrk="1" hangingPunct="1">
                <a:defRPr/>
              </a:pPr>
              <a:r>
                <a:rPr lang="ru-RU" sz="1200" dirty="0">
                  <a:latin typeface="+mj-lt"/>
                </a:rPr>
                <a:t>S[8:5]</a:t>
              </a:r>
            </a:p>
          </p:txBody>
        </p:sp>
        <p:sp>
          <p:nvSpPr>
            <p:cNvPr id="58429" name="Text Box 63">
              <a:extLst>
                <a:ext uri="{FF2B5EF4-FFF2-40B4-BE49-F238E27FC236}">
                  <a16:creationId xmlns:a16="http://schemas.microsoft.com/office/drawing/2014/main" id="{39DE575B-F206-4369-AEBE-E9CE335DE0AD}"/>
                </a:ext>
              </a:extLst>
            </p:cNvPr>
            <p:cNvSpPr txBox="1">
              <a:spLocks noChangeArrowheads="1"/>
            </p:cNvSpPr>
            <p:nvPr/>
          </p:nvSpPr>
          <p:spPr bwMode="auto">
            <a:xfrm>
              <a:off x="4060" y="3689"/>
              <a:ext cx="593" cy="191"/>
            </a:xfrm>
            <a:prstGeom prst="rect">
              <a:avLst/>
            </a:prstGeom>
            <a:noFill/>
            <a:ln w="22225" algn="ctr">
              <a:noFill/>
              <a:miter lim="800000"/>
              <a:headEnd/>
              <a:tailEnd/>
            </a:ln>
            <a:effectLst/>
          </p:spPr>
          <p:txBody>
            <a:bodyPr/>
            <a:lstStyle/>
            <a:p>
              <a:pPr eaLnBrk="1" hangingPunct="1">
                <a:defRPr/>
              </a:pPr>
              <a:r>
                <a:rPr lang="ru-RU" sz="1200" dirty="0">
                  <a:latin typeface="+mj-lt"/>
                </a:rPr>
                <a:t>S[4:2]</a:t>
              </a:r>
            </a:p>
          </p:txBody>
        </p:sp>
        <p:sp>
          <p:nvSpPr>
            <p:cNvPr id="58430" name="Text Box 64">
              <a:extLst>
                <a:ext uri="{FF2B5EF4-FFF2-40B4-BE49-F238E27FC236}">
                  <a16:creationId xmlns:a16="http://schemas.microsoft.com/office/drawing/2014/main" id="{AE684140-EDD4-4D36-B2D9-B9636D0BD93A}"/>
                </a:ext>
              </a:extLst>
            </p:cNvPr>
            <p:cNvSpPr txBox="1">
              <a:spLocks noChangeArrowheads="1"/>
            </p:cNvSpPr>
            <p:nvPr/>
          </p:nvSpPr>
          <p:spPr bwMode="auto">
            <a:xfrm>
              <a:off x="3680" y="2723"/>
              <a:ext cx="356" cy="279"/>
            </a:xfrm>
            <a:prstGeom prst="rect">
              <a:avLst/>
            </a:prstGeom>
            <a:noFill/>
            <a:ln w="22225" algn="ctr">
              <a:noFill/>
              <a:miter lim="800000"/>
              <a:headEnd/>
              <a:tailEnd/>
            </a:ln>
            <a:effectLst/>
          </p:spPr>
          <p:txBody>
            <a:bodyPr/>
            <a:lstStyle/>
            <a:p>
              <a:pPr eaLnBrk="1" hangingPunct="1">
                <a:defRPr/>
              </a:pPr>
              <a:r>
                <a:rPr lang="ru-RU" sz="1200" dirty="0">
                  <a:latin typeface="+mj-lt"/>
                </a:rPr>
                <a:t>C5</a:t>
              </a:r>
            </a:p>
          </p:txBody>
        </p:sp>
        <p:sp>
          <p:nvSpPr>
            <p:cNvPr id="58431" name="Text Box 65">
              <a:extLst>
                <a:ext uri="{FF2B5EF4-FFF2-40B4-BE49-F238E27FC236}">
                  <a16:creationId xmlns:a16="http://schemas.microsoft.com/office/drawing/2014/main" id="{B1895521-F5F1-4C47-9281-FB2E588814ED}"/>
                </a:ext>
              </a:extLst>
            </p:cNvPr>
            <p:cNvSpPr txBox="1">
              <a:spLocks noChangeArrowheads="1"/>
            </p:cNvSpPr>
            <p:nvPr/>
          </p:nvSpPr>
          <p:spPr bwMode="auto">
            <a:xfrm>
              <a:off x="2647" y="2734"/>
              <a:ext cx="391" cy="191"/>
            </a:xfrm>
            <a:prstGeom prst="rect">
              <a:avLst/>
            </a:prstGeom>
            <a:noFill/>
            <a:ln w="22225" algn="ctr">
              <a:noFill/>
              <a:miter lim="800000"/>
              <a:headEnd/>
              <a:tailEnd/>
            </a:ln>
            <a:effectLst/>
          </p:spPr>
          <p:txBody>
            <a:bodyPr/>
            <a:lstStyle/>
            <a:p>
              <a:pPr eaLnBrk="1" hangingPunct="1">
                <a:defRPr/>
              </a:pPr>
              <a:r>
                <a:rPr lang="ru-RU" sz="1200" dirty="0">
                  <a:latin typeface="+mj-lt"/>
                </a:rPr>
                <a:t>C9</a:t>
              </a:r>
            </a:p>
          </p:txBody>
        </p:sp>
        <p:sp>
          <p:nvSpPr>
            <p:cNvPr id="58432" name="Text Box 66">
              <a:extLst>
                <a:ext uri="{FF2B5EF4-FFF2-40B4-BE49-F238E27FC236}">
                  <a16:creationId xmlns:a16="http://schemas.microsoft.com/office/drawing/2014/main" id="{6B252DA9-2F3F-4091-8ABE-88CB0D4CF968}"/>
                </a:ext>
              </a:extLst>
            </p:cNvPr>
            <p:cNvSpPr txBox="1">
              <a:spLocks noChangeArrowheads="1"/>
            </p:cNvSpPr>
            <p:nvPr/>
          </p:nvSpPr>
          <p:spPr bwMode="auto">
            <a:xfrm>
              <a:off x="1332" y="2697"/>
              <a:ext cx="552" cy="191"/>
            </a:xfrm>
            <a:prstGeom prst="rect">
              <a:avLst/>
            </a:prstGeom>
            <a:noFill/>
            <a:ln w="22225" algn="ctr">
              <a:noFill/>
              <a:miter lim="800000"/>
              <a:headEnd/>
              <a:tailEnd/>
            </a:ln>
            <a:effectLst/>
          </p:spPr>
          <p:txBody>
            <a:bodyPr/>
            <a:lstStyle/>
            <a:p>
              <a:pPr eaLnBrk="1" hangingPunct="1">
                <a:defRPr/>
              </a:pPr>
              <a:r>
                <a:rPr lang="ru-RU" sz="1200" dirty="0">
                  <a:latin typeface="+mj-lt"/>
                </a:rPr>
                <a:t>    C14</a:t>
              </a:r>
            </a:p>
          </p:txBody>
        </p:sp>
        <p:sp>
          <p:nvSpPr>
            <p:cNvPr id="58433" name="Oval 67">
              <a:extLst>
                <a:ext uri="{FF2B5EF4-FFF2-40B4-BE49-F238E27FC236}">
                  <a16:creationId xmlns:a16="http://schemas.microsoft.com/office/drawing/2014/main" id="{72FFC467-B545-4149-B65C-869E72B58068}"/>
                </a:ext>
              </a:extLst>
            </p:cNvPr>
            <p:cNvSpPr>
              <a:spLocks noChangeArrowheads="1"/>
            </p:cNvSpPr>
            <p:nvPr/>
          </p:nvSpPr>
          <p:spPr bwMode="auto">
            <a:xfrm>
              <a:off x="629" y="2042"/>
              <a:ext cx="193"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200" dirty="0">
                  <a:latin typeface="+mj-lt"/>
                </a:rPr>
                <a:t>1</a:t>
              </a:r>
            </a:p>
          </p:txBody>
        </p:sp>
        <p:sp>
          <p:nvSpPr>
            <p:cNvPr id="58434" name="Oval 68">
              <a:extLst>
                <a:ext uri="{FF2B5EF4-FFF2-40B4-BE49-F238E27FC236}">
                  <a16:creationId xmlns:a16="http://schemas.microsoft.com/office/drawing/2014/main" id="{642B4F03-8379-459F-8FE2-0702922F2BD2}"/>
                </a:ext>
              </a:extLst>
            </p:cNvPr>
            <p:cNvSpPr>
              <a:spLocks noChangeArrowheads="1"/>
            </p:cNvSpPr>
            <p:nvPr/>
          </p:nvSpPr>
          <p:spPr bwMode="auto">
            <a:xfrm>
              <a:off x="3805" y="3057"/>
              <a:ext cx="192"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5</a:t>
              </a:r>
            </a:p>
          </p:txBody>
        </p:sp>
        <p:sp>
          <p:nvSpPr>
            <p:cNvPr id="58435" name="Oval 69">
              <a:extLst>
                <a:ext uri="{FF2B5EF4-FFF2-40B4-BE49-F238E27FC236}">
                  <a16:creationId xmlns:a16="http://schemas.microsoft.com/office/drawing/2014/main" id="{F057D81E-EEBD-4048-B193-5727C47CACE5}"/>
                </a:ext>
              </a:extLst>
            </p:cNvPr>
            <p:cNvSpPr>
              <a:spLocks noChangeArrowheads="1"/>
            </p:cNvSpPr>
            <p:nvPr/>
          </p:nvSpPr>
          <p:spPr bwMode="auto">
            <a:xfrm>
              <a:off x="629" y="2518"/>
              <a:ext cx="193"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200" dirty="0">
                  <a:latin typeface="+mj-lt"/>
                </a:rPr>
                <a:t>7</a:t>
              </a:r>
            </a:p>
          </p:txBody>
        </p:sp>
        <p:sp>
          <p:nvSpPr>
            <p:cNvPr id="58436" name="Oval 70">
              <a:extLst>
                <a:ext uri="{FF2B5EF4-FFF2-40B4-BE49-F238E27FC236}">
                  <a16:creationId xmlns:a16="http://schemas.microsoft.com/office/drawing/2014/main" id="{291C97E4-D0D0-472A-8242-AD95B174A075}"/>
                </a:ext>
              </a:extLst>
            </p:cNvPr>
            <p:cNvSpPr>
              <a:spLocks noChangeArrowheads="1"/>
            </p:cNvSpPr>
            <p:nvPr/>
          </p:nvSpPr>
          <p:spPr bwMode="auto">
            <a:xfrm>
              <a:off x="2815" y="2551"/>
              <a:ext cx="192"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5</a:t>
              </a:r>
            </a:p>
          </p:txBody>
        </p:sp>
        <p:sp>
          <p:nvSpPr>
            <p:cNvPr id="58437" name="Oval 71">
              <a:extLst>
                <a:ext uri="{FF2B5EF4-FFF2-40B4-BE49-F238E27FC236}">
                  <a16:creationId xmlns:a16="http://schemas.microsoft.com/office/drawing/2014/main" id="{838BD3B2-E78F-4124-8DD7-512027A36F96}"/>
                </a:ext>
              </a:extLst>
            </p:cNvPr>
            <p:cNvSpPr>
              <a:spLocks noChangeArrowheads="1"/>
            </p:cNvSpPr>
            <p:nvPr/>
          </p:nvSpPr>
          <p:spPr bwMode="auto">
            <a:xfrm>
              <a:off x="1644" y="3021"/>
              <a:ext cx="193"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7</a:t>
              </a:r>
            </a:p>
          </p:txBody>
        </p:sp>
        <p:sp>
          <p:nvSpPr>
            <p:cNvPr id="58438" name="Oval 72">
              <a:extLst>
                <a:ext uri="{FF2B5EF4-FFF2-40B4-BE49-F238E27FC236}">
                  <a16:creationId xmlns:a16="http://schemas.microsoft.com/office/drawing/2014/main" id="{35F0CDFF-FED6-4D84-8F8C-3FC5E93FF572}"/>
                </a:ext>
              </a:extLst>
            </p:cNvPr>
            <p:cNvSpPr>
              <a:spLocks noChangeArrowheads="1"/>
            </p:cNvSpPr>
            <p:nvPr/>
          </p:nvSpPr>
          <p:spPr bwMode="auto">
            <a:xfrm>
              <a:off x="546" y="3011"/>
              <a:ext cx="194" cy="184"/>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8</a:t>
              </a:r>
            </a:p>
          </p:txBody>
        </p:sp>
        <p:sp>
          <p:nvSpPr>
            <p:cNvPr id="58439" name="Oval 73">
              <a:extLst>
                <a:ext uri="{FF2B5EF4-FFF2-40B4-BE49-F238E27FC236}">
                  <a16:creationId xmlns:a16="http://schemas.microsoft.com/office/drawing/2014/main" id="{A4FDB947-6F6A-4704-94E8-BEC93E2B8F3F}"/>
                </a:ext>
              </a:extLst>
            </p:cNvPr>
            <p:cNvSpPr>
              <a:spLocks noChangeArrowheads="1"/>
            </p:cNvSpPr>
            <p:nvPr/>
          </p:nvSpPr>
          <p:spPr bwMode="auto">
            <a:xfrm>
              <a:off x="643" y="3551"/>
              <a:ext cx="228"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9</a:t>
              </a:r>
            </a:p>
          </p:txBody>
        </p:sp>
        <p:sp>
          <p:nvSpPr>
            <p:cNvPr id="58440" name="AutoShape 74">
              <a:extLst>
                <a:ext uri="{FF2B5EF4-FFF2-40B4-BE49-F238E27FC236}">
                  <a16:creationId xmlns:a16="http://schemas.microsoft.com/office/drawing/2014/main" id="{4119187D-4E64-4CF8-B298-ECCB6794D2CA}"/>
                </a:ext>
              </a:extLst>
            </p:cNvPr>
            <p:cNvSpPr>
              <a:spLocks noChangeArrowheads="1"/>
            </p:cNvSpPr>
            <p:nvPr/>
          </p:nvSpPr>
          <p:spPr bwMode="auto">
            <a:xfrm>
              <a:off x="4200" y="2048"/>
              <a:ext cx="88" cy="195"/>
            </a:xfrm>
            <a:prstGeom prst="downArrow">
              <a:avLst>
                <a:gd name="adj1" fmla="val 50000"/>
                <a:gd name="adj2" fmla="val 5738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41" name="Text Box 75">
              <a:extLst>
                <a:ext uri="{FF2B5EF4-FFF2-40B4-BE49-F238E27FC236}">
                  <a16:creationId xmlns:a16="http://schemas.microsoft.com/office/drawing/2014/main" id="{400F16CF-A150-487C-8A03-44C39806566F}"/>
                </a:ext>
              </a:extLst>
            </p:cNvPr>
            <p:cNvSpPr txBox="1">
              <a:spLocks noChangeArrowheads="1"/>
            </p:cNvSpPr>
            <p:nvPr/>
          </p:nvSpPr>
          <p:spPr bwMode="auto">
            <a:xfrm>
              <a:off x="3763" y="1578"/>
              <a:ext cx="396" cy="191"/>
            </a:xfrm>
            <a:prstGeom prst="rect">
              <a:avLst/>
            </a:prstGeom>
            <a:noFill/>
            <a:ln w="22225" algn="ctr">
              <a:noFill/>
              <a:miter lim="800000"/>
              <a:headEnd/>
              <a:tailEnd/>
            </a:ln>
            <a:effectLst/>
          </p:spPr>
          <p:txBody>
            <a:bodyPr/>
            <a:lstStyle/>
            <a:p>
              <a:pPr eaLnBrk="1" hangingPunct="1">
                <a:defRPr/>
              </a:pPr>
              <a:r>
                <a:rPr lang="ru-RU" sz="1200" dirty="0">
                  <a:latin typeface="+mj-lt"/>
                </a:rPr>
                <a:t>G’s</a:t>
              </a:r>
            </a:p>
          </p:txBody>
        </p:sp>
        <p:sp>
          <p:nvSpPr>
            <p:cNvPr id="58442" name="Text Box 76">
              <a:extLst>
                <a:ext uri="{FF2B5EF4-FFF2-40B4-BE49-F238E27FC236}">
                  <a16:creationId xmlns:a16="http://schemas.microsoft.com/office/drawing/2014/main" id="{F73FD13A-4953-4741-B860-C06B56E5D6D6}"/>
                </a:ext>
              </a:extLst>
            </p:cNvPr>
            <p:cNvSpPr txBox="1">
              <a:spLocks noChangeArrowheads="1"/>
            </p:cNvSpPr>
            <p:nvPr/>
          </p:nvSpPr>
          <p:spPr bwMode="auto">
            <a:xfrm>
              <a:off x="4259" y="1580"/>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43" name="Text Box 77">
              <a:extLst>
                <a:ext uri="{FF2B5EF4-FFF2-40B4-BE49-F238E27FC236}">
                  <a16:creationId xmlns:a16="http://schemas.microsoft.com/office/drawing/2014/main" id="{30F670F9-4690-435A-9BD0-F8EDE773EFBC}"/>
                </a:ext>
              </a:extLst>
            </p:cNvPr>
            <p:cNvSpPr txBox="1">
              <a:spLocks noChangeArrowheads="1"/>
            </p:cNvSpPr>
            <p:nvPr/>
          </p:nvSpPr>
          <p:spPr bwMode="auto">
            <a:xfrm>
              <a:off x="4425" y="2568"/>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C’s0</a:t>
              </a:r>
            </a:p>
          </p:txBody>
        </p:sp>
        <p:sp>
          <p:nvSpPr>
            <p:cNvPr id="58444" name="Text Box 78">
              <a:extLst>
                <a:ext uri="{FF2B5EF4-FFF2-40B4-BE49-F238E27FC236}">
                  <a16:creationId xmlns:a16="http://schemas.microsoft.com/office/drawing/2014/main" id="{0B87AA16-7A0B-4CD0-8930-AF6C2B21A9A7}"/>
                </a:ext>
              </a:extLst>
            </p:cNvPr>
            <p:cNvSpPr txBox="1">
              <a:spLocks noChangeArrowheads="1"/>
            </p:cNvSpPr>
            <p:nvPr/>
          </p:nvSpPr>
          <p:spPr bwMode="auto">
            <a:xfrm>
              <a:off x="4060" y="2532"/>
              <a:ext cx="395" cy="185"/>
            </a:xfrm>
            <a:prstGeom prst="rect">
              <a:avLst/>
            </a:prstGeom>
            <a:noFill/>
            <a:ln w="22225" algn="ctr">
              <a:noFill/>
              <a:miter lim="800000"/>
              <a:headEnd/>
              <a:tailEnd/>
            </a:ln>
            <a:effectLst/>
          </p:spPr>
          <p:txBody>
            <a:bodyPr/>
            <a:lstStyle/>
            <a:p>
              <a:pPr eaLnBrk="1" hangingPunct="1">
                <a:defRPr/>
              </a:pPr>
              <a:r>
                <a:rPr lang="ru-RU" sz="1200" dirty="0">
                  <a:latin typeface="+mj-lt"/>
                </a:rPr>
                <a:t>C’s1</a:t>
              </a:r>
            </a:p>
          </p:txBody>
        </p:sp>
        <p:sp>
          <p:nvSpPr>
            <p:cNvPr id="58445" name="Text Box 79">
              <a:extLst>
                <a:ext uri="{FF2B5EF4-FFF2-40B4-BE49-F238E27FC236}">
                  <a16:creationId xmlns:a16="http://schemas.microsoft.com/office/drawing/2014/main" id="{B2A23425-FAAD-4E4B-AEBD-1A675137910B}"/>
                </a:ext>
              </a:extLst>
            </p:cNvPr>
            <p:cNvSpPr txBox="1">
              <a:spLocks noChangeArrowheads="1"/>
            </p:cNvSpPr>
            <p:nvPr/>
          </p:nvSpPr>
          <p:spPr bwMode="auto">
            <a:xfrm>
              <a:off x="4243" y="2042"/>
              <a:ext cx="395" cy="189"/>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46" name="Text Box 80">
              <a:extLst>
                <a:ext uri="{FF2B5EF4-FFF2-40B4-BE49-F238E27FC236}">
                  <a16:creationId xmlns:a16="http://schemas.microsoft.com/office/drawing/2014/main" id="{D6E0B7CB-5D7D-4D27-B474-AA1D603388A2}"/>
                </a:ext>
              </a:extLst>
            </p:cNvPr>
            <p:cNvSpPr txBox="1">
              <a:spLocks noChangeArrowheads="1"/>
            </p:cNvSpPr>
            <p:nvPr/>
          </p:nvSpPr>
          <p:spPr bwMode="auto">
            <a:xfrm>
              <a:off x="4348" y="3035"/>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47" name="AutoShape 81">
              <a:extLst>
                <a:ext uri="{FF2B5EF4-FFF2-40B4-BE49-F238E27FC236}">
                  <a16:creationId xmlns:a16="http://schemas.microsoft.com/office/drawing/2014/main" id="{FEB9BBF4-7D82-46DF-94CC-85C9F56D16BB}"/>
                </a:ext>
              </a:extLst>
            </p:cNvPr>
            <p:cNvSpPr>
              <a:spLocks noChangeArrowheads="1"/>
            </p:cNvSpPr>
            <p:nvPr/>
          </p:nvSpPr>
          <p:spPr bwMode="auto">
            <a:xfrm rot="16200000" flipH="1">
              <a:off x="3142" y="2371"/>
              <a:ext cx="728" cy="87"/>
            </a:xfrm>
            <a:prstGeom prst="rightArrow">
              <a:avLst>
                <a:gd name="adj1" fmla="val 50000"/>
                <a:gd name="adj2" fmla="val 210057"/>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48" name="AutoShape 82">
              <a:extLst>
                <a:ext uri="{FF2B5EF4-FFF2-40B4-BE49-F238E27FC236}">
                  <a16:creationId xmlns:a16="http://schemas.microsoft.com/office/drawing/2014/main" id="{0BBEEB0C-DF0F-40B1-B90A-08592F9C89AF}"/>
                </a:ext>
              </a:extLst>
            </p:cNvPr>
            <p:cNvSpPr>
              <a:spLocks noChangeArrowheads="1"/>
            </p:cNvSpPr>
            <p:nvPr/>
          </p:nvSpPr>
          <p:spPr bwMode="auto">
            <a:xfrm rot="16200000" flipH="1">
              <a:off x="2734" y="1869"/>
              <a:ext cx="669" cy="87"/>
            </a:xfrm>
            <a:prstGeom prst="rightArrow">
              <a:avLst>
                <a:gd name="adj1" fmla="val 50000"/>
                <a:gd name="adj2" fmla="val 192241"/>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49" name="Rectangle 83">
              <a:extLst>
                <a:ext uri="{FF2B5EF4-FFF2-40B4-BE49-F238E27FC236}">
                  <a16:creationId xmlns:a16="http://schemas.microsoft.com/office/drawing/2014/main" id="{F0D8BD1F-7BA3-4C0F-8F99-A4D5B226D418}"/>
                </a:ext>
              </a:extLst>
            </p:cNvPr>
            <p:cNvSpPr>
              <a:spLocks noChangeArrowheads="1"/>
            </p:cNvSpPr>
            <p:nvPr/>
          </p:nvSpPr>
          <p:spPr bwMode="auto">
            <a:xfrm>
              <a:off x="2898" y="1800"/>
              <a:ext cx="691" cy="250"/>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Carries 0</a:t>
              </a:r>
            </a:p>
          </p:txBody>
        </p:sp>
        <p:sp>
          <p:nvSpPr>
            <p:cNvPr id="58450" name="Rectangle 84">
              <a:extLst>
                <a:ext uri="{FF2B5EF4-FFF2-40B4-BE49-F238E27FC236}">
                  <a16:creationId xmlns:a16="http://schemas.microsoft.com/office/drawing/2014/main" id="{F896C59D-260C-4920-9569-47C9667E9C7F}"/>
                </a:ext>
              </a:extLst>
            </p:cNvPr>
            <p:cNvSpPr>
              <a:spLocks noChangeArrowheads="1"/>
            </p:cNvSpPr>
            <p:nvPr/>
          </p:nvSpPr>
          <p:spPr bwMode="auto">
            <a:xfrm>
              <a:off x="2909" y="2247"/>
              <a:ext cx="692"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Carries 1</a:t>
              </a:r>
            </a:p>
            <a:p>
              <a:pPr eaLnBrk="1" hangingPunct="1">
                <a:defRPr/>
              </a:pPr>
              <a:endParaRPr lang="ru-RU" sz="1200" dirty="0">
                <a:latin typeface="+mj-lt"/>
              </a:endParaRPr>
            </a:p>
          </p:txBody>
        </p:sp>
        <p:sp>
          <p:nvSpPr>
            <p:cNvPr id="58451" name="Rectangle 85">
              <a:extLst>
                <a:ext uri="{FF2B5EF4-FFF2-40B4-BE49-F238E27FC236}">
                  <a16:creationId xmlns:a16="http://schemas.microsoft.com/office/drawing/2014/main" id="{0F90CDA5-85A4-40B4-BE99-0163F09D4A51}"/>
                </a:ext>
              </a:extLst>
            </p:cNvPr>
            <p:cNvSpPr>
              <a:spLocks noChangeArrowheads="1"/>
            </p:cNvSpPr>
            <p:nvPr/>
          </p:nvSpPr>
          <p:spPr bwMode="auto">
            <a:xfrm>
              <a:off x="2898" y="2780"/>
              <a:ext cx="691"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MUX2</a:t>
              </a:r>
            </a:p>
          </p:txBody>
        </p:sp>
        <p:sp>
          <p:nvSpPr>
            <p:cNvPr id="58452" name="AutoShape 86">
              <a:extLst>
                <a:ext uri="{FF2B5EF4-FFF2-40B4-BE49-F238E27FC236}">
                  <a16:creationId xmlns:a16="http://schemas.microsoft.com/office/drawing/2014/main" id="{F7F0C842-5541-4AA1-821A-0C975262F58D}"/>
                </a:ext>
              </a:extLst>
            </p:cNvPr>
            <p:cNvSpPr>
              <a:spLocks noChangeArrowheads="1"/>
            </p:cNvSpPr>
            <p:nvPr/>
          </p:nvSpPr>
          <p:spPr bwMode="auto">
            <a:xfrm>
              <a:off x="3241" y="1580"/>
              <a:ext cx="88" cy="230"/>
            </a:xfrm>
            <a:prstGeom prst="downArrow">
              <a:avLst>
                <a:gd name="adj1" fmla="val 50000"/>
                <a:gd name="adj2" fmla="val 64205"/>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53" name="AutoShape 87">
              <a:extLst>
                <a:ext uri="{FF2B5EF4-FFF2-40B4-BE49-F238E27FC236}">
                  <a16:creationId xmlns:a16="http://schemas.microsoft.com/office/drawing/2014/main" id="{F7D25B30-7970-4386-B2A1-0FFF11CFA69E}"/>
                </a:ext>
              </a:extLst>
            </p:cNvPr>
            <p:cNvSpPr>
              <a:spLocks noChangeArrowheads="1"/>
            </p:cNvSpPr>
            <p:nvPr/>
          </p:nvSpPr>
          <p:spPr bwMode="auto">
            <a:xfrm>
              <a:off x="3015" y="2502"/>
              <a:ext cx="87" cy="270"/>
            </a:xfrm>
            <a:prstGeom prst="downArrow">
              <a:avLst>
                <a:gd name="adj1" fmla="val 50000"/>
                <a:gd name="adj2" fmla="val 7758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54" name="AutoShape 88">
              <a:extLst>
                <a:ext uri="{FF2B5EF4-FFF2-40B4-BE49-F238E27FC236}">
                  <a16:creationId xmlns:a16="http://schemas.microsoft.com/office/drawing/2014/main" id="{C628B523-6BF5-4450-87A6-1273C3B19738}"/>
                </a:ext>
              </a:extLst>
            </p:cNvPr>
            <p:cNvSpPr>
              <a:spLocks noChangeArrowheads="1"/>
            </p:cNvSpPr>
            <p:nvPr/>
          </p:nvSpPr>
          <p:spPr bwMode="auto">
            <a:xfrm>
              <a:off x="3235" y="2050"/>
              <a:ext cx="88" cy="194"/>
            </a:xfrm>
            <a:prstGeom prst="downArrow">
              <a:avLst>
                <a:gd name="adj1" fmla="val 50000"/>
                <a:gd name="adj2" fmla="val 57102"/>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55" name="Text Box 89">
              <a:extLst>
                <a:ext uri="{FF2B5EF4-FFF2-40B4-BE49-F238E27FC236}">
                  <a16:creationId xmlns:a16="http://schemas.microsoft.com/office/drawing/2014/main" id="{99DECC12-6207-4A7F-AB4D-54223AADFA83}"/>
                </a:ext>
              </a:extLst>
            </p:cNvPr>
            <p:cNvSpPr txBox="1">
              <a:spLocks noChangeArrowheads="1"/>
            </p:cNvSpPr>
            <p:nvPr/>
          </p:nvSpPr>
          <p:spPr bwMode="auto">
            <a:xfrm>
              <a:off x="3007" y="2529"/>
              <a:ext cx="396" cy="184"/>
            </a:xfrm>
            <a:prstGeom prst="rect">
              <a:avLst/>
            </a:prstGeom>
            <a:noFill/>
            <a:ln w="22225" algn="ctr">
              <a:noFill/>
              <a:miter lim="800000"/>
              <a:headEnd/>
              <a:tailEnd/>
            </a:ln>
            <a:effectLst/>
          </p:spPr>
          <p:txBody>
            <a:bodyPr/>
            <a:lstStyle/>
            <a:p>
              <a:pPr eaLnBrk="1" hangingPunct="1">
                <a:defRPr/>
              </a:pPr>
              <a:r>
                <a:rPr lang="ru-RU" sz="1200" dirty="0">
                  <a:latin typeface="+mj-lt"/>
                </a:rPr>
                <a:t>C’s1</a:t>
              </a:r>
            </a:p>
          </p:txBody>
        </p:sp>
        <p:sp>
          <p:nvSpPr>
            <p:cNvPr id="58456" name="Text Box 90">
              <a:extLst>
                <a:ext uri="{FF2B5EF4-FFF2-40B4-BE49-F238E27FC236}">
                  <a16:creationId xmlns:a16="http://schemas.microsoft.com/office/drawing/2014/main" id="{8D92EAE8-A81B-4872-BECB-5F5A6B33A7A2}"/>
                </a:ext>
              </a:extLst>
            </p:cNvPr>
            <p:cNvSpPr txBox="1">
              <a:spLocks noChangeArrowheads="1"/>
            </p:cNvSpPr>
            <p:nvPr/>
          </p:nvSpPr>
          <p:spPr bwMode="auto">
            <a:xfrm>
              <a:off x="3227" y="2026"/>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57" name="Text Box 91">
              <a:extLst>
                <a:ext uri="{FF2B5EF4-FFF2-40B4-BE49-F238E27FC236}">
                  <a16:creationId xmlns:a16="http://schemas.microsoft.com/office/drawing/2014/main" id="{CCC18076-F9B6-4471-A878-33C02FE51BDC}"/>
                </a:ext>
              </a:extLst>
            </p:cNvPr>
            <p:cNvSpPr txBox="1">
              <a:spLocks noChangeArrowheads="1"/>
            </p:cNvSpPr>
            <p:nvPr/>
          </p:nvSpPr>
          <p:spPr bwMode="auto">
            <a:xfrm>
              <a:off x="3049" y="3038"/>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a:t>
              </a:r>
            </a:p>
          </p:txBody>
        </p:sp>
        <p:sp>
          <p:nvSpPr>
            <p:cNvPr id="58458" name="AutoShape 92">
              <a:extLst>
                <a:ext uri="{FF2B5EF4-FFF2-40B4-BE49-F238E27FC236}">
                  <a16:creationId xmlns:a16="http://schemas.microsoft.com/office/drawing/2014/main" id="{28FF4A1F-56BF-42D7-A1D0-CF52C90A3480}"/>
                </a:ext>
              </a:extLst>
            </p:cNvPr>
            <p:cNvSpPr>
              <a:spLocks noChangeArrowheads="1"/>
            </p:cNvSpPr>
            <p:nvPr/>
          </p:nvSpPr>
          <p:spPr bwMode="auto">
            <a:xfrm>
              <a:off x="3013" y="3035"/>
              <a:ext cx="87" cy="241"/>
            </a:xfrm>
            <a:prstGeom prst="downArrow">
              <a:avLst>
                <a:gd name="adj1" fmla="val 50000"/>
                <a:gd name="adj2" fmla="val 69253"/>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59" name="Text Box 93">
              <a:extLst>
                <a:ext uri="{FF2B5EF4-FFF2-40B4-BE49-F238E27FC236}">
                  <a16:creationId xmlns:a16="http://schemas.microsoft.com/office/drawing/2014/main" id="{47905F38-6102-4981-9256-4AF5C0C41002}"/>
                </a:ext>
              </a:extLst>
            </p:cNvPr>
            <p:cNvSpPr txBox="1">
              <a:spLocks noChangeArrowheads="1"/>
            </p:cNvSpPr>
            <p:nvPr/>
          </p:nvSpPr>
          <p:spPr bwMode="auto">
            <a:xfrm>
              <a:off x="3500" y="2532"/>
              <a:ext cx="395" cy="185"/>
            </a:xfrm>
            <a:prstGeom prst="rect">
              <a:avLst/>
            </a:prstGeom>
            <a:noFill/>
            <a:ln w="22225" algn="ctr">
              <a:noFill/>
              <a:miter lim="800000"/>
              <a:headEnd/>
              <a:tailEnd/>
            </a:ln>
            <a:effectLst/>
          </p:spPr>
          <p:txBody>
            <a:bodyPr/>
            <a:lstStyle/>
            <a:p>
              <a:pPr eaLnBrk="1" hangingPunct="1">
                <a:defRPr/>
              </a:pPr>
              <a:r>
                <a:rPr lang="ru-RU" sz="1200" dirty="0">
                  <a:latin typeface="+mj-lt"/>
                </a:rPr>
                <a:t>C’s0</a:t>
              </a:r>
            </a:p>
          </p:txBody>
        </p:sp>
        <p:sp>
          <p:nvSpPr>
            <p:cNvPr id="58460" name="Text Box 94">
              <a:extLst>
                <a:ext uri="{FF2B5EF4-FFF2-40B4-BE49-F238E27FC236}">
                  <a16:creationId xmlns:a16="http://schemas.microsoft.com/office/drawing/2014/main" id="{5147117F-FCBC-4BFB-B29B-390AD11012E7}"/>
                </a:ext>
              </a:extLst>
            </p:cNvPr>
            <p:cNvSpPr txBox="1">
              <a:spLocks noChangeArrowheads="1"/>
            </p:cNvSpPr>
            <p:nvPr/>
          </p:nvSpPr>
          <p:spPr bwMode="auto">
            <a:xfrm>
              <a:off x="2295" y="3035"/>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61" name="AutoShape 95">
              <a:extLst>
                <a:ext uri="{FF2B5EF4-FFF2-40B4-BE49-F238E27FC236}">
                  <a16:creationId xmlns:a16="http://schemas.microsoft.com/office/drawing/2014/main" id="{EA3D8323-DDD4-479A-95B9-2D2792E96B63}"/>
                </a:ext>
              </a:extLst>
            </p:cNvPr>
            <p:cNvSpPr>
              <a:spLocks noChangeArrowheads="1"/>
            </p:cNvSpPr>
            <p:nvPr/>
          </p:nvSpPr>
          <p:spPr bwMode="auto">
            <a:xfrm rot="16200000" flipH="1">
              <a:off x="2130" y="2362"/>
              <a:ext cx="731" cy="88"/>
            </a:xfrm>
            <a:prstGeom prst="rightArrow">
              <a:avLst>
                <a:gd name="adj1" fmla="val 50000"/>
                <a:gd name="adj2" fmla="val 207670"/>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62" name="AutoShape 96">
              <a:extLst>
                <a:ext uri="{FF2B5EF4-FFF2-40B4-BE49-F238E27FC236}">
                  <a16:creationId xmlns:a16="http://schemas.microsoft.com/office/drawing/2014/main" id="{EDBE2F4C-8C09-4F33-8E6E-8FE982DBE853}"/>
                </a:ext>
              </a:extLst>
            </p:cNvPr>
            <p:cNvSpPr>
              <a:spLocks noChangeArrowheads="1"/>
            </p:cNvSpPr>
            <p:nvPr/>
          </p:nvSpPr>
          <p:spPr bwMode="auto">
            <a:xfrm rot="16200000" flipH="1">
              <a:off x="1645" y="1859"/>
              <a:ext cx="668" cy="88"/>
            </a:xfrm>
            <a:prstGeom prst="rightArrow">
              <a:avLst>
                <a:gd name="adj1" fmla="val 50000"/>
                <a:gd name="adj2" fmla="val 190057"/>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63" name="Rectangle 97">
              <a:extLst>
                <a:ext uri="{FF2B5EF4-FFF2-40B4-BE49-F238E27FC236}">
                  <a16:creationId xmlns:a16="http://schemas.microsoft.com/office/drawing/2014/main" id="{DD877EE5-5648-4973-A759-A7B38C530B30}"/>
                </a:ext>
              </a:extLst>
            </p:cNvPr>
            <p:cNvSpPr>
              <a:spLocks noChangeArrowheads="1"/>
            </p:cNvSpPr>
            <p:nvPr/>
          </p:nvSpPr>
          <p:spPr bwMode="auto">
            <a:xfrm>
              <a:off x="1809" y="1793"/>
              <a:ext cx="754"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Carries 0</a:t>
              </a:r>
            </a:p>
          </p:txBody>
        </p:sp>
        <p:sp>
          <p:nvSpPr>
            <p:cNvPr id="58464" name="Rectangle 98">
              <a:extLst>
                <a:ext uri="{FF2B5EF4-FFF2-40B4-BE49-F238E27FC236}">
                  <a16:creationId xmlns:a16="http://schemas.microsoft.com/office/drawing/2014/main" id="{CF198D33-B617-453A-8313-6867500524EC}"/>
                </a:ext>
              </a:extLst>
            </p:cNvPr>
            <p:cNvSpPr>
              <a:spLocks noChangeArrowheads="1"/>
            </p:cNvSpPr>
            <p:nvPr/>
          </p:nvSpPr>
          <p:spPr bwMode="auto">
            <a:xfrm>
              <a:off x="1806" y="2239"/>
              <a:ext cx="753"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Carries 1</a:t>
              </a:r>
            </a:p>
            <a:p>
              <a:pPr eaLnBrk="1" hangingPunct="1">
                <a:defRPr/>
              </a:pPr>
              <a:endParaRPr lang="ru-RU" sz="1200" dirty="0">
                <a:latin typeface="+mj-lt"/>
              </a:endParaRPr>
            </a:p>
          </p:txBody>
        </p:sp>
        <p:sp>
          <p:nvSpPr>
            <p:cNvPr id="58465" name="Rectangle 99">
              <a:extLst>
                <a:ext uri="{FF2B5EF4-FFF2-40B4-BE49-F238E27FC236}">
                  <a16:creationId xmlns:a16="http://schemas.microsoft.com/office/drawing/2014/main" id="{B4162575-F7A5-454F-89E1-10A39B330BB3}"/>
                </a:ext>
              </a:extLst>
            </p:cNvPr>
            <p:cNvSpPr>
              <a:spLocks noChangeArrowheads="1"/>
            </p:cNvSpPr>
            <p:nvPr/>
          </p:nvSpPr>
          <p:spPr bwMode="auto">
            <a:xfrm>
              <a:off x="1808" y="2772"/>
              <a:ext cx="754" cy="246"/>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MUX3</a:t>
              </a:r>
            </a:p>
          </p:txBody>
        </p:sp>
        <p:sp>
          <p:nvSpPr>
            <p:cNvPr id="58466" name="AutoShape 100">
              <a:extLst>
                <a:ext uri="{FF2B5EF4-FFF2-40B4-BE49-F238E27FC236}">
                  <a16:creationId xmlns:a16="http://schemas.microsoft.com/office/drawing/2014/main" id="{4337C961-473B-4926-A88F-1F1B1DBD9089}"/>
                </a:ext>
              </a:extLst>
            </p:cNvPr>
            <p:cNvSpPr>
              <a:spLocks noChangeArrowheads="1"/>
            </p:cNvSpPr>
            <p:nvPr/>
          </p:nvSpPr>
          <p:spPr bwMode="auto">
            <a:xfrm>
              <a:off x="2231" y="1578"/>
              <a:ext cx="88" cy="218"/>
            </a:xfrm>
            <a:prstGeom prst="downArrow">
              <a:avLst>
                <a:gd name="adj1" fmla="val 50000"/>
                <a:gd name="adj2" fmla="val 59943"/>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67" name="AutoShape 101">
              <a:extLst>
                <a:ext uri="{FF2B5EF4-FFF2-40B4-BE49-F238E27FC236}">
                  <a16:creationId xmlns:a16="http://schemas.microsoft.com/office/drawing/2014/main" id="{23FEBBDA-B3E4-431D-BF65-8353BE6CDE71}"/>
                </a:ext>
              </a:extLst>
            </p:cNvPr>
            <p:cNvSpPr>
              <a:spLocks noChangeArrowheads="1"/>
            </p:cNvSpPr>
            <p:nvPr/>
          </p:nvSpPr>
          <p:spPr bwMode="auto">
            <a:xfrm>
              <a:off x="1917" y="2494"/>
              <a:ext cx="88" cy="270"/>
            </a:xfrm>
            <a:prstGeom prst="downArrow">
              <a:avLst>
                <a:gd name="adj1" fmla="val 50000"/>
                <a:gd name="adj2" fmla="val 76705"/>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68" name="AutoShape 102">
              <a:extLst>
                <a:ext uri="{FF2B5EF4-FFF2-40B4-BE49-F238E27FC236}">
                  <a16:creationId xmlns:a16="http://schemas.microsoft.com/office/drawing/2014/main" id="{92DC2480-370D-4C55-AF6D-50D538AAD299}"/>
                </a:ext>
              </a:extLst>
            </p:cNvPr>
            <p:cNvSpPr>
              <a:spLocks noChangeArrowheads="1"/>
            </p:cNvSpPr>
            <p:nvPr/>
          </p:nvSpPr>
          <p:spPr bwMode="auto">
            <a:xfrm>
              <a:off x="2217" y="2043"/>
              <a:ext cx="87" cy="188"/>
            </a:xfrm>
            <a:prstGeom prst="downArrow">
              <a:avLst>
                <a:gd name="adj1" fmla="val 50000"/>
                <a:gd name="adj2" fmla="val 55460"/>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69" name="Text Box 103">
              <a:extLst>
                <a:ext uri="{FF2B5EF4-FFF2-40B4-BE49-F238E27FC236}">
                  <a16:creationId xmlns:a16="http://schemas.microsoft.com/office/drawing/2014/main" id="{E42C6D22-3A41-414A-9389-0C3B95C8C1E1}"/>
                </a:ext>
              </a:extLst>
            </p:cNvPr>
            <p:cNvSpPr txBox="1">
              <a:spLocks noChangeArrowheads="1"/>
            </p:cNvSpPr>
            <p:nvPr/>
          </p:nvSpPr>
          <p:spPr bwMode="auto">
            <a:xfrm>
              <a:off x="1918" y="2513"/>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C’s1</a:t>
              </a:r>
            </a:p>
          </p:txBody>
        </p:sp>
        <p:sp>
          <p:nvSpPr>
            <p:cNvPr id="58470" name="Text Box 104">
              <a:extLst>
                <a:ext uri="{FF2B5EF4-FFF2-40B4-BE49-F238E27FC236}">
                  <a16:creationId xmlns:a16="http://schemas.microsoft.com/office/drawing/2014/main" id="{8A65E2D4-9CFE-4334-B446-8E4311CD3956}"/>
                </a:ext>
              </a:extLst>
            </p:cNvPr>
            <p:cNvSpPr txBox="1">
              <a:spLocks noChangeArrowheads="1"/>
            </p:cNvSpPr>
            <p:nvPr/>
          </p:nvSpPr>
          <p:spPr bwMode="auto">
            <a:xfrm>
              <a:off x="2220" y="2040"/>
              <a:ext cx="397" cy="375"/>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71" name="Text Box 105">
              <a:extLst>
                <a:ext uri="{FF2B5EF4-FFF2-40B4-BE49-F238E27FC236}">
                  <a16:creationId xmlns:a16="http://schemas.microsoft.com/office/drawing/2014/main" id="{FB78FA0A-F505-408A-93BD-A602036A1213}"/>
                </a:ext>
              </a:extLst>
            </p:cNvPr>
            <p:cNvSpPr txBox="1">
              <a:spLocks noChangeArrowheads="1"/>
            </p:cNvSpPr>
            <p:nvPr/>
          </p:nvSpPr>
          <p:spPr bwMode="auto">
            <a:xfrm>
              <a:off x="1959" y="3030"/>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a:t>
              </a:r>
            </a:p>
          </p:txBody>
        </p:sp>
        <p:sp>
          <p:nvSpPr>
            <p:cNvPr id="58472" name="AutoShape 106">
              <a:extLst>
                <a:ext uri="{FF2B5EF4-FFF2-40B4-BE49-F238E27FC236}">
                  <a16:creationId xmlns:a16="http://schemas.microsoft.com/office/drawing/2014/main" id="{56A3D5C4-9622-43DC-B4A6-E8EA194E2083}"/>
                </a:ext>
              </a:extLst>
            </p:cNvPr>
            <p:cNvSpPr>
              <a:spLocks noChangeArrowheads="1"/>
            </p:cNvSpPr>
            <p:nvPr/>
          </p:nvSpPr>
          <p:spPr bwMode="auto">
            <a:xfrm>
              <a:off x="1915" y="3027"/>
              <a:ext cx="88" cy="241"/>
            </a:xfrm>
            <a:prstGeom prst="downArrow">
              <a:avLst>
                <a:gd name="adj1" fmla="val 50000"/>
                <a:gd name="adj2" fmla="val 6846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73" name="Line 107">
              <a:extLst>
                <a:ext uri="{FF2B5EF4-FFF2-40B4-BE49-F238E27FC236}">
                  <a16:creationId xmlns:a16="http://schemas.microsoft.com/office/drawing/2014/main" id="{BF3B3BB9-2F7F-438C-991D-5CF161BAC1DF}"/>
                </a:ext>
              </a:extLst>
            </p:cNvPr>
            <p:cNvSpPr>
              <a:spLocks noChangeShapeType="1"/>
            </p:cNvSpPr>
            <p:nvPr/>
          </p:nvSpPr>
          <p:spPr bwMode="auto">
            <a:xfrm>
              <a:off x="2567" y="1913"/>
              <a:ext cx="159"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74" name="Line 108">
              <a:extLst>
                <a:ext uri="{FF2B5EF4-FFF2-40B4-BE49-F238E27FC236}">
                  <a16:creationId xmlns:a16="http://schemas.microsoft.com/office/drawing/2014/main" id="{09E47044-8336-45DC-9BD9-FE9A5C263BF3}"/>
                </a:ext>
              </a:extLst>
            </p:cNvPr>
            <p:cNvSpPr>
              <a:spLocks noChangeShapeType="1"/>
            </p:cNvSpPr>
            <p:nvPr/>
          </p:nvSpPr>
          <p:spPr bwMode="auto">
            <a:xfrm>
              <a:off x="2567" y="2358"/>
              <a:ext cx="156"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475" name="AutoShape 109">
              <a:extLst>
                <a:ext uri="{FF2B5EF4-FFF2-40B4-BE49-F238E27FC236}">
                  <a16:creationId xmlns:a16="http://schemas.microsoft.com/office/drawing/2014/main" id="{32BE1743-DAAC-4278-82FF-F269426D28A7}"/>
                </a:ext>
              </a:extLst>
            </p:cNvPr>
            <p:cNvSpPr>
              <a:spLocks noChangeArrowheads="1"/>
            </p:cNvSpPr>
            <p:nvPr/>
          </p:nvSpPr>
          <p:spPr bwMode="auto">
            <a:xfrm>
              <a:off x="1111" y="2478"/>
              <a:ext cx="87" cy="778"/>
            </a:xfrm>
            <a:prstGeom prst="downArrow">
              <a:avLst>
                <a:gd name="adj1" fmla="val 50000"/>
                <a:gd name="adj2" fmla="val 22212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76" name="AutoShape 110">
              <a:extLst>
                <a:ext uri="{FF2B5EF4-FFF2-40B4-BE49-F238E27FC236}">
                  <a16:creationId xmlns:a16="http://schemas.microsoft.com/office/drawing/2014/main" id="{430F8420-3C7A-4157-84EC-3A1275ED630C}"/>
                </a:ext>
              </a:extLst>
            </p:cNvPr>
            <p:cNvSpPr>
              <a:spLocks noChangeArrowheads="1"/>
            </p:cNvSpPr>
            <p:nvPr/>
          </p:nvSpPr>
          <p:spPr bwMode="auto">
            <a:xfrm rot="16200000" flipH="1">
              <a:off x="1029" y="2346"/>
              <a:ext cx="731" cy="88"/>
            </a:xfrm>
            <a:prstGeom prst="rightArrow">
              <a:avLst>
                <a:gd name="adj1" fmla="val 50000"/>
                <a:gd name="adj2" fmla="val 207670"/>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77" name="AutoShape 111">
              <a:extLst>
                <a:ext uri="{FF2B5EF4-FFF2-40B4-BE49-F238E27FC236}">
                  <a16:creationId xmlns:a16="http://schemas.microsoft.com/office/drawing/2014/main" id="{A10E1993-26C9-4F6B-BFE3-1E5CD6C87601}"/>
                </a:ext>
              </a:extLst>
            </p:cNvPr>
            <p:cNvSpPr>
              <a:spLocks noChangeArrowheads="1"/>
            </p:cNvSpPr>
            <p:nvPr/>
          </p:nvSpPr>
          <p:spPr bwMode="auto">
            <a:xfrm rot="16200000" flipH="1">
              <a:off x="535" y="1851"/>
              <a:ext cx="668" cy="88"/>
            </a:xfrm>
            <a:prstGeom prst="rightArrow">
              <a:avLst>
                <a:gd name="adj1" fmla="val 50000"/>
                <a:gd name="adj2" fmla="val 189773"/>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78" name="Rectangle 112">
              <a:extLst>
                <a:ext uri="{FF2B5EF4-FFF2-40B4-BE49-F238E27FC236}">
                  <a16:creationId xmlns:a16="http://schemas.microsoft.com/office/drawing/2014/main" id="{23DC6D3B-692D-4E6C-A502-A072C2C18999}"/>
                </a:ext>
              </a:extLst>
            </p:cNvPr>
            <p:cNvSpPr>
              <a:spLocks noChangeArrowheads="1"/>
            </p:cNvSpPr>
            <p:nvPr/>
          </p:nvSpPr>
          <p:spPr bwMode="auto">
            <a:xfrm>
              <a:off x="699" y="1777"/>
              <a:ext cx="753"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Carries 0</a:t>
              </a:r>
            </a:p>
          </p:txBody>
        </p:sp>
        <p:sp>
          <p:nvSpPr>
            <p:cNvPr id="58479" name="Rectangle 113">
              <a:extLst>
                <a:ext uri="{FF2B5EF4-FFF2-40B4-BE49-F238E27FC236}">
                  <a16:creationId xmlns:a16="http://schemas.microsoft.com/office/drawing/2014/main" id="{88624B26-F895-49B1-A502-3ACADF381D60}"/>
                </a:ext>
              </a:extLst>
            </p:cNvPr>
            <p:cNvSpPr>
              <a:spLocks noChangeArrowheads="1"/>
            </p:cNvSpPr>
            <p:nvPr/>
          </p:nvSpPr>
          <p:spPr bwMode="auto">
            <a:xfrm>
              <a:off x="695" y="2223"/>
              <a:ext cx="754" cy="249"/>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Carries 1</a:t>
              </a:r>
            </a:p>
            <a:p>
              <a:pPr eaLnBrk="1" hangingPunct="1">
                <a:defRPr/>
              </a:pPr>
              <a:endParaRPr lang="ru-RU" sz="1200" dirty="0">
                <a:latin typeface="+mj-lt"/>
              </a:endParaRPr>
            </a:p>
          </p:txBody>
        </p:sp>
        <p:sp>
          <p:nvSpPr>
            <p:cNvPr id="58480" name="Rectangle 114">
              <a:extLst>
                <a:ext uri="{FF2B5EF4-FFF2-40B4-BE49-F238E27FC236}">
                  <a16:creationId xmlns:a16="http://schemas.microsoft.com/office/drawing/2014/main" id="{5563DFF3-8639-41BA-A361-78ED4963341D}"/>
                </a:ext>
              </a:extLst>
            </p:cNvPr>
            <p:cNvSpPr>
              <a:spLocks noChangeArrowheads="1"/>
            </p:cNvSpPr>
            <p:nvPr/>
          </p:nvSpPr>
          <p:spPr bwMode="auto">
            <a:xfrm>
              <a:off x="698" y="2756"/>
              <a:ext cx="754"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MUX4</a:t>
              </a:r>
            </a:p>
          </p:txBody>
        </p:sp>
        <p:sp>
          <p:nvSpPr>
            <p:cNvPr id="58481" name="AutoShape 115">
              <a:extLst>
                <a:ext uri="{FF2B5EF4-FFF2-40B4-BE49-F238E27FC236}">
                  <a16:creationId xmlns:a16="http://schemas.microsoft.com/office/drawing/2014/main" id="{9733C995-78AE-4A3C-92BF-959417DE6315}"/>
                </a:ext>
              </a:extLst>
            </p:cNvPr>
            <p:cNvSpPr>
              <a:spLocks noChangeArrowheads="1"/>
            </p:cNvSpPr>
            <p:nvPr/>
          </p:nvSpPr>
          <p:spPr bwMode="auto">
            <a:xfrm>
              <a:off x="1121" y="1568"/>
              <a:ext cx="88" cy="204"/>
            </a:xfrm>
            <a:prstGeom prst="downArrow">
              <a:avLst>
                <a:gd name="adj1" fmla="val 50000"/>
                <a:gd name="adj2" fmla="val 59659"/>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82" name="AutoShape 116">
              <a:extLst>
                <a:ext uri="{FF2B5EF4-FFF2-40B4-BE49-F238E27FC236}">
                  <a16:creationId xmlns:a16="http://schemas.microsoft.com/office/drawing/2014/main" id="{90429385-1C59-4893-8FA9-8EC50FBC0632}"/>
                </a:ext>
              </a:extLst>
            </p:cNvPr>
            <p:cNvSpPr>
              <a:spLocks noChangeArrowheads="1"/>
            </p:cNvSpPr>
            <p:nvPr/>
          </p:nvSpPr>
          <p:spPr bwMode="auto">
            <a:xfrm>
              <a:off x="816" y="2478"/>
              <a:ext cx="87" cy="270"/>
            </a:xfrm>
            <a:prstGeom prst="downArrow">
              <a:avLst>
                <a:gd name="adj1" fmla="val 50000"/>
                <a:gd name="adj2" fmla="val 7758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83" name="AutoShape 117">
              <a:extLst>
                <a:ext uri="{FF2B5EF4-FFF2-40B4-BE49-F238E27FC236}">
                  <a16:creationId xmlns:a16="http://schemas.microsoft.com/office/drawing/2014/main" id="{9B62B1D7-C58E-4534-A633-B7373485D747}"/>
                </a:ext>
              </a:extLst>
            </p:cNvPr>
            <p:cNvSpPr>
              <a:spLocks noChangeArrowheads="1"/>
            </p:cNvSpPr>
            <p:nvPr/>
          </p:nvSpPr>
          <p:spPr bwMode="auto">
            <a:xfrm>
              <a:off x="1114" y="2035"/>
              <a:ext cx="86" cy="196"/>
            </a:xfrm>
            <a:prstGeom prst="downArrow">
              <a:avLst>
                <a:gd name="adj1" fmla="val 50000"/>
                <a:gd name="adj2" fmla="val 56977"/>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84" name="Text Box 118">
              <a:extLst>
                <a:ext uri="{FF2B5EF4-FFF2-40B4-BE49-F238E27FC236}">
                  <a16:creationId xmlns:a16="http://schemas.microsoft.com/office/drawing/2014/main" id="{B8793AF1-DFFC-462A-B5CF-B7B1D3BF4959}"/>
                </a:ext>
              </a:extLst>
            </p:cNvPr>
            <p:cNvSpPr txBox="1">
              <a:spLocks noChangeArrowheads="1"/>
            </p:cNvSpPr>
            <p:nvPr/>
          </p:nvSpPr>
          <p:spPr bwMode="auto">
            <a:xfrm>
              <a:off x="828" y="2513"/>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C’s1</a:t>
              </a:r>
            </a:p>
          </p:txBody>
        </p:sp>
        <p:sp>
          <p:nvSpPr>
            <p:cNvPr id="58485" name="Text Box 119">
              <a:extLst>
                <a:ext uri="{FF2B5EF4-FFF2-40B4-BE49-F238E27FC236}">
                  <a16:creationId xmlns:a16="http://schemas.microsoft.com/office/drawing/2014/main" id="{2DBC78A2-3EAC-46FE-B470-7EDB3C4CC8D5}"/>
                </a:ext>
              </a:extLst>
            </p:cNvPr>
            <p:cNvSpPr txBox="1">
              <a:spLocks noChangeArrowheads="1"/>
            </p:cNvSpPr>
            <p:nvPr/>
          </p:nvSpPr>
          <p:spPr bwMode="auto">
            <a:xfrm>
              <a:off x="1128" y="2022"/>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86" name="Text Box 120">
              <a:extLst>
                <a:ext uri="{FF2B5EF4-FFF2-40B4-BE49-F238E27FC236}">
                  <a16:creationId xmlns:a16="http://schemas.microsoft.com/office/drawing/2014/main" id="{1B872ADD-A129-4B93-AB56-2011EEF12B45}"/>
                </a:ext>
              </a:extLst>
            </p:cNvPr>
            <p:cNvSpPr txBox="1">
              <a:spLocks noChangeArrowheads="1"/>
            </p:cNvSpPr>
            <p:nvPr/>
          </p:nvSpPr>
          <p:spPr bwMode="auto">
            <a:xfrm>
              <a:off x="833" y="3022"/>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a:t>
              </a:r>
            </a:p>
          </p:txBody>
        </p:sp>
        <p:sp>
          <p:nvSpPr>
            <p:cNvPr id="58487" name="AutoShape 121">
              <a:extLst>
                <a:ext uri="{FF2B5EF4-FFF2-40B4-BE49-F238E27FC236}">
                  <a16:creationId xmlns:a16="http://schemas.microsoft.com/office/drawing/2014/main" id="{27852106-F413-481B-AD1E-5DEFC0898D5E}"/>
                </a:ext>
              </a:extLst>
            </p:cNvPr>
            <p:cNvSpPr>
              <a:spLocks noChangeArrowheads="1"/>
            </p:cNvSpPr>
            <p:nvPr/>
          </p:nvSpPr>
          <p:spPr bwMode="auto">
            <a:xfrm>
              <a:off x="805" y="3011"/>
              <a:ext cx="88" cy="241"/>
            </a:xfrm>
            <a:prstGeom prst="downArrow">
              <a:avLst>
                <a:gd name="adj1" fmla="val 50000"/>
                <a:gd name="adj2" fmla="val 6846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488" name="Text Box 122">
              <a:extLst>
                <a:ext uri="{FF2B5EF4-FFF2-40B4-BE49-F238E27FC236}">
                  <a16:creationId xmlns:a16="http://schemas.microsoft.com/office/drawing/2014/main" id="{47053987-D578-4648-A903-24A7D3654516}"/>
                </a:ext>
              </a:extLst>
            </p:cNvPr>
            <p:cNvSpPr txBox="1">
              <a:spLocks noChangeArrowheads="1"/>
            </p:cNvSpPr>
            <p:nvPr/>
          </p:nvSpPr>
          <p:spPr bwMode="auto">
            <a:xfrm>
              <a:off x="1157" y="3027"/>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89" name="Text Box 123">
              <a:extLst>
                <a:ext uri="{FF2B5EF4-FFF2-40B4-BE49-F238E27FC236}">
                  <a16:creationId xmlns:a16="http://schemas.microsoft.com/office/drawing/2014/main" id="{4A2AE431-A694-433B-AEA9-90FDECF062C0}"/>
                </a:ext>
              </a:extLst>
            </p:cNvPr>
            <p:cNvSpPr txBox="1">
              <a:spLocks noChangeArrowheads="1"/>
            </p:cNvSpPr>
            <p:nvPr/>
          </p:nvSpPr>
          <p:spPr bwMode="auto">
            <a:xfrm>
              <a:off x="4094" y="3035"/>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a:t>
              </a:r>
            </a:p>
          </p:txBody>
        </p:sp>
        <p:sp>
          <p:nvSpPr>
            <p:cNvPr id="58490" name="Text Box 124">
              <a:extLst>
                <a:ext uri="{FF2B5EF4-FFF2-40B4-BE49-F238E27FC236}">
                  <a16:creationId xmlns:a16="http://schemas.microsoft.com/office/drawing/2014/main" id="{D716083A-3904-4260-9138-214C5FEE57B2}"/>
                </a:ext>
              </a:extLst>
            </p:cNvPr>
            <p:cNvSpPr txBox="1">
              <a:spLocks noChangeArrowheads="1"/>
            </p:cNvSpPr>
            <p:nvPr/>
          </p:nvSpPr>
          <p:spPr bwMode="auto">
            <a:xfrm>
              <a:off x="2773" y="1594"/>
              <a:ext cx="396" cy="191"/>
            </a:xfrm>
            <a:prstGeom prst="rect">
              <a:avLst/>
            </a:prstGeom>
            <a:noFill/>
            <a:ln w="22225" algn="ctr">
              <a:noFill/>
              <a:miter lim="800000"/>
              <a:headEnd/>
              <a:tailEnd/>
            </a:ln>
            <a:effectLst/>
          </p:spPr>
          <p:txBody>
            <a:bodyPr/>
            <a:lstStyle/>
            <a:p>
              <a:pPr eaLnBrk="1" hangingPunct="1">
                <a:defRPr/>
              </a:pPr>
              <a:r>
                <a:rPr lang="ru-RU" sz="1200" dirty="0">
                  <a:latin typeface="+mj-lt"/>
                </a:rPr>
                <a:t>G’s</a:t>
              </a:r>
            </a:p>
          </p:txBody>
        </p:sp>
        <p:sp>
          <p:nvSpPr>
            <p:cNvPr id="58491" name="Text Box 125">
              <a:extLst>
                <a:ext uri="{FF2B5EF4-FFF2-40B4-BE49-F238E27FC236}">
                  <a16:creationId xmlns:a16="http://schemas.microsoft.com/office/drawing/2014/main" id="{C9F2DC30-5996-4D3F-96A6-E811C02D555B}"/>
                </a:ext>
              </a:extLst>
            </p:cNvPr>
            <p:cNvSpPr txBox="1">
              <a:spLocks noChangeArrowheads="1"/>
            </p:cNvSpPr>
            <p:nvPr/>
          </p:nvSpPr>
          <p:spPr bwMode="auto">
            <a:xfrm>
              <a:off x="1684" y="1578"/>
              <a:ext cx="396" cy="191"/>
            </a:xfrm>
            <a:prstGeom prst="rect">
              <a:avLst/>
            </a:prstGeom>
            <a:noFill/>
            <a:ln w="22225" algn="ctr">
              <a:noFill/>
              <a:miter lim="800000"/>
              <a:headEnd/>
              <a:tailEnd/>
            </a:ln>
            <a:effectLst/>
          </p:spPr>
          <p:txBody>
            <a:bodyPr/>
            <a:lstStyle/>
            <a:p>
              <a:pPr eaLnBrk="1" hangingPunct="1">
                <a:defRPr/>
              </a:pPr>
              <a:r>
                <a:rPr lang="ru-RU" sz="1200" dirty="0">
                  <a:latin typeface="+mj-lt"/>
                </a:rPr>
                <a:t>G’s</a:t>
              </a:r>
            </a:p>
          </p:txBody>
        </p:sp>
        <p:sp>
          <p:nvSpPr>
            <p:cNvPr id="58492" name="Text Box 126">
              <a:extLst>
                <a:ext uri="{FF2B5EF4-FFF2-40B4-BE49-F238E27FC236}">
                  <a16:creationId xmlns:a16="http://schemas.microsoft.com/office/drawing/2014/main" id="{B69ED69D-02DA-40BE-BF2F-66E4DF0D19B6}"/>
                </a:ext>
              </a:extLst>
            </p:cNvPr>
            <p:cNvSpPr txBox="1">
              <a:spLocks noChangeArrowheads="1"/>
            </p:cNvSpPr>
            <p:nvPr/>
          </p:nvSpPr>
          <p:spPr bwMode="auto">
            <a:xfrm>
              <a:off x="563" y="1570"/>
              <a:ext cx="396" cy="191"/>
            </a:xfrm>
            <a:prstGeom prst="rect">
              <a:avLst/>
            </a:prstGeom>
            <a:noFill/>
            <a:ln w="22225" algn="ctr">
              <a:noFill/>
              <a:miter lim="800000"/>
              <a:headEnd/>
              <a:tailEnd/>
            </a:ln>
            <a:effectLst/>
          </p:spPr>
          <p:txBody>
            <a:bodyPr/>
            <a:lstStyle/>
            <a:p>
              <a:pPr eaLnBrk="1" hangingPunct="1">
                <a:defRPr/>
              </a:pPr>
              <a:r>
                <a:rPr lang="ru-RU" sz="1200" dirty="0">
                  <a:latin typeface="+mj-lt"/>
                </a:rPr>
                <a:t>G’s</a:t>
              </a:r>
            </a:p>
          </p:txBody>
        </p:sp>
        <p:sp>
          <p:nvSpPr>
            <p:cNvPr id="58493" name="Text Box 127">
              <a:extLst>
                <a:ext uri="{FF2B5EF4-FFF2-40B4-BE49-F238E27FC236}">
                  <a16:creationId xmlns:a16="http://schemas.microsoft.com/office/drawing/2014/main" id="{15AC88B5-EF62-4E7B-A169-0EDF3E01ACCC}"/>
                </a:ext>
              </a:extLst>
            </p:cNvPr>
            <p:cNvSpPr txBox="1">
              <a:spLocks noChangeArrowheads="1"/>
            </p:cNvSpPr>
            <p:nvPr/>
          </p:nvSpPr>
          <p:spPr bwMode="auto">
            <a:xfrm>
              <a:off x="3284" y="1596"/>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94" name="Text Box 128">
              <a:extLst>
                <a:ext uri="{FF2B5EF4-FFF2-40B4-BE49-F238E27FC236}">
                  <a16:creationId xmlns:a16="http://schemas.microsoft.com/office/drawing/2014/main" id="{FBD40306-D46C-45A3-BA4D-22F8FC61BB8A}"/>
                </a:ext>
              </a:extLst>
            </p:cNvPr>
            <p:cNvSpPr txBox="1">
              <a:spLocks noChangeArrowheads="1"/>
            </p:cNvSpPr>
            <p:nvPr/>
          </p:nvSpPr>
          <p:spPr bwMode="auto">
            <a:xfrm>
              <a:off x="2279" y="1586"/>
              <a:ext cx="395"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95" name="Text Box 129">
              <a:extLst>
                <a:ext uri="{FF2B5EF4-FFF2-40B4-BE49-F238E27FC236}">
                  <a16:creationId xmlns:a16="http://schemas.microsoft.com/office/drawing/2014/main" id="{4F602C01-70B1-45AA-8161-625DA83C15A2}"/>
                </a:ext>
              </a:extLst>
            </p:cNvPr>
            <p:cNvSpPr txBox="1">
              <a:spLocks noChangeArrowheads="1"/>
            </p:cNvSpPr>
            <p:nvPr/>
          </p:nvSpPr>
          <p:spPr bwMode="auto">
            <a:xfrm>
              <a:off x="1190" y="1578"/>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496" name="Text Box 130">
              <a:extLst>
                <a:ext uri="{FF2B5EF4-FFF2-40B4-BE49-F238E27FC236}">
                  <a16:creationId xmlns:a16="http://schemas.microsoft.com/office/drawing/2014/main" id="{05BBAC83-31DE-4FFA-9263-491F802FD0C5}"/>
                </a:ext>
              </a:extLst>
            </p:cNvPr>
            <p:cNvSpPr txBox="1">
              <a:spLocks noChangeArrowheads="1"/>
            </p:cNvSpPr>
            <p:nvPr/>
          </p:nvSpPr>
          <p:spPr bwMode="auto">
            <a:xfrm>
              <a:off x="2476" y="2519"/>
              <a:ext cx="397" cy="191"/>
            </a:xfrm>
            <a:prstGeom prst="rect">
              <a:avLst/>
            </a:prstGeom>
            <a:noFill/>
            <a:ln w="22225" algn="ctr">
              <a:noFill/>
              <a:miter lim="800000"/>
              <a:headEnd/>
              <a:tailEnd/>
            </a:ln>
            <a:effectLst/>
          </p:spPr>
          <p:txBody>
            <a:bodyPr/>
            <a:lstStyle/>
            <a:p>
              <a:pPr eaLnBrk="1" hangingPunct="1">
                <a:defRPr/>
              </a:pPr>
              <a:r>
                <a:rPr lang="ru-RU" sz="1200" dirty="0">
                  <a:latin typeface="+mj-lt"/>
                </a:rPr>
                <a:t>C’s0</a:t>
              </a:r>
            </a:p>
          </p:txBody>
        </p:sp>
        <p:sp>
          <p:nvSpPr>
            <p:cNvPr id="58497" name="Text Box 131">
              <a:extLst>
                <a:ext uri="{FF2B5EF4-FFF2-40B4-BE49-F238E27FC236}">
                  <a16:creationId xmlns:a16="http://schemas.microsoft.com/office/drawing/2014/main" id="{A893F49C-7516-4B11-8EA9-921DBE3A721B}"/>
                </a:ext>
              </a:extLst>
            </p:cNvPr>
            <p:cNvSpPr txBox="1">
              <a:spLocks noChangeArrowheads="1"/>
            </p:cNvSpPr>
            <p:nvPr/>
          </p:nvSpPr>
          <p:spPr bwMode="auto">
            <a:xfrm>
              <a:off x="1379" y="2494"/>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C’s0</a:t>
              </a:r>
            </a:p>
          </p:txBody>
        </p:sp>
        <p:sp>
          <p:nvSpPr>
            <p:cNvPr id="58498" name="Line 132">
              <a:extLst>
                <a:ext uri="{FF2B5EF4-FFF2-40B4-BE49-F238E27FC236}">
                  <a16:creationId xmlns:a16="http://schemas.microsoft.com/office/drawing/2014/main" id="{B898C180-8890-4750-92B7-FB78CECE0E79}"/>
                </a:ext>
              </a:extLst>
            </p:cNvPr>
            <p:cNvSpPr>
              <a:spLocks noChangeShapeType="1"/>
            </p:cNvSpPr>
            <p:nvPr/>
          </p:nvSpPr>
          <p:spPr bwMode="auto">
            <a:xfrm>
              <a:off x="3755" y="2900"/>
              <a:ext cx="0" cy="496"/>
            </a:xfrm>
            <a:prstGeom prst="line">
              <a:avLst/>
            </a:prstGeom>
            <a:noFill/>
            <a:ln w="22225">
              <a:solidFill>
                <a:srgbClr val="000000"/>
              </a:solidFill>
              <a:round/>
              <a:headEnd type="oval" w="sm" len="sm"/>
              <a:tailEnd/>
            </a:ln>
            <a:effectLst/>
          </p:spPr>
          <p:txBody>
            <a:bodyPr/>
            <a:lstStyle/>
            <a:p>
              <a:pPr eaLnBrk="1" hangingPunct="1">
                <a:defRPr/>
              </a:pPr>
              <a:endParaRPr lang="en-US" sz="2800">
                <a:latin typeface="+mj-lt"/>
                <a:cs typeface="Arial" charset="0"/>
              </a:endParaRPr>
            </a:p>
          </p:txBody>
        </p:sp>
        <p:sp>
          <p:nvSpPr>
            <p:cNvPr id="58499" name="Line 133">
              <a:extLst>
                <a:ext uri="{FF2B5EF4-FFF2-40B4-BE49-F238E27FC236}">
                  <a16:creationId xmlns:a16="http://schemas.microsoft.com/office/drawing/2014/main" id="{E6923084-393E-4247-A48E-6E8B535C5C23}"/>
                </a:ext>
              </a:extLst>
            </p:cNvPr>
            <p:cNvSpPr>
              <a:spLocks noChangeShapeType="1"/>
            </p:cNvSpPr>
            <p:nvPr/>
          </p:nvSpPr>
          <p:spPr bwMode="auto">
            <a:xfrm flipH="1">
              <a:off x="3574" y="3395"/>
              <a:ext cx="162" cy="0"/>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500" name="Line 134">
              <a:extLst>
                <a:ext uri="{FF2B5EF4-FFF2-40B4-BE49-F238E27FC236}">
                  <a16:creationId xmlns:a16="http://schemas.microsoft.com/office/drawing/2014/main" id="{78851B48-5EC5-47D6-864F-D3869D08F6B1}"/>
                </a:ext>
              </a:extLst>
            </p:cNvPr>
            <p:cNvSpPr>
              <a:spLocks noChangeShapeType="1"/>
            </p:cNvSpPr>
            <p:nvPr/>
          </p:nvSpPr>
          <p:spPr bwMode="auto">
            <a:xfrm>
              <a:off x="2724" y="2901"/>
              <a:ext cx="0" cy="481"/>
            </a:xfrm>
            <a:prstGeom prst="line">
              <a:avLst/>
            </a:prstGeom>
            <a:noFill/>
            <a:ln w="22225">
              <a:solidFill>
                <a:srgbClr val="000000"/>
              </a:solidFill>
              <a:round/>
              <a:headEnd type="oval" w="sm" len="sm"/>
              <a:tailEnd/>
            </a:ln>
            <a:effectLst/>
          </p:spPr>
          <p:txBody>
            <a:bodyPr/>
            <a:lstStyle/>
            <a:p>
              <a:pPr eaLnBrk="1" hangingPunct="1">
                <a:defRPr/>
              </a:pPr>
              <a:endParaRPr lang="en-US" sz="2800">
                <a:latin typeface="+mj-lt"/>
                <a:cs typeface="Arial" charset="0"/>
              </a:endParaRPr>
            </a:p>
          </p:txBody>
        </p:sp>
        <p:sp>
          <p:nvSpPr>
            <p:cNvPr id="58501" name="Line 135">
              <a:extLst>
                <a:ext uri="{FF2B5EF4-FFF2-40B4-BE49-F238E27FC236}">
                  <a16:creationId xmlns:a16="http://schemas.microsoft.com/office/drawing/2014/main" id="{17184C4B-4D29-4D35-8DA3-411AEFA38DDB}"/>
                </a:ext>
              </a:extLst>
            </p:cNvPr>
            <p:cNvSpPr>
              <a:spLocks noChangeShapeType="1"/>
            </p:cNvSpPr>
            <p:nvPr/>
          </p:nvSpPr>
          <p:spPr bwMode="auto">
            <a:xfrm flipH="1">
              <a:off x="2542" y="3388"/>
              <a:ext cx="175" cy="0"/>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502" name="Line 136">
              <a:extLst>
                <a:ext uri="{FF2B5EF4-FFF2-40B4-BE49-F238E27FC236}">
                  <a16:creationId xmlns:a16="http://schemas.microsoft.com/office/drawing/2014/main" id="{ECB261EC-C181-46C9-8134-338ACCF93857}"/>
                </a:ext>
              </a:extLst>
            </p:cNvPr>
            <p:cNvSpPr>
              <a:spLocks noChangeShapeType="1"/>
            </p:cNvSpPr>
            <p:nvPr/>
          </p:nvSpPr>
          <p:spPr bwMode="auto">
            <a:xfrm>
              <a:off x="1594" y="2901"/>
              <a:ext cx="0" cy="481"/>
            </a:xfrm>
            <a:prstGeom prst="line">
              <a:avLst/>
            </a:prstGeom>
            <a:noFill/>
            <a:ln w="22225">
              <a:solidFill>
                <a:srgbClr val="000000"/>
              </a:solidFill>
              <a:round/>
              <a:headEnd type="oval" w="sm" len="sm"/>
              <a:tailEnd/>
            </a:ln>
            <a:effectLst/>
          </p:spPr>
          <p:txBody>
            <a:bodyPr/>
            <a:lstStyle/>
            <a:p>
              <a:pPr eaLnBrk="1" hangingPunct="1">
                <a:defRPr/>
              </a:pPr>
              <a:endParaRPr lang="en-US" sz="2800">
                <a:latin typeface="+mj-lt"/>
                <a:cs typeface="Arial" charset="0"/>
              </a:endParaRPr>
            </a:p>
          </p:txBody>
        </p:sp>
        <p:sp>
          <p:nvSpPr>
            <p:cNvPr id="58503" name="Line 137">
              <a:extLst>
                <a:ext uri="{FF2B5EF4-FFF2-40B4-BE49-F238E27FC236}">
                  <a16:creationId xmlns:a16="http://schemas.microsoft.com/office/drawing/2014/main" id="{C25E3784-89CE-4DDF-9E36-374B4DFC39D5}"/>
                </a:ext>
              </a:extLst>
            </p:cNvPr>
            <p:cNvSpPr>
              <a:spLocks noChangeShapeType="1"/>
            </p:cNvSpPr>
            <p:nvPr/>
          </p:nvSpPr>
          <p:spPr bwMode="auto">
            <a:xfrm flipH="1">
              <a:off x="1446" y="3388"/>
              <a:ext cx="143" cy="0"/>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504" name="Line 138">
              <a:extLst>
                <a:ext uri="{FF2B5EF4-FFF2-40B4-BE49-F238E27FC236}">
                  <a16:creationId xmlns:a16="http://schemas.microsoft.com/office/drawing/2014/main" id="{500CEC68-7C6A-4CC5-87EA-64BA164E763E}"/>
                </a:ext>
              </a:extLst>
            </p:cNvPr>
            <p:cNvSpPr>
              <a:spLocks noChangeShapeType="1"/>
            </p:cNvSpPr>
            <p:nvPr/>
          </p:nvSpPr>
          <p:spPr bwMode="auto">
            <a:xfrm>
              <a:off x="4677" y="2909"/>
              <a:ext cx="0" cy="468"/>
            </a:xfrm>
            <a:prstGeom prst="line">
              <a:avLst/>
            </a:prstGeom>
            <a:noFill/>
            <a:ln w="22225">
              <a:solidFill>
                <a:srgbClr val="000000"/>
              </a:solidFill>
              <a:round/>
              <a:headEnd type="oval" w="sm" len="sm"/>
              <a:tailEnd/>
            </a:ln>
            <a:effectLst/>
          </p:spPr>
          <p:txBody>
            <a:bodyPr/>
            <a:lstStyle/>
            <a:p>
              <a:pPr eaLnBrk="1" hangingPunct="1">
                <a:defRPr/>
              </a:pPr>
              <a:endParaRPr lang="en-US" sz="2800">
                <a:latin typeface="+mj-lt"/>
                <a:cs typeface="Arial" charset="0"/>
              </a:endParaRPr>
            </a:p>
          </p:txBody>
        </p:sp>
        <p:sp>
          <p:nvSpPr>
            <p:cNvPr id="58505" name="Line 139">
              <a:extLst>
                <a:ext uri="{FF2B5EF4-FFF2-40B4-BE49-F238E27FC236}">
                  <a16:creationId xmlns:a16="http://schemas.microsoft.com/office/drawing/2014/main" id="{1CFC46F6-C747-42CD-B9E1-F506F72C3FA2}"/>
                </a:ext>
              </a:extLst>
            </p:cNvPr>
            <p:cNvSpPr>
              <a:spLocks noChangeShapeType="1"/>
            </p:cNvSpPr>
            <p:nvPr/>
          </p:nvSpPr>
          <p:spPr bwMode="auto">
            <a:xfrm flipH="1">
              <a:off x="4540" y="3380"/>
              <a:ext cx="131" cy="0"/>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506" name="AutoShape 140">
              <a:extLst>
                <a:ext uri="{FF2B5EF4-FFF2-40B4-BE49-F238E27FC236}">
                  <a16:creationId xmlns:a16="http://schemas.microsoft.com/office/drawing/2014/main" id="{33FEBDCA-6F3D-4639-BA1D-393391B603C3}"/>
                </a:ext>
              </a:extLst>
            </p:cNvPr>
            <p:cNvSpPr>
              <a:spLocks noChangeArrowheads="1"/>
            </p:cNvSpPr>
            <p:nvPr/>
          </p:nvSpPr>
          <p:spPr bwMode="auto">
            <a:xfrm>
              <a:off x="4250" y="3522"/>
              <a:ext cx="87" cy="180"/>
            </a:xfrm>
            <a:prstGeom prst="downArrow">
              <a:avLst>
                <a:gd name="adj1" fmla="val 50000"/>
                <a:gd name="adj2" fmla="val 51724"/>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07" name="AutoShape 141">
              <a:extLst>
                <a:ext uri="{FF2B5EF4-FFF2-40B4-BE49-F238E27FC236}">
                  <a16:creationId xmlns:a16="http://schemas.microsoft.com/office/drawing/2014/main" id="{6274BF08-BB3D-4D36-9290-426394A32E37}"/>
                </a:ext>
              </a:extLst>
            </p:cNvPr>
            <p:cNvSpPr>
              <a:spLocks noChangeArrowheads="1"/>
            </p:cNvSpPr>
            <p:nvPr/>
          </p:nvSpPr>
          <p:spPr bwMode="auto">
            <a:xfrm>
              <a:off x="3186" y="3522"/>
              <a:ext cx="87" cy="180"/>
            </a:xfrm>
            <a:prstGeom prst="downArrow">
              <a:avLst>
                <a:gd name="adj1" fmla="val 50000"/>
                <a:gd name="adj2" fmla="val 51724"/>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08" name="AutoShape 142">
              <a:extLst>
                <a:ext uri="{FF2B5EF4-FFF2-40B4-BE49-F238E27FC236}">
                  <a16:creationId xmlns:a16="http://schemas.microsoft.com/office/drawing/2014/main" id="{90481A3A-83B2-4CC6-B835-6F2AE6535FA7}"/>
                </a:ext>
              </a:extLst>
            </p:cNvPr>
            <p:cNvSpPr>
              <a:spLocks noChangeArrowheads="1"/>
            </p:cNvSpPr>
            <p:nvPr/>
          </p:nvSpPr>
          <p:spPr bwMode="auto">
            <a:xfrm>
              <a:off x="2122" y="3514"/>
              <a:ext cx="87" cy="180"/>
            </a:xfrm>
            <a:prstGeom prst="downArrow">
              <a:avLst>
                <a:gd name="adj1" fmla="val 50000"/>
                <a:gd name="adj2" fmla="val 51724"/>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09" name="AutoShape 143">
              <a:extLst>
                <a:ext uri="{FF2B5EF4-FFF2-40B4-BE49-F238E27FC236}">
                  <a16:creationId xmlns:a16="http://schemas.microsoft.com/office/drawing/2014/main" id="{36176057-D826-401C-9F89-1196083FEFD8}"/>
                </a:ext>
              </a:extLst>
            </p:cNvPr>
            <p:cNvSpPr>
              <a:spLocks noChangeArrowheads="1"/>
            </p:cNvSpPr>
            <p:nvPr/>
          </p:nvSpPr>
          <p:spPr bwMode="auto">
            <a:xfrm>
              <a:off x="1017" y="3506"/>
              <a:ext cx="87" cy="180"/>
            </a:xfrm>
            <a:prstGeom prst="downArrow">
              <a:avLst>
                <a:gd name="adj1" fmla="val 50000"/>
                <a:gd name="adj2" fmla="val 51724"/>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10" name="AutoShape 144">
              <a:extLst>
                <a:ext uri="{FF2B5EF4-FFF2-40B4-BE49-F238E27FC236}">
                  <a16:creationId xmlns:a16="http://schemas.microsoft.com/office/drawing/2014/main" id="{7AC7B504-1B90-4765-A330-80E86E054239}"/>
                </a:ext>
              </a:extLst>
            </p:cNvPr>
            <p:cNvSpPr>
              <a:spLocks noChangeArrowheads="1"/>
            </p:cNvSpPr>
            <p:nvPr/>
          </p:nvSpPr>
          <p:spPr bwMode="auto">
            <a:xfrm>
              <a:off x="5152" y="2496"/>
              <a:ext cx="87" cy="773"/>
            </a:xfrm>
            <a:prstGeom prst="downArrow">
              <a:avLst>
                <a:gd name="adj1" fmla="val 50000"/>
                <a:gd name="adj2" fmla="val 22212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11" name="AutoShape 145">
              <a:extLst>
                <a:ext uri="{FF2B5EF4-FFF2-40B4-BE49-F238E27FC236}">
                  <a16:creationId xmlns:a16="http://schemas.microsoft.com/office/drawing/2014/main" id="{D46BCD0E-C948-4DF9-A2CF-2C91B1BE54CC}"/>
                </a:ext>
              </a:extLst>
            </p:cNvPr>
            <p:cNvSpPr>
              <a:spLocks noChangeArrowheads="1"/>
            </p:cNvSpPr>
            <p:nvPr/>
          </p:nvSpPr>
          <p:spPr bwMode="auto">
            <a:xfrm rot="16200000" flipH="1">
              <a:off x="4934" y="2366"/>
              <a:ext cx="727" cy="88"/>
            </a:xfrm>
            <a:prstGeom prst="rightArrow">
              <a:avLst>
                <a:gd name="adj1" fmla="val 50000"/>
                <a:gd name="adj2" fmla="val 207955"/>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12" name="AutoShape 146">
              <a:extLst>
                <a:ext uri="{FF2B5EF4-FFF2-40B4-BE49-F238E27FC236}">
                  <a16:creationId xmlns:a16="http://schemas.microsoft.com/office/drawing/2014/main" id="{75E035D7-4A06-4D4F-B1CA-8B8EF93A68B4}"/>
                </a:ext>
              </a:extLst>
            </p:cNvPr>
            <p:cNvSpPr>
              <a:spLocks noChangeArrowheads="1"/>
            </p:cNvSpPr>
            <p:nvPr/>
          </p:nvSpPr>
          <p:spPr bwMode="auto">
            <a:xfrm rot="16200000" flipH="1">
              <a:off x="4572" y="1867"/>
              <a:ext cx="668" cy="87"/>
            </a:xfrm>
            <a:prstGeom prst="rightArrow">
              <a:avLst>
                <a:gd name="adj1" fmla="val 50000"/>
                <a:gd name="adj2" fmla="val 191954"/>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13" name="Rectangle 147">
              <a:extLst>
                <a:ext uri="{FF2B5EF4-FFF2-40B4-BE49-F238E27FC236}">
                  <a16:creationId xmlns:a16="http://schemas.microsoft.com/office/drawing/2014/main" id="{231E395A-4BC6-4C97-8DC7-11709A3904BF}"/>
                </a:ext>
              </a:extLst>
            </p:cNvPr>
            <p:cNvSpPr>
              <a:spLocks noChangeArrowheads="1"/>
            </p:cNvSpPr>
            <p:nvPr/>
          </p:nvSpPr>
          <p:spPr bwMode="auto">
            <a:xfrm>
              <a:off x="4747" y="1329"/>
              <a:ext cx="568"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Setup</a:t>
              </a:r>
            </a:p>
          </p:txBody>
        </p:sp>
        <p:sp>
          <p:nvSpPr>
            <p:cNvPr id="58514" name="Rectangle 148">
              <a:extLst>
                <a:ext uri="{FF2B5EF4-FFF2-40B4-BE49-F238E27FC236}">
                  <a16:creationId xmlns:a16="http://schemas.microsoft.com/office/drawing/2014/main" id="{A41BDD45-4BD0-4C24-8862-0B94382D8715}"/>
                </a:ext>
              </a:extLst>
            </p:cNvPr>
            <p:cNvSpPr>
              <a:spLocks noChangeArrowheads="1"/>
            </p:cNvSpPr>
            <p:nvPr/>
          </p:nvSpPr>
          <p:spPr bwMode="auto">
            <a:xfrm>
              <a:off x="4782" y="1800"/>
              <a:ext cx="690" cy="250"/>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100" dirty="0">
                  <a:latin typeface="+mj-lt"/>
                </a:rPr>
                <a:t>Carries 0</a:t>
              </a:r>
            </a:p>
          </p:txBody>
        </p:sp>
        <p:sp>
          <p:nvSpPr>
            <p:cNvPr id="58515" name="Rectangle 149">
              <a:extLst>
                <a:ext uri="{FF2B5EF4-FFF2-40B4-BE49-F238E27FC236}">
                  <a16:creationId xmlns:a16="http://schemas.microsoft.com/office/drawing/2014/main" id="{2196CAEA-8EFC-4AB7-A3F1-B76562B7226C}"/>
                </a:ext>
              </a:extLst>
            </p:cNvPr>
            <p:cNvSpPr>
              <a:spLocks noChangeArrowheads="1"/>
            </p:cNvSpPr>
            <p:nvPr/>
          </p:nvSpPr>
          <p:spPr bwMode="auto">
            <a:xfrm>
              <a:off x="4806" y="2245"/>
              <a:ext cx="618"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100" dirty="0">
                  <a:latin typeface="+mj-lt"/>
                </a:rPr>
                <a:t>Carries 1</a:t>
              </a:r>
            </a:p>
            <a:p>
              <a:pPr eaLnBrk="1" hangingPunct="1">
                <a:defRPr/>
              </a:pPr>
              <a:endParaRPr lang="ru-RU" sz="1100" dirty="0">
                <a:latin typeface="+mj-lt"/>
              </a:endParaRPr>
            </a:p>
          </p:txBody>
        </p:sp>
        <p:sp>
          <p:nvSpPr>
            <p:cNvPr id="58516" name="Rectangle 150">
              <a:extLst>
                <a:ext uri="{FF2B5EF4-FFF2-40B4-BE49-F238E27FC236}">
                  <a16:creationId xmlns:a16="http://schemas.microsoft.com/office/drawing/2014/main" id="{BA6EAC03-56E3-43D3-A0B6-FC1CF8CC12DC}"/>
                </a:ext>
              </a:extLst>
            </p:cNvPr>
            <p:cNvSpPr>
              <a:spLocks noChangeArrowheads="1"/>
            </p:cNvSpPr>
            <p:nvPr/>
          </p:nvSpPr>
          <p:spPr bwMode="auto">
            <a:xfrm>
              <a:off x="4783" y="2779"/>
              <a:ext cx="599" cy="252"/>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MUX1</a:t>
              </a:r>
            </a:p>
          </p:txBody>
        </p:sp>
        <p:sp>
          <p:nvSpPr>
            <p:cNvPr id="58517" name="Rectangle 151">
              <a:extLst>
                <a:ext uri="{FF2B5EF4-FFF2-40B4-BE49-F238E27FC236}">
                  <a16:creationId xmlns:a16="http://schemas.microsoft.com/office/drawing/2014/main" id="{392321C0-9E95-4657-AC72-60842F1DB18C}"/>
                </a:ext>
              </a:extLst>
            </p:cNvPr>
            <p:cNvSpPr>
              <a:spLocks noChangeArrowheads="1"/>
            </p:cNvSpPr>
            <p:nvPr/>
          </p:nvSpPr>
          <p:spPr bwMode="auto">
            <a:xfrm>
              <a:off x="4783" y="3262"/>
              <a:ext cx="599" cy="253"/>
            </a:xfrm>
            <a:prstGeom prst="rect">
              <a:avLst/>
            </a:prstGeom>
            <a:solidFill>
              <a:schemeClr val="accent1">
                <a:lumMod val="60000"/>
                <a:lumOff val="40000"/>
              </a:schemeClr>
            </a:solidFill>
            <a:ln w="22225" algn="ctr">
              <a:solidFill>
                <a:srgbClr val="000000"/>
              </a:solidFill>
              <a:miter lim="800000"/>
              <a:headEnd/>
              <a:tailEnd/>
            </a:ln>
            <a:effectLst/>
          </p:spPr>
          <p:txBody>
            <a:bodyPr/>
            <a:lstStyle/>
            <a:p>
              <a:pPr algn="ctr" eaLnBrk="1" hangingPunct="1">
                <a:defRPr/>
              </a:pPr>
              <a:r>
                <a:rPr lang="ru-RU" sz="1200" dirty="0">
                  <a:latin typeface="+mj-lt"/>
                </a:rPr>
                <a:t>SUM</a:t>
              </a:r>
            </a:p>
          </p:txBody>
        </p:sp>
        <p:sp>
          <p:nvSpPr>
            <p:cNvPr id="58518" name="AutoShape 152">
              <a:extLst>
                <a:ext uri="{FF2B5EF4-FFF2-40B4-BE49-F238E27FC236}">
                  <a16:creationId xmlns:a16="http://schemas.microsoft.com/office/drawing/2014/main" id="{07C02C83-00E7-41CC-9F0B-6749D4F3EFE9}"/>
                </a:ext>
              </a:extLst>
            </p:cNvPr>
            <p:cNvSpPr>
              <a:spLocks noChangeArrowheads="1"/>
            </p:cNvSpPr>
            <p:nvPr/>
          </p:nvSpPr>
          <p:spPr bwMode="auto">
            <a:xfrm>
              <a:off x="5049" y="1585"/>
              <a:ext cx="87" cy="210"/>
            </a:xfrm>
            <a:prstGeom prst="downArrow">
              <a:avLst>
                <a:gd name="adj1" fmla="val 50000"/>
                <a:gd name="adj2" fmla="val 60345"/>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19" name="AutoShape 153">
              <a:extLst>
                <a:ext uri="{FF2B5EF4-FFF2-40B4-BE49-F238E27FC236}">
                  <a16:creationId xmlns:a16="http://schemas.microsoft.com/office/drawing/2014/main" id="{D4153792-DFC2-4CD2-BF73-EEE4BACA4689}"/>
                </a:ext>
              </a:extLst>
            </p:cNvPr>
            <p:cNvSpPr>
              <a:spLocks noChangeArrowheads="1"/>
            </p:cNvSpPr>
            <p:nvPr/>
          </p:nvSpPr>
          <p:spPr bwMode="auto">
            <a:xfrm>
              <a:off x="4859" y="2500"/>
              <a:ext cx="87" cy="274"/>
            </a:xfrm>
            <a:prstGeom prst="downArrow">
              <a:avLst>
                <a:gd name="adj1" fmla="val 50000"/>
                <a:gd name="adj2" fmla="val 77874"/>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20" name="AutoShape 154">
              <a:extLst>
                <a:ext uri="{FF2B5EF4-FFF2-40B4-BE49-F238E27FC236}">
                  <a16:creationId xmlns:a16="http://schemas.microsoft.com/office/drawing/2014/main" id="{1E736E2B-14DE-41BE-A012-59AB4BD3378E}"/>
                </a:ext>
              </a:extLst>
            </p:cNvPr>
            <p:cNvSpPr>
              <a:spLocks noChangeArrowheads="1"/>
            </p:cNvSpPr>
            <p:nvPr/>
          </p:nvSpPr>
          <p:spPr bwMode="auto">
            <a:xfrm>
              <a:off x="4881" y="3025"/>
              <a:ext cx="88" cy="241"/>
            </a:xfrm>
            <a:prstGeom prst="downArrow">
              <a:avLst>
                <a:gd name="adj1" fmla="val 50000"/>
                <a:gd name="adj2" fmla="val 68466"/>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21" name="Text Box 155">
              <a:extLst>
                <a:ext uri="{FF2B5EF4-FFF2-40B4-BE49-F238E27FC236}">
                  <a16:creationId xmlns:a16="http://schemas.microsoft.com/office/drawing/2014/main" id="{10B3B2B3-5269-45FE-824A-28516C940BB8}"/>
                </a:ext>
              </a:extLst>
            </p:cNvPr>
            <p:cNvSpPr txBox="1">
              <a:spLocks noChangeArrowheads="1"/>
            </p:cNvSpPr>
            <p:nvPr/>
          </p:nvSpPr>
          <p:spPr bwMode="auto">
            <a:xfrm>
              <a:off x="5456" y="1715"/>
              <a:ext cx="219" cy="191"/>
            </a:xfrm>
            <a:prstGeom prst="rect">
              <a:avLst/>
            </a:prstGeom>
            <a:noFill/>
            <a:ln w="22225" algn="ctr">
              <a:noFill/>
              <a:miter lim="800000"/>
              <a:headEnd/>
              <a:tailEnd/>
            </a:ln>
            <a:effectLst/>
          </p:spPr>
          <p:txBody>
            <a:bodyPr/>
            <a:lstStyle/>
            <a:p>
              <a:pPr eaLnBrk="1" hangingPunct="1">
                <a:defRPr/>
              </a:pPr>
              <a:r>
                <a:rPr lang="ru-RU" sz="1200" dirty="0">
                  <a:latin typeface="+mj-lt"/>
                </a:rPr>
                <a:t>0</a:t>
              </a:r>
            </a:p>
          </p:txBody>
        </p:sp>
        <p:sp>
          <p:nvSpPr>
            <p:cNvPr id="58522" name="Text Box 156">
              <a:extLst>
                <a:ext uri="{FF2B5EF4-FFF2-40B4-BE49-F238E27FC236}">
                  <a16:creationId xmlns:a16="http://schemas.microsoft.com/office/drawing/2014/main" id="{A7F94DDB-A08F-47CF-8381-92944F4D3BD8}"/>
                </a:ext>
              </a:extLst>
            </p:cNvPr>
            <p:cNvSpPr txBox="1">
              <a:spLocks noChangeArrowheads="1"/>
            </p:cNvSpPr>
            <p:nvPr/>
          </p:nvSpPr>
          <p:spPr bwMode="auto">
            <a:xfrm>
              <a:off x="5443" y="2170"/>
              <a:ext cx="220" cy="184"/>
            </a:xfrm>
            <a:prstGeom prst="rect">
              <a:avLst/>
            </a:prstGeom>
            <a:noFill/>
            <a:ln w="22225" algn="ctr">
              <a:noFill/>
              <a:miter lim="800000"/>
              <a:headEnd/>
              <a:tailEnd/>
            </a:ln>
            <a:effectLst/>
          </p:spPr>
          <p:txBody>
            <a:bodyPr/>
            <a:lstStyle/>
            <a:p>
              <a:pPr eaLnBrk="1" hangingPunct="1">
                <a:defRPr/>
              </a:pPr>
              <a:r>
                <a:rPr lang="ru-RU" sz="1200" dirty="0">
                  <a:latin typeface="+mj-lt"/>
                </a:rPr>
                <a:t>1</a:t>
              </a:r>
            </a:p>
          </p:txBody>
        </p:sp>
        <p:sp>
          <p:nvSpPr>
            <p:cNvPr id="58523" name="Line 157">
              <a:extLst>
                <a:ext uri="{FF2B5EF4-FFF2-40B4-BE49-F238E27FC236}">
                  <a16:creationId xmlns:a16="http://schemas.microsoft.com/office/drawing/2014/main" id="{94251D44-2C93-4046-8E02-065B528E7654}"/>
                </a:ext>
              </a:extLst>
            </p:cNvPr>
            <p:cNvSpPr>
              <a:spLocks noChangeShapeType="1"/>
            </p:cNvSpPr>
            <p:nvPr/>
          </p:nvSpPr>
          <p:spPr bwMode="auto">
            <a:xfrm>
              <a:off x="5379" y="2906"/>
              <a:ext cx="218"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524" name="Line 158">
              <a:extLst>
                <a:ext uri="{FF2B5EF4-FFF2-40B4-BE49-F238E27FC236}">
                  <a16:creationId xmlns:a16="http://schemas.microsoft.com/office/drawing/2014/main" id="{2AFBA0E5-E0B6-4FDB-BC24-9F8A069B839A}"/>
                </a:ext>
              </a:extLst>
            </p:cNvPr>
            <p:cNvSpPr>
              <a:spLocks noChangeShapeType="1"/>
            </p:cNvSpPr>
            <p:nvPr/>
          </p:nvSpPr>
          <p:spPr bwMode="auto">
            <a:xfrm>
              <a:off x="5485" y="1910"/>
              <a:ext cx="125"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525" name="Line 159">
              <a:extLst>
                <a:ext uri="{FF2B5EF4-FFF2-40B4-BE49-F238E27FC236}">
                  <a16:creationId xmlns:a16="http://schemas.microsoft.com/office/drawing/2014/main" id="{88E20163-B2B7-4ED1-BF89-E652DAB75ABB}"/>
                </a:ext>
              </a:extLst>
            </p:cNvPr>
            <p:cNvSpPr>
              <a:spLocks noChangeShapeType="1"/>
            </p:cNvSpPr>
            <p:nvPr/>
          </p:nvSpPr>
          <p:spPr bwMode="auto">
            <a:xfrm>
              <a:off x="5438" y="2365"/>
              <a:ext cx="125" cy="0"/>
            </a:xfrm>
            <a:prstGeom prst="line">
              <a:avLst/>
            </a:prstGeom>
            <a:noFill/>
            <a:ln w="22225">
              <a:solidFill>
                <a:srgbClr val="000000"/>
              </a:solidFill>
              <a:round/>
              <a:headEnd type="triangle" w="med" len="med"/>
              <a:tailEnd/>
            </a:ln>
            <a:effectLst/>
          </p:spPr>
          <p:txBody>
            <a:bodyPr/>
            <a:lstStyle/>
            <a:p>
              <a:pPr eaLnBrk="1" hangingPunct="1">
                <a:defRPr/>
              </a:pPr>
              <a:endParaRPr lang="en-US" sz="2800">
                <a:latin typeface="+mj-lt"/>
                <a:cs typeface="Arial" charset="0"/>
              </a:endParaRPr>
            </a:p>
          </p:txBody>
        </p:sp>
        <p:sp>
          <p:nvSpPr>
            <p:cNvPr id="58526" name="Line 160">
              <a:extLst>
                <a:ext uri="{FF2B5EF4-FFF2-40B4-BE49-F238E27FC236}">
                  <a16:creationId xmlns:a16="http://schemas.microsoft.com/office/drawing/2014/main" id="{95504A69-FE01-4DD5-A95F-AA7BF131786E}"/>
                </a:ext>
              </a:extLst>
            </p:cNvPr>
            <p:cNvSpPr>
              <a:spLocks noChangeShapeType="1"/>
            </p:cNvSpPr>
            <p:nvPr/>
          </p:nvSpPr>
          <p:spPr bwMode="auto">
            <a:xfrm>
              <a:off x="4958" y="1138"/>
              <a:ext cx="0" cy="190"/>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527" name="Line 161">
              <a:extLst>
                <a:ext uri="{FF2B5EF4-FFF2-40B4-BE49-F238E27FC236}">
                  <a16:creationId xmlns:a16="http://schemas.microsoft.com/office/drawing/2014/main" id="{0E320A9C-068A-45D8-B758-A37A46F3BADD}"/>
                </a:ext>
              </a:extLst>
            </p:cNvPr>
            <p:cNvSpPr>
              <a:spLocks noChangeShapeType="1"/>
            </p:cNvSpPr>
            <p:nvPr/>
          </p:nvSpPr>
          <p:spPr bwMode="auto">
            <a:xfrm>
              <a:off x="5214" y="1136"/>
              <a:ext cx="0" cy="191"/>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528" name="Text Box 162">
              <a:extLst>
                <a:ext uri="{FF2B5EF4-FFF2-40B4-BE49-F238E27FC236}">
                  <a16:creationId xmlns:a16="http://schemas.microsoft.com/office/drawing/2014/main" id="{8B3609EC-15F6-4972-9769-198B3D9C8F90}"/>
                </a:ext>
              </a:extLst>
            </p:cNvPr>
            <p:cNvSpPr txBox="1">
              <a:spLocks noChangeArrowheads="1"/>
            </p:cNvSpPr>
            <p:nvPr/>
          </p:nvSpPr>
          <p:spPr bwMode="auto">
            <a:xfrm>
              <a:off x="4901" y="3691"/>
              <a:ext cx="594" cy="191"/>
            </a:xfrm>
            <a:prstGeom prst="rect">
              <a:avLst/>
            </a:prstGeom>
            <a:noFill/>
            <a:ln w="22225" algn="ctr">
              <a:noFill/>
              <a:miter lim="800000"/>
              <a:headEnd/>
              <a:tailEnd/>
            </a:ln>
            <a:effectLst/>
          </p:spPr>
          <p:txBody>
            <a:bodyPr/>
            <a:lstStyle/>
            <a:p>
              <a:pPr eaLnBrk="1" hangingPunct="1">
                <a:defRPr/>
              </a:pPr>
              <a:r>
                <a:rPr lang="ru-RU" sz="1200" dirty="0">
                  <a:latin typeface="+mj-lt"/>
                </a:rPr>
                <a:t>S[1:0]</a:t>
              </a:r>
            </a:p>
          </p:txBody>
        </p:sp>
        <p:sp>
          <p:nvSpPr>
            <p:cNvPr id="58529" name="Oval 163">
              <a:extLst>
                <a:ext uri="{FF2B5EF4-FFF2-40B4-BE49-F238E27FC236}">
                  <a16:creationId xmlns:a16="http://schemas.microsoft.com/office/drawing/2014/main" id="{1EFBED32-1265-418D-90EF-45EFE9CCFB8F}"/>
                </a:ext>
              </a:extLst>
            </p:cNvPr>
            <p:cNvSpPr>
              <a:spLocks noChangeArrowheads="1"/>
            </p:cNvSpPr>
            <p:nvPr/>
          </p:nvSpPr>
          <p:spPr bwMode="auto">
            <a:xfrm>
              <a:off x="4653" y="2048"/>
              <a:ext cx="194" cy="183"/>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1</a:t>
              </a:r>
            </a:p>
          </p:txBody>
        </p:sp>
        <p:sp>
          <p:nvSpPr>
            <p:cNvPr id="58530" name="Oval 164">
              <a:extLst>
                <a:ext uri="{FF2B5EF4-FFF2-40B4-BE49-F238E27FC236}">
                  <a16:creationId xmlns:a16="http://schemas.microsoft.com/office/drawing/2014/main" id="{A8702750-E4E8-4EE0-AD5D-5A68D9907F54}"/>
                </a:ext>
              </a:extLst>
            </p:cNvPr>
            <p:cNvSpPr>
              <a:spLocks noChangeArrowheads="1"/>
            </p:cNvSpPr>
            <p:nvPr/>
          </p:nvSpPr>
          <p:spPr bwMode="auto">
            <a:xfrm>
              <a:off x="4678" y="2508"/>
              <a:ext cx="194"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3</a:t>
              </a:r>
            </a:p>
          </p:txBody>
        </p:sp>
        <p:sp>
          <p:nvSpPr>
            <p:cNvPr id="58531" name="Oval 165">
              <a:extLst>
                <a:ext uri="{FF2B5EF4-FFF2-40B4-BE49-F238E27FC236}">
                  <a16:creationId xmlns:a16="http://schemas.microsoft.com/office/drawing/2014/main" id="{4F9C58E6-073E-420B-BE0B-17216E4BD462}"/>
                </a:ext>
              </a:extLst>
            </p:cNvPr>
            <p:cNvSpPr>
              <a:spLocks noChangeArrowheads="1"/>
            </p:cNvSpPr>
            <p:nvPr/>
          </p:nvSpPr>
          <p:spPr bwMode="auto">
            <a:xfrm>
              <a:off x="4653" y="2997"/>
              <a:ext cx="194"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4</a:t>
              </a:r>
            </a:p>
          </p:txBody>
        </p:sp>
        <p:sp>
          <p:nvSpPr>
            <p:cNvPr id="58532" name="AutoShape 166">
              <a:extLst>
                <a:ext uri="{FF2B5EF4-FFF2-40B4-BE49-F238E27FC236}">
                  <a16:creationId xmlns:a16="http://schemas.microsoft.com/office/drawing/2014/main" id="{2FD767F8-688C-4442-9EE2-D767CD7E46B5}"/>
                </a:ext>
              </a:extLst>
            </p:cNvPr>
            <p:cNvSpPr>
              <a:spLocks noChangeArrowheads="1"/>
            </p:cNvSpPr>
            <p:nvPr/>
          </p:nvSpPr>
          <p:spPr bwMode="auto">
            <a:xfrm>
              <a:off x="5041" y="2050"/>
              <a:ext cx="88" cy="194"/>
            </a:xfrm>
            <a:prstGeom prst="downArrow">
              <a:avLst>
                <a:gd name="adj1" fmla="val 50000"/>
                <a:gd name="adj2" fmla="val 57102"/>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33" name="Text Box 167">
              <a:extLst>
                <a:ext uri="{FF2B5EF4-FFF2-40B4-BE49-F238E27FC236}">
                  <a16:creationId xmlns:a16="http://schemas.microsoft.com/office/drawing/2014/main" id="{83065EAC-7129-4ED0-9166-7BFF526AB35E}"/>
                </a:ext>
              </a:extLst>
            </p:cNvPr>
            <p:cNvSpPr txBox="1">
              <a:spLocks noChangeArrowheads="1"/>
            </p:cNvSpPr>
            <p:nvPr/>
          </p:nvSpPr>
          <p:spPr bwMode="auto">
            <a:xfrm>
              <a:off x="4629" y="1588"/>
              <a:ext cx="396" cy="191"/>
            </a:xfrm>
            <a:prstGeom prst="rect">
              <a:avLst/>
            </a:prstGeom>
            <a:noFill/>
            <a:ln w="22225" algn="ctr">
              <a:noFill/>
              <a:miter lim="800000"/>
              <a:headEnd/>
              <a:tailEnd/>
            </a:ln>
            <a:effectLst/>
          </p:spPr>
          <p:txBody>
            <a:bodyPr/>
            <a:lstStyle/>
            <a:p>
              <a:pPr eaLnBrk="1" hangingPunct="1">
                <a:defRPr/>
              </a:pPr>
              <a:r>
                <a:rPr lang="ru-RU" sz="1200" dirty="0">
                  <a:latin typeface="+mj-lt"/>
                </a:rPr>
                <a:t>G’s</a:t>
              </a:r>
            </a:p>
          </p:txBody>
        </p:sp>
        <p:sp>
          <p:nvSpPr>
            <p:cNvPr id="58534" name="Text Box 168">
              <a:extLst>
                <a:ext uri="{FF2B5EF4-FFF2-40B4-BE49-F238E27FC236}">
                  <a16:creationId xmlns:a16="http://schemas.microsoft.com/office/drawing/2014/main" id="{A96C32FF-6AB3-4EA8-84C5-059111416293}"/>
                </a:ext>
              </a:extLst>
            </p:cNvPr>
            <p:cNvSpPr txBox="1">
              <a:spLocks noChangeArrowheads="1"/>
            </p:cNvSpPr>
            <p:nvPr/>
          </p:nvSpPr>
          <p:spPr bwMode="auto">
            <a:xfrm>
              <a:off x="5100" y="1582"/>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535" name="Text Box 169">
              <a:extLst>
                <a:ext uri="{FF2B5EF4-FFF2-40B4-BE49-F238E27FC236}">
                  <a16:creationId xmlns:a16="http://schemas.microsoft.com/office/drawing/2014/main" id="{306BF179-98FC-4C52-8FEF-87461999FA69}"/>
                </a:ext>
              </a:extLst>
            </p:cNvPr>
            <p:cNvSpPr txBox="1">
              <a:spLocks noChangeArrowheads="1"/>
            </p:cNvSpPr>
            <p:nvPr/>
          </p:nvSpPr>
          <p:spPr bwMode="auto">
            <a:xfrm>
              <a:off x="5289" y="2536"/>
              <a:ext cx="396" cy="191"/>
            </a:xfrm>
            <a:prstGeom prst="rect">
              <a:avLst/>
            </a:prstGeom>
            <a:noFill/>
            <a:ln w="22225" algn="ctr">
              <a:noFill/>
              <a:miter lim="800000"/>
              <a:headEnd/>
              <a:tailEnd/>
            </a:ln>
            <a:effectLst/>
          </p:spPr>
          <p:txBody>
            <a:bodyPr/>
            <a:lstStyle/>
            <a:p>
              <a:pPr eaLnBrk="1" hangingPunct="1">
                <a:defRPr/>
              </a:pPr>
              <a:r>
                <a:rPr lang="ru-RU" sz="1200" dirty="0">
                  <a:latin typeface="+mj-lt"/>
                </a:rPr>
                <a:t>C’s0</a:t>
              </a:r>
            </a:p>
          </p:txBody>
        </p:sp>
        <p:sp>
          <p:nvSpPr>
            <p:cNvPr id="58536" name="Text Box 170">
              <a:extLst>
                <a:ext uri="{FF2B5EF4-FFF2-40B4-BE49-F238E27FC236}">
                  <a16:creationId xmlns:a16="http://schemas.microsoft.com/office/drawing/2014/main" id="{79681EE8-AEA6-4FAE-BFA9-9548A9A3E20F}"/>
                </a:ext>
              </a:extLst>
            </p:cNvPr>
            <p:cNvSpPr txBox="1">
              <a:spLocks noChangeArrowheads="1"/>
            </p:cNvSpPr>
            <p:nvPr/>
          </p:nvSpPr>
          <p:spPr bwMode="auto">
            <a:xfrm>
              <a:off x="4920" y="2535"/>
              <a:ext cx="459" cy="191"/>
            </a:xfrm>
            <a:prstGeom prst="rect">
              <a:avLst/>
            </a:prstGeom>
            <a:noFill/>
            <a:ln w="22225" algn="ctr">
              <a:noFill/>
              <a:miter lim="800000"/>
              <a:headEnd/>
              <a:tailEnd/>
            </a:ln>
            <a:effectLst/>
          </p:spPr>
          <p:txBody>
            <a:bodyPr/>
            <a:lstStyle/>
            <a:p>
              <a:pPr eaLnBrk="1" hangingPunct="1">
                <a:defRPr/>
              </a:pPr>
              <a:r>
                <a:rPr lang="ru-RU" sz="1200" dirty="0">
                  <a:latin typeface="+mj-lt"/>
                </a:rPr>
                <a:t>C’s1</a:t>
              </a:r>
            </a:p>
          </p:txBody>
        </p:sp>
        <p:sp>
          <p:nvSpPr>
            <p:cNvPr id="58537" name="Text Box 171">
              <a:extLst>
                <a:ext uri="{FF2B5EF4-FFF2-40B4-BE49-F238E27FC236}">
                  <a16:creationId xmlns:a16="http://schemas.microsoft.com/office/drawing/2014/main" id="{5DB3B05A-6EED-469C-AC43-60C3E68299ED}"/>
                </a:ext>
              </a:extLst>
            </p:cNvPr>
            <p:cNvSpPr txBox="1">
              <a:spLocks noChangeArrowheads="1"/>
            </p:cNvSpPr>
            <p:nvPr/>
          </p:nvSpPr>
          <p:spPr bwMode="auto">
            <a:xfrm>
              <a:off x="5084" y="2043"/>
              <a:ext cx="396" cy="188"/>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538" name="Text Box 172">
              <a:extLst>
                <a:ext uri="{FF2B5EF4-FFF2-40B4-BE49-F238E27FC236}">
                  <a16:creationId xmlns:a16="http://schemas.microsoft.com/office/drawing/2014/main" id="{A3849038-8911-45F8-8954-7CE36E373197}"/>
                </a:ext>
              </a:extLst>
            </p:cNvPr>
            <p:cNvSpPr txBox="1">
              <a:spLocks noChangeArrowheads="1"/>
            </p:cNvSpPr>
            <p:nvPr/>
          </p:nvSpPr>
          <p:spPr bwMode="auto">
            <a:xfrm>
              <a:off x="5184" y="3044"/>
              <a:ext cx="396" cy="191"/>
            </a:xfrm>
            <a:prstGeom prst="rect">
              <a:avLst/>
            </a:prstGeom>
            <a:noFill/>
            <a:ln w="22225" algn="ctr">
              <a:noFill/>
              <a:miter lim="800000"/>
              <a:headEnd/>
              <a:tailEnd/>
            </a:ln>
            <a:effectLst/>
          </p:spPr>
          <p:txBody>
            <a:bodyPr/>
            <a:lstStyle/>
            <a:p>
              <a:pPr eaLnBrk="1" hangingPunct="1">
                <a:defRPr/>
              </a:pPr>
              <a:r>
                <a:rPr lang="ru-RU" sz="1200" dirty="0">
                  <a:latin typeface="+mj-lt"/>
                </a:rPr>
                <a:t>P’s</a:t>
              </a:r>
            </a:p>
          </p:txBody>
        </p:sp>
        <p:sp>
          <p:nvSpPr>
            <p:cNvPr id="58539" name="Text Box 173">
              <a:extLst>
                <a:ext uri="{FF2B5EF4-FFF2-40B4-BE49-F238E27FC236}">
                  <a16:creationId xmlns:a16="http://schemas.microsoft.com/office/drawing/2014/main" id="{019E1A4D-3D1E-4213-8B42-B397F74554A1}"/>
                </a:ext>
              </a:extLst>
            </p:cNvPr>
            <p:cNvSpPr txBox="1">
              <a:spLocks noChangeArrowheads="1"/>
            </p:cNvSpPr>
            <p:nvPr/>
          </p:nvSpPr>
          <p:spPr bwMode="auto">
            <a:xfrm>
              <a:off x="4935" y="3044"/>
              <a:ext cx="396" cy="231"/>
            </a:xfrm>
            <a:prstGeom prst="rect">
              <a:avLst/>
            </a:prstGeom>
            <a:noFill/>
            <a:ln w="22225" algn="ctr">
              <a:noFill/>
              <a:miter lim="800000"/>
              <a:headEnd/>
              <a:tailEnd/>
            </a:ln>
            <a:effectLst/>
          </p:spPr>
          <p:txBody>
            <a:bodyPr/>
            <a:lstStyle/>
            <a:p>
              <a:pPr eaLnBrk="1" hangingPunct="1">
                <a:defRPr/>
              </a:pPr>
              <a:r>
                <a:rPr lang="ru-RU" sz="1200" dirty="0">
                  <a:latin typeface="+mj-lt"/>
                </a:rPr>
                <a:t>C’s</a:t>
              </a:r>
            </a:p>
          </p:txBody>
        </p:sp>
        <p:sp>
          <p:nvSpPr>
            <p:cNvPr id="58540" name="Line 174">
              <a:extLst>
                <a:ext uri="{FF2B5EF4-FFF2-40B4-BE49-F238E27FC236}">
                  <a16:creationId xmlns:a16="http://schemas.microsoft.com/office/drawing/2014/main" id="{E3C74DE8-9F77-4651-B9C3-5C6A242CE797}"/>
                </a:ext>
              </a:extLst>
            </p:cNvPr>
            <p:cNvSpPr>
              <a:spLocks noChangeShapeType="1"/>
            </p:cNvSpPr>
            <p:nvPr/>
          </p:nvSpPr>
          <p:spPr bwMode="auto">
            <a:xfrm>
              <a:off x="5530" y="2911"/>
              <a:ext cx="0" cy="490"/>
            </a:xfrm>
            <a:prstGeom prst="line">
              <a:avLst/>
            </a:prstGeom>
            <a:noFill/>
            <a:ln w="22225">
              <a:solidFill>
                <a:srgbClr val="000000"/>
              </a:solidFill>
              <a:round/>
              <a:headEnd type="oval" w="sm" len="sm"/>
              <a:tailEnd/>
            </a:ln>
            <a:effectLst/>
          </p:spPr>
          <p:txBody>
            <a:bodyPr/>
            <a:lstStyle/>
            <a:p>
              <a:pPr eaLnBrk="1" hangingPunct="1">
                <a:defRPr/>
              </a:pPr>
              <a:endParaRPr lang="en-US" sz="2800">
                <a:latin typeface="+mj-lt"/>
                <a:cs typeface="Arial" charset="0"/>
              </a:endParaRPr>
            </a:p>
          </p:txBody>
        </p:sp>
        <p:sp>
          <p:nvSpPr>
            <p:cNvPr id="58541" name="Line 175">
              <a:extLst>
                <a:ext uri="{FF2B5EF4-FFF2-40B4-BE49-F238E27FC236}">
                  <a16:creationId xmlns:a16="http://schemas.microsoft.com/office/drawing/2014/main" id="{18324EEF-D48C-4785-BFB3-63BBB338764F}"/>
                </a:ext>
              </a:extLst>
            </p:cNvPr>
            <p:cNvSpPr>
              <a:spLocks noChangeShapeType="1"/>
            </p:cNvSpPr>
            <p:nvPr/>
          </p:nvSpPr>
          <p:spPr bwMode="auto">
            <a:xfrm flipH="1">
              <a:off x="5382" y="3391"/>
              <a:ext cx="141" cy="0"/>
            </a:xfrm>
            <a:prstGeom prst="line">
              <a:avLst/>
            </a:prstGeom>
            <a:noFill/>
            <a:ln w="22225">
              <a:solidFill>
                <a:srgbClr val="000000"/>
              </a:solidFill>
              <a:round/>
              <a:headEnd/>
              <a:tailEnd type="triangle" w="med" len="med"/>
            </a:ln>
            <a:effectLst/>
          </p:spPr>
          <p:txBody>
            <a:bodyPr/>
            <a:lstStyle/>
            <a:p>
              <a:pPr eaLnBrk="1" hangingPunct="1">
                <a:defRPr/>
              </a:pPr>
              <a:endParaRPr lang="en-US" sz="2800">
                <a:latin typeface="+mj-lt"/>
                <a:cs typeface="Arial" charset="0"/>
              </a:endParaRPr>
            </a:p>
          </p:txBody>
        </p:sp>
        <p:sp>
          <p:nvSpPr>
            <p:cNvPr id="58542" name="AutoShape 176">
              <a:extLst>
                <a:ext uri="{FF2B5EF4-FFF2-40B4-BE49-F238E27FC236}">
                  <a16:creationId xmlns:a16="http://schemas.microsoft.com/office/drawing/2014/main" id="{640E7D49-7BF4-4FF0-A824-81D80AB3CFA9}"/>
                </a:ext>
              </a:extLst>
            </p:cNvPr>
            <p:cNvSpPr>
              <a:spLocks noChangeArrowheads="1"/>
            </p:cNvSpPr>
            <p:nvPr/>
          </p:nvSpPr>
          <p:spPr bwMode="auto">
            <a:xfrm>
              <a:off x="5091" y="3523"/>
              <a:ext cx="87" cy="181"/>
            </a:xfrm>
            <a:prstGeom prst="downArrow">
              <a:avLst>
                <a:gd name="adj1" fmla="val 50000"/>
                <a:gd name="adj2" fmla="val 52011"/>
              </a:avLst>
            </a:prstGeom>
            <a:solidFill>
              <a:srgbClr val="FFFFFF"/>
            </a:solidFill>
            <a:ln w="22225" algn="ctr">
              <a:solidFill>
                <a:srgbClr val="000000"/>
              </a:solidFill>
              <a:miter lim="800000"/>
              <a:headEnd/>
              <a:tailEnd/>
            </a:ln>
            <a:effectLst/>
          </p:spPr>
          <p:txBody>
            <a:bodyPr/>
            <a:lstStyle/>
            <a:p>
              <a:pPr eaLnBrk="1" hangingPunct="1">
                <a:defRPr/>
              </a:pPr>
              <a:endParaRPr lang="ru-RU" sz="2800">
                <a:latin typeface="+mj-lt"/>
                <a:cs typeface="Arial" charset="0"/>
              </a:endParaRPr>
            </a:p>
          </p:txBody>
        </p:sp>
        <p:sp>
          <p:nvSpPr>
            <p:cNvPr id="58543" name="Oval 177">
              <a:extLst>
                <a:ext uri="{FF2B5EF4-FFF2-40B4-BE49-F238E27FC236}">
                  <a16:creationId xmlns:a16="http://schemas.microsoft.com/office/drawing/2014/main" id="{127DF009-4772-4102-8D79-6033419EDB5C}"/>
                </a:ext>
              </a:extLst>
            </p:cNvPr>
            <p:cNvSpPr>
              <a:spLocks noChangeArrowheads="1"/>
            </p:cNvSpPr>
            <p:nvPr/>
          </p:nvSpPr>
          <p:spPr bwMode="auto">
            <a:xfrm>
              <a:off x="3817" y="2519"/>
              <a:ext cx="194"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4</a:t>
              </a:r>
            </a:p>
          </p:txBody>
        </p:sp>
        <p:sp>
          <p:nvSpPr>
            <p:cNvPr id="58544" name="Oval 178">
              <a:extLst>
                <a:ext uri="{FF2B5EF4-FFF2-40B4-BE49-F238E27FC236}">
                  <a16:creationId xmlns:a16="http://schemas.microsoft.com/office/drawing/2014/main" id="{9642B5CC-936D-44DB-9BCD-9DDD38D62C65}"/>
                </a:ext>
              </a:extLst>
            </p:cNvPr>
            <p:cNvSpPr>
              <a:spLocks noChangeArrowheads="1"/>
            </p:cNvSpPr>
            <p:nvPr/>
          </p:nvSpPr>
          <p:spPr bwMode="auto">
            <a:xfrm>
              <a:off x="2757" y="3044"/>
              <a:ext cx="193" cy="187"/>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6</a:t>
              </a:r>
            </a:p>
          </p:txBody>
        </p:sp>
        <p:sp>
          <p:nvSpPr>
            <p:cNvPr id="58545" name="Oval 179">
              <a:extLst>
                <a:ext uri="{FF2B5EF4-FFF2-40B4-BE49-F238E27FC236}">
                  <a16:creationId xmlns:a16="http://schemas.microsoft.com/office/drawing/2014/main" id="{9A200696-7205-4E5D-8A81-EC79687A9058}"/>
                </a:ext>
              </a:extLst>
            </p:cNvPr>
            <p:cNvSpPr>
              <a:spLocks noChangeArrowheads="1"/>
            </p:cNvSpPr>
            <p:nvPr/>
          </p:nvSpPr>
          <p:spPr bwMode="auto">
            <a:xfrm>
              <a:off x="1726" y="2527"/>
              <a:ext cx="193" cy="186"/>
            </a:xfrm>
            <a:prstGeom prst="ellipse">
              <a:avLst/>
            </a:prstGeom>
            <a:solidFill>
              <a:srgbClr val="FFFFFF"/>
            </a:solidFill>
            <a:ln w="22225" algn="ctr">
              <a:solidFill>
                <a:srgbClr val="000000"/>
              </a:solidFill>
              <a:round/>
              <a:headEnd/>
              <a:tailEnd/>
            </a:ln>
            <a:effectLst/>
          </p:spPr>
          <p:txBody>
            <a:bodyPr/>
            <a:lstStyle/>
            <a:p>
              <a:pPr algn="ctr" eaLnBrk="1" hangingPunct="1">
                <a:defRPr/>
              </a:pPr>
              <a:r>
                <a:rPr lang="ru-RU" sz="1100" dirty="0">
                  <a:latin typeface="+mj-lt"/>
                </a:rPr>
                <a:t>6</a:t>
              </a:r>
            </a:p>
          </p:txBody>
        </p:sp>
        <p:sp>
          <p:nvSpPr>
            <p:cNvPr id="58546" name="Text Box 180">
              <a:extLst>
                <a:ext uri="{FF2B5EF4-FFF2-40B4-BE49-F238E27FC236}">
                  <a16:creationId xmlns:a16="http://schemas.microsoft.com/office/drawing/2014/main" id="{7017D5BB-8D70-4D31-AF50-066243E23636}"/>
                </a:ext>
              </a:extLst>
            </p:cNvPr>
            <p:cNvSpPr txBox="1">
              <a:spLocks noChangeArrowheads="1"/>
            </p:cNvSpPr>
            <p:nvPr/>
          </p:nvSpPr>
          <p:spPr bwMode="auto">
            <a:xfrm>
              <a:off x="4547" y="832"/>
              <a:ext cx="998" cy="375"/>
            </a:xfrm>
            <a:prstGeom prst="rect">
              <a:avLst/>
            </a:prstGeom>
            <a:noFill/>
            <a:ln w="22225" algn="ctr">
              <a:noFill/>
              <a:miter lim="800000"/>
              <a:headEnd/>
              <a:tailEnd/>
            </a:ln>
            <a:effectLst/>
          </p:spPr>
          <p:txBody>
            <a:bodyPr/>
            <a:lstStyle/>
            <a:p>
              <a:pPr algn="ctr" eaLnBrk="1" hangingPunct="1">
                <a:defRPr/>
              </a:pPr>
              <a:r>
                <a:rPr lang="ru-RU" sz="1200" dirty="0">
                  <a:latin typeface="+mj-lt"/>
                </a:rPr>
                <a:t>Block 0</a:t>
              </a:r>
            </a:p>
            <a:p>
              <a:pPr algn="ctr" eaLnBrk="1" hangingPunct="1">
                <a:defRPr/>
              </a:pPr>
              <a:r>
                <a:rPr lang="ru-RU" sz="1200" dirty="0">
                  <a:latin typeface="+mj-lt"/>
                </a:rPr>
                <a:t>A[1:0], B[1:0]</a:t>
              </a:r>
            </a:p>
            <a:p>
              <a:pPr eaLnBrk="1" hangingPunct="1">
                <a:defRPr/>
              </a:pPr>
              <a:endParaRPr lang="ru-RU" sz="1200" dirty="0">
                <a:latin typeface="+mj-lt"/>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74FE8CF6-4AFE-E6BE-150A-03C33341CA21}"/>
              </a:ext>
            </a:extLst>
          </p:cNvPr>
          <p:cNvSpPr>
            <a:spLocks noGrp="1" noChangeArrowheads="1"/>
          </p:cNvSpPr>
          <p:nvPr>
            <p:ph type="title"/>
          </p:nvPr>
        </p:nvSpPr>
        <p:spPr/>
        <p:txBody>
          <a:bodyPr/>
          <a:lstStyle/>
          <a:p>
            <a:r>
              <a:rPr lang="en-US" altLang="en-US"/>
              <a:t>Carry Save Adder</a:t>
            </a:r>
            <a:endParaRPr lang="ru-RU" altLang="en-US"/>
          </a:p>
        </p:txBody>
      </p:sp>
      <p:sp>
        <p:nvSpPr>
          <p:cNvPr id="61443" name="Text Box 6">
            <a:extLst>
              <a:ext uri="{FF2B5EF4-FFF2-40B4-BE49-F238E27FC236}">
                <a16:creationId xmlns:a16="http://schemas.microsoft.com/office/drawing/2014/main" id="{63D4B8B5-D02C-DD9D-8862-C6F5115DC58C}"/>
              </a:ext>
            </a:extLst>
          </p:cNvPr>
          <p:cNvSpPr txBox="1">
            <a:spLocks noChangeArrowheads="1"/>
          </p:cNvSpPr>
          <p:nvPr/>
        </p:nvSpPr>
        <p:spPr bwMode="auto">
          <a:xfrm>
            <a:off x="2003426" y="4953001"/>
            <a:ext cx="805497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At addition of N n-bit numbers, the number of bits of sum will equal </a:t>
            </a:r>
            <a:r>
              <a:rPr lang="en-US" altLang="en-US" sz="2000">
                <a:latin typeface="Tahoma" panose="020B0604030504040204" pitchFamily="34" charset="0"/>
                <a:cs typeface="Tahoma" panose="020B0604030504040204" pitchFamily="34" charset="0"/>
              </a:rPr>
              <a:t> </a:t>
            </a:r>
            <a:r>
              <a:rPr lang="en-US" altLang="en-US" sz="2000">
                <a:latin typeface="Tahoma" panose="020B0604030504040204" pitchFamily="34" charset="0"/>
                <a:cs typeface="Tahoma" panose="020B0604030504040204" pitchFamily="34" charset="0"/>
                <a:sym typeface="Symbol" panose="05050102010706020507" pitchFamily="18" charset="2"/>
              </a:rPr>
              <a:t>[</a:t>
            </a:r>
            <a:r>
              <a:rPr lang="en-US" altLang="en-US" sz="2000"/>
              <a:t>log</a:t>
            </a:r>
            <a:r>
              <a:rPr lang="en-US" altLang="en-US" sz="2000" baseline="-25000"/>
              <a:t>2</a:t>
            </a:r>
            <a:r>
              <a:rPr lang="en-US" altLang="en-US" sz="2000"/>
              <a:t>N</a:t>
            </a:r>
            <a:r>
              <a:rPr lang="en-US" altLang="en-US" sz="2000">
                <a:sym typeface="Symbol" panose="05050102010706020507" pitchFamily="18" charset="2"/>
              </a:rPr>
              <a:t>]+n. CSA is used for adding more than two numbers together. </a:t>
            </a:r>
          </a:p>
        </p:txBody>
      </p:sp>
      <p:grpSp>
        <p:nvGrpSpPr>
          <p:cNvPr id="61444" name="Group 11">
            <a:extLst>
              <a:ext uri="{FF2B5EF4-FFF2-40B4-BE49-F238E27FC236}">
                <a16:creationId xmlns:a16="http://schemas.microsoft.com/office/drawing/2014/main" id="{A7B26FAA-5368-9BE5-8ECC-251299BBC2E4}"/>
              </a:ext>
            </a:extLst>
          </p:cNvPr>
          <p:cNvGrpSpPr>
            <a:grpSpLocks/>
          </p:cNvGrpSpPr>
          <p:nvPr/>
        </p:nvGrpSpPr>
        <p:grpSpPr bwMode="auto">
          <a:xfrm>
            <a:off x="1847851" y="1143001"/>
            <a:ext cx="8424863" cy="3662363"/>
            <a:chOff x="204" y="720"/>
            <a:chExt cx="5307" cy="2307"/>
          </a:xfrm>
        </p:grpSpPr>
        <p:sp>
          <p:nvSpPr>
            <p:cNvPr id="61445" name="Text Box 3">
              <a:extLst>
                <a:ext uri="{FF2B5EF4-FFF2-40B4-BE49-F238E27FC236}">
                  <a16:creationId xmlns:a16="http://schemas.microsoft.com/office/drawing/2014/main" id="{1A8AA751-9156-7CE7-7951-BEB168E1882D}"/>
                </a:ext>
              </a:extLst>
            </p:cNvPr>
            <p:cNvSpPr txBox="1">
              <a:spLocks noChangeArrowheads="1"/>
            </p:cNvSpPr>
            <p:nvPr/>
          </p:nvSpPr>
          <p:spPr bwMode="auto">
            <a:xfrm>
              <a:off x="204" y="720"/>
              <a:ext cx="5307" cy="2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dirty="0"/>
                <a:t>Consider addition of three numbers.  In this case two vectors are formed: sum vector S and carry vector C:  </a:t>
              </a:r>
            </a:p>
            <a:p>
              <a:pPr eaLnBrk="1" hangingPunct="1">
                <a:spcBef>
                  <a:spcPct val="50000"/>
                </a:spcBef>
              </a:pPr>
              <a:r>
                <a:rPr lang="en-US" altLang="en-US" sz="2400" dirty="0"/>
                <a:t>Example:   </a:t>
              </a:r>
              <a:r>
                <a:rPr lang="en-US" altLang="en-US" sz="2400" dirty="0" err="1"/>
                <a:t>x+y+z</a:t>
              </a:r>
              <a:r>
                <a:rPr lang="en-US" altLang="en-US" sz="2400" dirty="0"/>
                <a:t>=</a:t>
              </a:r>
              <a:r>
                <a:rPr lang="en-US" altLang="en-US" sz="2400" dirty="0" err="1"/>
                <a:t>s+c</a:t>
              </a:r>
              <a:endParaRPr lang="en-US" altLang="en-US" sz="2400" dirty="0"/>
            </a:p>
            <a:p>
              <a:pPr eaLnBrk="1" hangingPunct="1">
                <a:spcBef>
                  <a:spcPct val="50000"/>
                </a:spcBef>
              </a:pPr>
              <a:r>
                <a:rPr lang="en-US" altLang="en-US" sz="2400" dirty="0"/>
                <a:t>	x:	1001111</a:t>
              </a:r>
            </a:p>
            <a:p>
              <a:pPr eaLnBrk="1" hangingPunct="1"/>
              <a:r>
                <a:rPr lang="en-US" altLang="en-US" sz="2400" dirty="0"/>
                <a:t>	y:	1100100</a:t>
              </a:r>
            </a:p>
            <a:p>
              <a:pPr eaLnBrk="1" hangingPunct="1"/>
              <a:r>
                <a:rPr lang="en-US" altLang="en-US" sz="2400" dirty="0"/>
                <a:t>	z:    +  0001111</a:t>
              </a:r>
            </a:p>
            <a:p>
              <a:pPr eaLnBrk="1" hangingPunct="1"/>
              <a:r>
                <a:rPr lang="en-US" altLang="en-US" sz="2400" dirty="0"/>
                <a:t>	s:	0100100</a:t>
              </a:r>
            </a:p>
            <a:p>
              <a:pPr eaLnBrk="1" hangingPunct="1"/>
              <a:r>
                <a:rPr lang="en-US" altLang="en-US" sz="2400" dirty="0"/>
                <a:t>	c:    +1001111</a:t>
              </a:r>
            </a:p>
            <a:p>
              <a:pPr eaLnBrk="1" hangingPunct="1"/>
              <a:r>
                <a:rPr lang="en-US" altLang="en-US" sz="2400" dirty="0"/>
                <a:t>	sum: 11000010	</a:t>
              </a:r>
              <a:endParaRPr lang="ru-RU" altLang="en-US" sz="2400" dirty="0"/>
            </a:p>
          </p:txBody>
        </p:sp>
        <p:sp>
          <p:nvSpPr>
            <p:cNvPr id="61446" name="Line 9">
              <a:extLst>
                <a:ext uri="{FF2B5EF4-FFF2-40B4-BE49-F238E27FC236}">
                  <a16:creationId xmlns:a16="http://schemas.microsoft.com/office/drawing/2014/main" id="{0B2A6FEA-85A1-3923-64D3-F63EC76F5B3B}"/>
                </a:ext>
              </a:extLst>
            </p:cNvPr>
            <p:cNvSpPr>
              <a:spLocks noChangeShapeType="1"/>
            </p:cNvSpPr>
            <p:nvPr/>
          </p:nvSpPr>
          <p:spPr bwMode="auto">
            <a:xfrm>
              <a:off x="1392" y="2283"/>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47" name="Line 10">
              <a:extLst>
                <a:ext uri="{FF2B5EF4-FFF2-40B4-BE49-F238E27FC236}">
                  <a16:creationId xmlns:a16="http://schemas.microsoft.com/office/drawing/2014/main" id="{7EC21CDE-FC4C-3E32-6A33-BBF81F5B6386}"/>
                </a:ext>
              </a:extLst>
            </p:cNvPr>
            <p:cNvSpPr>
              <a:spLocks noChangeShapeType="1"/>
            </p:cNvSpPr>
            <p:nvPr/>
          </p:nvSpPr>
          <p:spPr bwMode="auto">
            <a:xfrm>
              <a:off x="1308" y="2745"/>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CCCD64FD-4920-CC54-4C06-305C349A6B94}"/>
              </a:ext>
            </a:extLst>
          </p:cNvPr>
          <p:cNvSpPr txBox="1">
            <a:spLocks noChangeArrowheads="1"/>
          </p:cNvSpPr>
          <p:nvPr/>
        </p:nvSpPr>
        <p:spPr bwMode="auto">
          <a:xfrm>
            <a:off x="1981200" y="274638"/>
            <a:ext cx="8229600"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3200" b="1" dirty="0"/>
          </a:p>
        </p:txBody>
      </p:sp>
      <p:grpSp>
        <p:nvGrpSpPr>
          <p:cNvPr id="62467" name="Group 98">
            <a:extLst>
              <a:ext uri="{FF2B5EF4-FFF2-40B4-BE49-F238E27FC236}">
                <a16:creationId xmlns:a16="http://schemas.microsoft.com/office/drawing/2014/main" id="{08FAFFD3-7009-02E3-F3A6-3F7A191D9A90}"/>
              </a:ext>
            </a:extLst>
          </p:cNvPr>
          <p:cNvGrpSpPr>
            <a:grpSpLocks/>
          </p:cNvGrpSpPr>
          <p:nvPr/>
        </p:nvGrpSpPr>
        <p:grpSpPr bwMode="auto">
          <a:xfrm>
            <a:off x="1752601" y="1457325"/>
            <a:ext cx="8399463" cy="4076700"/>
            <a:chOff x="158" y="1026"/>
            <a:chExt cx="5291" cy="2568"/>
          </a:xfrm>
        </p:grpSpPr>
        <p:sp>
          <p:nvSpPr>
            <p:cNvPr id="61444" name="Rectangle 4">
              <a:extLst>
                <a:ext uri="{FF2B5EF4-FFF2-40B4-BE49-F238E27FC236}">
                  <a16:creationId xmlns:a16="http://schemas.microsoft.com/office/drawing/2014/main" id="{DC077ECB-ABD0-4E39-B014-B3B132CA2513}"/>
                </a:ext>
              </a:extLst>
            </p:cNvPr>
            <p:cNvSpPr>
              <a:spLocks noChangeArrowheads="1"/>
            </p:cNvSpPr>
            <p:nvPr/>
          </p:nvSpPr>
          <p:spPr bwMode="auto">
            <a:xfrm>
              <a:off x="1627" y="1458"/>
              <a:ext cx="559"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469" name="Line 5">
              <a:extLst>
                <a:ext uri="{FF2B5EF4-FFF2-40B4-BE49-F238E27FC236}">
                  <a16:creationId xmlns:a16="http://schemas.microsoft.com/office/drawing/2014/main" id="{3B89EBBE-5F07-22F4-E8B1-87531A4FB529}"/>
                </a:ext>
              </a:extLst>
            </p:cNvPr>
            <p:cNvSpPr>
              <a:spLocks noChangeShapeType="1"/>
            </p:cNvSpPr>
            <p:nvPr/>
          </p:nvSpPr>
          <p:spPr bwMode="auto">
            <a:xfrm>
              <a:off x="1786" y="2093"/>
              <a:ext cx="0" cy="159"/>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0" name="Line 6">
              <a:extLst>
                <a:ext uri="{FF2B5EF4-FFF2-40B4-BE49-F238E27FC236}">
                  <a16:creationId xmlns:a16="http://schemas.microsoft.com/office/drawing/2014/main" id="{3921E775-D101-084D-84D6-F3D7931CD3C3}"/>
                </a:ext>
              </a:extLst>
            </p:cNvPr>
            <p:cNvSpPr>
              <a:spLocks noChangeShapeType="1"/>
            </p:cNvSpPr>
            <p:nvPr/>
          </p:nvSpPr>
          <p:spPr bwMode="auto">
            <a:xfrm>
              <a:off x="2021" y="2093"/>
              <a:ext cx="0" cy="22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1" name="Line 7">
              <a:extLst>
                <a:ext uri="{FF2B5EF4-FFF2-40B4-BE49-F238E27FC236}">
                  <a16:creationId xmlns:a16="http://schemas.microsoft.com/office/drawing/2014/main" id="{FA5EB362-D7D0-8D30-0023-007085F7B1CE}"/>
                </a:ext>
              </a:extLst>
            </p:cNvPr>
            <p:cNvSpPr>
              <a:spLocks noChangeShapeType="1"/>
            </p:cNvSpPr>
            <p:nvPr/>
          </p:nvSpPr>
          <p:spPr bwMode="auto">
            <a:xfrm>
              <a:off x="1756" y="1272"/>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2" name="Line 8">
              <a:extLst>
                <a:ext uri="{FF2B5EF4-FFF2-40B4-BE49-F238E27FC236}">
                  <a16:creationId xmlns:a16="http://schemas.microsoft.com/office/drawing/2014/main" id="{A1AB614C-76FD-EC0F-7620-ABE599B9C5D8}"/>
                </a:ext>
              </a:extLst>
            </p:cNvPr>
            <p:cNvSpPr>
              <a:spLocks noChangeShapeType="1"/>
            </p:cNvSpPr>
            <p:nvPr/>
          </p:nvSpPr>
          <p:spPr bwMode="auto">
            <a:xfrm>
              <a:off x="1975" y="1277"/>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3" name="Text Box 9">
              <a:extLst>
                <a:ext uri="{FF2B5EF4-FFF2-40B4-BE49-F238E27FC236}">
                  <a16:creationId xmlns:a16="http://schemas.microsoft.com/office/drawing/2014/main" id="{69AFF52D-4D5E-F578-EAF2-39F3B691FD53}"/>
                </a:ext>
              </a:extLst>
            </p:cNvPr>
            <p:cNvSpPr txBox="1">
              <a:spLocks noChangeArrowheads="1"/>
            </p:cNvSpPr>
            <p:nvPr/>
          </p:nvSpPr>
          <p:spPr bwMode="auto">
            <a:xfrm>
              <a:off x="1642" y="1458"/>
              <a:ext cx="45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   B</a:t>
              </a:r>
              <a:endParaRPr lang="ru-RU" altLang="en-US" sz="1800"/>
            </a:p>
          </p:txBody>
        </p:sp>
        <p:sp>
          <p:nvSpPr>
            <p:cNvPr id="61450" name="Rectangle 10">
              <a:extLst>
                <a:ext uri="{FF2B5EF4-FFF2-40B4-BE49-F238E27FC236}">
                  <a16:creationId xmlns:a16="http://schemas.microsoft.com/office/drawing/2014/main" id="{0BBD90E4-72C9-4DDF-BCF6-D733C1A6F5F3}"/>
                </a:ext>
              </a:extLst>
            </p:cNvPr>
            <p:cNvSpPr>
              <a:spLocks noChangeArrowheads="1"/>
            </p:cNvSpPr>
            <p:nvPr/>
          </p:nvSpPr>
          <p:spPr bwMode="auto">
            <a:xfrm>
              <a:off x="2605" y="1445"/>
              <a:ext cx="579"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475" name="Line 11">
              <a:extLst>
                <a:ext uri="{FF2B5EF4-FFF2-40B4-BE49-F238E27FC236}">
                  <a16:creationId xmlns:a16="http://schemas.microsoft.com/office/drawing/2014/main" id="{932B7E47-D5FB-2DA6-4720-780BC50A1BB4}"/>
                </a:ext>
              </a:extLst>
            </p:cNvPr>
            <p:cNvSpPr>
              <a:spLocks noChangeShapeType="1"/>
            </p:cNvSpPr>
            <p:nvPr/>
          </p:nvSpPr>
          <p:spPr bwMode="auto">
            <a:xfrm>
              <a:off x="2831" y="2326"/>
              <a:ext cx="0" cy="22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6" name="Line 12">
              <a:extLst>
                <a:ext uri="{FF2B5EF4-FFF2-40B4-BE49-F238E27FC236}">
                  <a16:creationId xmlns:a16="http://schemas.microsoft.com/office/drawing/2014/main" id="{3593BDE0-389F-34ED-2DF4-FF558E38062F}"/>
                </a:ext>
              </a:extLst>
            </p:cNvPr>
            <p:cNvSpPr>
              <a:spLocks noChangeShapeType="1"/>
            </p:cNvSpPr>
            <p:nvPr/>
          </p:nvSpPr>
          <p:spPr bwMode="auto">
            <a:xfrm>
              <a:off x="3038" y="2088"/>
              <a:ext cx="0" cy="238"/>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7" name="Line 13">
              <a:extLst>
                <a:ext uri="{FF2B5EF4-FFF2-40B4-BE49-F238E27FC236}">
                  <a16:creationId xmlns:a16="http://schemas.microsoft.com/office/drawing/2014/main" id="{079460B6-7286-60C9-85A4-A905218AA7FC}"/>
                </a:ext>
              </a:extLst>
            </p:cNvPr>
            <p:cNvSpPr>
              <a:spLocks noChangeShapeType="1"/>
            </p:cNvSpPr>
            <p:nvPr/>
          </p:nvSpPr>
          <p:spPr bwMode="auto">
            <a:xfrm>
              <a:off x="2774" y="1259"/>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8" name="Line 14">
              <a:extLst>
                <a:ext uri="{FF2B5EF4-FFF2-40B4-BE49-F238E27FC236}">
                  <a16:creationId xmlns:a16="http://schemas.microsoft.com/office/drawing/2014/main" id="{873E470D-C91B-36C7-F1BF-802282FE8284}"/>
                </a:ext>
              </a:extLst>
            </p:cNvPr>
            <p:cNvSpPr>
              <a:spLocks noChangeShapeType="1"/>
            </p:cNvSpPr>
            <p:nvPr/>
          </p:nvSpPr>
          <p:spPr bwMode="auto">
            <a:xfrm>
              <a:off x="2993" y="1264"/>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79" name="Text Box 15">
              <a:extLst>
                <a:ext uri="{FF2B5EF4-FFF2-40B4-BE49-F238E27FC236}">
                  <a16:creationId xmlns:a16="http://schemas.microsoft.com/office/drawing/2014/main" id="{DB56299D-F748-8D3D-0A49-5A92FCB476F3}"/>
                </a:ext>
              </a:extLst>
            </p:cNvPr>
            <p:cNvSpPr txBox="1">
              <a:spLocks noChangeArrowheads="1"/>
            </p:cNvSpPr>
            <p:nvPr/>
          </p:nvSpPr>
          <p:spPr bwMode="auto">
            <a:xfrm>
              <a:off x="2668" y="1445"/>
              <a:ext cx="4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   B</a:t>
              </a:r>
              <a:endParaRPr lang="ru-RU" altLang="en-US" sz="1800"/>
            </a:p>
          </p:txBody>
        </p:sp>
        <p:sp>
          <p:nvSpPr>
            <p:cNvPr id="61456" name="Rectangle 16">
              <a:extLst>
                <a:ext uri="{FF2B5EF4-FFF2-40B4-BE49-F238E27FC236}">
                  <a16:creationId xmlns:a16="http://schemas.microsoft.com/office/drawing/2014/main" id="{2588422E-38B5-4F4F-B923-6C6E264D3AF0}"/>
                </a:ext>
              </a:extLst>
            </p:cNvPr>
            <p:cNvSpPr>
              <a:spLocks noChangeArrowheads="1"/>
            </p:cNvSpPr>
            <p:nvPr/>
          </p:nvSpPr>
          <p:spPr bwMode="auto">
            <a:xfrm>
              <a:off x="3637" y="1429"/>
              <a:ext cx="569"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481" name="Line 17">
              <a:extLst>
                <a:ext uri="{FF2B5EF4-FFF2-40B4-BE49-F238E27FC236}">
                  <a16:creationId xmlns:a16="http://schemas.microsoft.com/office/drawing/2014/main" id="{97DEA243-FE2A-CB35-DE94-E9C8A02AE140}"/>
                </a:ext>
              </a:extLst>
            </p:cNvPr>
            <p:cNvSpPr>
              <a:spLocks noChangeShapeType="1"/>
            </p:cNvSpPr>
            <p:nvPr/>
          </p:nvSpPr>
          <p:spPr bwMode="auto">
            <a:xfrm>
              <a:off x="3819" y="2064"/>
              <a:ext cx="0" cy="34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2" name="Line 18">
              <a:extLst>
                <a:ext uri="{FF2B5EF4-FFF2-40B4-BE49-F238E27FC236}">
                  <a16:creationId xmlns:a16="http://schemas.microsoft.com/office/drawing/2014/main" id="{41942231-16A7-B1EA-562A-94B020286681}"/>
                </a:ext>
              </a:extLst>
            </p:cNvPr>
            <p:cNvSpPr>
              <a:spLocks noChangeShapeType="1"/>
            </p:cNvSpPr>
            <p:nvPr/>
          </p:nvSpPr>
          <p:spPr bwMode="auto">
            <a:xfrm>
              <a:off x="4070" y="2064"/>
              <a:ext cx="0" cy="4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3" name="Line 19">
              <a:extLst>
                <a:ext uri="{FF2B5EF4-FFF2-40B4-BE49-F238E27FC236}">
                  <a16:creationId xmlns:a16="http://schemas.microsoft.com/office/drawing/2014/main" id="{EE33CAF4-0C66-EC88-14EC-BFDBF7C5A8C8}"/>
                </a:ext>
              </a:extLst>
            </p:cNvPr>
            <p:cNvSpPr>
              <a:spLocks noChangeShapeType="1"/>
            </p:cNvSpPr>
            <p:nvPr/>
          </p:nvSpPr>
          <p:spPr bwMode="auto">
            <a:xfrm>
              <a:off x="3830" y="1243"/>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4" name="Line 20">
              <a:extLst>
                <a:ext uri="{FF2B5EF4-FFF2-40B4-BE49-F238E27FC236}">
                  <a16:creationId xmlns:a16="http://schemas.microsoft.com/office/drawing/2014/main" id="{8C23E404-E936-521D-D7D5-99BB94EDEF1B}"/>
                </a:ext>
              </a:extLst>
            </p:cNvPr>
            <p:cNvSpPr>
              <a:spLocks noChangeShapeType="1"/>
            </p:cNvSpPr>
            <p:nvPr/>
          </p:nvSpPr>
          <p:spPr bwMode="auto">
            <a:xfrm>
              <a:off x="4091" y="1248"/>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5" name="Text Box 21">
              <a:extLst>
                <a:ext uri="{FF2B5EF4-FFF2-40B4-BE49-F238E27FC236}">
                  <a16:creationId xmlns:a16="http://schemas.microsoft.com/office/drawing/2014/main" id="{A02090CA-84F8-B6A1-F706-DA8CB7AA27D7}"/>
                </a:ext>
              </a:extLst>
            </p:cNvPr>
            <p:cNvSpPr txBox="1">
              <a:spLocks noChangeArrowheads="1"/>
            </p:cNvSpPr>
            <p:nvPr/>
          </p:nvSpPr>
          <p:spPr bwMode="auto">
            <a:xfrm>
              <a:off x="3756" y="1429"/>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   B  </a:t>
              </a:r>
              <a:endParaRPr lang="ru-RU" altLang="en-US" sz="1800"/>
            </a:p>
          </p:txBody>
        </p:sp>
        <p:sp>
          <p:nvSpPr>
            <p:cNvPr id="61462" name="Rectangle 22">
              <a:extLst>
                <a:ext uri="{FF2B5EF4-FFF2-40B4-BE49-F238E27FC236}">
                  <a16:creationId xmlns:a16="http://schemas.microsoft.com/office/drawing/2014/main" id="{39C8A540-6638-401F-AEEB-61C17F36E826}"/>
                </a:ext>
              </a:extLst>
            </p:cNvPr>
            <p:cNvSpPr>
              <a:spLocks noChangeArrowheads="1"/>
            </p:cNvSpPr>
            <p:nvPr/>
          </p:nvSpPr>
          <p:spPr bwMode="auto">
            <a:xfrm>
              <a:off x="4649" y="1429"/>
              <a:ext cx="531"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487" name="Line 23">
              <a:extLst>
                <a:ext uri="{FF2B5EF4-FFF2-40B4-BE49-F238E27FC236}">
                  <a16:creationId xmlns:a16="http://schemas.microsoft.com/office/drawing/2014/main" id="{2E6D3772-2C0F-38DE-B8BD-A6F1C40A42F9}"/>
                </a:ext>
              </a:extLst>
            </p:cNvPr>
            <p:cNvSpPr>
              <a:spLocks noChangeShapeType="1"/>
            </p:cNvSpPr>
            <p:nvPr/>
          </p:nvSpPr>
          <p:spPr bwMode="auto">
            <a:xfrm>
              <a:off x="4816" y="2064"/>
              <a:ext cx="1" cy="75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88" name="Line 24">
              <a:extLst>
                <a:ext uri="{FF2B5EF4-FFF2-40B4-BE49-F238E27FC236}">
                  <a16:creationId xmlns:a16="http://schemas.microsoft.com/office/drawing/2014/main" id="{D6F3E722-14B2-6A30-353E-2D2BB909DB29}"/>
                </a:ext>
              </a:extLst>
            </p:cNvPr>
            <p:cNvSpPr>
              <a:spLocks noChangeShapeType="1"/>
            </p:cNvSpPr>
            <p:nvPr/>
          </p:nvSpPr>
          <p:spPr bwMode="auto">
            <a:xfrm>
              <a:off x="5082" y="2064"/>
              <a:ext cx="0" cy="127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2489" name="Line 25">
              <a:extLst>
                <a:ext uri="{FF2B5EF4-FFF2-40B4-BE49-F238E27FC236}">
                  <a16:creationId xmlns:a16="http://schemas.microsoft.com/office/drawing/2014/main" id="{96A64368-971E-063E-8D43-952B541AB46A}"/>
                </a:ext>
              </a:extLst>
            </p:cNvPr>
            <p:cNvSpPr>
              <a:spLocks noChangeShapeType="1"/>
            </p:cNvSpPr>
            <p:nvPr/>
          </p:nvSpPr>
          <p:spPr bwMode="auto">
            <a:xfrm>
              <a:off x="4794" y="1243"/>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0" name="Line 26">
              <a:extLst>
                <a:ext uri="{FF2B5EF4-FFF2-40B4-BE49-F238E27FC236}">
                  <a16:creationId xmlns:a16="http://schemas.microsoft.com/office/drawing/2014/main" id="{D559F1F3-DADE-6ABE-961E-B339126D9CAC}"/>
                </a:ext>
              </a:extLst>
            </p:cNvPr>
            <p:cNvSpPr>
              <a:spLocks noChangeShapeType="1"/>
            </p:cNvSpPr>
            <p:nvPr/>
          </p:nvSpPr>
          <p:spPr bwMode="auto">
            <a:xfrm>
              <a:off x="5013" y="1248"/>
              <a:ext cx="0" cy="18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1" name="Text Box 27">
              <a:extLst>
                <a:ext uri="{FF2B5EF4-FFF2-40B4-BE49-F238E27FC236}">
                  <a16:creationId xmlns:a16="http://schemas.microsoft.com/office/drawing/2014/main" id="{21034C40-6419-DE1D-C62F-FF2E7168166E}"/>
                </a:ext>
              </a:extLst>
            </p:cNvPr>
            <p:cNvSpPr txBox="1">
              <a:spLocks noChangeArrowheads="1"/>
            </p:cNvSpPr>
            <p:nvPr/>
          </p:nvSpPr>
          <p:spPr bwMode="auto">
            <a:xfrm>
              <a:off x="4720" y="1429"/>
              <a:ext cx="47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   B  </a:t>
              </a:r>
              <a:endParaRPr lang="ru-RU" altLang="en-US" sz="1800"/>
            </a:p>
          </p:txBody>
        </p:sp>
        <p:sp>
          <p:nvSpPr>
            <p:cNvPr id="62492" name="Line 28">
              <a:extLst>
                <a:ext uri="{FF2B5EF4-FFF2-40B4-BE49-F238E27FC236}">
                  <a16:creationId xmlns:a16="http://schemas.microsoft.com/office/drawing/2014/main" id="{A658B601-5213-7FFD-688A-B6487A3F956F}"/>
                </a:ext>
              </a:extLst>
            </p:cNvPr>
            <p:cNvSpPr>
              <a:spLocks noChangeShapeType="1"/>
            </p:cNvSpPr>
            <p:nvPr/>
          </p:nvSpPr>
          <p:spPr bwMode="auto">
            <a:xfrm>
              <a:off x="2322" y="1300"/>
              <a:ext cx="0" cy="4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3" name="Line 29">
              <a:extLst>
                <a:ext uri="{FF2B5EF4-FFF2-40B4-BE49-F238E27FC236}">
                  <a16:creationId xmlns:a16="http://schemas.microsoft.com/office/drawing/2014/main" id="{7E4094F1-EB36-4305-BE41-199B5B4407E8}"/>
                </a:ext>
              </a:extLst>
            </p:cNvPr>
            <p:cNvSpPr>
              <a:spLocks noChangeShapeType="1"/>
            </p:cNvSpPr>
            <p:nvPr/>
          </p:nvSpPr>
          <p:spPr bwMode="auto">
            <a:xfrm>
              <a:off x="2186" y="1773"/>
              <a:ext cx="1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4" name="Line 30">
              <a:extLst>
                <a:ext uri="{FF2B5EF4-FFF2-40B4-BE49-F238E27FC236}">
                  <a16:creationId xmlns:a16="http://schemas.microsoft.com/office/drawing/2014/main" id="{AE4448E9-BB0E-CF0D-6E35-5E39BCAE8AC9}"/>
                </a:ext>
              </a:extLst>
            </p:cNvPr>
            <p:cNvSpPr>
              <a:spLocks noChangeShapeType="1"/>
            </p:cNvSpPr>
            <p:nvPr/>
          </p:nvSpPr>
          <p:spPr bwMode="auto">
            <a:xfrm>
              <a:off x="3320" y="1269"/>
              <a:ext cx="0" cy="4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5" name="Line 31">
              <a:extLst>
                <a:ext uri="{FF2B5EF4-FFF2-40B4-BE49-F238E27FC236}">
                  <a16:creationId xmlns:a16="http://schemas.microsoft.com/office/drawing/2014/main" id="{15ED99DD-A25B-BE1A-84B5-2922B0362936}"/>
                </a:ext>
              </a:extLst>
            </p:cNvPr>
            <p:cNvSpPr>
              <a:spLocks noChangeShapeType="1"/>
            </p:cNvSpPr>
            <p:nvPr/>
          </p:nvSpPr>
          <p:spPr bwMode="auto">
            <a:xfrm>
              <a:off x="3184" y="1749"/>
              <a:ext cx="1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6" name="Line 32">
              <a:extLst>
                <a:ext uri="{FF2B5EF4-FFF2-40B4-BE49-F238E27FC236}">
                  <a16:creationId xmlns:a16="http://schemas.microsoft.com/office/drawing/2014/main" id="{69595F2E-3064-01B6-D53C-D2E1259980A6}"/>
                </a:ext>
              </a:extLst>
            </p:cNvPr>
            <p:cNvSpPr>
              <a:spLocks noChangeShapeType="1"/>
            </p:cNvSpPr>
            <p:nvPr/>
          </p:nvSpPr>
          <p:spPr bwMode="auto">
            <a:xfrm>
              <a:off x="4347" y="1245"/>
              <a:ext cx="0" cy="4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7" name="Line 33">
              <a:extLst>
                <a:ext uri="{FF2B5EF4-FFF2-40B4-BE49-F238E27FC236}">
                  <a16:creationId xmlns:a16="http://schemas.microsoft.com/office/drawing/2014/main" id="{BDC32A32-3E5F-F743-62AF-336D0C63F52A}"/>
                </a:ext>
              </a:extLst>
            </p:cNvPr>
            <p:cNvSpPr>
              <a:spLocks noChangeShapeType="1"/>
            </p:cNvSpPr>
            <p:nvPr/>
          </p:nvSpPr>
          <p:spPr bwMode="auto">
            <a:xfrm>
              <a:off x="4211" y="1733"/>
              <a:ext cx="1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8" name="Line 34">
              <a:extLst>
                <a:ext uri="{FF2B5EF4-FFF2-40B4-BE49-F238E27FC236}">
                  <a16:creationId xmlns:a16="http://schemas.microsoft.com/office/drawing/2014/main" id="{B21F6443-86A5-C3FB-0FB0-88954FC05677}"/>
                </a:ext>
              </a:extLst>
            </p:cNvPr>
            <p:cNvSpPr>
              <a:spLocks noChangeShapeType="1"/>
            </p:cNvSpPr>
            <p:nvPr/>
          </p:nvSpPr>
          <p:spPr bwMode="auto">
            <a:xfrm>
              <a:off x="5316" y="1245"/>
              <a:ext cx="0" cy="47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499" name="Line 35">
              <a:extLst>
                <a:ext uri="{FF2B5EF4-FFF2-40B4-BE49-F238E27FC236}">
                  <a16:creationId xmlns:a16="http://schemas.microsoft.com/office/drawing/2014/main" id="{BDE91B40-B443-0950-800B-A80ACA662869}"/>
                </a:ext>
              </a:extLst>
            </p:cNvPr>
            <p:cNvSpPr>
              <a:spLocks noChangeShapeType="1"/>
            </p:cNvSpPr>
            <p:nvPr/>
          </p:nvSpPr>
          <p:spPr bwMode="auto">
            <a:xfrm>
              <a:off x="5180" y="1725"/>
              <a:ext cx="136"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6" name="Rectangle 36">
              <a:extLst>
                <a:ext uri="{FF2B5EF4-FFF2-40B4-BE49-F238E27FC236}">
                  <a16:creationId xmlns:a16="http://schemas.microsoft.com/office/drawing/2014/main" id="{53FE9602-080C-4D85-8A78-4731B3FEB2F9}"/>
                </a:ext>
              </a:extLst>
            </p:cNvPr>
            <p:cNvSpPr>
              <a:spLocks noChangeArrowheads="1"/>
            </p:cNvSpPr>
            <p:nvPr/>
          </p:nvSpPr>
          <p:spPr bwMode="auto">
            <a:xfrm>
              <a:off x="615" y="2576"/>
              <a:ext cx="559"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501" name="Line 37">
              <a:extLst>
                <a:ext uri="{FF2B5EF4-FFF2-40B4-BE49-F238E27FC236}">
                  <a16:creationId xmlns:a16="http://schemas.microsoft.com/office/drawing/2014/main" id="{8909FFBA-8DD6-3499-0615-D0D5180AFBF2}"/>
                </a:ext>
              </a:extLst>
            </p:cNvPr>
            <p:cNvSpPr>
              <a:spLocks noChangeShapeType="1"/>
            </p:cNvSpPr>
            <p:nvPr/>
          </p:nvSpPr>
          <p:spPr bwMode="auto">
            <a:xfrm>
              <a:off x="896" y="3211"/>
              <a:ext cx="0" cy="18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2502" name="Line 38">
              <a:extLst>
                <a:ext uri="{FF2B5EF4-FFF2-40B4-BE49-F238E27FC236}">
                  <a16:creationId xmlns:a16="http://schemas.microsoft.com/office/drawing/2014/main" id="{A6DD7B87-83F0-04C3-9E30-10EC1342FD62}"/>
                </a:ext>
              </a:extLst>
            </p:cNvPr>
            <p:cNvSpPr>
              <a:spLocks noChangeShapeType="1"/>
            </p:cNvSpPr>
            <p:nvPr/>
          </p:nvSpPr>
          <p:spPr bwMode="auto">
            <a:xfrm>
              <a:off x="963" y="2259"/>
              <a:ext cx="0" cy="31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479" name="Rectangle 39">
              <a:extLst>
                <a:ext uri="{FF2B5EF4-FFF2-40B4-BE49-F238E27FC236}">
                  <a16:creationId xmlns:a16="http://schemas.microsoft.com/office/drawing/2014/main" id="{CC170373-F22E-449D-8611-B3A49ED8D05E}"/>
                </a:ext>
              </a:extLst>
            </p:cNvPr>
            <p:cNvSpPr>
              <a:spLocks noChangeArrowheads="1"/>
            </p:cNvSpPr>
            <p:nvPr/>
          </p:nvSpPr>
          <p:spPr bwMode="auto">
            <a:xfrm>
              <a:off x="1593" y="2555"/>
              <a:ext cx="579"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504" name="Line 40">
              <a:extLst>
                <a:ext uri="{FF2B5EF4-FFF2-40B4-BE49-F238E27FC236}">
                  <a16:creationId xmlns:a16="http://schemas.microsoft.com/office/drawing/2014/main" id="{9EF9A6CB-FA9C-B499-FD29-D6B3C0A9E626}"/>
                </a:ext>
              </a:extLst>
            </p:cNvPr>
            <p:cNvSpPr>
              <a:spLocks noChangeShapeType="1"/>
            </p:cNvSpPr>
            <p:nvPr/>
          </p:nvSpPr>
          <p:spPr bwMode="auto">
            <a:xfrm>
              <a:off x="1874" y="3190"/>
              <a:ext cx="0" cy="204"/>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2505" name="Line 41">
              <a:extLst>
                <a:ext uri="{FF2B5EF4-FFF2-40B4-BE49-F238E27FC236}">
                  <a16:creationId xmlns:a16="http://schemas.microsoft.com/office/drawing/2014/main" id="{471E9999-E692-74C8-79DF-39A8C2A15476}"/>
                </a:ext>
              </a:extLst>
            </p:cNvPr>
            <p:cNvSpPr>
              <a:spLocks noChangeShapeType="1"/>
            </p:cNvSpPr>
            <p:nvPr/>
          </p:nvSpPr>
          <p:spPr bwMode="auto">
            <a:xfrm>
              <a:off x="1778" y="2337"/>
              <a:ext cx="0" cy="21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06" name="Line 42">
              <a:extLst>
                <a:ext uri="{FF2B5EF4-FFF2-40B4-BE49-F238E27FC236}">
                  <a16:creationId xmlns:a16="http://schemas.microsoft.com/office/drawing/2014/main" id="{ACF5FAD0-1F2A-386E-A4D5-D2970104FCF2}"/>
                </a:ext>
              </a:extLst>
            </p:cNvPr>
            <p:cNvSpPr>
              <a:spLocks noChangeShapeType="1"/>
            </p:cNvSpPr>
            <p:nvPr/>
          </p:nvSpPr>
          <p:spPr bwMode="auto">
            <a:xfrm>
              <a:off x="1982" y="2414"/>
              <a:ext cx="0" cy="13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07" name="Text Box 43">
              <a:extLst>
                <a:ext uri="{FF2B5EF4-FFF2-40B4-BE49-F238E27FC236}">
                  <a16:creationId xmlns:a16="http://schemas.microsoft.com/office/drawing/2014/main" id="{84BF4A89-4FBE-BD8B-083A-B1DED2DFF5A8}"/>
                </a:ext>
              </a:extLst>
            </p:cNvPr>
            <p:cNvSpPr txBox="1">
              <a:spLocks noChangeArrowheads="1"/>
            </p:cNvSpPr>
            <p:nvPr/>
          </p:nvSpPr>
          <p:spPr bwMode="auto">
            <a:xfrm>
              <a:off x="1656" y="2555"/>
              <a:ext cx="47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   B</a:t>
              </a:r>
              <a:endParaRPr lang="ru-RU" altLang="en-US" sz="1800"/>
            </a:p>
          </p:txBody>
        </p:sp>
        <p:sp>
          <p:nvSpPr>
            <p:cNvPr id="61484" name="Rectangle 44">
              <a:extLst>
                <a:ext uri="{FF2B5EF4-FFF2-40B4-BE49-F238E27FC236}">
                  <a16:creationId xmlns:a16="http://schemas.microsoft.com/office/drawing/2014/main" id="{5A16E4C3-C104-4BA7-B332-A0219C54F417}"/>
                </a:ext>
              </a:extLst>
            </p:cNvPr>
            <p:cNvSpPr>
              <a:spLocks noChangeArrowheads="1"/>
            </p:cNvSpPr>
            <p:nvPr/>
          </p:nvSpPr>
          <p:spPr bwMode="auto">
            <a:xfrm>
              <a:off x="2625" y="2547"/>
              <a:ext cx="569"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509" name="Line 45">
              <a:extLst>
                <a:ext uri="{FF2B5EF4-FFF2-40B4-BE49-F238E27FC236}">
                  <a16:creationId xmlns:a16="http://schemas.microsoft.com/office/drawing/2014/main" id="{E4BEA8BA-AA53-FC5C-10FB-4B3E65AEEF35}"/>
                </a:ext>
              </a:extLst>
            </p:cNvPr>
            <p:cNvSpPr>
              <a:spLocks noChangeShapeType="1"/>
            </p:cNvSpPr>
            <p:nvPr/>
          </p:nvSpPr>
          <p:spPr bwMode="auto">
            <a:xfrm>
              <a:off x="2930" y="3182"/>
              <a:ext cx="0" cy="18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2510" name="Line 46">
              <a:extLst>
                <a:ext uri="{FF2B5EF4-FFF2-40B4-BE49-F238E27FC236}">
                  <a16:creationId xmlns:a16="http://schemas.microsoft.com/office/drawing/2014/main" id="{6639D4CE-5FA7-26AD-DCB3-0574F21372C9}"/>
                </a:ext>
              </a:extLst>
            </p:cNvPr>
            <p:cNvSpPr>
              <a:spLocks noChangeShapeType="1"/>
            </p:cNvSpPr>
            <p:nvPr/>
          </p:nvSpPr>
          <p:spPr bwMode="auto">
            <a:xfrm>
              <a:off x="3079" y="2411"/>
              <a:ext cx="0" cy="136"/>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1" name="Text Box 47">
              <a:extLst>
                <a:ext uri="{FF2B5EF4-FFF2-40B4-BE49-F238E27FC236}">
                  <a16:creationId xmlns:a16="http://schemas.microsoft.com/office/drawing/2014/main" id="{E345E37B-A143-BE4A-D783-7C81496A45FA}"/>
                </a:ext>
              </a:extLst>
            </p:cNvPr>
            <p:cNvSpPr txBox="1">
              <a:spLocks noChangeArrowheads="1"/>
            </p:cNvSpPr>
            <p:nvPr/>
          </p:nvSpPr>
          <p:spPr bwMode="auto">
            <a:xfrm>
              <a:off x="2744" y="2547"/>
              <a:ext cx="57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   B  </a:t>
              </a:r>
              <a:endParaRPr lang="ru-RU" altLang="en-US" sz="1800"/>
            </a:p>
          </p:txBody>
        </p:sp>
        <p:sp>
          <p:nvSpPr>
            <p:cNvPr id="61488" name="Rectangle 48">
              <a:extLst>
                <a:ext uri="{FF2B5EF4-FFF2-40B4-BE49-F238E27FC236}">
                  <a16:creationId xmlns:a16="http://schemas.microsoft.com/office/drawing/2014/main" id="{9DCFA5AC-4BE1-4319-8B8F-3146D8D7C7FA}"/>
                </a:ext>
              </a:extLst>
            </p:cNvPr>
            <p:cNvSpPr>
              <a:spLocks noChangeArrowheads="1"/>
            </p:cNvSpPr>
            <p:nvPr/>
          </p:nvSpPr>
          <p:spPr bwMode="auto">
            <a:xfrm>
              <a:off x="3637" y="2547"/>
              <a:ext cx="545" cy="635"/>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eaLnBrk="1" hangingPunct="1">
                <a:defRPr/>
              </a:pPr>
              <a:endParaRPr lang="ru-RU">
                <a:latin typeface="Arial" charset="0"/>
                <a:cs typeface="Arial" charset="0"/>
              </a:endParaRPr>
            </a:p>
          </p:txBody>
        </p:sp>
        <p:sp>
          <p:nvSpPr>
            <p:cNvPr id="62513" name="Line 49">
              <a:extLst>
                <a:ext uri="{FF2B5EF4-FFF2-40B4-BE49-F238E27FC236}">
                  <a16:creationId xmlns:a16="http://schemas.microsoft.com/office/drawing/2014/main" id="{224301C7-BCF1-8484-7E19-3AA4C589AFFC}"/>
                </a:ext>
              </a:extLst>
            </p:cNvPr>
            <p:cNvSpPr>
              <a:spLocks noChangeShapeType="1"/>
            </p:cNvSpPr>
            <p:nvPr/>
          </p:nvSpPr>
          <p:spPr bwMode="auto">
            <a:xfrm>
              <a:off x="3910" y="3182"/>
              <a:ext cx="0" cy="182"/>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2514" name="Line 50">
              <a:extLst>
                <a:ext uri="{FF2B5EF4-FFF2-40B4-BE49-F238E27FC236}">
                  <a16:creationId xmlns:a16="http://schemas.microsoft.com/office/drawing/2014/main" id="{95203C21-C3C6-C640-8B9D-5CD602A03AE4}"/>
                </a:ext>
              </a:extLst>
            </p:cNvPr>
            <p:cNvSpPr>
              <a:spLocks noChangeShapeType="1"/>
            </p:cNvSpPr>
            <p:nvPr/>
          </p:nvSpPr>
          <p:spPr bwMode="auto">
            <a:xfrm flipV="1">
              <a:off x="1174" y="2864"/>
              <a:ext cx="422"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5" name="Line 51">
              <a:extLst>
                <a:ext uri="{FF2B5EF4-FFF2-40B4-BE49-F238E27FC236}">
                  <a16:creationId xmlns:a16="http://schemas.microsoft.com/office/drawing/2014/main" id="{219DF800-6200-7BAE-B578-B65BF42FABEE}"/>
                </a:ext>
              </a:extLst>
            </p:cNvPr>
            <p:cNvSpPr>
              <a:spLocks noChangeShapeType="1"/>
            </p:cNvSpPr>
            <p:nvPr/>
          </p:nvSpPr>
          <p:spPr bwMode="auto">
            <a:xfrm flipV="1">
              <a:off x="2172" y="2864"/>
              <a:ext cx="4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6" name="Line 52">
              <a:extLst>
                <a:ext uri="{FF2B5EF4-FFF2-40B4-BE49-F238E27FC236}">
                  <a16:creationId xmlns:a16="http://schemas.microsoft.com/office/drawing/2014/main" id="{A28DD0DC-3E01-28E0-27FC-A15F19EB9764}"/>
                </a:ext>
              </a:extLst>
            </p:cNvPr>
            <p:cNvSpPr>
              <a:spLocks noChangeShapeType="1"/>
            </p:cNvSpPr>
            <p:nvPr/>
          </p:nvSpPr>
          <p:spPr bwMode="auto">
            <a:xfrm flipV="1">
              <a:off x="3199" y="2848"/>
              <a:ext cx="44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7" name="Line 53">
              <a:extLst>
                <a:ext uri="{FF2B5EF4-FFF2-40B4-BE49-F238E27FC236}">
                  <a16:creationId xmlns:a16="http://schemas.microsoft.com/office/drawing/2014/main" id="{5BE6171F-1085-2A5A-586E-389CC5365078}"/>
                </a:ext>
              </a:extLst>
            </p:cNvPr>
            <p:cNvSpPr>
              <a:spLocks noChangeShapeType="1"/>
            </p:cNvSpPr>
            <p:nvPr/>
          </p:nvSpPr>
          <p:spPr bwMode="auto">
            <a:xfrm>
              <a:off x="4177" y="2827"/>
              <a:ext cx="64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8" name="Line 54">
              <a:extLst>
                <a:ext uri="{FF2B5EF4-FFF2-40B4-BE49-F238E27FC236}">
                  <a16:creationId xmlns:a16="http://schemas.microsoft.com/office/drawing/2014/main" id="{20AA916F-2402-07F8-CA8D-0BBB2DAD60C7}"/>
                </a:ext>
              </a:extLst>
            </p:cNvPr>
            <p:cNvSpPr>
              <a:spLocks noChangeShapeType="1"/>
            </p:cNvSpPr>
            <p:nvPr/>
          </p:nvSpPr>
          <p:spPr bwMode="auto">
            <a:xfrm>
              <a:off x="3077" y="2406"/>
              <a:ext cx="74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19" name="Text Box 55">
              <a:extLst>
                <a:ext uri="{FF2B5EF4-FFF2-40B4-BE49-F238E27FC236}">
                  <a16:creationId xmlns:a16="http://schemas.microsoft.com/office/drawing/2014/main" id="{EEB20CD8-AC24-A7F6-1671-A96A7CB5344B}"/>
                </a:ext>
              </a:extLst>
            </p:cNvPr>
            <p:cNvSpPr txBox="1">
              <a:spLocks noChangeArrowheads="1"/>
            </p:cNvSpPr>
            <p:nvPr/>
          </p:nvSpPr>
          <p:spPr bwMode="auto">
            <a:xfrm>
              <a:off x="1892" y="1613"/>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Cin</a:t>
              </a:r>
              <a:endParaRPr lang="ru-RU" altLang="en-US" sz="1800"/>
            </a:p>
          </p:txBody>
        </p:sp>
        <p:sp>
          <p:nvSpPr>
            <p:cNvPr id="62520" name="Text Box 56">
              <a:extLst>
                <a:ext uri="{FF2B5EF4-FFF2-40B4-BE49-F238E27FC236}">
                  <a16:creationId xmlns:a16="http://schemas.microsoft.com/office/drawing/2014/main" id="{4090565D-A8F9-515A-8068-DE1FC794E4F2}"/>
                </a:ext>
              </a:extLst>
            </p:cNvPr>
            <p:cNvSpPr txBox="1">
              <a:spLocks noChangeArrowheads="1"/>
            </p:cNvSpPr>
            <p:nvPr/>
          </p:nvSpPr>
          <p:spPr bwMode="auto">
            <a:xfrm>
              <a:off x="1599" y="1896"/>
              <a:ext cx="6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Cout  S</a:t>
              </a:r>
              <a:endParaRPr lang="ru-RU" altLang="en-US" sz="1800"/>
            </a:p>
          </p:txBody>
        </p:sp>
        <p:sp>
          <p:nvSpPr>
            <p:cNvPr id="62521" name="Text Box 57">
              <a:extLst>
                <a:ext uri="{FF2B5EF4-FFF2-40B4-BE49-F238E27FC236}">
                  <a16:creationId xmlns:a16="http://schemas.microsoft.com/office/drawing/2014/main" id="{62045C69-333C-7FA8-C078-D85204721D7B}"/>
                </a:ext>
              </a:extLst>
            </p:cNvPr>
            <p:cNvSpPr txBox="1">
              <a:spLocks noChangeArrowheads="1"/>
            </p:cNvSpPr>
            <p:nvPr/>
          </p:nvSpPr>
          <p:spPr bwMode="auto">
            <a:xfrm>
              <a:off x="2877" y="1597"/>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Cin</a:t>
              </a:r>
              <a:endParaRPr lang="ru-RU" altLang="en-US" sz="1800"/>
            </a:p>
          </p:txBody>
        </p:sp>
        <p:sp>
          <p:nvSpPr>
            <p:cNvPr id="62522" name="Text Box 58">
              <a:extLst>
                <a:ext uri="{FF2B5EF4-FFF2-40B4-BE49-F238E27FC236}">
                  <a16:creationId xmlns:a16="http://schemas.microsoft.com/office/drawing/2014/main" id="{0C51F44D-91C9-28EE-C3C0-EF4ED85AE853}"/>
                </a:ext>
              </a:extLst>
            </p:cNvPr>
            <p:cNvSpPr txBox="1">
              <a:spLocks noChangeArrowheads="1"/>
            </p:cNvSpPr>
            <p:nvPr/>
          </p:nvSpPr>
          <p:spPr bwMode="auto">
            <a:xfrm>
              <a:off x="2605" y="1880"/>
              <a:ext cx="6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Cout  S</a:t>
              </a:r>
              <a:endParaRPr lang="ru-RU" altLang="en-US" sz="1800"/>
            </a:p>
          </p:txBody>
        </p:sp>
        <p:sp>
          <p:nvSpPr>
            <p:cNvPr id="62523" name="Line 59">
              <a:extLst>
                <a:ext uri="{FF2B5EF4-FFF2-40B4-BE49-F238E27FC236}">
                  <a16:creationId xmlns:a16="http://schemas.microsoft.com/office/drawing/2014/main" id="{129AD32F-8CB4-DA49-78AC-EA377135685F}"/>
                </a:ext>
              </a:extLst>
            </p:cNvPr>
            <p:cNvSpPr>
              <a:spLocks noChangeShapeType="1"/>
            </p:cNvSpPr>
            <p:nvPr/>
          </p:nvSpPr>
          <p:spPr bwMode="auto">
            <a:xfrm>
              <a:off x="2824" y="2320"/>
              <a:ext cx="230"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24" name="Line 60">
              <a:extLst>
                <a:ext uri="{FF2B5EF4-FFF2-40B4-BE49-F238E27FC236}">
                  <a16:creationId xmlns:a16="http://schemas.microsoft.com/office/drawing/2014/main" id="{65CED223-7205-ECE9-A6D8-AC93FB76D194}"/>
                </a:ext>
              </a:extLst>
            </p:cNvPr>
            <p:cNvSpPr>
              <a:spLocks noChangeShapeType="1"/>
            </p:cNvSpPr>
            <p:nvPr/>
          </p:nvSpPr>
          <p:spPr bwMode="auto">
            <a:xfrm>
              <a:off x="2738" y="2088"/>
              <a:ext cx="0" cy="31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25" name="Line 61">
              <a:extLst>
                <a:ext uri="{FF2B5EF4-FFF2-40B4-BE49-F238E27FC236}">
                  <a16:creationId xmlns:a16="http://schemas.microsoft.com/office/drawing/2014/main" id="{17AFD4B4-A98E-B818-63CA-D95128C6CD4F}"/>
                </a:ext>
              </a:extLst>
            </p:cNvPr>
            <p:cNvSpPr>
              <a:spLocks noChangeShapeType="1"/>
            </p:cNvSpPr>
            <p:nvPr/>
          </p:nvSpPr>
          <p:spPr bwMode="auto">
            <a:xfrm>
              <a:off x="1987" y="2403"/>
              <a:ext cx="74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26" name="Text Box 62">
              <a:extLst>
                <a:ext uri="{FF2B5EF4-FFF2-40B4-BE49-F238E27FC236}">
                  <a16:creationId xmlns:a16="http://schemas.microsoft.com/office/drawing/2014/main" id="{C39394EF-B7CC-F246-5183-FD4849B8E9C1}"/>
                </a:ext>
              </a:extLst>
            </p:cNvPr>
            <p:cNvSpPr txBox="1">
              <a:spLocks noChangeArrowheads="1"/>
            </p:cNvSpPr>
            <p:nvPr/>
          </p:nvSpPr>
          <p:spPr bwMode="auto">
            <a:xfrm>
              <a:off x="3637" y="1867"/>
              <a:ext cx="6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Cout  S</a:t>
              </a:r>
              <a:endParaRPr lang="ru-RU" altLang="en-US" sz="1800"/>
            </a:p>
          </p:txBody>
        </p:sp>
        <p:sp>
          <p:nvSpPr>
            <p:cNvPr id="62527" name="Text Box 63">
              <a:extLst>
                <a:ext uri="{FF2B5EF4-FFF2-40B4-BE49-F238E27FC236}">
                  <a16:creationId xmlns:a16="http://schemas.microsoft.com/office/drawing/2014/main" id="{793EBC0C-2B8E-630E-4065-B7FA7142F715}"/>
                </a:ext>
              </a:extLst>
            </p:cNvPr>
            <p:cNvSpPr txBox="1">
              <a:spLocks noChangeArrowheads="1"/>
            </p:cNvSpPr>
            <p:nvPr/>
          </p:nvSpPr>
          <p:spPr bwMode="auto">
            <a:xfrm>
              <a:off x="3909" y="1594"/>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Cin</a:t>
              </a:r>
              <a:endParaRPr lang="ru-RU" altLang="en-US" sz="1800"/>
            </a:p>
          </p:txBody>
        </p:sp>
        <p:sp>
          <p:nvSpPr>
            <p:cNvPr id="62528" name="Text Box 64">
              <a:extLst>
                <a:ext uri="{FF2B5EF4-FFF2-40B4-BE49-F238E27FC236}">
                  <a16:creationId xmlns:a16="http://schemas.microsoft.com/office/drawing/2014/main" id="{AC184510-E435-2750-EF8E-CC237A2E686F}"/>
                </a:ext>
              </a:extLst>
            </p:cNvPr>
            <p:cNvSpPr txBox="1">
              <a:spLocks noChangeArrowheads="1"/>
            </p:cNvSpPr>
            <p:nvPr/>
          </p:nvSpPr>
          <p:spPr bwMode="auto">
            <a:xfrm>
              <a:off x="4862" y="1594"/>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Cin</a:t>
              </a:r>
              <a:endParaRPr lang="ru-RU" altLang="en-US" sz="1800"/>
            </a:p>
          </p:txBody>
        </p:sp>
        <p:sp>
          <p:nvSpPr>
            <p:cNvPr id="62529" name="Text Box 65">
              <a:extLst>
                <a:ext uri="{FF2B5EF4-FFF2-40B4-BE49-F238E27FC236}">
                  <a16:creationId xmlns:a16="http://schemas.microsoft.com/office/drawing/2014/main" id="{AD31D6D0-E218-0CD4-BF7E-07CB3ED9256B}"/>
                </a:ext>
              </a:extLst>
            </p:cNvPr>
            <p:cNvSpPr txBox="1">
              <a:spLocks noChangeArrowheads="1"/>
            </p:cNvSpPr>
            <p:nvPr/>
          </p:nvSpPr>
          <p:spPr bwMode="auto">
            <a:xfrm>
              <a:off x="4622" y="1872"/>
              <a:ext cx="64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Cout  S</a:t>
              </a:r>
              <a:endParaRPr lang="ru-RU" altLang="en-US" sz="1800"/>
            </a:p>
          </p:txBody>
        </p:sp>
        <p:sp>
          <p:nvSpPr>
            <p:cNvPr id="62530" name="Line 66">
              <a:extLst>
                <a:ext uri="{FF2B5EF4-FFF2-40B4-BE49-F238E27FC236}">
                  <a16:creationId xmlns:a16="http://schemas.microsoft.com/office/drawing/2014/main" id="{71F67D96-2C4A-1308-03E6-E6C80BB4FE53}"/>
                </a:ext>
              </a:extLst>
            </p:cNvPr>
            <p:cNvSpPr>
              <a:spLocks noChangeShapeType="1"/>
            </p:cNvSpPr>
            <p:nvPr/>
          </p:nvSpPr>
          <p:spPr bwMode="auto">
            <a:xfrm>
              <a:off x="961" y="2251"/>
              <a:ext cx="81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31" name="Line 67">
              <a:extLst>
                <a:ext uri="{FF2B5EF4-FFF2-40B4-BE49-F238E27FC236}">
                  <a16:creationId xmlns:a16="http://schemas.microsoft.com/office/drawing/2014/main" id="{18A0DFD7-ED7E-29A5-6E69-FF7795DEB9A2}"/>
                </a:ext>
              </a:extLst>
            </p:cNvPr>
            <p:cNvSpPr>
              <a:spLocks noChangeShapeType="1"/>
            </p:cNvSpPr>
            <p:nvPr/>
          </p:nvSpPr>
          <p:spPr bwMode="auto">
            <a:xfrm>
              <a:off x="1769" y="2328"/>
              <a:ext cx="259"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32" name="Text Box 68">
              <a:extLst>
                <a:ext uri="{FF2B5EF4-FFF2-40B4-BE49-F238E27FC236}">
                  <a16:creationId xmlns:a16="http://schemas.microsoft.com/office/drawing/2014/main" id="{A2E7B90F-0366-E96D-85A3-A424FE88CA42}"/>
                </a:ext>
              </a:extLst>
            </p:cNvPr>
            <p:cNvSpPr txBox="1">
              <a:spLocks noChangeArrowheads="1"/>
            </p:cNvSpPr>
            <p:nvPr/>
          </p:nvSpPr>
          <p:spPr bwMode="auto">
            <a:xfrm>
              <a:off x="1898" y="2728"/>
              <a:ext cx="3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r>
                <a:rPr lang="en-US" altLang="en-US" sz="1800" baseline="-25000"/>
                <a:t>in</a:t>
              </a:r>
              <a:endParaRPr lang="ru-RU" altLang="en-US" sz="1800" baseline="-25000"/>
            </a:p>
          </p:txBody>
        </p:sp>
        <p:sp>
          <p:nvSpPr>
            <p:cNvPr id="62533" name="Text Box 69">
              <a:extLst>
                <a:ext uri="{FF2B5EF4-FFF2-40B4-BE49-F238E27FC236}">
                  <a16:creationId xmlns:a16="http://schemas.microsoft.com/office/drawing/2014/main" id="{9E79D65C-E045-5E52-43DF-25B314F46B69}"/>
                </a:ext>
              </a:extLst>
            </p:cNvPr>
            <p:cNvSpPr txBox="1">
              <a:spLocks noChangeArrowheads="1"/>
            </p:cNvSpPr>
            <p:nvPr/>
          </p:nvSpPr>
          <p:spPr bwMode="auto">
            <a:xfrm>
              <a:off x="2938" y="2728"/>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r>
                <a:rPr lang="en-US" altLang="en-US" sz="1800" baseline="-25000"/>
                <a:t>in</a:t>
              </a:r>
              <a:endParaRPr lang="ru-RU" altLang="en-US" sz="1800" baseline="-25000"/>
            </a:p>
          </p:txBody>
        </p:sp>
        <p:sp>
          <p:nvSpPr>
            <p:cNvPr id="62534" name="Text Box 70">
              <a:extLst>
                <a:ext uri="{FF2B5EF4-FFF2-40B4-BE49-F238E27FC236}">
                  <a16:creationId xmlns:a16="http://schemas.microsoft.com/office/drawing/2014/main" id="{CEFFE0A6-A940-D5A8-C603-3B2EEFCCA290}"/>
                </a:ext>
              </a:extLst>
            </p:cNvPr>
            <p:cNvSpPr txBox="1">
              <a:spLocks noChangeArrowheads="1"/>
            </p:cNvSpPr>
            <p:nvPr/>
          </p:nvSpPr>
          <p:spPr bwMode="auto">
            <a:xfrm>
              <a:off x="3968" y="2518"/>
              <a:ext cx="247"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A  </a:t>
              </a:r>
            </a:p>
            <a:p>
              <a:pPr eaLnBrk="1" hangingPunct="1"/>
              <a:r>
                <a:rPr lang="en-US" altLang="en-US" sz="1800"/>
                <a:t>B  </a:t>
              </a:r>
              <a:endParaRPr lang="ru-RU" altLang="en-US" sz="1800"/>
            </a:p>
          </p:txBody>
        </p:sp>
        <p:sp>
          <p:nvSpPr>
            <p:cNvPr id="62535" name="Text Box 71">
              <a:extLst>
                <a:ext uri="{FF2B5EF4-FFF2-40B4-BE49-F238E27FC236}">
                  <a16:creationId xmlns:a16="http://schemas.microsoft.com/office/drawing/2014/main" id="{126F9B52-F50E-6F2E-B057-BEA33BF305C0}"/>
                </a:ext>
              </a:extLst>
            </p:cNvPr>
            <p:cNvSpPr txBox="1">
              <a:spLocks noChangeArrowheads="1"/>
            </p:cNvSpPr>
            <p:nvPr/>
          </p:nvSpPr>
          <p:spPr bwMode="auto">
            <a:xfrm>
              <a:off x="870" y="2547"/>
              <a:ext cx="282" cy="4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A  </a:t>
              </a:r>
            </a:p>
            <a:p>
              <a:pPr eaLnBrk="1" hangingPunct="1"/>
              <a:r>
                <a:rPr lang="en-US" altLang="en-US" sz="1800"/>
                <a:t>B  </a:t>
              </a:r>
              <a:endParaRPr lang="ru-RU" altLang="en-US" sz="1800"/>
            </a:p>
          </p:txBody>
        </p:sp>
        <p:sp>
          <p:nvSpPr>
            <p:cNvPr id="62536" name="Text Box 72">
              <a:extLst>
                <a:ext uri="{FF2B5EF4-FFF2-40B4-BE49-F238E27FC236}">
                  <a16:creationId xmlns:a16="http://schemas.microsoft.com/office/drawing/2014/main" id="{30877A8D-AC29-B698-F537-5BB981892118}"/>
                </a:ext>
              </a:extLst>
            </p:cNvPr>
            <p:cNvSpPr txBox="1">
              <a:spLocks noChangeArrowheads="1"/>
            </p:cNvSpPr>
            <p:nvPr/>
          </p:nvSpPr>
          <p:spPr bwMode="auto">
            <a:xfrm>
              <a:off x="1268" y="1640"/>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FA</a:t>
              </a:r>
              <a:endParaRPr lang="ru-RU" altLang="en-US" sz="1800"/>
            </a:p>
          </p:txBody>
        </p:sp>
        <p:sp>
          <p:nvSpPr>
            <p:cNvPr id="62537" name="Text Box 73">
              <a:extLst>
                <a:ext uri="{FF2B5EF4-FFF2-40B4-BE49-F238E27FC236}">
                  <a16:creationId xmlns:a16="http://schemas.microsoft.com/office/drawing/2014/main" id="{FBD25898-9EBB-FBC1-473B-4CE6C22613D4}"/>
                </a:ext>
              </a:extLst>
            </p:cNvPr>
            <p:cNvSpPr txBox="1">
              <a:spLocks noChangeArrowheads="1"/>
            </p:cNvSpPr>
            <p:nvPr/>
          </p:nvSpPr>
          <p:spPr bwMode="auto">
            <a:xfrm>
              <a:off x="2351" y="1624"/>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FA</a:t>
              </a:r>
              <a:endParaRPr lang="ru-RU" altLang="en-US" sz="1800"/>
            </a:p>
          </p:txBody>
        </p:sp>
        <p:sp>
          <p:nvSpPr>
            <p:cNvPr id="62538" name="Text Box 74">
              <a:extLst>
                <a:ext uri="{FF2B5EF4-FFF2-40B4-BE49-F238E27FC236}">
                  <a16:creationId xmlns:a16="http://schemas.microsoft.com/office/drawing/2014/main" id="{FE3755D0-7A2B-A4D3-E133-96C35F69EB20}"/>
                </a:ext>
              </a:extLst>
            </p:cNvPr>
            <p:cNvSpPr txBox="1">
              <a:spLocks noChangeArrowheads="1"/>
            </p:cNvSpPr>
            <p:nvPr/>
          </p:nvSpPr>
          <p:spPr bwMode="auto">
            <a:xfrm>
              <a:off x="3365" y="1594"/>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FA</a:t>
              </a:r>
              <a:endParaRPr lang="ru-RU" altLang="en-US" sz="1800"/>
            </a:p>
          </p:txBody>
        </p:sp>
        <p:sp>
          <p:nvSpPr>
            <p:cNvPr id="62539" name="Text Box 75">
              <a:extLst>
                <a:ext uri="{FF2B5EF4-FFF2-40B4-BE49-F238E27FC236}">
                  <a16:creationId xmlns:a16="http://schemas.microsoft.com/office/drawing/2014/main" id="{3E6A5D4B-E32B-A7EC-A549-02B34757A934}"/>
                </a:ext>
              </a:extLst>
            </p:cNvPr>
            <p:cNvSpPr txBox="1">
              <a:spLocks noChangeArrowheads="1"/>
            </p:cNvSpPr>
            <p:nvPr/>
          </p:nvSpPr>
          <p:spPr bwMode="auto">
            <a:xfrm>
              <a:off x="4363" y="1594"/>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FA</a:t>
              </a:r>
              <a:endParaRPr lang="ru-RU" altLang="en-US" sz="1800"/>
            </a:p>
          </p:txBody>
        </p:sp>
        <p:sp>
          <p:nvSpPr>
            <p:cNvPr id="62540" name="Text Box 76">
              <a:extLst>
                <a:ext uri="{FF2B5EF4-FFF2-40B4-BE49-F238E27FC236}">
                  <a16:creationId xmlns:a16="http://schemas.microsoft.com/office/drawing/2014/main" id="{E15F1658-30D2-35B4-25A5-EF1E6559854E}"/>
                </a:ext>
              </a:extLst>
            </p:cNvPr>
            <p:cNvSpPr txBox="1">
              <a:spLocks noChangeArrowheads="1"/>
            </p:cNvSpPr>
            <p:nvPr/>
          </p:nvSpPr>
          <p:spPr bwMode="auto">
            <a:xfrm>
              <a:off x="3341" y="2577"/>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HA</a:t>
              </a:r>
              <a:endParaRPr lang="ru-RU" altLang="en-US" sz="1800"/>
            </a:p>
          </p:txBody>
        </p:sp>
        <p:sp>
          <p:nvSpPr>
            <p:cNvPr id="62541" name="Text Box 77">
              <a:extLst>
                <a:ext uri="{FF2B5EF4-FFF2-40B4-BE49-F238E27FC236}">
                  <a16:creationId xmlns:a16="http://schemas.microsoft.com/office/drawing/2014/main" id="{74CC59BF-0160-BF7B-F330-36CDF3F524A0}"/>
                </a:ext>
              </a:extLst>
            </p:cNvPr>
            <p:cNvSpPr txBox="1">
              <a:spLocks noChangeArrowheads="1"/>
            </p:cNvSpPr>
            <p:nvPr/>
          </p:nvSpPr>
          <p:spPr bwMode="auto">
            <a:xfrm>
              <a:off x="324" y="2571"/>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HA</a:t>
              </a:r>
              <a:endParaRPr lang="ru-RU" altLang="en-US" sz="1800"/>
            </a:p>
          </p:txBody>
        </p:sp>
        <p:sp>
          <p:nvSpPr>
            <p:cNvPr id="62542" name="Text Box 78">
              <a:extLst>
                <a:ext uri="{FF2B5EF4-FFF2-40B4-BE49-F238E27FC236}">
                  <a16:creationId xmlns:a16="http://schemas.microsoft.com/office/drawing/2014/main" id="{6DB5FFCD-FC3B-A29A-880F-A00B571379D6}"/>
                </a:ext>
              </a:extLst>
            </p:cNvPr>
            <p:cNvSpPr txBox="1">
              <a:spLocks noChangeArrowheads="1"/>
            </p:cNvSpPr>
            <p:nvPr/>
          </p:nvSpPr>
          <p:spPr bwMode="auto">
            <a:xfrm>
              <a:off x="1297" y="2576"/>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FA</a:t>
              </a:r>
              <a:endParaRPr lang="ru-RU" altLang="en-US" sz="1800"/>
            </a:p>
          </p:txBody>
        </p:sp>
        <p:sp>
          <p:nvSpPr>
            <p:cNvPr id="62543" name="Text Box 79">
              <a:extLst>
                <a:ext uri="{FF2B5EF4-FFF2-40B4-BE49-F238E27FC236}">
                  <a16:creationId xmlns:a16="http://schemas.microsoft.com/office/drawing/2014/main" id="{D5BB64F5-4A82-7E76-A9A4-AFBEA1595EF3}"/>
                </a:ext>
              </a:extLst>
            </p:cNvPr>
            <p:cNvSpPr txBox="1">
              <a:spLocks noChangeArrowheads="1"/>
            </p:cNvSpPr>
            <p:nvPr/>
          </p:nvSpPr>
          <p:spPr bwMode="auto">
            <a:xfrm>
              <a:off x="2342" y="2576"/>
              <a:ext cx="385"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FA</a:t>
              </a:r>
              <a:endParaRPr lang="ru-RU" altLang="en-US" sz="1800"/>
            </a:p>
          </p:txBody>
        </p:sp>
        <p:sp>
          <p:nvSpPr>
            <p:cNvPr id="62544" name="Text Box 80">
              <a:extLst>
                <a:ext uri="{FF2B5EF4-FFF2-40B4-BE49-F238E27FC236}">
                  <a16:creationId xmlns:a16="http://schemas.microsoft.com/office/drawing/2014/main" id="{DE368631-7DCD-1483-1AB3-04E5CDE55823}"/>
                </a:ext>
              </a:extLst>
            </p:cNvPr>
            <p:cNvSpPr txBox="1">
              <a:spLocks noChangeArrowheads="1"/>
            </p:cNvSpPr>
            <p:nvPr/>
          </p:nvSpPr>
          <p:spPr bwMode="auto">
            <a:xfrm>
              <a:off x="3592" y="2728"/>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r>
                <a:rPr lang="en-US" altLang="en-US" sz="1800" baseline="-25000"/>
                <a:t>out</a:t>
              </a:r>
              <a:endParaRPr lang="ru-RU" altLang="en-US" sz="1800" baseline="-25000"/>
            </a:p>
          </p:txBody>
        </p:sp>
        <p:sp>
          <p:nvSpPr>
            <p:cNvPr id="62545" name="Text Box 81">
              <a:extLst>
                <a:ext uri="{FF2B5EF4-FFF2-40B4-BE49-F238E27FC236}">
                  <a16:creationId xmlns:a16="http://schemas.microsoft.com/office/drawing/2014/main" id="{8606CAFC-4CC2-D2ED-0540-8E47054E6B5D}"/>
                </a:ext>
              </a:extLst>
            </p:cNvPr>
            <p:cNvSpPr txBox="1">
              <a:spLocks noChangeArrowheads="1"/>
            </p:cNvSpPr>
            <p:nvPr/>
          </p:nvSpPr>
          <p:spPr bwMode="auto">
            <a:xfrm>
              <a:off x="2613" y="2728"/>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r>
                <a:rPr lang="en-US" altLang="en-US" sz="1800" baseline="-25000"/>
                <a:t>out</a:t>
              </a:r>
              <a:endParaRPr lang="ru-RU" altLang="en-US" sz="1800" baseline="-25000"/>
            </a:p>
          </p:txBody>
        </p:sp>
        <p:sp>
          <p:nvSpPr>
            <p:cNvPr id="62546" name="Text Box 82">
              <a:extLst>
                <a:ext uri="{FF2B5EF4-FFF2-40B4-BE49-F238E27FC236}">
                  <a16:creationId xmlns:a16="http://schemas.microsoft.com/office/drawing/2014/main" id="{4CCDE3CD-24D6-2267-6144-BABF2EAF0317}"/>
                </a:ext>
              </a:extLst>
            </p:cNvPr>
            <p:cNvSpPr txBox="1">
              <a:spLocks noChangeArrowheads="1"/>
            </p:cNvSpPr>
            <p:nvPr/>
          </p:nvSpPr>
          <p:spPr bwMode="auto">
            <a:xfrm>
              <a:off x="1597" y="2752"/>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r>
                <a:rPr lang="en-US" altLang="en-US" sz="1800" baseline="-25000"/>
                <a:t>out</a:t>
              </a:r>
              <a:endParaRPr lang="ru-RU" altLang="en-US" sz="1800" baseline="-25000"/>
            </a:p>
          </p:txBody>
        </p:sp>
        <p:sp>
          <p:nvSpPr>
            <p:cNvPr id="62547" name="Text Box 83">
              <a:extLst>
                <a:ext uri="{FF2B5EF4-FFF2-40B4-BE49-F238E27FC236}">
                  <a16:creationId xmlns:a16="http://schemas.microsoft.com/office/drawing/2014/main" id="{419540FD-5293-D0D9-E59F-167873068047}"/>
                </a:ext>
              </a:extLst>
            </p:cNvPr>
            <p:cNvSpPr txBox="1">
              <a:spLocks noChangeArrowheads="1"/>
            </p:cNvSpPr>
            <p:nvPr/>
          </p:nvSpPr>
          <p:spPr bwMode="auto">
            <a:xfrm>
              <a:off x="588" y="2774"/>
              <a:ext cx="45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C</a:t>
              </a:r>
              <a:r>
                <a:rPr lang="en-US" altLang="en-US" sz="1800" baseline="-25000"/>
                <a:t>out</a:t>
              </a:r>
              <a:endParaRPr lang="ru-RU" altLang="en-US" sz="1800" baseline="-25000"/>
            </a:p>
          </p:txBody>
        </p:sp>
        <p:sp>
          <p:nvSpPr>
            <p:cNvPr id="62548" name="Line 84">
              <a:extLst>
                <a:ext uri="{FF2B5EF4-FFF2-40B4-BE49-F238E27FC236}">
                  <a16:creationId xmlns:a16="http://schemas.microsoft.com/office/drawing/2014/main" id="{D46E740E-0B06-C09A-4F57-DFDE09EDB370}"/>
                </a:ext>
              </a:extLst>
            </p:cNvPr>
            <p:cNvSpPr>
              <a:spLocks noChangeShapeType="1"/>
            </p:cNvSpPr>
            <p:nvPr/>
          </p:nvSpPr>
          <p:spPr bwMode="auto">
            <a:xfrm>
              <a:off x="385" y="2886"/>
              <a:ext cx="227"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2549" name="Line 85">
              <a:extLst>
                <a:ext uri="{FF2B5EF4-FFF2-40B4-BE49-F238E27FC236}">
                  <a16:creationId xmlns:a16="http://schemas.microsoft.com/office/drawing/2014/main" id="{ACC8FB20-4A4A-B79F-0785-8CDD5EDEA050}"/>
                </a:ext>
              </a:extLst>
            </p:cNvPr>
            <p:cNvSpPr>
              <a:spLocks noChangeShapeType="1"/>
            </p:cNvSpPr>
            <p:nvPr/>
          </p:nvSpPr>
          <p:spPr bwMode="auto">
            <a:xfrm>
              <a:off x="386" y="2880"/>
              <a:ext cx="0" cy="521"/>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2550" name="Text Box 86">
              <a:extLst>
                <a:ext uri="{FF2B5EF4-FFF2-40B4-BE49-F238E27FC236}">
                  <a16:creationId xmlns:a16="http://schemas.microsoft.com/office/drawing/2014/main" id="{F0644F09-1BDE-36A7-F41E-0DBF52A01788}"/>
                </a:ext>
              </a:extLst>
            </p:cNvPr>
            <p:cNvSpPr txBox="1">
              <a:spLocks noChangeArrowheads="1"/>
            </p:cNvSpPr>
            <p:nvPr/>
          </p:nvSpPr>
          <p:spPr bwMode="auto">
            <a:xfrm>
              <a:off x="4678" y="1029"/>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r>
                <a:rPr lang="en-US" altLang="en-US" sz="1800" baseline="-25000"/>
                <a:t>0</a:t>
              </a:r>
              <a:r>
                <a:rPr lang="en-US" altLang="en-US" sz="1800"/>
                <a:t>  y</a:t>
              </a:r>
              <a:r>
                <a:rPr lang="en-US" altLang="en-US" sz="1800" baseline="-25000"/>
                <a:t>0 </a:t>
              </a:r>
              <a:r>
                <a:rPr lang="en-US" altLang="en-US" sz="1800"/>
                <a:t>   z</a:t>
              </a:r>
              <a:r>
                <a:rPr lang="en-US" altLang="en-US" sz="1800" baseline="-25000"/>
                <a:t>0</a:t>
              </a:r>
              <a:endParaRPr lang="ru-RU" altLang="en-US" sz="1800"/>
            </a:p>
          </p:txBody>
        </p:sp>
        <p:sp>
          <p:nvSpPr>
            <p:cNvPr id="62551" name="Text Box 87">
              <a:extLst>
                <a:ext uri="{FF2B5EF4-FFF2-40B4-BE49-F238E27FC236}">
                  <a16:creationId xmlns:a16="http://schemas.microsoft.com/office/drawing/2014/main" id="{B33099D5-1897-4763-2375-AF170E76E604}"/>
                </a:ext>
              </a:extLst>
            </p:cNvPr>
            <p:cNvSpPr txBox="1">
              <a:spLocks noChangeArrowheads="1"/>
            </p:cNvSpPr>
            <p:nvPr/>
          </p:nvSpPr>
          <p:spPr bwMode="auto">
            <a:xfrm>
              <a:off x="3704" y="1026"/>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r>
                <a:rPr lang="en-US" altLang="en-US" sz="1800" baseline="-25000"/>
                <a:t>1</a:t>
              </a:r>
              <a:r>
                <a:rPr lang="en-US" altLang="en-US" sz="1800"/>
                <a:t>  y</a:t>
              </a:r>
              <a:r>
                <a:rPr lang="en-US" altLang="en-US" sz="1800" baseline="-25000"/>
                <a:t>1</a:t>
              </a:r>
              <a:r>
                <a:rPr lang="en-US" altLang="en-US" sz="1800"/>
                <a:t>    z</a:t>
              </a:r>
              <a:r>
                <a:rPr lang="en-US" altLang="en-US" sz="1800" baseline="-25000"/>
                <a:t>1</a:t>
              </a:r>
              <a:endParaRPr lang="ru-RU" altLang="en-US" sz="1800"/>
            </a:p>
          </p:txBody>
        </p:sp>
        <p:sp>
          <p:nvSpPr>
            <p:cNvPr id="62552" name="Text Box 88">
              <a:extLst>
                <a:ext uri="{FF2B5EF4-FFF2-40B4-BE49-F238E27FC236}">
                  <a16:creationId xmlns:a16="http://schemas.microsoft.com/office/drawing/2014/main" id="{21135C13-96C0-3670-402C-5C64F2CC9DFC}"/>
                </a:ext>
              </a:extLst>
            </p:cNvPr>
            <p:cNvSpPr txBox="1">
              <a:spLocks noChangeArrowheads="1"/>
            </p:cNvSpPr>
            <p:nvPr/>
          </p:nvSpPr>
          <p:spPr bwMode="auto">
            <a:xfrm>
              <a:off x="2690" y="1055"/>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r>
                <a:rPr lang="en-US" altLang="en-US" sz="1800" baseline="-25000"/>
                <a:t>2</a:t>
              </a:r>
              <a:r>
                <a:rPr lang="en-US" altLang="en-US" sz="1800"/>
                <a:t>  y</a:t>
              </a:r>
              <a:r>
                <a:rPr lang="en-US" altLang="en-US" sz="1800" baseline="-25000"/>
                <a:t>2</a:t>
              </a:r>
              <a:r>
                <a:rPr lang="en-US" altLang="en-US" sz="1800"/>
                <a:t>    z</a:t>
              </a:r>
              <a:r>
                <a:rPr lang="en-US" altLang="en-US" sz="1800" baseline="-25000"/>
                <a:t>2</a:t>
              </a:r>
              <a:endParaRPr lang="ru-RU" altLang="en-US" sz="1800"/>
            </a:p>
          </p:txBody>
        </p:sp>
        <p:sp>
          <p:nvSpPr>
            <p:cNvPr id="62553" name="Text Box 89">
              <a:extLst>
                <a:ext uri="{FF2B5EF4-FFF2-40B4-BE49-F238E27FC236}">
                  <a16:creationId xmlns:a16="http://schemas.microsoft.com/office/drawing/2014/main" id="{C18C9A6D-5AB2-5A3A-E928-A2BC1B3D7654}"/>
                </a:ext>
              </a:extLst>
            </p:cNvPr>
            <p:cNvSpPr txBox="1">
              <a:spLocks noChangeArrowheads="1"/>
            </p:cNvSpPr>
            <p:nvPr/>
          </p:nvSpPr>
          <p:spPr bwMode="auto">
            <a:xfrm>
              <a:off x="1660" y="1050"/>
              <a:ext cx="771"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x</a:t>
              </a:r>
              <a:r>
                <a:rPr lang="en-US" altLang="en-US" sz="1800" baseline="-25000"/>
                <a:t>3</a:t>
              </a:r>
              <a:r>
                <a:rPr lang="en-US" altLang="en-US" sz="1800"/>
                <a:t>  y</a:t>
              </a:r>
              <a:r>
                <a:rPr lang="en-US" altLang="en-US" sz="1800" baseline="-25000"/>
                <a:t>3</a:t>
              </a:r>
              <a:r>
                <a:rPr lang="en-US" altLang="en-US" sz="1800"/>
                <a:t>    z</a:t>
              </a:r>
              <a:r>
                <a:rPr lang="en-US" altLang="en-US" sz="1800" baseline="-25000"/>
                <a:t>3</a:t>
              </a:r>
              <a:endParaRPr lang="ru-RU" altLang="en-US" sz="1800"/>
            </a:p>
          </p:txBody>
        </p:sp>
        <p:sp>
          <p:nvSpPr>
            <p:cNvPr id="62554" name="Text Box 90">
              <a:extLst>
                <a:ext uri="{FF2B5EF4-FFF2-40B4-BE49-F238E27FC236}">
                  <a16:creationId xmlns:a16="http://schemas.microsoft.com/office/drawing/2014/main" id="{059CF7E3-75BD-16CF-6D6F-E01F6BF44C46}"/>
                </a:ext>
              </a:extLst>
            </p:cNvPr>
            <p:cNvSpPr txBox="1">
              <a:spLocks noChangeArrowheads="1"/>
            </p:cNvSpPr>
            <p:nvPr/>
          </p:nvSpPr>
          <p:spPr bwMode="auto">
            <a:xfrm>
              <a:off x="4876" y="3363"/>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sum</a:t>
              </a:r>
              <a:r>
                <a:rPr lang="en-US" altLang="en-US" sz="1800" baseline="-25000"/>
                <a:t>0</a:t>
              </a:r>
              <a:endParaRPr lang="ru-RU" altLang="en-US" sz="1800" baseline="-25000"/>
            </a:p>
          </p:txBody>
        </p:sp>
        <p:sp>
          <p:nvSpPr>
            <p:cNvPr id="62555" name="Text Box 91">
              <a:extLst>
                <a:ext uri="{FF2B5EF4-FFF2-40B4-BE49-F238E27FC236}">
                  <a16:creationId xmlns:a16="http://schemas.microsoft.com/office/drawing/2014/main" id="{F6ECF478-10B5-4D47-834F-8479F0C7240B}"/>
                </a:ext>
              </a:extLst>
            </p:cNvPr>
            <p:cNvSpPr txBox="1">
              <a:spLocks noChangeArrowheads="1"/>
            </p:cNvSpPr>
            <p:nvPr/>
          </p:nvSpPr>
          <p:spPr bwMode="auto">
            <a:xfrm>
              <a:off x="3718" y="3347"/>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sum</a:t>
              </a:r>
              <a:r>
                <a:rPr lang="en-US" altLang="en-US" sz="1800" baseline="-25000"/>
                <a:t>1</a:t>
              </a:r>
              <a:endParaRPr lang="ru-RU" altLang="en-US" sz="1800" baseline="-25000"/>
            </a:p>
          </p:txBody>
        </p:sp>
        <p:sp>
          <p:nvSpPr>
            <p:cNvPr id="62556" name="Text Box 92">
              <a:extLst>
                <a:ext uri="{FF2B5EF4-FFF2-40B4-BE49-F238E27FC236}">
                  <a16:creationId xmlns:a16="http://schemas.microsoft.com/office/drawing/2014/main" id="{65CC813F-5C0E-3D27-AED8-C3F61791EF9C}"/>
                </a:ext>
              </a:extLst>
            </p:cNvPr>
            <p:cNvSpPr txBox="1">
              <a:spLocks noChangeArrowheads="1"/>
            </p:cNvSpPr>
            <p:nvPr/>
          </p:nvSpPr>
          <p:spPr bwMode="auto">
            <a:xfrm>
              <a:off x="2698" y="3363"/>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sum</a:t>
              </a:r>
              <a:r>
                <a:rPr lang="en-US" altLang="en-US" sz="1800" baseline="-25000"/>
                <a:t>2</a:t>
              </a:r>
              <a:endParaRPr lang="ru-RU" altLang="en-US" sz="1800" baseline="-25000"/>
            </a:p>
          </p:txBody>
        </p:sp>
        <p:sp>
          <p:nvSpPr>
            <p:cNvPr id="62557" name="Text Box 93">
              <a:extLst>
                <a:ext uri="{FF2B5EF4-FFF2-40B4-BE49-F238E27FC236}">
                  <a16:creationId xmlns:a16="http://schemas.microsoft.com/office/drawing/2014/main" id="{3006EFC6-3001-882B-D1BF-FCEFF9DE9D47}"/>
                </a:ext>
              </a:extLst>
            </p:cNvPr>
            <p:cNvSpPr txBox="1">
              <a:spLocks noChangeArrowheads="1"/>
            </p:cNvSpPr>
            <p:nvPr/>
          </p:nvSpPr>
          <p:spPr bwMode="auto">
            <a:xfrm>
              <a:off x="1655" y="3363"/>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sum</a:t>
              </a:r>
              <a:r>
                <a:rPr lang="en-US" altLang="en-US" sz="1800" baseline="-25000"/>
                <a:t>3</a:t>
              </a:r>
              <a:endParaRPr lang="ru-RU" altLang="en-US" sz="1800" baseline="-25000"/>
            </a:p>
          </p:txBody>
        </p:sp>
        <p:sp>
          <p:nvSpPr>
            <p:cNvPr id="62558" name="Text Box 94">
              <a:extLst>
                <a:ext uri="{FF2B5EF4-FFF2-40B4-BE49-F238E27FC236}">
                  <a16:creationId xmlns:a16="http://schemas.microsoft.com/office/drawing/2014/main" id="{E9FAD428-8F4E-930F-F7A5-AB77881965C6}"/>
                </a:ext>
              </a:extLst>
            </p:cNvPr>
            <p:cNvSpPr txBox="1">
              <a:spLocks noChangeArrowheads="1"/>
            </p:cNvSpPr>
            <p:nvPr/>
          </p:nvSpPr>
          <p:spPr bwMode="auto">
            <a:xfrm>
              <a:off x="700" y="3361"/>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sum</a:t>
              </a:r>
              <a:r>
                <a:rPr lang="en-US" altLang="en-US" sz="1800" baseline="-25000"/>
                <a:t>4</a:t>
              </a:r>
              <a:endParaRPr lang="ru-RU" altLang="en-US" sz="1800" baseline="-25000"/>
            </a:p>
          </p:txBody>
        </p:sp>
        <p:sp>
          <p:nvSpPr>
            <p:cNvPr id="62559" name="Text Box 95">
              <a:extLst>
                <a:ext uri="{FF2B5EF4-FFF2-40B4-BE49-F238E27FC236}">
                  <a16:creationId xmlns:a16="http://schemas.microsoft.com/office/drawing/2014/main" id="{70D8541E-C3EB-7525-87FE-884D21FF9007}"/>
                </a:ext>
              </a:extLst>
            </p:cNvPr>
            <p:cNvSpPr txBox="1">
              <a:spLocks noChangeArrowheads="1"/>
            </p:cNvSpPr>
            <p:nvPr/>
          </p:nvSpPr>
          <p:spPr bwMode="auto">
            <a:xfrm>
              <a:off x="158" y="3363"/>
              <a:ext cx="54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sum</a:t>
              </a:r>
              <a:r>
                <a:rPr lang="en-US" altLang="en-US" sz="1800" baseline="-25000"/>
                <a:t>5</a:t>
              </a:r>
              <a:endParaRPr lang="ru-RU" altLang="en-US" sz="1800" baseline="-25000"/>
            </a:p>
          </p:txBody>
        </p:sp>
      </p:grpSp>
      <p:sp>
        <p:nvSpPr>
          <p:cNvPr id="3" name="Title 2">
            <a:extLst>
              <a:ext uri="{FF2B5EF4-FFF2-40B4-BE49-F238E27FC236}">
                <a16:creationId xmlns:a16="http://schemas.microsoft.com/office/drawing/2014/main" id="{CE5814DA-8021-302A-F23F-E8662758BEFD}"/>
              </a:ext>
            </a:extLst>
          </p:cNvPr>
          <p:cNvSpPr>
            <a:spLocks noGrp="1"/>
          </p:cNvSpPr>
          <p:nvPr>
            <p:ph type="title"/>
          </p:nvPr>
        </p:nvSpPr>
        <p:spPr/>
        <p:txBody>
          <a:bodyPr>
            <a:normAutofit/>
          </a:bodyPr>
          <a:lstStyle/>
          <a:p>
            <a:r>
              <a:rPr lang="en-US" dirty="0"/>
              <a:t>Circuit of Adder of 3-х 4-bit Numbers (unsigned)</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BBD2936-C15F-4C48-B4FD-3A9409A77BFC}"/>
              </a:ext>
            </a:extLst>
          </p:cNvPr>
          <p:cNvSpPr>
            <a:spLocks noGrp="1"/>
          </p:cNvSpPr>
          <p:nvPr>
            <p:ph type="body" sz="quarter" idx="10"/>
          </p:nvPr>
        </p:nvSpPr>
        <p:spPr/>
        <p:txBody>
          <a:bodyPr/>
          <a:lstStyle/>
          <a:p>
            <a:pPr eaLnBrk="1" hangingPunct="1"/>
            <a:r>
              <a:rPr lang="en-US" altLang="en-US" sz="2400" dirty="0"/>
              <a:t>n</a:t>
            </a:r>
            <a:r>
              <a:rPr lang="ru-RU" altLang="en-US" sz="2400" dirty="0"/>
              <a:t>-</a:t>
            </a:r>
            <a:r>
              <a:rPr lang="en-US" altLang="en-US" sz="2400" dirty="0"/>
              <a:t>bit adder is divided into two groups by</a:t>
            </a:r>
            <a:r>
              <a:rPr lang="ru-RU" altLang="en-US" sz="2400" dirty="0"/>
              <a:t> </a:t>
            </a:r>
            <a:r>
              <a:rPr lang="en-US" altLang="en-US" sz="2400" dirty="0"/>
              <a:t>n</a:t>
            </a:r>
            <a:r>
              <a:rPr lang="ru-RU" altLang="en-US" sz="2400" dirty="0"/>
              <a:t>/2 </a:t>
            </a:r>
            <a:r>
              <a:rPr lang="en-US" altLang="en-US" sz="2400" dirty="0"/>
              <a:t>bits. The older </a:t>
            </a:r>
          </a:p>
          <a:p>
            <a:pPr eaLnBrk="1" hangingPunct="1"/>
            <a:r>
              <a:rPr lang="en-US" altLang="en-US" sz="2400" dirty="0"/>
              <a:t>group is duplicated, so three  adders by n</a:t>
            </a:r>
            <a:r>
              <a:rPr lang="ru-RU" altLang="en-US" sz="2400" dirty="0"/>
              <a:t>/2 </a:t>
            </a:r>
            <a:r>
              <a:rPr lang="en-US" altLang="en-US" sz="2400" dirty="0"/>
              <a:t>bits are included in the circuit</a:t>
            </a:r>
            <a:r>
              <a:rPr lang="ru-RU" altLang="en-US" sz="2400" dirty="0"/>
              <a:t>.</a:t>
            </a:r>
            <a:r>
              <a:rPr lang="en-US" altLang="en-US" sz="2400" dirty="0"/>
              <a:t> </a:t>
            </a:r>
            <a:endParaRPr lang="ru-RU" altLang="en-US" sz="2400" dirty="0"/>
          </a:p>
          <a:p>
            <a:endParaRPr lang="en-US" dirty="0"/>
          </a:p>
        </p:txBody>
      </p:sp>
      <p:sp>
        <p:nvSpPr>
          <p:cNvPr id="66" name="Rectangle 2">
            <a:extLst>
              <a:ext uri="{FF2B5EF4-FFF2-40B4-BE49-F238E27FC236}">
                <a16:creationId xmlns:a16="http://schemas.microsoft.com/office/drawing/2014/main" id="{D12E4046-20AB-46CB-B2E8-AB6BC0756C7E}"/>
              </a:ext>
            </a:extLst>
          </p:cNvPr>
          <p:cNvSpPr txBox="1">
            <a:spLocks noChangeArrowheads="1"/>
          </p:cNvSpPr>
          <p:nvPr/>
        </p:nvSpPr>
        <p:spPr bwMode="auto">
          <a:xfrm>
            <a:off x="1981200" y="274638"/>
            <a:ext cx="8229600" cy="868362"/>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pSp>
        <p:nvGrpSpPr>
          <p:cNvPr id="63492" name="Group 66">
            <a:extLst>
              <a:ext uri="{FF2B5EF4-FFF2-40B4-BE49-F238E27FC236}">
                <a16:creationId xmlns:a16="http://schemas.microsoft.com/office/drawing/2014/main" id="{68FA1638-C350-6C53-8506-18958391DCAA}"/>
              </a:ext>
            </a:extLst>
          </p:cNvPr>
          <p:cNvGrpSpPr>
            <a:grpSpLocks/>
          </p:cNvGrpSpPr>
          <p:nvPr/>
        </p:nvGrpSpPr>
        <p:grpSpPr bwMode="auto">
          <a:xfrm>
            <a:off x="1771650" y="1887538"/>
            <a:ext cx="8591550" cy="3827462"/>
            <a:chOff x="247650" y="1952625"/>
            <a:chExt cx="8591550" cy="3932238"/>
          </a:xfrm>
        </p:grpSpPr>
        <p:grpSp>
          <p:nvGrpSpPr>
            <p:cNvPr id="63493" name="Group 68">
              <a:extLst>
                <a:ext uri="{FF2B5EF4-FFF2-40B4-BE49-F238E27FC236}">
                  <a16:creationId xmlns:a16="http://schemas.microsoft.com/office/drawing/2014/main" id="{073B9ECC-93F9-D8C0-BCE8-D94F8A7E1878}"/>
                </a:ext>
              </a:extLst>
            </p:cNvPr>
            <p:cNvGrpSpPr>
              <a:grpSpLocks/>
            </p:cNvGrpSpPr>
            <p:nvPr/>
          </p:nvGrpSpPr>
          <p:grpSpPr bwMode="auto">
            <a:xfrm>
              <a:off x="336550" y="1952625"/>
              <a:ext cx="8502650" cy="3932238"/>
              <a:chOff x="68" y="1480"/>
              <a:chExt cx="5356" cy="2477"/>
            </a:xfrm>
          </p:grpSpPr>
          <p:sp>
            <p:nvSpPr>
              <p:cNvPr id="63495" name="Text Box 6">
                <a:extLst>
                  <a:ext uri="{FF2B5EF4-FFF2-40B4-BE49-F238E27FC236}">
                    <a16:creationId xmlns:a16="http://schemas.microsoft.com/office/drawing/2014/main" id="{9445C575-2549-4681-BEF8-DCB9EE17CC7D}"/>
                  </a:ext>
                </a:extLst>
              </p:cNvPr>
              <p:cNvSpPr txBox="1">
                <a:spLocks noChangeArrowheads="1"/>
              </p:cNvSpPr>
              <p:nvPr/>
            </p:nvSpPr>
            <p:spPr bwMode="auto">
              <a:xfrm>
                <a:off x="144" y="2269"/>
                <a:ext cx="1010" cy="284"/>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a:latin typeface="Arial" charset="0"/>
                    <a:cs typeface="Arial" charset="0"/>
                  </a:rPr>
                  <a:t>SM</a:t>
                </a:r>
                <a:r>
                  <a:rPr lang="en-US" baseline="-25000">
                    <a:latin typeface="Arial" charset="0"/>
                    <a:cs typeface="Arial" charset="0"/>
                  </a:rPr>
                  <a:t>Low</a:t>
                </a:r>
                <a:endParaRPr lang="ru-RU" baseline="-25000">
                  <a:latin typeface="Arial" charset="0"/>
                  <a:cs typeface="Arial" charset="0"/>
                </a:endParaRPr>
              </a:p>
            </p:txBody>
          </p:sp>
          <p:sp>
            <p:nvSpPr>
              <p:cNvPr id="63496" name="Text Box 25">
                <a:extLst>
                  <a:ext uri="{FF2B5EF4-FFF2-40B4-BE49-F238E27FC236}">
                    <a16:creationId xmlns:a16="http://schemas.microsoft.com/office/drawing/2014/main" id="{D6BE59D4-C07B-C7C6-ABD9-E159FC457F6D}"/>
                  </a:ext>
                </a:extLst>
              </p:cNvPr>
              <p:cNvSpPr txBox="1">
                <a:spLocks noChangeArrowheads="1"/>
              </p:cNvSpPr>
              <p:nvPr/>
            </p:nvSpPr>
            <p:spPr bwMode="auto">
              <a:xfrm>
                <a:off x="68" y="1527"/>
                <a:ext cx="606"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800"/>
              </a:p>
            </p:txBody>
          </p:sp>
          <p:sp>
            <p:nvSpPr>
              <p:cNvPr id="63497" name="Text Box 27">
                <a:extLst>
                  <a:ext uri="{FF2B5EF4-FFF2-40B4-BE49-F238E27FC236}">
                    <a16:creationId xmlns:a16="http://schemas.microsoft.com/office/drawing/2014/main" id="{127ED8F3-21CB-8D7D-352D-B70F79592E9D}"/>
                  </a:ext>
                </a:extLst>
              </p:cNvPr>
              <p:cNvSpPr txBox="1">
                <a:spLocks noChangeArrowheads="1"/>
              </p:cNvSpPr>
              <p:nvPr/>
            </p:nvSpPr>
            <p:spPr bwMode="auto">
              <a:xfrm>
                <a:off x="127" y="1756"/>
                <a:ext cx="463" cy="3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A</a:t>
                </a:r>
                <a:r>
                  <a:rPr lang="en-US" altLang="en-US" sz="1800" baseline="-25000"/>
                  <a:t>Low</a:t>
                </a:r>
                <a:endParaRPr lang="ru-RU" altLang="en-US" sz="1800"/>
              </a:p>
            </p:txBody>
          </p:sp>
          <p:sp>
            <p:nvSpPr>
              <p:cNvPr id="63498" name="Text Box 7">
                <a:extLst>
                  <a:ext uri="{FF2B5EF4-FFF2-40B4-BE49-F238E27FC236}">
                    <a16:creationId xmlns:a16="http://schemas.microsoft.com/office/drawing/2014/main" id="{AF42B522-A7B0-4133-87F9-50B529BF541F}"/>
                  </a:ext>
                </a:extLst>
              </p:cNvPr>
              <p:cNvSpPr txBox="1">
                <a:spLocks noChangeArrowheads="1"/>
              </p:cNvSpPr>
              <p:nvPr/>
            </p:nvSpPr>
            <p:spPr bwMode="auto">
              <a:xfrm>
                <a:off x="2082" y="2292"/>
                <a:ext cx="1011" cy="286"/>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a:latin typeface="Arial" charset="0"/>
                    <a:cs typeface="Arial" charset="0"/>
                  </a:rPr>
                  <a:t>SM</a:t>
                </a:r>
                <a:r>
                  <a:rPr lang="en-US" baseline="-25000">
                    <a:latin typeface="Arial" charset="0"/>
                    <a:cs typeface="Arial" charset="0"/>
                  </a:rPr>
                  <a:t>High</a:t>
                </a:r>
                <a:endParaRPr lang="ru-RU" baseline="-25000">
                  <a:latin typeface="Arial" charset="0"/>
                  <a:cs typeface="Arial" charset="0"/>
                </a:endParaRPr>
              </a:p>
            </p:txBody>
          </p:sp>
          <p:sp>
            <p:nvSpPr>
              <p:cNvPr id="63499" name="Text Box 8">
                <a:extLst>
                  <a:ext uri="{FF2B5EF4-FFF2-40B4-BE49-F238E27FC236}">
                    <a16:creationId xmlns:a16="http://schemas.microsoft.com/office/drawing/2014/main" id="{BC8C8281-47CD-4B3C-BF48-D19AF4E6C9D0}"/>
                  </a:ext>
                </a:extLst>
              </p:cNvPr>
              <p:cNvSpPr txBox="1">
                <a:spLocks noChangeArrowheads="1"/>
              </p:cNvSpPr>
              <p:nvPr/>
            </p:nvSpPr>
            <p:spPr bwMode="auto">
              <a:xfrm>
                <a:off x="3953" y="2292"/>
                <a:ext cx="1011" cy="286"/>
              </a:xfrm>
              <a:prstGeom prst="rect">
                <a:avLst/>
              </a:pr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ru-RU">
                    <a:latin typeface="Arial" charset="0"/>
                    <a:cs typeface="Arial" charset="0"/>
                  </a:rPr>
                  <a:t>SM</a:t>
                </a:r>
                <a:r>
                  <a:rPr lang="en-US" baseline="-25000">
                    <a:latin typeface="Arial" charset="0"/>
                    <a:cs typeface="Arial" charset="0"/>
                  </a:rPr>
                  <a:t>High</a:t>
                </a:r>
                <a:endParaRPr lang="ru-RU" baseline="-25000">
                  <a:latin typeface="Arial" charset="0"/>
                  <a:cs typeface="Arial" charset="0"/>
                </a:endParaRPr>
              </a:p>
            </p:txBody>
          </p:sp>
          <p:sp>
            <p:nvSpPr>
              <p:cNvPr id="63500" name="Line 9">
                <a:extLst>
                  <a:ext uri="{FF2B5EF4-FFF2-40B4-BE49-F238E27FC236}">
                    <a16:creationId xmlns:a16="http://schemas.microsoft.com/office/drawing/2014/main" id="{F282BE6E-56B3-25EB-4CED-3958CAB9FD39}"/>
                  </a:ext>
                </a:extLst>
              </p:cNvPr>
              <p:cNvSpPr>
                <a:spLocks noChangeShapeType="1"/>
              </p:cNvSpPr>
              <p:nvPr/>
            </p:nvSpPr>
            <p:spPr bwMode="auto">
              <a:xfrm>
                <a:off x="405" y="1977"/>
                <a:ext cx="0" cy="28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1" name="Line 10">
                <a:extLst>
                  <a:ext uri="{FF2B5EF4-FFF2-40B4-BE49-F238E27FC236}">
                    <a16:creationId xmlns:a16="http://schemas.microsoft.com/office/drawing/2014/main" id="{96279409-B48E-7484-CD26-F15ECDA1B97B}"/>
                  </a:ext>
                </a:extLst>
              </p:cNvPr>
              <p:cNvSpPr>
                <a:spLocks noChangeShapeType="1"/>
              </p:cNvSpPr>
              <p:nvPr/>
            </p:nvSpPr>
            <p:spPr bwMode="auto">
              <a:xfrm>
                <a:off x="876" y="1977"/>
                <a:ext cx="0" cy="28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2" name="Line 11">
                <a:extLst>
                  <a:ext uri="{FF2B5EF4-FFF2-40B4-BE49-F238E27FC236}">
                    <a16:creationId xmlns:a16="http://schemas.microsoft.com/office/drawing/2014/main" id="{CB520811-627A-27A5-9236-AACD197AFABF}"/>
                  </a:ext>
                </a:extLst>
              </p:cNvPr>
              <p:cNvSpPr>
                <a:spLocks noChangeShapeType="1"/>
              </p:cNvSpPr>
              <p:nvPr/>
            </p:nvSpPr>
            <p:spPr bwMode="auto">
              <a:xfrm rot="20700000" flipV="1">
                <a:off x="354" y="2075"/>
                <a:ext cx="103"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3" name="Line 12">
                <a:extLst>
                  <a:ext uri="{FF2B5EF4-FFF2-40B4-BE49-F238E27FC236}">
                    <a16:creationId xmlns:a16="http://schemas.microsoft.com/office/drawing/2014/main" id="{CEA724F5-B823-AFB2-3386-679A31537CEA}"/>
                  </a:ext>
                </a:extLst>
              </p:cNvPr>
              <p:cNvSpPr>
                <a:spLocks noChangeShapeType="1"/>
              </p:cNvSpPr>
              <p:nvPr/>
            </p:nvSpPr>
            <p:spPr bwMode="auto">
              <a:xfrm rot="20700000" flipV="1">
                <a:off x="818" y="2059"/>
                <a:ext cx="102" cy="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4" name="Line 13">
                <a:extLst>
                  <a:ext uri="{FF2B5EF4-FFF2-40B4-BE49-F238E27FC236}">
                    <a16:creationId xmlns:a16="http://schemas.microsoft.com/office/drawing/2014/main" id="{DD4BB281-F844-30E3-E5E4-186186E3D73E}"/>
                  </a:ext>
                </a:extLst>
              </p:cNvPr>
              <p:cNvSpPr>
                <a:spLocks noChangeShapeType="1"/>
              </p:cNvSpPr>
              <p:nvPr/>
            </p:nvSpPr>
            <p:spPr bwMode="auto">
              <a:xfrm>
                <a:off x="2301" y="1930"/>
                <a:ext cx="0" cy="36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5" name="Line 14">
                <a:extLst>
                  <a:ext uri="{FF2B5EF4-FFF2-40B4-BE49-F238E27FC236}">
                    <a16:creationId xmlns:a16="http://schemas.microsoft.com/office/drawing/2014/main" id="{D1A44452-51B5-AD6C-2F57-738E139744AD}"/>
                  </a:ext>
                </a:extLst>
              </p:cNvPr>
              <p:cNvSpPr>
                <a:spLocks noChangeShapeType="1"/>
              </p:cNvSpPr>
              <p:nvPr/>
            </p:nvSpPr>
            <p:spPr bwMode="auto">
              <a:xfrm>
                <a:off x="2773" y="2008"/>
                <a:ext cx="0" cy="28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6" name="Line 15">
                <a:extLst>
                  <a:ext uri="{FF2B5EF4-FFF2-40B4-BE49-F238E27FC236}">
                    <a16:creationId xmlns:a16="http://schemas.microsoft.com/office/drawing/2014/main" id="{E7C00165-FEAF-F046-73BF-8589ACC72037}"/>
                  </a:ext>
                </a:extLst>
              </p:cNvPr>
              <p:cNvSpPr>
                <a:spLocks noChangeShapeType="1"/>
              </p:cNvSpPr>
              <p:nvPr/>
            </p:nvSpPr>
            <p:spPr bwMode="auto">
              <a:xfrm rot="20700000" flipV="1">
                <a:off x="2251" y="2090"/>
                <a:ext cx="102" cy="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7" name="Line 16">
                <a:extLst>
                  <a:ext uri="{FF2B5EF4-FFF2-40B4-BE49-F238E27FC236}">
                    <a16:creationId xmlns:a16="http://schemas.microsoft.com/office/drawing/2014/main" id="{274E43C0-71F3-4C09-E38D-74474B519E6D}"/>
                  </a:ext>
                </a:extLst>
              </p:cNvPr>
              <p:cNvSpPr>
                <a:spLocks noChangeShapeType="1"/>
              </p:cNvSpPr>
              <p:nvPr/>
            </p:nvSpPr>
            <p:spPr bwMode="auto">
              <a:xfrm rot="20700000" flipV="1">
                <a:off x="2714" y="2075"/>
                <a:ext cx="102"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08" name="Line 17">
                <a:extLst>
                  <a:ext uri="{FF2B5EF4-FFF2-40B4-BE49-F238E27FC236}">
                    <a16:creationId xmlns:a16="http://schemas.microsoft.com/office/drawing/2014/main" id="{E92F7060-DBC2-1411-4C65-E22033F0CC1F}"/>
                  </a:ext>
                </a:extLst>
              </p:cNvPr>
              <p:cNvSpPr>
                <a:spLocks noChangeShapeType="1"/>
              </p:cNvSpPr>
              <p:nvPr/>
            </p:nvSpPr>
            <p:spPr bwMode="auto">
              <a:xfrm>
                <a:off x="4197" y="1930"/>
                <a:ext cx="0" cy="36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09" name="Line 18">
                <a:extLst>
                  <a:ext uri="{FF2B5EF4-FFF2-40B4-BE49-F238E27FC236}">
                    <a16:creationId xmlns:a16="http://schemas.microsoft.com/office/drawing/2014/main" id="{FA3B41C4-6AB4-0438-75EF-C677B4C803AE}"/>
                  </a:ext>
                </a:extLst>
              </p:cNvPr>
              <p:cNvSpPr>
                <a:spLocks noChangeShapeType="1"/>
              </p:cNvSpPr>
              <p:nvPr/>
            </p:nvSpPr>
            <p:spPr bwMode="auto">
              <a:xfrm>
                <a:off x="4669" y="2008"/>
                <a:ext cx="0" cy="28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10" name="Line 19">
                <a:extLst>
                  <a:ext uri="{FF2B5EF4-FFF2-40B4-BE49-F238E27FC236}">
                    <a16:creationId xmlns:a16="http://schemas.microsoft.com/office/drawing/2014/main" id="{F0FE490F-5C58-5061-0855-663F8DC7B1A3}"/>
                  </a:ext>
                </a:extLst>
              </p:cNvPr>
              <p:cNvSpPr>
                <a:spLocks noChangeShapeType="1"/>
              </p:cNvSpPr>
              <p:nvPr/>
            </p:nvSpPr>
            <p:spPr bwMode="auto">
              <a:xfrm rot="20700000" flipV="1">
                <a:off x="4147" y="2075"/>
                <a:ext cx="102"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1" name="Line 20">
                <a:extLst>
                  <a:ext uri="{FF2B5EF4-FFF2-40B4-BE49-F238E27FC236}">
                    <a16:creationId xmlns:a16="http://schemas.microsoft.com/office/drawing/2014/main" id="{24D95577-71ED-9FA1-ACA5-6AF08547A999}"/>
                  </a:ext>
                </a:extLst>
              </p:cNvPr>
              <p:cNvSpPr>
                <a:spLocks noChangeShapeType="1"/>
              </p:cNvSpPr>
              <p:nvPr/>
            </p:nvSpPr>
            <p:spPr bwMode="auto">
              <a:xfrm rot="20700000" flipV="1">
                <a:off x="4618" y="2083"/>
                <a:ext cx="103"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2" name="Line 21">
                <a:extLst>
                  <a:ext uri="{FF2B5EF4-FFF2-40B4-BE49-F238E27FC236}">
                    <a16:creationId xmlns:a16="http://schemas.microsoft.com/office/drawing/2014/main" id="{3BED8037-8019-A14F-2B00-9E16BE67198F}"/>
                  </a:ext>
                </a:extLst>
              </p:cNvPr>
              <p:cNvSpPr>
                <a:spLocks noChangeShapeType="1"/>
              </p:cNvSpPr>
              <p:nvPr/>
            </p:nvSpPr>
            <p:spPr bwMode="auto">
              <a:xfrm>
                <a:off x="2293" y="1922"/>
                <a:ext cx="19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3" name="Line 22">
                <a:extLst>
                  <a:ext uri="{FF2B5EF4-FFF2-40B4-BE49-F238E27FC236}">
                    <a16:creationId xmlns:a16="http://schemas.microsoft.com/office/drawing/2014/main" id="{187EFCD9-63A2-7C7D-8593-7F8EE935743E}"/>
                  </a:ext>
                </a:extLst>
              </p:cNvPr>
              <p:cNvSpPr>
                <a:spLocks noChangeShapeType="1"/>
              </p:cNvSpPr>
              <p:nvPr/>
            </p:nvSpPr>
            <p:spPr bwMode="auto">
              <a:xfrm>
                <a:off x="3194" y="1724"/>
                <a:ext cx="0" cy="190"/>
              </a:xfrm>
              <a:prstGeom prst="line">
                <a:avLst/>
              </a:prstGeom>
              <a:noFill/>
              <a:ln w="25400">
                <a:solidFill>
                  <a:srgbClr val="000000"/>
                </a:solidFill>
                <a:round/>
                <a:headEnd/>
                <a:tailEnd type="oval" w="med" len="med"/>
              </a:ln>
              <a:extLst>
                <a:ext uri="{909E8E84-426E-40DD-AFC4-6F175D3DCCD1}">
                  <a14:hiddenFill xmlns:a14="http://schemas.microsoft.com/office/drawing/2010/main">
                    <a:noFill/>
                  </a14:hiddenFill>
                </a:ext>
              </a:extLst>
            </p:spPr>
            <p:txBody>
              <a:bodyPr/>
              <a:lstStyle/>
              <a:p>
                <a:endParaRPr lang="en-US"/>
              </a:p>
            </p:txBody>
          </p:sp>
          <p:sp>
            <p:nvSpPr>
              <p:cNvPr id="63514" name="Line 23">
                <a:extLst>
                  <a:ext uri="{FF2B5EF4-FFF2-40B4-BE49-F238E27FC236}">
                    <a16:creationId xmlns:a16="http://schemas.microsoft.com/office/drawing/2014/main" id="{8931E4C8-C89A-CED4-DA7A-CF36FC38BA7A}"/>
                  </a:ext>
                </a:extLst>
              </p:cNvPr>
              <p:cNvSpPr>
                <a:spLocks noChangeShapeType="1"/>
              </p:cNvSpPr>
              <p:nvPr/>
            </p:nvSpPr>
            <p:spPr bwMode="auto">
              <a:xfrm>
                <a:off x="2773" y="2008"/>
                <a:ext cx="189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15" name="Line 24">
                <a:extLst>
                  <a:ext uri="{FF2B5EF4-FFF2-40B4-BE49-F238E27FC236}">
                    <a16:creationId xmlns:a16="http://schemas.microsoft.com/office/drawing/2014/main" id="{DC248633-05C9-F616-C2D9-ADA3009A6A48}"/>
                  </a:ext>
                </a:extLst>
              </p:cNvPr>
              <p:cNvSpPr>
                <a:spLocks noChangeShapeType="1"/>
              </p:cNvSpPr>
              <p:nvPr/>
            </p:nvSpPr>
            <p:spPr bwMode="auto">
              <a:xfrm flipV="1">
                <a:off x="3776" y="1717"/>
                <a:ext cx="0" cy="284"/>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3516" name="Text Box 26">
                <a:extLst>
                  <a:ext uri="{FF2B5EF4-FFF2-40B4-BE49-F238E27FC236}">
                    <a16:creationId xmlns:a16="http://schemas.microsoft.com/office/drawing/2014/main" id="{BCA6E038-AB66-F64F-EE60-956711B0B590}"/>
                  </a:ext>
                </a:extLst>
              </p:cNvPr>
              <p:cNvSpPr txBox="1">
                <a:spLocks noChangeArrowheads="1"/>
              </p:cNvSpPr>
              <p:nvPr/>
            </p:nvSpPr>
            <p:spPr bwMode="auto">
              <a:xfrm>
                <a:off x="666" y="1756"/>
                <a:ext cx="438"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B</a:t>
                </a:r>
                <a:r>
                  <a:rPr lang="ru-RU" altLang="en-US" sz="1800" baseline="-25000"/>
                  <a:t>Low</a:t>
                </a:r>
                <a:endParaRPr lang="ru-RU" altLang="en-US" sz="1800"/>
              </a:p>
            </p:txBody>
          </p:sp>
          <p:sp>
            <p:nvSpPr>
              <p:cNvPr id="63517" name="Text Box 28">
                <a:extLst>
                  <a:ext uri="{FF2B5EF4-FFF2-40B4-BE49-F238E27FC236}">
                    <a16:creationId xmlns:a16="http://schemas.microsoft.com/office/drawing/2014/main" id="{98D8D0DD-026E-CD1D-DE28-8F6940FDC12C}"/>
                  </a:ext>
                </a:extLst>
              </p:cNvPr>
              <p:cNvSpPr txBox="1">
                <a:spLocks noChangeArrowheads="1"/>
              </p:cNvSpPr>
              <p:nvPr/>
            </p:nvSpPr>
            <p:spPr bwMode="auto">
              <a:xfrm>
                <a:off x="3616" y="1480"/>
                <a:ext cx="489"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B</a:t>
                </a:r>
                <a:r>
                  <a:rPr lang="ru-RU" altLang="en-US" sz="1800" baseline="-25000"/>
                  <a:t>High</a:t>
                </a:r>
                <a:endParaRPr lang="ru-RU" altLang="en-US" sz="1800"/>
              </a:p>
            </p:txBody>
          </p:sp>
          <p:sp>
            <p:nvSpPr>
              <p:cNvPr id="63518" name="Text Box 29">
                <a:extLst>
                  <a:ext uri="{FF2B5EF4-FFF2-40B4-BE49-F238E27FC236}">
                    <a16:creationId xmlns:a16="http://schemas.microsoft.com/office/drawing/2014/main" id="{BF2E81E8-B2D6-029F-9674-C9D1B679575C}"/>
                  </a:ext>
                </a:extLst>
              </p:cNvPr>
              <p:cNvSpPr txBox="1">
                <a:spLocks noChangeArrowheads="1"/>
              </p:cNvSpPr>
              <p:nvPr/>
            </p:nvSpPr>
            <p:spPr bwMode="auto">
              <a:xfrm>
                <a:off x="2983" y="1480"/>
                <a:ext cx="506" cy="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800"/>
                  <a:t>A</a:t>
                </a:r>
                <a:r>
                  <a:rPr lang="ru-RU" altLang="en-US" sz="1800" baseline="-25000"/>
                  <a:t>High</a:t>
                </a:r>
                <a:endParaRPr lang="ru-RU" altLang="en-US" sz="1800"/>
              </a:p>
            </p:txBody>
          </p:sp>
          <p:sp>
            <p:nvSpPr>
              <p:cNvPr id="63519" name="AutoShape 30">
                <a:extLst>
                  <a:ext uri="{FF2B5EF4-FFF2-40B4-BE49-F238E27FC236}">
                    <a16:creationId xmlns:a16="http://schemas.microsoft.com/office/drawing/2014/main" id="{2E719437-7DF2-4507-A0F8-9E869AC5552F}"/>
                  </a:ext>
                </a:extLst>
              </p:cNvPr>
              <p:cNvSpPr>
                <a:spLocks noChangeArrowheads="1"/>
              </p:cNvSpPr>
              <p:nvPr/>
            </p:nvSpPr>
            <p:spPr bwMode="auto">
              <a:xfrm>
                <a:off x="2385" y="3065"/>
                <a:ext cx="969" cy="326"/>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3 w 21600"/>
                  <a:gd name="T13" fmla="*/ 4506 h 21600"/>
                  <a:gd name="T14" fmla="*/ 17097 w 21600"/>
                  <a:gd name="T15" fmla="*/ 17094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40000"/>
                  <a:lumOff val="60000"/>
                </a:schemeClr>
              </a:solidFill>
              <a:ln w="25400">
                <a:solidFill>
                  <a:srgbClr val="000000"/>
                </a:solidFill>
                <a:miter lim="800000"/>
                <a:headEnd/>
                <a:tailEnd/>
              </a:ln>
            </p:spPr>
            <p:txBody>
              <a:bodyPr/>
              <a:lstStyle/>
              <a:p>
                <a:pPr algn="ctr" eaLnBrk="1" hangingPunct="1">
                  <a:defRPr/>
                </a:pPr>
                <a:r>
                  <a:rPr lang="en-US">
                    <a:latin typeface="Arial" charset="0"/>
                    <a:cs typeface="Arial" charset="0"/>
                  </a:rPr>
                  <a:t>MUX</a:t>
                </a:r>
                <a:endParaRPr lang="ru-RU">
                  <a:latin typeface="Arial" charset="0"/>
                  <a:cs typeface="Arial" charset="0"/>
                </a:endParaRPr>
              </a:p>
            </p:txBody>
          </p:sp>
          <p:sp>
            <p:nvSpPr>
              <p:cNvPr id="63520" name="AutoShape 31">
                <a:extLst>
                  <a:ext uri="{FF2B5EF4-FFF2-40B4-BE49-F238E27FC236}">
                    <a16:creationId xmlns:a16="http://schemas.microsoft.com/office/drawing/2014/main" id="{E9324ADF-830C-4514-8864-360DC91CDEC0}"/>
                  </a:ext>
                </a:extLst>
              </p:cNvPr>
              <p:cNvSpPr>
                <a:spLocks noChangeArrowheads="1"/>
              </p:cNvSpPr>
              <p:nvPr/>
            </p:nvSpPr>
            <p:spPr bwMode="auto">
              <a:xfrm>
                <a:off x="4121" y="3073"/>
                <a:ext cx="784" cy="335"/>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1 w 21600"/>
                  <a:gd name="T13" fmla="*/ 4513 h 21600"/>
                  <a:gd name="T14" fmla="*/ 17109 w 21600"/>
                  <a:gd name="T15" fmla="*/ 17087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40000"/>
                  <a:lumOff val="60000"/>
                </a:schemeClr>
              </a:solidFill>
              <a:ln w="25400">
                <a:solidFill>
                  <a:srgbClr val="000000"/>
                </a:solidFill>
                <a:miter lim="800000"/>
                <a:headEnd/>
                <a:tailEnd/>
              </a:ln>
            </p:spPr>
            <p:txBody>
              <a:bodyPr/>
              <a:lstStyle/>
              <a:p>
                <a:pPr eaLnBrk="1" hangingPunct="1">
                  <a:defRPr/>
                </a:pPr>
                <a:r>
                  <a:rPr lang="en-US">
                    <a:latin typeface="Arial" charset="0"/>
                    <a:cs typeface="Arial" charset="0"/>
                  </a:rPr>
                  <a:t>MUX</a:t>
                </a:r>
                <a:endParaRPr lang="ru-RU">
                  <a:latin typeface="Arial" charset="0"/>
                  <a:cs typeface="Arial" charset="0"/>
                </a:endParaRPr>
              </a:p>
            </p:txBody>
          </p:sp>
          <p:sp>
            <p:nvSpPr>
              <p:cNvPr id="63521" name="Line 32">
                <a:extLst>
                  <a:ext uri="{FF2B5EF4-FFF2-40B4-BE49-F238E27FC236}">
                    <a16:creationId xmlns:a16="http://schemas.microsoft.com/office/drawing/2014/main" id="{F3C6815B-7C42-470C-B891-53889943BAF1}"/>
                  </a:ext>
                </a:extLst>
              </p:cNvPr>
              <p:cNvSpPr>
                <a:spLocks noChangeShapeType="1"/>
              </p:cNvSpPr>
              <p:nvPr/>
            </p:nvSpPr>
            <p:spPr bwMode="auto">
              <a:xfrm>
                <a:off x="1154" y="2403"/>
                <a:ext cx="3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2" name="Line 33">
                <a:extLst>
                  <a:ext uri="{FF2B5EF4-FFF2-40B4-BE49-F238E27FC236}">
                    <a16:creationId xmlns:a16="http://schemas.microsoft.com/office/drawing/2014/main" id="{51267598-2B29-0C2E-B889-2461873BABA8}"/>
                  </a:ext>
                </a:extLst>
              </p:cNvPr>
              <p:cNvSpPr>
                <a:spLocks noChangeShapeType="1"/>
              </p:cNvSpPr>
              <p:nvPr/>
            </p:nvSpPr>
            <p:spPr bwMode="auto">
              <a:xfrm>
                <a:off x="1466" y="2403"/>
                <a:ext cx="0" cy="84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3" name="Line 34">
                <a:extLst>
                  <a:ext uri="{FF2B5EF4-FFF2-40B4-BE49-F238E27FC236}">
                    <a16:creationId xmlns:a16="http://schemas.microsoft.com/office/drawing/2014/main" id="{2B3B7B5F-2F88-0271-E024-ADA9AA906BA8}"/>
                  </a:ext>
                </a:extLst>
              </p:cNvPr>
              <p:cNvSpPr>
                <a:spLocks noChangeShapeType="1"/>
              </p:cNvSpPr>
              <p:nvPr/>
            </p:nvSpPr>
            <p:spPr bwMode="auto">
              <a:xfrm>
                <a:off x="1466" y="3255"/>
                <a:ext cx="105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4" name="Line 35">
                <a:extLst>
                  <a:ext uri="{FF2B5EF4-FFF2-40B4-BE49-F238E27FC236}">
                    <a16:creationId xmlns:a16="http://schemas.microsoft.com/office/drawing/2014/main" id="{1634CA22-ABAA-215A-D3BC-1003B639C86C}"/>
                  </a:ext>
                </a:extLst>
              </p:cNvPr>
              <p:cNvSpPr>
                <a:spLocks noChangeShapeType="1"/>
              </p:cNvSpPr>
              <p:nvPr/>
            </p:nvSpPr>
            <p:spPr bwMode="auto">
              <a:xfrm>
                <a:off x="2604" y="2576"/>
                <a:ext cx="0" cy="49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25" name="Line 36">
                <a:extLst>
                  <a:ext uri="{FF2B5EF4-FFF2-40B4-BE49-F238E27FC236}">
                    <a16:creationId xmlns:a16="http://schemas.microsoft.com/office/drawing/2014/main" id="{55533101-CD41-2120-2D29-8D60844D5697}"/>
                  </a:ext>
                </a:extLst>
              </p:cNvPr>
              <p:cNvSpPr>
                <a:spLocks noChangeShapeType="1"/>
              </p:cNvSpPr>
              <p:nvPr/>
            </p:nvSpPr>
            <p:spPr bwMode="auto">
              <a:xfrm>
                <a:off x="3102" y="2763"/>
                <a:ext cx="0" cy="311"/>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26" name="Line 37">
                <a:extLst>
                  <a:ext uri="{FF2B5EF4-FFF2-40B4-BE49-F238E27FC236}">
                    <a16:creationId xmlns:a16="http://schemas.microsoft.com/office/drawing/2014/main" id="{18C60D9B-6F9F-BAF9-E209-336C65DDF9FB}"/>
                  </a:ext>
                </a:extLst>
              </p:cNvPr>
              <p:cNvSpPr>
                <a:spLocks noChangeShapeType="1"/>
              </p:cNvSpPr>
              <p:nvPr/>
            </p:nvSpPr>
            <p:spPr bwMode="auto">
              <a:xfrm>
                <a:off x="3093" y="2773"/>
                <a:ext cx="1342"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7" name="Line 38">
                <a:extLst>
                  <a:ext uri="{FF2B5EF4-FFF2-40B4-BE49-F238E27FC236}">
                    <a16:creationId xmlns:a16="http://schemas.microsoft.com/office/drawing/2014/main" id="{DA4A748F-3DB0-B51E-6BE5-2B91162DAFE0}"/>
                  </a:ext>
                </a:extLst>
              </p:cNvPr>
              <p:cNvSpPr>
                <a:spLocks noChangeShapeType="1"/>
              </p:cNvSpPr>
              <p:nvPr/>
            </p:nvSpPr>
            <p:spPr bwMode="auto">
              <a:xfrm>
                <a:off x="4441" y="2576"/>
                <a:ext cx="0" cy="19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8" name="Line 39">
                <a:extLst>
                  <a:ext uri="{FF2B5EF4-FFF2-40B4-BE49-F238E27FC236}">
                    <a16:creationId xmlns:a16="http://schemas.microsoft.com/office/drawing/2014/main" id="{EDE0D095-E20A-46B3-21CF-6C7FC11B364B}"/>
                  </a:ext>
                </a:extLst>
              </p:cNvPr>
              <p:cNvSpPr>
                <a:spLocks noChangeShapeType="1"/>
              </p:cNvSpPr>
              <p:nvPr/>
            </p:nvSpPr>
            <p:spPr bwMode="auto">
              <a:xfrm>
                <a:off x="3093" y="2434"/>
                <a:ext cx="32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29" name="Line 40">
                <a:extLst>
                  <a:ext uri="{FF2B5EF4-FFF2-40B4-BE49-F238E27FC236}">
                    <a16:creationId xmlns:a16="http://schemas.microsoft.com/office/drawing/2014/main" id="{10E89AD5-7579-8B6D-0BB0-39780A55590B}"/>
                  </a:ext>
                </a:extLst>
              </p:cNvPr>
              <p:cNvSpPr>
                <a:spLocks noChangeShapeType="1"/>
              </p:cNvSpPr>
              <p:nvPr/>
            </p:nvSpPr>
            <p:spPr bwMode="auto">
              <a:xfrm>
                <a:off x="3404" y="2434"/>
                <a:ext cx="0" cy="47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0" name="Line 41">
                <a:extLst>
                  <a:ext uri="{FF2B5EF4-FFF2-40B4-BE49-F238E27FC236}">
                    <a16:creationId xmlns:a16="http://schemas.microsoft.com/office/drawing/2014/main" id="{9EACCA29-238B-938F-C704-F0AACBF86DF1}"/>
                  </a:ext>
                </a:extLst>
              </p:cNvPr>
              <p:cNvSpPr>
                <a:spLocks noChangeShapeType="1"/>
              </p:cNvSpPr>
              <p:nvPr/>
            </p:nvSpPr>
            <p:spPr bwMode="auto">
              <a:xfrm>
                <a:off x="3413" y="2908"/>
                <a:ext cx="905"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1" name="Line 42">
                <a:extLst>
                  <a:ext uri="{FF2B5EF4-FFF2-40B4-BE49-F238E27FC236}">
                    <a16:creationId xmlns:a16="http://schemas.microsoft.com/office/drawing/2014/main" id="{659F6E6E-6225-DF6A-4741-84F36AE155B5}"/>
                  </a:ext>
                </a:extLst>
              </p:cNvPr>
              <p:cNvSpPr>
                <a:spLocks noChangeShapeType="1"/>
              </p:cNvSpPr>
              <p:nvPr/>
            </p:nvSpPr>
            <p:spPr bwMode="auto">
              <a:xfrm>
                <a:off x="4324" y="2908"/>
                <a:ext cx="0" cy="16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32" name="Line 43">
                <a:extLst>
                  <a:ext uri="{FF2B5EF4-FFF2-40B4-BE49-F238E27FC236}">
                    <a16:creationId xmlns:a16="http://schemas.microsoft.com/office/drawing/2014/main" id="{A7E980C3-ED54-96FB-3785-C0707A4B209B}"/>
                  </a:ext>
                </a:extLst>
              </p:cNvPr>
              <p:cNvSpPr>
                <a:spLocks noChangeShapeType="1"/>
              </p:cNvSpPr>
              <p:nvPr/>
            </p:nvSpPr>
            <p:spPr bwMode="auto">
              <a:xfrm>
                <a:off x="2857" y="3389"/>
                <a:ext cx="0" cy="363"/>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33" name="Line 44">
                <a:extLst>
                  <a:ext uri="{FF2B5EF4-FFF2-40B4-BE49-F238E27FC236}">
                    <a16:creationId xmlns:a16="http://schemas.microsoft.com/office/drawing/2014/main" id="{FF8C4774-54BC-3300-3781-3AFB8D77F258}"/>
                  </a:ext>
                </a:extLst>
              </p:cNvPr>
              <p:cNvSpPr>
                <a:spLocks noChangeShapeType="1"/>
              </p:cNvSpPr>
              <p:nvPr/>
            </p:nvSpPr>
            <p:spPr bwMode="auto">
              <a:xfrm rot="20700000" flipV="1">
                <a:off x="2806" y="3550"/>
                <a:ext cx="103" cy="3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4" name="Line 45">
                <a:extLst>
                  <a:ext uri="{FF2B5EF4-FFF2-40B4-BE49-F238E27FC236}">
                    <a16:creationId xmlns:a16="http://schemas.microsoft.com/office/drawing/2014/main" id="{C8EF3292-254B-1B50-9151-CB53B7A28425}"/>
                  </a:ext>
                </a:extLst>
              </p:cNvPr>
              <p:cNvSpPr>
                <a:spLocks noChangeShapeType="1"/>
              </p:cNvSpPr>
              <p:nvPr/>
            </p:nvSpPr>
            <p:spPr bwMode="auto">
              <a:xfrm>
                <a:off x="4964" y="2419"/>
                <a:ext cx="19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5" name="Line 46">
                <a:extLst>
                  <a:ext uri="{FF2B5EF4-FFF2-40B4-BE49-F238E27FC236}">
                    <a16:creationId xmlns:a16="http://schemas.microsoft.com/office/drawing/2014/main" id="{B6F027AA-457F-869F-7288-0B3BDB4CC41D}"/>
                  </a:ext>
                </a:extLst>
              </p:cNvPr>
              <p:cNvSpPr>
                <a:spLocks noChangeShapeType="1"/>
              </p:cNvSpPr>
              <p:nvPr/>
            </p:nvSpPr>
            <p:spPr bwMode="auto">
              <a:xfrm>
                <a:off x="5157" y="2419"/>
                <a:ext cx="0" cy="47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6" name="Line 47">
                <a:extLst>
                  <a:ext uri="{FF2B5EF4-FFF2-40B4-BE49-F238E27FC236}">
                    <a16:creationId xmlns:a16="http://schemas.microsoft.com/office/drawing/2014/main" id="{ED857B44-8EE4-9ED0-606B-F82FB2D7F299}"/>
                  </a:ext>
                </a:extLst>
              </p:cNvPr>
              <p:cNvSpPr>
                <a:spLocks noChangeShapeType="1"/>
              </p:cNvSpPr>
              <p:nvPr/>
            </p:nvSpPr>
            <p:spPr bwMode="auto">
              <a:xfrm>
                <a:off x="4753" y="2900"/>
                <a:ext cx="40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37" name="Line 48">
                <a:extLst>
                  <a:ext uri="{FF2B5EF4-FFF2-40B4-BE49-F238E27FC236}">
                    <a16:creationId xmlns:a16="http://schemas.microsoft.com/office/drawing/2014/main" id="{2778F053-0220-C493-3728-6812A07D0968}"/>
                  </a:ext>
                </a:extLst>
              </p:cNvPr>
              <p:cNvSpPr>
                <a:spLocks noChangeShapeType="1"/>
              </p:cNvSpPr>
              <p:nvPr/>
            </p:nvSpPr>
            <p:spPr bwMode="auto">
              <a:xfrm>
                <a:off x="4753" y="2900"/>
                <a:ext cx="0" cy="16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38" name="Line 49">
                <a:extLst>
                  <a:ext uri="{FF2B5EF4-FFF2-40B4-BE49-F238E27FC236}">
                    <a16:creationId xmlns:a16="http://schemas.microsoft.com/office/drawing/2014/main" id="{B9C07DD2-E17E-41FC-8DEE-C9357D5B8A7B}"/>
                  </a:ext>
                </a:extLst>
              </p:cNvPr>
              <p:cNvSpPr>
                <a:spLocks noChangeShapeType="1"/>
              </p:cNvSpPr>
              <p:nvPr/>
            </p:nvSpPr>
            <p:spPr bwMode="auto">
              <a:xfrm>
                <a:off x="4509" y="3406"/>
                <a:ext cx="0" cy="26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39" name="Line 50">
                <a:extLst>
                  <a:ext uri="{FF2B5EF4-FFF2-40B4-BE49-F238E27FC236}">
                    <a16:creationId xmlns:a16="http://schemas.microsoft.com/office/drawing/2014/main" id="{D60CF28B-5BFE-0A8D-516A-0ACBCC0DB674}"/>
                  </a:ext>
                </a:extLst>
              </p:cNvPr>
              <p:cNvSpPr>
                <a:spLocks noChangeShapeType="1"/>
              </p:cNvSpPr>
              <p:nvPr/>
            </p:nvSpPr>
            <p:spPr bwMode="auto">
              <a:xfrm>
                <a:off x="3996" y="3223"/>
                <a:ext cx="21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40" name="Line 51">
                <a:extLst>
                  <a:ext uri="{FF2B5EF4-FFF2-40B4-BE49-F238E27FC236}">
                    <a16:creationId xmlns:a16="http://schemas.microsoft.com/office/drawing/2014/main" id="{4F478526-9A40-28F8-30A3-782CC0CE1334}"/>
                  </a:ext>
                </a:extLst>
              </p:cNvPr>
              <p:cNvSpPr>
                <a:spLocks noChangeShapeType="1"/>
              </p:cNvSpPr>
              <p:nvPr/>
            </p:nvSpPr>
            <p:spPr bwMode="auto">
              <a:xfrm>
                <a:off x="2293" y="3255"/>
                <a:ext cx="0" cy="242"/>
              </a:xfrm>
              <a:prstGeom prst="line">
                <a:avLst/>
              </a:prstGeom>
              <a:noFill/>
              <a:ln w="25400">
                <a:solidFill>
                  <a:srgbClr val="000000"/>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63541" name="Line 52">
                <a:extLst>
                  <a:ext uri="{FF2B5EF4-FFF2-40B4-BE49-F238E27FC236}">
                    <a16:creationId xmlns:a16="http://schemas.microsoft.com/office/drawing/2014/main" id="{C7B69039-AD59-72AC-F14F-FC79988BA9E2}"/>
                  </a:ext>
                </a:extLst>
              </p:cNvPr>
              <p:cNvSpPr>
                <a:spLocks noChangeShapeType="1"/>
              </p:cNvSpPr>
              <p:nvPr/>
            </p:nvSpPr>
            <p:spPr bwMode="auto">
              <a:xfrm>
                <a:off x="2293" y="3499"/>
                <a:ext cx="170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42" name="Line 53">
                <a:extLst>
                  <a:ext uri="{FF2B5EF4-FFF2-40B4-BE49-F238E27FC236}">
                    <a16:creationId xmlns:a16="http://schemas.microsoft.com/office/drawing/2014/main" id="{8C846BE5-BFFC-0433-7581-3F426D971105}"/>
                  </a:ext>
                </a:extLst>
              </p:cNvPr>
              <p:cNvSpPr>
                <a:spLocks noChangeShapeType="1"/>
              </p:cNvSpPr>
              <p:nvPr/>
            </p:nvSpPr>
            <p:spPr bwMode="auto">
              <a:xfrm>
                <a:off x="3995" y="3223"/>
                <a:ext cx="0" cy="26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43" name="Line 54">
                <a:extLst>
                  <a:ext uri="{FF2B5EF4-FFF2-40B4-BE49-F238E27FC236}">
                    <a16:creationId xmlns:a16="http://schemas.microsoft.com/office/drawing/2014/main" id="{1B232CD8-60F5-D100-7484-5E3250C67DD5}"/>
                  </a:ext>
                </a:extLst>
              </p:cNvPr>
              <p:cNvSpPr>
                <a:spLocks noChangeShapeType="1"/>
              </p:cNvSpPr>
              <p:nvPr/>
            </p:nvSpPr>
            <p:spPr bwMode="auto">
              <a:xfrm>
                <a:off x="1927" y="3521"/>
                <a:ext cx="0" cy="24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44" name="Line 55">
                <a:extLst>
                  <a:ext uri="{FF2B5EF4-FFF2-40B4-BE49-F238E27FC236}">
                    <a16:creationId xmlns:a16="http://schemas.microsoft.com/office/drawing/2014/main" id="{31F7AB6B-F5DA-A27F-A752-534A25186D77}"/>
                  </a:ext>
                </a:extLst>
              </p:cNvPr>
              <p:cNvSpPr>
                <a:spLocks noChangeShapeType="1"/>
              </p:cNvSpPr>
              <p:nvPr/>
            </p:nvSpPr>
            <p:spPr bwMode="auto">
              <a:xfrm flipH="1">
                <a:off x="683" y="3523"/>
                <a:ext cx="12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45" name="Line 56">
                <a:extLst>
                  <a:ext uri="{FF2B5EF4-FFF2-40B4-BE49-F238E27FC236}">
                    <a16:creationId xmlns:a16="http://schemas.microsoft.com/office/drawing/2014/main" id="{3F4D0C52-49CB-76AF-F756-7EC998692C40}"/>
                  </a:ext>
                </a:extLst>
              </p:cNvPr>
              <p:cNvSpPr>
                <a:spLocks noChangeShapeType="1"/>
              </p:cNvSpPr>
              <p:nvPr/>
            </p:nvSpPr>
            <p:spPr bwMode="auto">
              <a:xfrm>
                <a:off x="674" y="2553"/>
                <a:ext cx="0" cy="9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46" name="Line 57">
                <a:extLst>
                  <a:ext uri="{FF2B5EF4-FFF2-40B4-BE49-F238E27FC236}">
                    <a16:creationId xmlns:a16="http://schemas.microsoft.com/office/drawing/2014/main" id="{FCECFFC1-A591-C844-250F-FE5C175817B7}"/>
                  </a:ext>
                </a:extLst>
              </p:cNvPr>
              <p:cNvSpPr>
                <a:spLocks noChangeShapeType="1"/>
              </p:cNvSpPr>
              <p:nvPr/>
            </p:nvSpPr>
            <p:spPr bwMode="auto">
              <a:xfrm rot="20700000" flipV="1">
                <a:off x="1872" y="3573"/>
                <a:ext cx="102" cy="3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47" name="AutoShape 58">
                <a:extLst>
                  <a:ext uri="{FF2B5EF4-FFF2-40B4-BE49-F238E27FC236}">
                    <a16:creationId xmlns:a16="http://schemas.microsoft.com/office/drawing/2014/main" id="{57E0616A-83CD-D4ED-68BC-E968104C1D3F}"/>
                  </a:ext>
                </a:extLst>
              </p:cNvPr>
              <p:cNvSpPr>
                <a:spLocks/>
              </p:cNvSpPr>
              <p:nvPr/>
            </p:nvSpPr>
            <p:spPr bwMode="auto">
              <a:xfrm rot="-5400000">
                <a:off x="2294" y="3419"/>
                <a:ext cx="166" cy="910"/>
              </a:xfrm>
              <a:prstGeom prst="leftBrace">
                <a:avLst>
                  <a:gd name="adj1" fmla="val 45683"/>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10800000"/>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63548" name="Line 59">
                <a:extLst>
                  <a:ext uri="{FF2B5EF4-FFF2-40B4-BE49-F238E27FC236}">
                    <a16:creationId xmlns:a16="http://schemas.microsoft.com/office/drawing/2014/main" id="{A82ED7DC-4F83-DD44-1CD9-2A8AFB7FE11E}"/>
                  </a:ext>
                </a:extLst>
              </p:cNvPr>
              <p:cNvSpPr>
                <a:spLocks noChangeShapeType="1"/>
              </p:cNvSpPr>
              <p:nvPr/>
            </p:nvSpPr>
            <p:spPr bwMode="auto">
              <a:xfrm>
                <a:off x="1880" y="2426"/>
                <a:ext cx="20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49" name="Line 60">
                <a:extLst>
                  <a:ext uri="{FF2B5EF4-FFF2-40B4-BE49-F238E27FC236}">
                    <a16:creationId xmlns:a16="http://schemas.microsoft.com/office/drawing/2014/main" id="{4BCDC191-6BB0-D1ED-5A4C-61592B29E5E0}"/>
                  </a:ext>
                </a:extLst>
              </p:cNvPr>
              <p:cNvSpPr>
                <a:spLocks noChangeShapeType="1"/>
              </p:cNvSpPr>
              <p:nvPr/>
            </p:nvSpPr>
            <p:spPr bwMode="auto">
              <a:xfrm>
                <a:off x="3759" y="2426"/>
                <a:ext cx="202" cy="0"/>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3550" name="Text Box 61">
                <a:extLst>
                  <a:ext uri="{FF2B5EF4-FFF2-40B4-BE49-F238E27FC236}">
                    <a16:creationId xmlns:a16="http://schemas.microsoft.com/office/drawing/2014/main" id="{60D78353-8177-8ED0-A187-86B576A79BDE}"/>
                  </a:ext>
                </a:extLst>
              </p:cNvPr>
              <p:cNvSpPr txBox="1">
                <a:spLocks noChangeArrowheads="1"/>
              </p:cNvSpPr>
              <p:nvPr/>
            </p:nvSpPr>
            <p:spPr bwMode="auto">
              <a:xfrm>
                <a:off x="1590" y="2229"/>
                <a:ext cx="57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Cin =1</a:t>
                </a:r>
              </a:p>
            </p:txBody>
          </p:sp>
          <p:sp>
            <p:nvSpPr>
              <p:cNvPr id="63551" name="Text Box 62">
                <a:extLst>
                  <a:ext uri="{FF2B5EF4-FFF2-40B4-BE49-F238E27FC236}">
                    <a16:creationId xmlns:a16="http://schemas.microsoft.com/office/drawing/2014/main" id="{87FBE0D3-B89C-0B9A-7EFC-20E1CCC1D8DD}"/>
                  </a:ext>
                </a:extLst>
              </p:cNvPr>
              <p:cNvSpPr txBox="1">
                <a:spLocks noChangeArrowheads="1"/>
              </p:cNvSpPr>
              <p:nvPr/>
            </p:nvSpPr>
            <p:spPr bwMode="auto">
              <a:xfrm>
                <a:off x="3489" y="2227"/>
                <a:ext cx="57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Cin =0</a:t>
                </a:r>
              </a:p>
            </p:txBody>
          </p:sp>
          <p:sp>
            <p:nvSpPr>
              <p:cNvPr id="63552" name="Text Box 63">
                <a:extLst>
                  <a:ext uri="{FF2B5EF4-FFF2-40B4-BE49-F238E27FC236}">
                    <a16:creationId xmlns:a16="http://schemas.microsoft.com/office/drawing/2014/main" id="{347A6463-E652-F6C0-F241-14A5C50A4B7D}"/>
                  </a:ext>
                </a:extLst>
              </p:cNvPr>
              <p:cNvSpPr txBox="1">
                <a:spLocks noChangeArrowheads="1"/>
              </p:cNvSpPr>
              <p:nvPr/>
            </p:nvSpPr>
            <p:spPr bwMode="auto">
              <a:xfrm>
                <a:off x="4938" y="2237"/>
                <a:ext cx="486"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Cout</a:t>
                </a:r>
                <a:r>
                  <a:rPr lang="ru-RU" altLang="en-US" sz="1400" baseline="-25000"/>
                  <a:t>0</a:t>
                </a:r>
                <a:endParaRPr lang="ru-RU" altLang="en-US" sz="1400"/>
              </a:p>
            </p:txBody>
          </p:sp>
          <p:sp>
            <p:nvSpPr>
              <p:cNvPr id="63553" name="Text Box 64">
                <a:extLst>
                  <a:ext uri="{FF2B5EF4-FFF2-40B4-BE49-F238E27FC236}">
                    <a16:creationId xmlns:a16="http://schemas.microsoft.com/office/drawing/2014/main" id="{7669B608-E6F2-4365-8915-C7C07F0F01F0}"/>
                  </a:ext>
                </a:extLst>
              </p:cNvPr>
              <p:cNvSpPr txBox="1">
                <a:spLocks noChangeArrowheads="1"/>
              </p:cNvSpPr>
              <p:nvPr/>
            </p:nvSpPr>
            <p:spPr bwMode="auto">
              <a:xfrm>
                <a:off x="3041" y="2229"/>
                <a:ext cx="573" cy="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Cout</a:t>
                </a:r>
                <a:r>
                  <a:rPr lang="ru-RU" altLang="en-US" sz="1400" baseline="-25000"/>
                  <a:t>1</a:t>
                </a:r>
                <a:endParaRPr lang="ru-RU" altLang="en-US" sz="1400"/>
              </a:p>
            </p:txBody>
          </p:sp>
          <p:sp>
            <p:nvSpPr>
              <p:cNvPr id="63554" name="Text Box 65">
                <a:extLst>
                  <a:ext uri="{FF2B5EF4-FFF2-40B4-BE49-F238E27FC236}">
                    <a16:creationId xmlns:a16="http://schemas.microsoft.com/office/drawing/2014/main" id="{7CFA4931-CD66-6A79-869F-9ECB2BBD440F}"/>
                  </a:ext>
                </a:extLst>
              </p:cNvPr>
              <p:cNvSpPr txBox="1">
                <a:spLocks noChangeArrowheads="1"/>
              </p:cNvSpPr>
              <p:nvPr/>
            </p:nvSpPr>
            <p:spPr bwMode="auto">
              <a:xfrm>
                <a:off x="1095" y="2115"/>
                <a:ext cx="48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Cout</a:t>
                </a:r>
                <a:r>
                  <a:rPr lang="en-US" altLang="en-US" sz="1400" baseline="-25000"/>
                  <a:t>L</a:t>
                </a:r>
                <a:endParaRPr lang="ru-RU" altLang="en-US" sz="1400" baseline="-25000"/>
              </a:p>
            </p:txBody>
          </p:sp>
          <p:sp>
            <p:nvSpPr>
              <p:cNvPr id="63555" name="Text Box 66">
                <a:extLst>
                  <a:ext uri="{FF2B5EF4-FFF2-40B4-BE49-F238E27FC236}">
                    <a16:creationId xmlns:a16="http://schemas.microsoft.com/office/drawing/2014/main" id="{70F897F9-3BF4-4AAD-8F21-E96DCB05B5C1}"/>
                  </a:ext>
                </a:extLst>
              </p:cNvPr>
              <p:cNvSpPr txBox="1">
                <a:spLocks noChangeArrowheads="1"/>
              </p:cNvSpPr>
              <p:nvPr/>
            </p:nvSpPr>
            <p:spPr bwMode="auto">
              <a:xfrm>
                <a:off x="4298" y="3649"/>
                <a:ext cx="489" cy="2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Cout</a:t>
                </a:r>
              </a:p>
            </p:txBody>
          </p:sp>
        </p:grpSp>
        <p:sp>
          <p:nvSpPr>
            <p:cNvPr id="63494" name="Text Box 130">
              <a:extLst>
                <a:ext uri="{FF2B5EF4-FFF2-40B4-BE49-F238E27FC236}">
                  <a16:creationId xmlns:a16="http://schemas.microsoft.com/office/drawing/2014/main" id="{5B10FF9F-A03F-990C-F2B3-2C5C466C52B4}"/>
                </a:ext>
              </a:extLst>
            </p:cNvPr>
            <p:cNvSpPr txBox="1">
              <a:spLocks noChangeArrowheads="1"/>
            </p:cNvSpPr>
            <p:nvPr/>
          </p:nvSpPr>
          <p:spPr bwMode="auto">
            <a:xfrm>
              <a:off x="247650" y="5410200"/>
              <a:ext cx="3581400" cy="379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olidFill>
                    <a:srgbClr val="0000FF"/>
                  </a:solidFill>
                </a:rPr>
                <a:t>Tadd  = N/2tcarry + tmux</a:t>
              </a:r>
              <a:endParaRPr lang="ru-RU" altLang="en-US" sz="1800">
                <a:solidFill>
                  <a:srgbClr val="0000FF"/>
                </a:solidFill>
              </a:endParaRPr>
            </a:p>
          </p:txBody>
        </p:sp>
      </p:grpSp>
      <p:sp>
        <p:nvSpPr>
          <p:cNvPr id="2" name="Title 1">
            <a:extLst>
              <a:ext uri="{FF2B5EF4-FFF2-40B4-BE49-F238E27FC236}">
                <a16:creationId xmlns:a16="http://schemas.microsoft.com/office/drawing/2014/main" id="{5F6C22BA-6080-7A82-CC67-47A43FBE18C9}"/>
              </a:ext>
            </a:extLst>
          </p:cNvPr>
          <p:cNvSpPr>
            <a:spLocks noGrp="1"/>
          </p:cNvSpPr>
          <p:nvPr>
            <p:ph type="title"/>
          </p:nvPr>
        </p:nvSpPr>
        <p:spPr/>
        <p:txBody>
          <a:bodyPr>
            <a:normAutofit/>
          </a:bodyPr>
          <a:lstStyle/>
          <a:p>
            <a:r>
              <a:rPr lang="en-US" dirty="0"/>
              <a:t>Conditional Sum Adder</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a:extLst>
              <a:ext uri="{FF2B5EF4-FFF2-40B4-BE49-F238E27FC236}">
                <a16:creationId xmlns:a16="http://schemas.microsoft.com/office/drawing/2014/main" id="{6E490C32-CBE4-DB90-659B-EB445C9B9E06}"/>
              </a:ext>
            </a:extLst>
          </p:cNvPr>
          <p:cNvSpPr>
            <a:spLocks noGrp="1" noChangeArrowheads="1"/>
          </p:cNvSpPr>
          <p:nvPr>
            <p:ph type="title"/>
          </p:nvPr>
        </p:nvSpPr>
        <p:spPr/>
        <p:txBody>
          <a:bodyPr/>
          <a:lstStyle/>
          <a:p>
            <a:r>
              <a:rPr lang="en-US" altLang="en-US"/>
              <a:t>Conditional Sum Adder in Verilog</a:t>
            </a:r>
            <a:endParaRPr lang="ru-RU" altLang="en-US"/>
          </a:p>
        </p:txBody>
      </p:sp>
      <p:sp>
        <p:nvSpPr>
          <p:cNvPr id="64515" name="Content Placeholder 3">
            <a:extLst>
              <a:ext uri="{FF2B5EF4-FFF2-40B4-BE49-F238E27FC236}">
                <a16:creationId xmlns:a16="http://schemas.microsoft.com/office/drawing/2014/main" id="{80712744-3846-99B3-B8E5-14FF8BB3CF95}"/>
              </a:ext>
            </a:extLst>
          </p:cNvPr>
          <p:cNvSpPr>
            <a:spLocks noGrp="1" noChangeArrowheads="1"/>
          </p:cNvSpPr>
          <p:nvPr>
            <p:ph type="body" sz="quarter" idx="10"/>
          </p:nvPr>
        </p:nvSpPr>
        <p:spPr/>
        <p:txBody>
          <a:bodyPr/>
          <a:lstStyle/>
          <a:p>
            <a:pPr>
              <a:spcBef>
                <a:spcPct val="0"/>
              </a:spcBef>
              <a:buFont typeface="Wingdings" panose="05000000000000000000" pitchFamily="2" charset="2"/>
              <a:buNone/>
            </a:pPr>
            <a:r>
              <a:rPr lang="en-US" altLang="en-US" sz="1400" b="1" dirty="0"/>
              <a:t>module</a:t>
            </a:r>
            <a:r>
              <a:rPr lang="en-US" altLang="en-US" sz="1400" dirty="0"/>
              <a:t> </a:t>
            </a:r>
            <a:r>
              <a:rPr lang="en-US" altLang="en-US" sz="1400" dirty="0" err="1"/>
              <a:t>conditional_sum_adder</a:t>
            </a:r>
            <a:r>
              <a:rPr lang="en-US" altLang="en-US" sz="1400" dirty="0"/>
              <a:t>(A,B, </a:t>
            </a:r>
            <a:r>
              <a:rPr lang="en-US" altLang="en-US" sz="1400" dirty="0" err="1"/>
              <a:t>cin</a:t>
            </a:r>
            <a:r>
              <a:rPr lang="en-US" altLang="en-US" sz="1400" dirty="0"/>
              <a:t>, </a:t>
            </a:r>
            <a:r>
              <a:rPr lang="en-US" altLang="en-US" sz="1400" dirty="0" err="1"/>
              <a:t>sum,cout</a:t>
            </a:r>
            <a:r>
              <a:rPr lang="en-US" altLang="en-US" sz="1400" dirty="0"/>
              <a:t>);</a:t>
            </a:r>
          </a:p>
          <a:p>
            <a:pPr>
              <a:spcBef>
                <a:spcPct val="0"/>
              </a:spcBef>
              <a:buFont typeface="Wingdings" panose="05000000000000000000" pitchFamily="2" charset="2"/>
              <a:buNone/>
            </a:pPr>
            <a:r>
              <a:rPr lang="en-US" altLang="en-US" sz="1400" dirty="0"/>
              <a:t>	</a:t>
            </a:r>
            <a:r>
              <a:rPr lang="en-US" altLang="en-US" sz="1400" b="1" dirty="0"/>
              <a:t>input</a:t>
            </a:r>
            <a:r>
              <a:rPr lang="en-US" altLang="en-US" sz="1400" dirty="0"/>
              <a:t> [15:0] A,B;</a:t>
            </a:r>
          </a:p>
          <a:p>
            <a:pPr>
              <a:spcBef>
                <a:spcPct val="0"/>
              </a:spcBef>
              <a:buFont typeface="Wingdings" panose="05000000000000000000" pitchFamily="2" charset="2"/>
              <a:buNone/>
            </a:pPr>
            <a:r>
              <a:rPr lang="en-US" altLang="en-US" sz="1400" dirty="0"/>
              <a:t>	</a:t>
            </a:r>
            <a:r>
              <a:rPr lang="en-US" altLang="en-US" sz="1400" b="1" dirty="0"/>
              <a:t>input</a:t>
            </a:r>
            <a:r>
              <a:rPr lang="en-US" altLang="en-US" sz="1400" dirty="0"/>
              <a:t> </a:t>
            </a:r>
            <a:r>
              <a:rPr lang="en-US" altLang="en-US" sz="1400" dirty="0" err="1"/>
              <a:t>cin</a:t>
            </a:r>
            <a:r>
              <a:rPr lang="en-US" altLang="en-US" sz="1400" dirty="0"/>
              <a:t>;</a:t>
            </a:r>
          </a:p>
          <a:p>
            <a:pPr>
              <a:spcBef>
                <a:spcPct val="0"/>
              </a:spcBef>
              <a:buFont typeface="Wingdings" panose="05000000000000000000" pitchFamily="2" charset="2"/>
              <a:buNone/>
            </a:pPr>
            <a:r>
              <a:rPr lang="en-US" altLang="en-US" sz="1400" dirty="0"/>
              <a:t>	</a:t>
            </a:r>
            <a:r>
              <a:rPr lang="en-US" altLang="en-US" sz="1400" b="1" dirty="0"/>
              <a:t>output</a:t>
            </a:r>
            <a:r>
              <a:rPr lang="en-US" altLang="en-US" sz="1400" dirty="0"/>
              <a:t> [15:0] sum;</a:t>
            </a:r>
          </a:p>
          <a:p>
            <a:pPr>
              <a:spcBef>
                <a:spcPct val="0"/>
              </a:spcBef>
              <a:buFont typeface="Wingdings" panose="05000000000000000000" pitchFamily="2" charset="2"/>
              <a:buNone/>
            </a:pPr>
            <a:r>
              <a:rPr lang="en-US" altLang="en-US" sz="1400" dirty="0"/>
              <a:t>	</a:t>
            </a:r>
            <a:r>
              <a:rPr lang="en-US" altLang="en-US" sz="1400" b="1" dirty="0"/>
              <a:t>wire[15:0</a:t>
            </a:r>
            <a:r>
              <a:rPr lang="en-US" altLang="en-US" sz="1400" dirty="0"/>
              <a:t>] sum;</a:t>
            </a:r>
          </a:p>
          <a:p>
            <a:pPr>
              <a:spcBef>
                <a:spcPct val="0"/>
              </a:spcBef>
              <a:buFont typeface="Wingdings" panose="05000000000000000000" pitchFamily="2" charset="2"/>
              <a:buNone/>
            </a:pPr>
            <a:r>
              <a:rPr lang="en-US" altLang="en-US" sz="1400" dirty="0"/>
              <a:t>	</a:t>
            </a:r>
            <a:r>
              <a:rPr lang="en-US" altLang="en-US" sz="1400" b="1" dirty="0"/>
              <a:t>output</a:t>
            </a:r>
            <a:r>
              <a:rPr lang="en-US" altLang="en-US" sz="1400" dirty="0"/>
              <a:t> </a:t>
            </a:r>
            <a:r>
              <a:rPr lang="en-US" altLang="en-US" sz="1400" dirty="0" err="1"/>
              <a:t>cout</a:t>
            </a:r>
            <a:r>
              <a:rPr lang="en-US" altLang="en-US" sz="1400" dirty="0"/>
              <a:t>;</a:t>
            </a:r>
          </a:p>
          <a:p>
            <a:pPr>
              <a:spcBef>
                <a:spcPct val="0"/>
              </a:spcBef>
              <a:buFont typeface="Wingdings" panose="05000000000000000000" pitchFamily="2" charset="2"/>
              <a:buNone/>
            </a:pPr>
            <a:r>
              <a:rPr lang="en-US" altLang="en-US" sz="1400" dirty="0"/>
              <a:t>	</a:t>
            </a:r>
            <a:r>
              <a:rPr lang="en-US" altLang="en-US" sz="1400" b="1" dirty="0"/>
              <a:t>wire</a:t>
            </a:r>
            <a:r>
              <a:rPr lang="en-US" altLang="en-US" sz="1400" dirty="0"/>
              <a:t> </a:t>
            </a:r>
            <a:r>
              <a:rPr lang="en-US" altLang="en-US" sz="1400" dirty="0" err="1"/>
              <a:t>cout</a:t>
            </a:r>
            <a:r>
              <a:rPr lang="en-US" altLang="en-US" sz="1400" dirty="0"/>
              <a:t>, cout_low,cout0,cout1;</a:t>
            </a:r>
          </a:p>
          <a:p>
            <a:pPr>
              <a:spcBef>
                <a:spcPct val="0"/>
              </a:spcBef>
              <a:buFont typeface="Wingdings" panose="05000000000000000000" pitchFamily="2" charset="2"/>
              <a:buNone/>
            </a:pPr>
            <a:r>
              <a:rPr lang="en-US" altLang="en-US" sz="1400" dirty="0"/>
              <a:t>	</a:t>
            </a:r>
            <a:r>
              <a:rPr lang="en-US" altLang="en-US" sz="1400" b="1" dirty="0"/>
              <a:t>wire</a:t>
            </a:r>
            <a:r>
              <a:rPr lang="en-US" altLang="en-US" sz="1400" dirty="0"/>
              <a:t> [7:0] </a:t>
            </a:r>
            <a:r>
              <a:rPr lang="en-US" altLang="en-US" sz="1400" dirty="0" err="1"/>
              <a:t>sum_low</a:t>
            </a:r>
            <a:r>
              <a:rPr lang="en-US" altLang="en-US" sz="1400" dirty="0"/>
              <a:t>, </a:t>
            </a:r>
            <a:r>
              <a:rPr lang="en-US" altLang="en-US" sz="1400" dirty="0" err="1"/>
              <a:t>sum_high</a:t>
            </a:r>
            <a:r>
              <a:rPr lang="en-US" altLang="en-US" sz="1400" dirty="0"/>
              <a:t>;</a:t>
            </a:r>
          </a:p>
          <a:p>
            <a:pPr>
              <a:spcBef>
                <a:spcPct val="0"/>
              </a:spcBef>
              <a:buFont typeface="Wingdings" panose="05000000000000000000" pitchFamily="2" charset="2"/>
              <a:buNone/>
            </a:pPr>
            <a:r>
              <a:rPr lang="en-US" altLang="en-US" sz="1400" dirty="0"/>
              <a:t>	</a:t>
            </a:r>
            <a:r>
              <a:rPr lang="en-US" altLang="en-US" sz="1400" b="1" dirty="0"/>
              <a:t>wire </a:t>
            </a:r>
            <a:r>
              <a:rPr lang="en-US" altLang="en-US" sz="1400" dirty="0"/>
              <a:t>[7:0] sum_high0, sum_high1;</a:t>
            </a:r>
          </a:p>
          <a:p>
            <a:pPr>
              <a:spcBef>
                <a:spcPct val="0"/>
              </a:spcBef>
              <a:buFont typeface="Wingdings" panose="05000000000000000000" pitchFamily="2" charset="2"/>
              <a:buNone/>
            </a:pPr>
            <a:r>
              <a:rPr lang="en-US" altLang="en-US" sz="1400" b="1" dirty="0"/>
              <a:t>assign</a:t>
            </a:r>
            <a:r>
              <a:rPr lang="en-US" altLang="en-US" sz="1400" dirty="0"/>
              <a:t> {</a:t>
            </a:r>
            <a:r>
              <a:rPr lang="en-US" altLang="en-US" sz="1400" dirty="0" err="1"/>
              <a:t>cout_low</a:t>
            </a:r>
            <a:r>
              <a:rPr lang="en-US" altLang="en-US" sz="1400" dirty="0"/>
              <a:t>, </a:t>
            </a:r>
            <a:r>
              <a:rPr lang="en-US" altLang="en-US" sz="1400" dirty="0" err="1"/>
              <a:t>sum_low</a:t>
            </a:r>
            <a:r>
              <a:rPr lang="en-US" altLang="en-US" sz="1400" dirty="0"/>
              <a:t>} = A[7:0] + B[7:0] + </a:t>
            </a:r>
            <a:r>
              <a:rPr lang="en-US" altLang="en-US" sz="1400" dirty="0" err="1"/>
              <a:t>cin</a:t>
            </a:r>
            <a:r>
              <a:rPr lang="en-US" altLang="en-US" sz="1400" dirty="0"/>
              <a:t>;</a:t>
            </a:r>
          </a:p>
          <a:p>
            <a:pPr>
              <a:spcBef>
                <a:spcPct val="0"/>
              </a:spcBef>
              <a:buFont typeface="Wingdings" panose="05000000000000000000" pitchFamily="2" charset="2"/>
              <a:buNone/>
            </a:pPr>
            <a:r>
              <a:rPr lang="en-US" altLang="en-US" sz="1400" b="1" dirty="0"/>
              <a:t>assign</a:t>
            </a:r>
            <a:r>
              <a:rPr lang="en-US" altLang="en-US" sz="1400" dirty="0"/>
              <a:t> {cout0, sum_high0} = A[15:8] + B[15:8];</a:t>
            </a:r>
          </a:p>
          <a:p>
            <a:pPr>
              <a:spcBef>
                <a:spcPct val="0"/>
              </a:spcBef>
              <a:buFont typeface="Wingdings" panose="05000000000000000000" pitchFamily="2" charset="2"/>
              <a:buNone/>
            </a:pPr>
            <a:r>
              <a:rPr lang="en-US" altLang="en-US" sz="1400" b="1" dirty="0"/>
              <a:t>assign</a:t>
            </a:r>
            <a:r>
              <a:rPr lang="en-US" altLang="en-US" sz="1400" dirty="0"/>
              <a:t> {cout1, sum_high1} = A[15:8] + B[15:8]+1;</a:t>
            </a:r>
          </a:p>
          <a:p>
            <a:pPr>
              <a:spcBef>
                <a:spcPct val="0"/>
              </a:spcBef>
              <a:buFont typeface="Wingdings" panose="05000000000000000000" pitchFamily="2" charset="2"/>
              <a:buNone/>
            </a:pPr>
            <a:r>
              <a:rPr lang="en-US" altLang="en-US" sz="1400" b="1" dirty="0"/>
              <a:t>assign</a:t>
            </a:r>
            <a:r>
              <a:rPr lang="en-US" altLang="en-US" sz="1400" dirty="0"/>
              <a:t> </a:t>
            </a:r>
            <a:r>
              <a:rPr lang="en-US" altLang="en-US" sz="1400" dirty="0" err="1"/>
              <a:t>sum_high</a:t>
            </a:r>
            <a:r>
              <a:rPr lang="en-US" altLang="en-US" sz="1400" dirty="0"/>
              <a:t> = </a:t>
            </a:r>
            <a:r>
              <a:rPr lang="en-US" altLang="en-US" sz="1400" dirty="0" err="1"/>
              <a:t>cout_low</a:t>
            </a:r>
            <a:r>
              <a:rPr lang="en-US" altLang="en-US" sz="1400" dirty="0"/>
              <a:t>? sum_high1:sum_high0;	</a:t>
            </a:r>
          </a:p>
          <a:p>
            <a:pPr>
              <a:spcBef>
                <a:spcPct val="0"/>
              </a:spcBef>
              <a:buFont typeface="Wingdings" panose="05000000000000000000" pitchFamily="2" charset="2"/>
              <a:buNone/>
            </a:pPr>
            <a:r>
              <a:rPr lang="en-US" altLang="en-US" sz="1400" b="1" dirty="0"/>
              <a:t>assign</a:t>
            </a:r>
            <a:r>
              <a:rPr lang="en-US" altLang="en-US" sz="1400" dirty="0"/>
              <a:t> sum={</a:t>
            </a:r>
            <a:r>
              <a:rPr lang="en-US" altLang="en-US" sz="1400" dirty="0" err="1"/>
              <a:t>sum_high</a:t>
            </a:r>
            <a:r>
              <a:rPr lang="en-US" altLang="en-US" sz="1400" dirty="0"/>
              <a:t>, </a:t>
            </a:r>
            <a:r>
              <a:rPr lang="en-US" altLang="en-US" sz="1400" dirty="0" err="1"/>
              <a:t>sum_low</a:t>
            </a:r>
            <a:r>
              <a:rPr lang="en-US" altLang="en-US" sz="1400" dirty="0"/>
              <a:t>};	</a:t>
            </a:r>
          </a:p>
          <a:p>
            <a:pPr>
              <a:spcBef>
                <a:spcPct val="0"/>
              </a:spcBef>
              <a:buFont typeface="Wingdings" panose="05000000000000000000" pitchFamily="2" charset="2"/>
              <a:buNone/>
            </a:pPr>
            <a:r>
              <a:rPr lang="en-US" altLang="en-US" sz="1400" b="1" dirty="0"/>
              <a:t>assign</a:t>
            </a:r>
            <a:r>
              <a:rPr lang="en-US" altLang="en-US" sz="1400" dirty="0"/>
              <a:t> </a:t>
            </a:r>
            <a:r>
              <a:rPr lang="en-US" altLang="en-US" sz="1400" dirty="0" err="1"/>
              <a:t>cout</a:t>
            </a:r>
            <a:r>
              <a:rPr lang="en-US" altLang="en-US" sz="1400" dirty="0"/>
              <a:t> = </a:t>
            </a:r>
            <a:r>
              <a:rPr lang="en-US" altLang="en-US" sz="1400" dirty="0" err="1"/>
              <a:t>cout_low</a:t>
            </a:r>
            <a:r>
              <a:rPr lang="en-US" altLang="en-US" sz="1400" dirty="0"/>
              <a:t>? cout1:cout0;</a:t>
            </a:r>
          </a:p>
          <a:p>
            <a:pPr>
              <a:spcBef>
                <a:spcPct val="0"/>
              </a:spcBef>
              <a:buFont typeface="Wingdings" panose="05000000000000000000" pitchFamily="2" charset="2"/>
              <a:buNone/>
            </a:pPr>
            <a:r>
              <a:rPr lang="en-US" altLang="en-US" sz="1400" b="1" dirty="0" err="1"/>
              <a:t>endmodule</a:t>
            </a:r>
            <a:endParaRPr lang="ru-RU" altLang="en-US" sz="1400" b="1" dirty="0"/>
          </a:p>
          <a:p>
            <a:pPr>
              <a:spcBef>
                <a:spcPct val="0"/>
              </a:spcBef>
              <a:buFont typeface="Wingdings" panose="05000000000000000000" pitchFamily="2" charset="2"/>
              <a:buNone/>
            </a:pPr>
            <a:endParaRPr lang="ru-RU" altLang="en-US" sz="1400" dirty="0"/>
          </a:p>
          <a:p>
            <a:pPr>
              <a:spcBef>
                <a:spcPct val="0"/>
              </a:spcBef>
              <a:buFont typeface="Wingdings" panose="05000000000000000000" pitchFamily="2" charset="2"/>
              <a:buNone/>
            </a:pPr>
            <a:endParaRPr lang="en-US" altLang="en-US" sz="1400" dirty="0"/>
          </a:p>
          <a:p>
            <a:endParaRPr lang="en-US" alt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4">
            <a:extLst>
              <a:ext uri="{FF2B5EF4-FFF2-40B4-BE49-F238E27FC236}">
                <a16:creationId xmlns:a16="http://schemas.microsoft.com/office/drawing/2014/main" id="{3BAAA972-3F46-8D06-89B3-81AADC31EC89}"/>
              </a:ext>
            </a:extLst>
          </p:cNvPr>
          <p:cNvSpPr>
            <a:spLocks noGrp="1" noChangeArrowheads="1"/>
          </p:cNvSpPr>
          <p:nvPr>
            <p:ph type="title"/>
          </p:nvPr>
        </p:nvSpPr>
        <p:spPr/>
        <p:txBody>
          <a:bodyPr>
            <a:normAutofit/>
          </a:bodyPr>
          <a:lstStyle/>
          <a:p>
            <a:r>
              <a:rPr lang="en-US" altLang="en-US"/>
              <a:t>The Structure of Execution Unit (EU)</a:t>
            </a:r>
            <a:endParaRPr lang="ru-RU" altLang="en-US"/>
          </a:p>
        </p:txBody>
      </p:sp>
      <p:sp>
        <p:nvSpPr>
          <p:cNvPr id="65539" name="Text Box 5">
            <a:extLst>
              <a:ext uri="{FF2B5EF4-FFF2-40B4-BE49-F238E27FC236}">
                <a16:creationId xmlns:a16="http://schemas.microsoft.com/office/drawing/2014/main" id="{4953DEA6-1E8D-AAC2-F903-58EA915F166C}"/>
              </a:ext>
            </a:extLst>
          </p:cNvPr>
          <p:cNvSpPr txBox="1">
            <a:spLocks noChangeArrowheads="1"/>
          </p:cNvSpPr>
          <p:nvPr/>
        </p:nvSpPr>
        <p:spPr bwMode="auto">
          <a:xfrm>
            <a:off x="6400800" y="1903413"/>
            <a:ext cx="3810000" cy="409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EU – example of digital system.</a:t>
            </a:r>
          </a:p>
          <a:p>
            <a:pPr eaLnBrk="1" hangingPunct="1"/>
            <a:r>
              <a:rPr lang="en-GB" altLang="en-US" sz="2000"/>
              <a:t>“Data path” or operational unit - hardware that actually performs the data processing.</a:t>
            </a:r>
          </a:p>
          <a:p>
            <a:pPr eaLnBrk="1" hangingPunct="1"/>
            <a:r>
              <a:rPr lang="en-US" altLang="en-US" sz="2000"/>
              <a:t>Consists of registers, adders, another logical elements and wires.</a:t>
            </a:r>
          </a:p>
          <a:p>
            <a:pPr eaLnBrk="1" hangingPunct="1"/>
            <a:r>
              <a:rPr lang="en-US" altLang="en-US" sz="2000"/>
              <a:t>Controller or control unut (CU) produces control signals, that bring to execution</a:t>
            </a:r>
            <a:r>
              <a:rPr lang="en-US" altLang="en-US" sz="2000">
                <a:sym typeface="Symbol" panose="05050102010706020507" pitchFamily="18" charset="2"/>
              </a:rPr>
              <a:t>.</a:t>
            </a:r>
          </a:p>
          <a:p>
            <a:pPr eaLnBrk="1" hangingPunct="1"/>
            <a:r>
              <a:rPr lang="en-US" altLang="en-US" sz="2000">
                <a:sym typeface="Symbol" panose="05050102010706020507" pitchFamily="18" charset="2"/>
              </a:rPr>
              <a:t>Formal model of controller - FSM</a:t>
            </a:r>
            <a:endParaRPr lang="en-US" altLang="en-US" sz="2000"/>
          </a:p>
          <a:p>
            <a:pPr eaLnBrk="1" hangingPunct="1"/>
            <a:endParaRPr lang="en-US" altLang="en-US" sz="2000"/>
          </a:p>
        </p:txBody>
      </p:sp>
      <p:grpSp>
        <p:nvGrpSpPr>
          <p:cNvPr id="65540" name="Group 6">
            <a:extLst>
              <a:ext uri="{FF2B5EF4-FFF2-40B4-BE49-F238E27FC236}">
                <a16:creationId xmlns:a16="http://schemas.microsoft.com/office/drawing/2014/main" id="{EBB165CE-AC0D-EF5A-A9D0-F80C60CA0755}"/>
              </a:ext>
            </a:extLst>
          </p:cNvPr>
          <p:cNvGrpSpPr>
            <a:grpSpLocks/>
          </p:cNvGrpSpPr>
          <p:nvPr/>
        </p:nvGrpSpPr>
        <p:grpSpPr bwMode="auto">
          <a:xfrm>
            <a:off x="2293938" y="1968500"/>
            <a:ext cx="4106862" cy="3822700"/>
            <a:chOff x="384" y="929"/>
            <a:chExt cx="2587" cy="2408"/>
          </a:xfrm>
        </p:grpSpPr>
        <p:sp>
          <p:nvSpPr>
            <p:cNvPr id="2" name="Rectangle 7">
              <a:extLst>
                <a:ext uri="{FF2B5EF4-FFF2-40B4-BE49-F238E27FC236}">
                  <a16:creationId xmlns:a16="http://schemas.microsoft.com/office/drawing/2014/main" id="{FE91D3C1-A065-43D2-BF4B-8B2EEA982E29}"/>
                </a:ext>
              </a:extLst>
            </p:cNvPr>
            <p:cNvSpPr>
              <a:spLocks noChangeArrowheads="1"/>
            </p:cNvSpPr>
            <p:nvPr/>
          </p:nvSpPr>
          <p:spPr bwMode="auto">
            <a:xfrm>
              <a:off x="384" y="1522"/>
              <a:ext cx="912" cy="1152"/>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sz="2200" dirty="0">
                  <a:latin typeface="Arial" charset="0"/>
                  <a:cs typeface="Arial" charset="0"/>
                </a:rPr>
                <a:t>Data</a:t>
              </a:r>
              <a:br>
                <a:rPr lang="en-US" sz="2200" dirty="0">
                  <a:latin typeface="Arial" charset="0"/>
                  <a:cs typeface="Arial" charset="0"/>
                </a:rPr>
              </a:br>
              <a:r>
                <a:rPr lang="en-US" sz="2200" dirty="0">
                  <a:latin typeface="Arial" charset="0"/>
                  <a:cs typeface="Arial" charset="0"/>
                </a:rPr>
                <a:t>Path</a:t>
              </a:r>
            </a:p>
          </p:txBody>
        </p:sp>
        <p:sp>
          <p:nvSpPr>
            <p:cNvPr id="3" name="Rectangle 8">
              <a:extLst>
                <a:ext uri="{FF2B5EF4-FFF2-40B4-BE49-F238E27FC236}">
                  <a16:creationId xmlns:a16="http://schemas.microsoft.com/office/drawing/2014/main" id="{DDB243E5-8BD7-4573-920D-7A1A5C04910A}"/>
                </a:ext>
              </a:extLst>
            </p:cNvPr>
            <p:cNvSpPr>
              <a:spLocks noChangeArrowheads="1"/>
            </p:cNvSpPr>
            <p:nvPr/>
          </p:nvSpPr>
          <p:spPr bwMode="auto">
            <a:xfrm>
              <a:off x="1865" y="1536"/>
              <a:ext cx="912" cy="1152"/>
            </a:xfrm>
            <a:prstGeom prst="rect">
              <a:avLst/>
            </a:prstGeom>
            <a:solidFill>
              <a:schemeClr val="accent1">
                <a:lumMod val="60000"/>
                <a:lumOff val="40000"/>
              </a:schemeClr>
            </a:solidFill>
            <a:ln w="28575">
              <a:solidFill>
                <a:schemeClr val="tx1"/>
              </a:solidFill>
              <a:miter lim="800000"/>
              <a:headEnd/>
              <a:tailEnd/>
            </a:ln>
          </p:spPr>
          <p:txBody>
            <a:bodyPr wrap="none" anchor="ctr"/>
            <a:lstStyle/>
            <a:p>
              <a:pPr algn="ctr" eaLnBrk="1" hangingPunct="1">
                <a:defRPr/>
              </a:pPr>
              <a:r>
                <a:rPr lang="en-US" sz="2200" dirty="0">
                  <a:latin typeface="Arial" charset="0"/>
                  <a:cs typeface="Arial" charset="0"/>
                </a:rPr>
                <a:t>Controller</a:t>
              </a:r>
            </a:p>
          </p:txBody>
        </p:sp>
        <p:sp>
          <p:nvSpPr>
            <p:cNvPr id="65548" name="Line 9">
              <a:extLst>
                <a:ext uri="{FF2B5EF4-FFF2-40B4-BE49-F238E27FC236}">
                  <a16:creationId xmlns:a16="http://schemas.microsoft.com/office/drawing/2014/main" id="{3F51A582-F9D5-E247-5AA0-9D79DC7D9C20}"/>
                </a:ext>
              </a:extLst>
            </p:cNvPr>
            <p:cNvSpPr>
              <a:spLocks noChangeShapeType="1"/>
            </p:cNvSpPr>
            <p:nvPr/>
          </p:nvSpPr>
          <p:spPr bwMode="auto">
            <a:xfrm>
              <a:off x="1296" y="1810"/>
              <a:ext cx="576" cy="0"/>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549" name="Line 10">
              <a:extLst>
                <a:ext uri="{FF2B5EF4-FFF2-40B4-BE49-F238E27FC236}">
                  <a16:creationId xmlns:a16="http://schemas.microsoft.com/office/drawing/2014/main" id="{F5A43411-2817-3717-1E05-18A6A6049806}"/>
                </a:ext>
              </a:extLst>
            </p:cNvPr>
            <p:cNvSpPr>
              <a:spLocks noChangeShapeType="1"/>
            </p:cNvSpPr>
            <p:nvPr/>
          </p:nvSpPr>
          <p:spPr bwMode="auto">
            <a:xfrm flipH="1">
              <a:off x="1296" y="2290"/>
              <a:ext cx="576"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550" name="Line 11">
              <a:extLst>
                <a:ext uri="{FF2B5EF4-FFF2-40B4-BE49-F238E27FC236}">
                  <a16:creationId xmlns:a16="http://schemas.microsoft.com/office/drawing/2014/main" id="{A7A15F31-7BB5-5CAB-3BBD-90E8BF4E2EB0}"/>
                </a:ext>
              </a:extLst>
            </p:cNvPr>
            <p:cNvSpPr>
              <a:spLocks noChangeShapeType="1"/>
            </p:cNvSpPr>
            <p:nvPr/>
          </p:nvSpPr>
          <p:spPr bwMode="auto">
            <a:xfrm>
              <a:off x="2340" y="1248"/>
              <a:ext cx="0" cy="288"/>
            </a:xfrm>
            <a:prstGeom prst="line">
              <a:avLst/>
            </a:prstGeom>
            <a:noFill/>
            <a:ln w="444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551" name="Line 12">
              <a:extLst>
                <a:ext uri="{FF2B5EF4-FFF2-40B4-BE49-F238E27FC236}">
                  <a16:creationId xmlns:a16="http://schemas.microsoft.com/office/drawing/2014/main" id="{CC78E0B5-00D1-D8A7-5BF0-D22D22FC87E4}"/>
                </a:ext>
              </a:extLst>
            </p:cNvPr>
            <p:cNvSpPr>
              <a:spLocks noChangeShapeType="1"/>
            </p:cNvSpPr>
            <p:nvPr/>
          </p:nvSpPr>
          <p:spPr bwMode="auto">
            <a:xfrm>
              <a:off x="2322" y="2688"/>
              <a:ext cx="0" cy="403"/>
            </a:xfrm>
            <a:prstGeom prst="line">
              <a:avLst/>
            </a:prstGeom>
            <a:noFill/>
            <a:ln w="444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552" name="Line 13">
              <a:extLst>
                <a:ext uri="{FF2B5EF4-FFF2-40B4-BE49-F238E27FC236}">
                  <a16:creationId xmlns:a16="http://schemas.microsoft.com/office/drawing/2014/main" id="{2AD077CB-3F04-B1C8-DDB8-6CFCFAA2D955}"/>
                </a:ext>
              </a:extLst>
            </p:cNvPr>
            <p:cNvSpPr>
              <a:spLocks noChangeShapeType="1"/>
            </p:cNvSpPr>
            <p:nvPr/>
          </p:nvSpPr>
          <p:spPr bwMode="auto">
            <a:xfrm>
              <a:off x="850" y="1244"/>
              <a:ext cx="0" cy="288"/>
            </a:xfrm>
            <a:prstGeom prst="line">
              <a:avLst/>
            </a:prstGeom>
            <a:noFill/>
            <a:ln w="444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553" name="Line 14">
              <a:extLst>
                <a:ext uri="{FF2B5EF4-FFF2-40B4-BE49-F238E27FC236}">
                  <a16:creationId xmlns:a16="http://schemas.microsoft.com/office/drawing/2014/main" id="{113432E3-25A4-154A-0D4E-457131A8180E}"/>
                </a:ext>
              </a:extLst>
            </p:cNvPr>
            <p:cNvSpPr>
              <a:spLocks noChangeShapeType="1"/>
            </p:cNvSpPr>
            <p:nvPr/>
          </p:nvSpPr>
          <p:spPr bwMode="auto">
            <a:xfrm>
              <a:off x="832" y="2680"/>
              <a:ext cx="0" cy="403"/>
            </a:xfrm>
            <a:prstGeom prst="line">
              <a:avLst/>
            </a:prstGeom>
            <a:noFill/>
            <a:ln w="444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554" name="Text Box 15">
              <a:extLst>
                <a:ext uri="{FF2B5EF4-FFF2-40B4-BE49-F238E27FC236}">
                  <a16:creationId xmlns:a16="http://schemas.microsoft.com/office/drawing/2014/main" id="{D867BEB8-BF9F-F4BA-CD2C-269589817B6F}"/>
                </a:ext>
              </a:extLst>
            </p:cNvPr>
            <p:cNvSpPr txBox="1">
              <a:spLocks noChangeArrowheads="1"/>
            </p:cNvSpPr>
            <p:nvPr/>
          </p:nvSpPr>
          <p:spPr bwMode="auto">
            <a:xfrm>
              <a:off x="549" y="948"/>
              <a:ext cx="86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200"/>
                <a:t>Data in</a:t>
              </a:r>
            </a:p>
          </p:txBody>
        </p:sp>
        <p:sp>
          <p:nvSpPr>
            <p:cNvPr id="65555" name="Text Box 16">
              <a:extLst>
                <a:ext uri="{FF2B5EF4-FFF2-40B4-BE49-F238E27FC236}">
                  <a16:creationId xmlns:a16="http://schemas.microsoft.com/office/drawing/2014/main" id="{2E1864E9-8C4F-099D-7091-BAA02CEADFBE}"/>
                </a:ext>
              </a:extLst>
            </p:cNvPr>
            <p:cNvSpPr txBox="1">
              <a:spLocks noChangeArrowheads="1"/>
            </p:cNvSpPr>
            <p:nvPr/>
          </p:nvSpPr>
          <p:spPr bwMode="auto">
            <a:xfrm>
              <a:off x="430" y="3066"/>
              <a:ext cx="86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200"/>
                <a:t>Data out</a:t>
              </a:r>
            </a:p>
          </p:txBody>
        </p:sp>
        <p:sp>
          <p:nvSpPr>
            <p:cNvPr id="65556" name="Text Box 17">
              <a:extLst>
                <a:ext uri="{FF2B5EF4-FFF2-40B4-BE49-F238E27FC236}">
                  <a16:creationId xmlns:a16="http://schemas.microsoft.com/office/drawing/2014/main" id="{61D27A46-023A-F306-DA9F-D6A3F1261382}"/>
                </a:ext>
              </a:extLst>
            </p:cNvPr>
            <p:cNvSpPr txBox="1">
              <a:spLocks noChangeArrowheads="1"/>
            </p:cNvSpPr>
            <p:nvPr/>
          </p:nvSpPr>
          <p:spPr bwMode="auto">
            <a:xfrm>
              <a:off x="1866" y="929"/>
              <a:ext cx="1105"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200"/>
                <a:t>Command</a:t>
              </a:r>
            </a:p>
          </p:txBody>
        </p:sp>
        <p:sp>
          <p:nvSpPr>
            <p:cNvPr id="65557" name="Text Box 18">
              <a:extLst>
                <a:ext uri="{FF2B5EF4-FFF2-40B4-BE49-F238E27FC236}">
                  <a16:creationId xmlns:a16="http://schemas.microsoft.com/office/drawing/2014/main" id="{A65DE542-B472-B2E6-0512-11AE61C1A49B}"/>
                </a:ext>
              </a:extLst>
            </p:cNvPr>
            <p:cNvSpPr txBox="1">
              <a:spLocks noChangeArrowheads="1"/>
            </p:cNvSpPr>
            <p:nvPr/>
          </p:nvSpPr>
          <p:spPr bwMode="auto">
            <a:xfrm>
              <a:off x="2011" y="3066"/>
              <a:ext cx="864"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200"/>
                <a:t>Done</a:t>
              </a:r>
            </a:p>
          </p:txBody>
        </p:sp>
        <p:sp>
          <p:nvSpPr>
            <p:cNvPr id="65558" name="Text Box 19">
              <a:extLst>
                <a:ext uri="{FF2B5EF4-FFF2-40B4-BE49-F238E27FC236}">
                  <a16:creationId xmlns:a16="http://schemas.microsoft.com/office/drawing/2014/main" id="{DF4FD0F0-8225-0415-FDD7-473F8E33BE99}"/>
                </a:ext>
              </a:extLst>
            </p:cNvPr>
            <p:cNvSpPr txBox="1">
              <a:spLocks noChangeArrowheads="1"/>
            </p:cNvSpPr>
            <p:nvPr/>
          </p:nvSpPr>
          <p:spPr bwMode="auto">
            <a:xfrm>
              <a:off x="1455" y="1579"/>
              <a:ext cx="28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50000"/>
                </a:spcBef>
              </a:pPr>
              <a:r>
                <a:rPr lang="en-US" altLang="en-US" sz="2200"/>
                <a:t>X</a:t>
              </a:r>
            </a:p>
          </p:txBody>
        </p:sp>
        <p:sp>
          <p:nvSpPr>
            <p:cNvPr id="65559" name="Text Box 20">
              <a:extLst>
                <a:ext uri="{FF2B5EF4-FFF2-40B4-BE49-F238E27FC236}">
                  <a16:creationId xmlns:a16="http://schemas.microsoft.com/office/drawing/2014/main" id="{995A8FF3-5146-E47F-11B8-C3CF48CB48F3}"/>
                </a:ext>
              </a:extLst>
            </p:cNvPr>
            <p:cNvSpPr txBox="1">
              <a:spLocks noChangeArrowheads="1"/>
            </p:cNvSpPr>
            <p:nvPr/>
          </p:nvSpPr>
          <p:spPr bwMode="auto">
            <a:xfrm>
              <a:off x="1464" y="2055"/>
              <a:ext cx="288"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lnSpc>
                  <a:spcPct val="80000"/>
                </a:lnSpc>
                <a:spcBef>
                  <a:spcPct val="50000"/>
                </a:spcBef>
              </a:pPr>
              <a:r>
                <a:rPr lang="en-US" altLang="en-US" sz="2200"/>
                <a:t>Y</a:t>
              </a:r>
            </a:p>
          </p:txBody>
        </p:sp>
      </p:grpSp>
      <p:cxnSp>
        <p:nvCxnSpPr>
          <p:cNvPr id="65541" name="Straight Connector 19">
            <a:extLst>
              <a:ext uri="{FF2B5EF4-FFF2-40B4-BE49-F238E27FC236}">
                <a16:creationId xmlns:a16="http://schemas.microsoft.com/office/drawing/2014/main" id="{72B96E3A-F8CF-35B7-19A4-FE50C634502A}"/>
              </a:ext>
            </a:extLst>
          </p:cNvPr>
          <p:cNvCxnSpPr>
            <a:cxnSpLocks noChangeShapeType="1"/>
          </p:cNvCxnSpPr>
          <p:nvPr/>
        </p:nvCxnSpPr>
        <p:spPr bwMode="auto">
          <a:xfrm>
            <a:off x="1905000" y="5029200"/>
            <a:ext cx="3124200" cy="1588"/>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65542" name="Straight Arrow Connector 21">
            <a:extLst>
              <a:ext uri="{FF2B5EF4-FFF2-40B4-BE49-F238E27FC236}">
                <a16:creationId xmlns:a16="http://schemas.microsoft.com/office/drawing/2014/main" id="{59B528F6-57D8-4BD8-B698-CB408F1EB681}"/>
              </a:ext>
            </a:extLst>
          </p:cNvPr>
          <p:cNvCxnSpPr>
            <a:cxnSpLocks noChangeShapeType="1"/>
          </p:cNvCxnSpPr>
          <p:nvPr/>
        </p:nvCxnSpPr>
        <p:spPr bwMode="auto">
          <a:xfrm rot="5400000" flipH="1" flipV="1">
            <a:off x="4891882" y="4901407"/>
            <a:ext cx="274638" cy="3175"/>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65543" name="Straight Arrow Connector 22">
            <a:extLst>
              <a:ext uri="{FF2B5EF4-FFF2-40B4-BE49-F238E27FC236}">
                <a16:creationId xmlns:a16="http://schemas.microsoft.com/office/drawing/2014/main" id="{7042C1AE-B1F8-42EB-D2EE-E7D00531BDBD}"/>
              </a:ext>
            </a:extLst>
          </p:cNvPr>
          <p:cNvCxnSpPr>
            <a:cxnSpLocks noChangeShapeType="1"/>
          </p:cNvCxnSpPr>
          <p:nvPr/>
        </p:nvCxnSpPr>
        <p:spPr bwMode="auto">
          <a:xfrm rot="5400000" flipH="1" flipV="1">
            <a:off x="2547938" y="4895850"/>
            <a:ext cx="309562" cy="1588"/>
          </a:xfrm>
          <a:prstGeom prst="straightConnector1">
            <a:avLst/>
          </a:prstGeom>
          <a:noFill/>
          <a:ln w="2857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65544" name="TextBox 23">
            <a:extLst>
              <a:ext uri="{FF2B5EF4-FFF2-40B4-BE49-F238E27FC236}">
                <a16:creationId xmlns:a16="http://schemas.microsoft.com/office/drawing/2014/main" id="{12743661-EBFF-AD25-7040-EA47BE66A98F}"/>
              </a:ext>
            </a:extLst>
          </p:cNvPr>
          <p:cNvSpPr txBox="1">
            <a:spLocks noChangeArrowheads="1"/>
          </p:cNvSpPr>
          <p:nvPr/>
        </p:nvSpPr>
        <p:spPr bwMode="auto">
          <a:xfrm>
            <a:off x="1752600" y="47244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b="1"/>
              <a:t>CLK</a:t>
            </a:r>
            <a:endParaRPr lang="en-GB" altLang="en-US" sz="1600" b="1"/>
          </a:p>
        </p:txBody>
      </p:sp>
      <p:sp>
        <p:nvSpPr>
          <p:cNvPr id="65545" name="TextBox 24">
            <a:extLst>
              <a:ext uri="{FF2B5EF4-FFF2-40B4-BE49-F238E27FC236}">
                <a16:creationId xmlns:a16="http://schemas.microsoft.com/office/drawing/2014/main" id="{53D2AA2C-C75A-4D5C-6CF4-E99672567924}"/>
              </a:ext>
            </a:extLst>
          </p:cNvPr>
          <p:cNvSpPr txBox="1">
            <a:spLocks noChangeArrowheads="1"/>
          </p:cNvSpPr>
          <p:nvPr/>
        </p:nvSpPr>
        <p:spPr bwMode="auto">
          <a:xfrm>
            <a:off x="1752600" y="1295401"/>
            <a:ext cx="85344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Separation of the Design into Data Path and Controller</a:t>
            </a:r>
            <a:endParaRPr lang="en-GB" altLang="en-US"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4">
            <a:extLst>
              <a:ext uri="{FF2B5EF4-FFF2-40B4-BE49-F238E27FC236}">
                <a16:creationId xmlns:a16="http://schemas.microsoft.com/office/drawing/2014/main" id="{34D85186-B1FB-87A4-85D6-1A15EBD7D558}"/>
              </a:ext>
            </a:extLst>
          </p:cNvPr>
          <p:cNvSpPr>
            <a:spLocks noGrp="1" noChangeArrowheads="1"/>
          </p:cNvSpPr>
          <p:nvPr>
            <p:ph type="title"/>
          </p:nvPr>
        </p:nvSpPr>
        <p:spPr/>
        <p:txBody>
          <a:bodyPr/>
          <a:lstStyle/>
          <a:p>
            <a:r>
              <a:rPr lang="en-US" altLang="en-US"/>
              <a:t>EU for Integer Multiplication (Unsigned)</a:t>
            </a:r>
            <a:endParaRPr lang="ru-RU" altLang="en-US"/>
          </a:p>
        </p:txBody>
      </p:sp>
      <p:grpSp>
        <p:nvGrpSpPr>
          <p:cNvPr id="66563" name="Group 91">
            <a:extLst>
              <a:ext uri="{FF2B5EF4-FFF2-40B4-BE49-F238E27FC236}">
                <a16:creationId xmlns:a16="http://schemas.microsoft.com/office/drawing/2014/main" id="{9AFC8097-3621-FF22-B26C-4C4D9F7CB098}"/>
              </a:ext>
            </a:extLst>
          </p:cNvPr>
          <p:cNvGrpSpPr>
            <a:grpSpLocks/>
          </p:cNvGrpSpPr>
          <p:nvPr/>
        </p:nvGrpSpPr>
        <p:grpSpPr bwMode="auto">
          <a:xfrm>
            <a:off x="2746376" y="1484314"/>
            <a:ext cx="6943725" cy="3602037"/>
            <a:chOff x="527" y="662"/>
            <a:chExt cx="4961" cy="2734"/>
          </a:xfrm>
        </p:grpSpPr>
        <p:sp>
          <p:nvSpPr>
            <p:cNvPr id="66565" name="Rectangle 6">
              <a:extLst>
                <a:ext uri="{FF2B5EF4-FFF2-40B4-BE49-F238E27FC236}">
                  <a16:creationId xmlns:a16="http://schemas.microsoft.com/office/drawing/2014/main" id="{884F0D8F-6E0F-4617-A3CC-040FA221B208}"/>
                </a:ext>
              </a:extLst>
            </p:cNvPr>
            <p:cNvSpPr>
              <a:spLocks noChangeArrowheads="1"/>
            </p:cNvSpPr>
            <p:nvPr/>
          </p:nvSpPr>
          <p:spPr bwMode="auto">
            <a:xfrm>
              <a:off x="713" y="915"/>
              <a:ext cx="1680" cy="283"/>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RA</a:t>
              </a:r>
            </a:p>
          </p:txBody>
        </p:sp>
        <p:sp>
          <p:nvSpPr>
            <p:cNvPr id="66566" name="Rectangle 7">
              <a:extLst>
                <a:ext uri="{FF2B5EF4-FFF2-40B4-BE49-F238E27FC236}">
                  <a16:creationId xmlns:a16="http://schemas.microsoft.com/office/drawing/2014/main" id="{CB95DE0D-5601-42B3-B6C8-84EA35123E68}"/>
                </a:ext>
              </a:extLst>
            </p:cNvPr>
            <p:cNvSpPr>
              <a:spLocks noChangeArrowheads="1"/>
            </p:cNvSpPr>
            <p:nvPr/>
          </p:nvSpPr>
          <p:spPr bwMode="auto">
            <a:xfrm>
              <a:off x="2907" y="915"/>
              <a:ext cx="1681" cy="283"/>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r>
                <a:rPr lang="en-US">
                  <a:latin typeface="Arial" charset="0"/>
                  <a:cs typeface="Arial" charset="0"/>
                  <a:sym typeface="Symbol" pitchFamily="18" charset="2"/>
                </a:rPr>
                <a:t>           </a:t>
              </a:r>
              <a:r>
                <a:rPr lang="en-US">
                  <a:latin typeface="Arial" charset="0"/>
                  <a:cs typeface="Arial" charset="0"/>
                </a:rPr>
                <a:t>RB</a:t>
              </a:r>
            </a:p>
          </p:txBody>
        </p:sp>
        <p:sp>
          <p:nvSpPr>
            <p:cNvPr id="66567" name="Line 8">
              <a:extLst>
                <a:ext uri="{FF2B5EF4-FFF2-40B4-BE49-F238E27FC236}">
                  <a16:creationId xmlns:a16="http://schemas.microsoft.com/office/drawing/2014/main" id="{7EE126B9-4584-26D5-27E6-C3C4B369AF57}"/>
                </a:ext>
              </a:extLst>
            </p:cNvPr>
            <p:cNvSpPr>
              <a:spLocks noChangeShapeType="1"/>
            </p:cNvSpPr>
            <p:nvPr/>
          </p:nvSpPr>
          <p:spPr bwMode="auto">
            <a:xfrm>
              <a:off x="819" y="2177"/>
              <a:ext cx="6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68" name="Line 9">
              <a:extLst>
                <a:ext uri="{FF2B5EF4-FFF2-40B4-BE49-F238E27FC236}">
                  <a16:creationId xmlns:a16="http://schemas.microsoft.com/office/drawing/2014/main" id="{8569002E-7A20-1FC6-22AA-B638AC0943B1}"/>
                </a:ext>
              </a:extLst>
            </p:cNvPr>
            <p:cNvSpPr>
              <a:spLocks noChangeShapeType="1"/>
            </p:cNvSpPr>
            <p:nvPr/>
          </p:nvSpPr>
          <p:spPr bwMode="auto">
            <a:xfrm>
              <a:off x="1491" y="2171"/>
              <a:ext cx="92" cy="1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69" name="Line 10">
              <a:extLst>
                <a:ext uri="{FF2B5EF4-FFF2-40B4-BE49-F238E27FC236}">
                  <a16:creationId xmlns:a16="http://schemas.microsoft.com/office/drawing/2014/main" id="{EF5D8544-0C31-5C84-198C-A4E78D542C73}"/>
                </a:ext>
              </a:extLst>
            </p:cNvPr>
            <p:cNvSpPr>
              <a:spLocks noChangeShapeType="1"/>
            </p:cNvSpPr>
            <p:nvPr/>
          </p:nvSpPr>
          <p:spPr bwMode="auto">
            <a:xfrm rot="2761019">
              <a:off x="1611" y="2164"/>
              <a:ext cx="28" cy="1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0" name="Line 11">
              <a:extLst>
                <a:ext uri="{FF2B5EF4-FFF2-40B4-BE49-F238E27FC236}">
                  <a16:creationId xmlns:a16="http://schemas.microsoft.com/office/drawing/2014/main" id="{6283C5A4-3C06-1D0B-5C8A-7072BAB08225}"/>
                </a:ext>
              </a:extLst>
            </p:cNvPr>
            <p:cNvSpPr>
              <a:spLocks noChangeShapeType="1"/>
            </p:cNvSpPr>
            <p:nvPr/>
          </p:nvSpPr>
          <p:spPr bwMode="auto">
            <a:xfrm>
              <a:off x="1669" y="2177"/>
              <a:ext cx="6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1" name="Line 12">
              <a:extLst>
                <a:ext uri="{FF2B5EF4-FFF2-40B4-BE49-F238E27FC236}">
                  <a16:creationId xmlns:a16="http://schemas.microsoft.com/office/drawing/2014/main" id="{F8566E84-8565-AE93-0FA9-130B7AC186EA}"/>
                </a:ext>
              </a:extLst>
            </p:cNvPr>
            <p:cNvSpPr>
              <a:spLocks noChangeShapeType="1"/>
            </p:cNvSpPr>
            <p:nvPr/>
          </p:nvSpPr>
          <p:spPr bwMode="auto">
            <a:xfrm>
              <a:off x="819" y="2186"/>
              <a:ext cx="240" cy="3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2" name="Line 13">
              <a:extLst>
                <a:ext uri="{FF2B5EF4-FFF2-40B4-BE49-F238E27FC236}">
                  <a16:creationId xmlns:a16="http://schemas.microsoft.com/office/drawing/2014/main" id="{EA6D9A3B-7C26-9EDD-89FD-BE47C7F5930C}"/>
                </a:ext>
              </a:extLst>
            </p:cNvPr>
            <p:cNvSpPr>
              <a:spLocks noChangeShapeType="1"/>
            </p:cNvSpPr>
            <p:nvPr/>
          </p:nvSpPr>
          <p:spPr bwMode="auto">
            <a:xfrm flipH="1">
              <a:off x="2115" y="2186"/>
              <a:ext cx="222" cy="3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3" name="Line 14">
              <a:extLst>
                <a:ext uri="{FF2B5EF4-FFF2-40B4-BE49-F238E27FC236}">
                  <a16:creationId xmlns:a16="http://schemas.microsoft.com/office/drawing/2014/main" id="{1F749E21-F5C1-CDE2-F2C9-FBED107F48AC}"/>
                </a:ext>
              </a:extLst>
            </p:cNvPr>
            <p:cNvSpPr>
              <a:spLocks noChangeShapeType="1"/>
            </p:cNvSpPr>
            <p:nvPr/>
          </p:nvSpPr>
          <p:spPr bwMode="auto">
            <a:xfrm>
              <a:off x="1059" y="2576"/>
              <a:ext cx="104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4" name="Text Box 15">
              <a:extLst>
                <a:ext uri="{FF2B5EF4-FFF2-40B4-BE49-F238E27FC236}">
                  <a16:creationId xmlns:a16="http://schemas.microsoft.com/office/drawing/2014/main" id="{D7E26EBB-6B0D-3299-9F69-02338AED96AF}"/>
                </a:ext>
              </a:extLst>
            </p:cNvPr>
            <p:cNvSpPr txBox="1">
              <a:spLocks noChangeArrowheads="1"/>
            </p:cNvSpPr>
            <p:nvPr/>
          </p:nvSpPr>
          <p:spPr bwMode="auto">
            <a:xfrm>
              <a:off x="1251" y="2300"/>
              <a:ext cx="67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SM</a:t>
              </a:r>
            </a:p>
          </p:txBody>
        </p:sp>
        <p:sp>
          <p:nvSpPr>
            <p:cNvPr id="66575" name="AutoShape 16">
              <a:extLst>
                <a:ext uri="{FF2B5EF4-FFF2-40B4-BE49-F238E27FC236}">
                  <a16:creationId xmlns:a16="http://schemas.microsoft.com/office/drawing/2014/main" id="{B6E91934-8954-BD40-3780-DAE5A5D3579B}"/>
                </a:ext>
              </a:extLst>
            </p:cNvPr>
            <p:cNvSpPr>
              <a:spLocks noChangeArrowheads="1"/>
            </p:cNvSpPr>
            <p:nvPr/>
          </p:nvSpPr>
          <p:spPr bwMode="auto">
            <a:xfrm>
              <a:off x="1598" y="1628"/>
              <a:ext cx="765"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00 h 21600"/>
                <a:gd name="T14" fmla="*/ 17111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5400">
              <a:solidFill>
                <a:schemeClr val="tx1"/>
              </a:solidFill>
              <a:miter lim="800000"/>
              <a:headEnd/>
              <a:tailEnd/>
            </a:ln>
          </p:spPr>
          <p:txBody>
            <a:bodyPr wrap="none" anchor="ctr"/>
            <a:lstStyle/>
            <a:p>
              <a:endParaRPr lang="en-US"/>
            </a:p>
          </p:txBody>
        </p:sp>
        <p:sp>
          <p:nvSpPr>
            <p:cNvPr id="66576" name="Line 17">
              <a:extLst>
                <a:ext uri="{FF2B5EF4-FFF2-40B4-BE49-F238E27FC236}">
                  <a16:creationId xmlns:a16="http://schemas.microsoft.com/office/drawing/2014/main" id="{50464763-FA6C-D340-717F-AA913001E738}"/>
                </a:ext>
              </a:extLst>
            </p:cNvPr>
            <p:cNvSpPr>
              <a:spLocks noChangeShapeType="1"/>
            </p:cNvSpPr>
            <p:nvPr/>
          </p:nvSpPr>
          <p:spPr bwMode="auto">
            <a:xfrm>
              <a:off x="1529" y="1208"/>
              <a:ext cx="0" cy="21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7" name="Line 18">
              <a:extLst>
                <a:ext uri="{FF2B5EF4-FFF2-40B4-BE49-F238E27FC236}">
                  <a16:creationId xmlns:a16="http://schemas.microsoft.com/office/drawing/2014/main" id="{2642CE5A-EE0F-D7EF-606B-E5F2CE8817AD}"/>
                </a:ext>
              </a:extLst>
            </p:cNvPr>
            <p:cNvSpPr>
              <a:spLocks noChangeShapeType="1"/>
            </p:cNvSpPr>
            <p:nvPr/>
          </p:nvSpPr>
          <p:spPr bwMode="auto">
            <a:xfrm>
              <a:off x="1529" y="1436"/>
              <a:ext cx="2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78" name="Line 19">
              <a:extLst>
                <a:ext uri="{FF2B5EF4-FFF2-40B4-BE49-F238E27FC236}">
                  <a16:creationId xmlns:a16="http://schemas.microsoft.com/office/drawing/2014/main" id="{0E1527B1-DB8C-43CC-3F24-F98D0333785A}"/>
                </a:ext>
              </a:extLst>
            </p:cNvPr>
            <p:cNvSpPr>
              <a:spLocks noChangeShapeType="1"/>
            </p:cNvSpPr>
            <p:nvPr/>
          </p:nvSpPr>
          <p:spPr bwMode="auto">
            <a:xfrm>
              <a:off x="1817" y="1436"/>
              <a:ext cx="0" cy="19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79" name="Line 20">
              <a:extLst>
                <a:ext uri="{FF2B5EF4-FFF2-40B4-BE49-F238E27FC236}">
                  <a16:creationId xmlns:a16="http://schemas.microsoft.com/office/drawing/2014/main" id="{CBFA0F28-9381-D556-995E-0DE2C8677F49}"/>
                </a:ext>
              </a:extLst>
            </p:cNvPr>
            <p:cNvSpPr>
              <a:spLocks noChangeShapeType="1"/>
            </p:cNvSpPr>
            <p:nvPr/>
          </p:nvSpPr>
          <p:spPr bwMode="auto">
            <a:xfrm>
              <a:off x="2153" y="1412"/>
              <a:ext cx="0" cy="21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80" name="Line 21">
              <a:extLst>
                <a:ext uri="{FF2B5EF4-FFF2-40B4-BE49-F238E27FC236}">
                  <a16:creationId xmlns:a16="http://schemas.microsoft.com/office/drawing/2014/main" id="{5F28746E-5FB4-7CE1-456B-8D5FA62DEA71}"/>
                </a:ext>
              </a:extLst>
            </p:cNvPr>
            <p:cNvSpPr>
              <a:spLocks noChangeShapeType="1"/>
            </p:cNvSpPr>
            <p:nvPr/>
          </p:nvSpPr>
          <p:spPr bwMode="auto">
            <a:xfrm flipV="1">
              <a:off x="2126" y="1484"/>
              <a:ext cx="41" cy="4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81" name="Text Box 22">
              <a:extLst>
                <a:ext uri="{FF2B5EF4-FFF2-40B4-BE49-F238E27FC236}">
                  <a16:creationId xmlns:a16="http://schemas.microsoft.com/office/drawing/2014/main" id="{2586DEE0-B9BC-DEBC-3BA2-96F1E5D36C92}"/>
                </a:ext>
              </a:extLst>
            </p:cNvPr>
            <p:cNvSpPr txBox="1">
              <a:spLocks noChangeArrowheads="1"/>
            </p:cNvSpPr>
            <p:nvPr/>
          </p:nvSpPr>
          <p:spPr bwMode="auto">
            <a:xfrm>
              <a:off x="2201" y="1340"/>
              <a:ext cx="19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a:t>
              </a:r>
            </a:p>
          </p:txBody>
        </p:sp>
        <p:sp>
          <p:nvSpPr>
            <p:cNvPr id="66582" name="Line 23">
              <a:extLst>
                <a:ext uri="{FF2B5EF4-FFF2-40B4-BE49-F238E27FC236}">
                  <a16:creationId xmlns:a16="http://schemas.microsoft.com/office/drawing/2014/main" id="{8E200EE2-AF46-E7FD-3CC1-D7DD38B82E38}"/>
                </a:ext>
              </a:extLst>
            </p:cNvPr>
            <p:cNvSpPr>
              <a:spLocks noChangeShapeType="1"/>
            </p:cNvSpPr>
            <p:nvPr/>
          </p:nvSpPr>
          <p:spPr bwMode="auto">
            <a:xfrm flipV="1">
              <a:off x="1788" y="1475"/>
              <a:ext cx="41" cy="4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83" name="Line 24">
              <a:extLst>
                <a:ext uri="{FF2B5EF4-FFF2-40B4-BE49-F238E27FC236}">
                  <a16:creationId xmlns:a16="http://schemas.microsoft.com/office/drawing/2014/main" id="{7AB007D9-EB82-3930-236C-FA4F95AB4589}"/>
                </a:ext>
              </a:extLst>
            </p:cNvPr>
            <p:cNvSpPr>
              <a:spLocks noChangeShapeType="1"/>
            </p:cNvSpPr>
            <p:nvPr/>
          </p:nvSpPr>
          <p:spPr bwMode="auto">
            <a:xfrm>
              <a:off x="2009" y="1916"/>
              <a:ext cx="0" cy="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84" name="Text Box 25">
              <a:extLst>
                <a:ext uri="{FF2B5EF4-FFF2-40B4-BE49-F238E27FC236}">
                  <a16:creationId xmlns:a16="http://schemas.microsoft.com/office/drawing/2014/main" id="{37164F40-9F4B-A501-9E77-B611C761C1A6}"/>
                </a:ext>
              </a:extLst>
            </p:cNvPr>
            <p:cNvSpPr txBox="1">
              <a:spLocks noChangeArrowheads="1"/>
            </p:cNvSpPr>
            <p:nvPr/>
          </p:nvSpPr>
          <p:spPr bwMode="auto">
            <a:xfrm>
              <a:off x="1653" y="1687"/>
              <a:ext cx="672"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400"/>
                <a:t>MUX</a:t>
              </a:r>
            </a:p>
          </p:txBody>
        </p:sp>
        <p:sp>
          <p:nvSpPr>
            <p:cNvPr id="66585" name="Line 26">
              <a:extLst>
                <a:ext uri="{FF2B5EF4-FFF2-40B4-BE49-F238E27FC236}">
                  <a16:creationId xmlns:a16="http://schemas.microsoft.com/office/drawing/2014/main" id="{43C02712-5A7E-78D9-9C2A-3DF5AAD28309}"/>
                </a:ext>
              </a:extLst>
            </p:cNvPr>
            <p:cNvSpPr>
              <a:spLocks noChangeShapeType="1"/>
            </p:cNvSpPr>
            <p:nvPr/>
          </p:nvSpPr>
          <p:spPr bwMode="auto">
            <a:xfrm>
              <a:off x="4335" y="909"/>
              <a:ext cx="0" cy="2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86" name="Line 27">
              <a:extLst>
                <a:ext uri="{FF2B5EF4-FFF2-40B4-BE49-F238E27FC236}">
                  <a16:creationId xmlns:a16="http://schemas.microsoft.com/office/drawing/2014/main" id="{9663F724-CED3-EFB1-5ED3-9E0BAE38A0CB}"/>
                </a:ext>
              </a:extLst>
            </p:cNvPr>
            <p:cNvSpPr>
              <a:spLocks noChangeShapeType="1"/>
            </p:cNvSpPr>
            <p:nvPr/>
          </p:nvSpPr>
          <p:spPr bwMode="auto">
            <a:xfrm flipH="1">
              <a:off x="2249" y="1772"/>
              <a:ext cx="2208"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87" name="Line 28">
              <a:extLst>
                <a:ext uri="{FF2B5EF4-FFF2-40B4-BE49-F238E27FC236}">
                  <a16:creationId xmlns:a16="http://schemas.microsoft.com/office/drawing/2014/main" id="{7326BEA5-D47B-DD1D-8FCB-134B6A002777}"/>
                </a:ext>
              </a:extLst>
            </p:cNvPr>
            <p:cNvSpPr>
              <a:spLocks noChangeShapeType="1"/>
            </p:cNvSpPr>
            <p:nvPr/>
          </p:nvSpPr>
          <p:spPr bwMode="auto">
            <a:xfrm>
              <a:off x="4449" y="1195"/>
              <a:ext cx="0" cy="57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88" name="Line 29">
              <a:extLst>
                <a:ext uri="{FF2B5EF4-FFF2-40B4-BE49-F238E27FC236}">
                  <a16:creationId xmlns:a16="http://schemas.microsoft.com/office/drawing/2014/main" id="{907CF77F-64BA-9594-E954-CC9931A18588}"/>
                </a:ext>
              </a:extLst>
            </p:cNvPr>
            <p:cNvSpPr>
              <a:spLocks noChangeShapeType="1"/>
            </p:cNvSpPr>
            <p:nvPr/>
          </p:nvSpPr>
          <p:spPr bwMode="auto">
            <a:xfrm>
              <a:off x="1570" y="2566"/>
              <a:ext cx="0" cy="286"/>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89" name="Rectangle 30">
              <a:extLst>
                <a:ext uri="{FF2B5EF4-FFF2-40B4-BE49-F238E27FC236}">
                  <a16:creationId xmlns:a16="http://schemas.microsoft.com/office/drawing/2014/main" id="{60FCC073-21BB-4762-9116-685F19FFA0B0}"/>
                </a:ext>
              </a:extLst>
            </p:cNvPr>
            <p:cNvSpPr>
              <a:spLocks noChangeArrowheads="1"/>
            </p:cNvSpPr>
            <p:nvPr/>
          </p:nvSpPr>
          <p:spPr bwMode="auto">
            <a:xfrm>
              <a:off x="840" y="2853"/>
              <a:ext cx="1608" cy="294"/>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eaLnBrk="1" hangingPunct="1">
                <a:defRPr/>
              </a:pPr>
              <a:r>
                <a:rPr lang="en-US">
                  <a:latin typeface="Arial" charset="0"/>
                  <a:cs typeface="Arial" charset="0"/>
                  <a:sym typeface="Symbol" pitchFamily="18" charset="2"/>
                </a:rPr>
                <a:t></a:t>
              </a:r>
              <a:r>
                <a:rPr lang="en-US">
                  <a:latin typeface="Arial" charset="0"/>
                  <a:cs typeface="Arial" charset="0"/>
                </a:rPr>
                <a:t>     RC(acc)</a:t>
              </a:r>
            </a:p>
          </p:txBody>
        </p:sp>
        <p:sp>
          <p:nvSpPr>
            <p:cNvPr id="66590" name="Line 32">
              <a:extLst>
                <a:ext uri="{FF2B5EF4-FFF2-40B4-BE49-F238E27FC236}">
                  <a16:creationId xmlns:a16="http://schemas.microsoft.com/office/drawing/2014/main" id="{A9266E3F-3477-1F81-74BC-249AD0531D5E}"/>
                </a:ext>
              </a:extLst>
            </p:cNvPr>
            <p:cNvSpPr>
              <a:spLocks noChangeShapeType="1"/>
            </p:cNvSpPr>
            <p:nvPr/>
          </p:nvSpPr>
          <p:spPr bwMode="auto">
            <a:xfrm>
              <a:off x="1577" y="3156"/>
              <a:ext cx="0" cy="24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1" name="Line 33">
              <a:extLst>
                <a:ext uri="{FF2B5EF4-FFF2-40B4-BE49-F238E27FC236}">
                  <a16:creationId xmlns:a16="http://schemas.microsoft.com/office/drawing/2014/main" id="{B210277F-D4F9-A27C-2FB5-56297B70314E}"/>
                </a:ext>
              </a:extLst>
            </p:cNvPr>
            <p:cNvSpPr>
              <a:spLocks noChangeShapeType="1"/>
            </p:cNvSpPr>
            <p:nvPr/>
          </p:nvSpPr>
          <p:spPr bwMode="auto">
            <a:xfrm>
              <a:off x="569" y="3390"/>
              <a:ext cx="10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2" name="Line 34">
              <a:extLst>
                <a:ext uri="{FF2B5EF4-FFF2-40B4-BE49-F238E27FC236}">
                  <a16:creationId xmlns:a16="http://schemas.microsoft.com/office/drawing/2014/main" id="{98EF3199-4657-413C-DBD8-395CB5B44542}"/>
                </a:ext>
              </a:extLst>
            </p:cNvPr>
            <p:cNvSpPr>
              <a:spLocks noChangeShapeType="1"/>
            </p:cNvSpPr>
            <p:nvPr/>
          </p:nvSpPr>
          <p:spPr bwMode="auto">
            <a:xfrm flipV="1">
              <a:off x="569" y="1908"/>
              <a:ext cx="0" cy="14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3" name="Line 35">
              <a:extLst>
                <a:ext uri="{FF2B5EF4-FFF2-40B4-BE49-F238E27FC236}">
                  <a16:creationId xmlns:a16="http://schemas.microsoft.com/office/drawing/2014/main" id="{A4E11031-385A-6EA8-F783-BE212298CF07}"/>
                </a:ext>
              </a:extLst>
            </p:cNvPr>
            <p:cNvSpPr>
              <a:spLocks noChangeShapeType="1"/>
            </p:cNvSpPr>
            <p:nvPr/>
          </p:nvSpPr>
          <p:spPr bwMode="auto">
            <a:xfrm>
              <a:off x="569" y="1916"/>
              <a:ext cx="52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4" name="Line 36">
              <a:extLst>
                <a:ext uri="{FF2B5EF4-FFF2-40B4-BE49-F238E27FC236}">
                  <a16:creationId xmlns:a16="http://schemas.microsoft.com/office/drawing/2014/main" id="{215A8C36-8F79-3606-1756-1CEA09CE7D65}"/>
                </a:ext>
              </a:extLst>
            </p:cNvPr>
            <p:cNvSpPr>
              <a:spLocks noChangeShapeType="1"/>
            </p:cNvSpPr>
            <p:nvPr/>
          </p:nvSpPr>
          <p:spPr bwMode="auto">
            <a:xfrm>
              <a:off x="1097" y="1916"/>
              <a:ext cx="0" cy="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95" name="Rectangle 37">
              <a:extLst>
                <a:ext uri="{FF2B5EF4-FFF2-40B4-BE49-F238E27FC236}">
                  <a16:creationId xmlns:a16="http://schemas.microsoft.com/office/drawing/2014/main" id="{DF1B611E-43EC-49E0-A485-F1864ABC2546}"/>
                </a:ext>
              </a:extLst>
            </p:cNvPr>
            <p:cNvSpPr>
              <a:spLocks noChangeArrowheads="1"/>
            </p:cNvSpPr>
            <p:nvPr/>
          </p:nvSpPr>
          <p:spPr bwMode="auto">
            <a:xfrm>
              <a:off x="2861" y="2187"/>
              <a:ext cx="964" cy="259"/>
            </a:xfrm>
            <a:prstGeom prst="rect">
              <a:avLst/>
            </a:prstGeom>
            <a:solidFill>
              <a:schemeClr val="accent1">
                <a:lumMod val="40000"/>
                <a:lumOff val="6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CT</a:t>
              </a:r>
            </a:p>
          </p:txBody>
        </p:sp>
        <p:sp>
          <p:nvSpPr>
            <p:cNvPr id="66596" name="Line 38">
              <a:extLst>
                <a:ext uri="{FF2B5EF4-FFF2-40B4-BE49-F238E27FC236}">
                  <a16:creationId xmlns:a16="http://schemas.microsoft.com/office/drawing/2014/main" id="{9D8EAB19-9CAF-9D0F-3DC6-ADA4C6375857}"/>
                </a:ext>
              </a:extLst>
            </p:cNvPr>
            <p:cNvSpPr>
              <a:spLocks noChangeShapeType="1"/>
            </p:cNvSpPr>
            <p:nvPr/>
          </p:nvSpPr>
          <p:spPr bwMode="auto">
            <a:xfrm>
              <a:off x="1518" y="668"/>
              <a:ext cx="0" cy="24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97" name="Line 39">
              <a:extLst>
                <a:ext uri="{FF2B5EF4-FFF2-40B4-BE49-F238E27FC236}">
                  <a16:creationId xmlns:a16="http://schemas.microsoft.com/office/drawing/2014/main" id="{30E41AA6-DBAE-23B7-4E90-747FDC9C7041}"/>
                </a:ext>
              </a:extLst>
            </p:cNvPr>
            <p:cNvSpPr>
              <a:spLocks noChangeShapeType="1"/>
            </p:cNvSpPr>
            <p:nvPr/>
          </p:nvSpPr>
          <p:spPr bwMode="auto">
            <a:xfrm>
              <a:off x="3801" y="662"/>
              <a:ext cx="0" cy="24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98" name="Line 47">
              <a:extLst>
                <a:ext uri="{FF2B5EF4-FFF2-40B4-BE49-F238E27FC236}">
                  <a16:creationId xmlns:a16="http://schemas.microsoft.com/office/drawing/2014/main" id="{F36A25D2-DD7F-F29B-C892-E4C555B1AE55}"/>
                </a:ext>
              </a:extLst>
            </p:cNvPr>
            <p:cNvSpPr>
              <a:spLocks noChangeShapeType="1"/>
            </p:cNvSpPr>
            <p:nvPr/>
          </p:nvSpPr>
          <p:spPr bwMode="auto">
            <a:xfrm flipV="1">
              <a:off x="3157" y="2444"/>
              <a:ext cx="0" cy="31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599" name="Line 48">
              <a:extLst>
                <a:ext uri="{FF2B5EF4-FFF2-40B4-BE49-F238E27FC236}">
                  <a16:creationId xmlns:a16="http://schemas.microsoft.com/office/drawing/2014/main" id="{A3ECDAFA-9E84-F647-1D5D-A54A48B8AFBB}"/>
                </a:ext>
              </a:extLst>
            </p:cNvPr>
            <p:cNvSpPr>
              <a:spLocks noChangeShapeType="1"/>
            </p:cNvSpPr>
            <p:nvPr/>
          </p:nvSpPr>
          <p:spPr bwMode="auto">
            <a:xfrm flipV="1">
              <a:off x="3109" y="2591"/>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0" name="Line 49">
              <a:extLst>
                <a:ext uri="{FF2B5EF4-FFF2-40B4-BE49-F238E27FC236}">
                  <a16:creationId xmlns:a16="http://schemas.microsoft.com/office/drawing/2014/main" id="{2CB30357-B86A-4A11-0150-123DD68DC2A1}"/>
                </a:ext>
              </a:extLst>
            </p:cNvPr>
            <p:cNvSpPr>
              <a:spLocks noChangeShapeType="1"/>
            </p:cNvSpPr>
            <p:nvPr/>
          </p:nvSpPr>
          <p:spPr bwMode="auto">
            <a:xfrm flipV="1">
              <a:off x="3755" y="719"/>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1" name="Line 50">
              <a:extLst>
                <a:ext uri="{FF2B5EF4-FFF2-40B4-BE49-F238E27FC236}">
                  <a16:creationId xmlns:a16="http://schemas.microsoft.com/office/drawing/2014/main" id="{D9631B95-7AA9-2DAE-57DD-EAB19B4F7F18}"/>
                </a:ext>
              </a:extLst>
            </p:cNvPr>
            <p:cNvSpPr>
              <a:spLocks noChangeShapeType="1"/>
            </p:cNvSpPr>
            <p:nvPr/>
          </p:nvSpPr>
          <p:spPr bwMode="auto">
            <a:xfrm flipV="1">
              <a:off x="1479" y="753"/>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2" name="Line 51">
              <a:extLst>
                <a:ext uri="{FF2B5EF4-FFF2-40B4-BE49-F238E27FC236}">
                  <a16:creationId xmlns:a16="http://schemas.microsoft.com/office/drawing/2014/main" id="{16A8CA04-4E55-679C-2236-5AA4C56F78DA}"/>
                </a:ext>
              </a:extLst>
            </p:cNvPr>
            <p:cNvSpPr>
              <a:spLocks noChangeShapeType="1"/>
            </p:cNvSpPr>
            <p:nvPr/>
          </p:nvSpPr>
          <p:spPr bwMode="auto">
            <a:xfrm flipV="1">
              <a:off x="1487" y="1299"/>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3" name="Line 52">
              <a:extLst>
                <a:ext uri="{FF2B5EF4-FFF2-40B4-BE49-F238E27FC236}">
                  <a16:creationId xmlns:a16="http://schemas.microsoft.com/office/drawing/2014/main" id="{D3527390-BF90-79DD-3874-B00FFDA605C7}"/>
                </a:ext>
              </a:extLst>
            </p:cNvPr>
            <p:cNvSpPr>
              <a:spLocks noChangeShapeType="1"/>
            </p:cNvSpPr>
            <p:nvPr/>
          </p:nvSpPr>
          <p:spPr bwMode="auto">
            <a:xfrm flipV="1">
              <a:off x="1523" y="2643"/>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4" name="Line 53">
              <a:extLst>
                <a:ext uri="{FF2B5EF4-FFF2-40B4-BE49-F238E27FC236}">
                  <a16:creationId xmlns:a16="http://schemas.microsoft.com/office/drawing/2014/main" id="{087C1609-5ACF-5E90-4A61-2FEB5BBDE45E}"/>
                </a:ext>
              </a:extLst>
            </p:cNvPr>
            <p:cNvSpPr>
              <a:spLocks noChangeShapeType="1"/>
            </p:cNvSpPr>
            <p:nvPr/>
          </p:nvSpPr>
          <p:spPr bwMode="auto">
            <a:xfrm flipV="1">
              <a:off x="1971" y="1994"/>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5" name="Line 54">
              <a:extLst>
                <a:ext uri="{FF2B5EF4-FFF2-40B4-BE49-F238E27FC236}">
                  <a16:creationId xmlns:a16="http://schemas.microsoft.com/office/drawing/2014/main" id="{23CD9545-4FA2-758C-0E95-CD91689E51DA}"/>
                </a:ext>
              </a:extLst>
            </p:cNvPr>
            <p:cNvSpPr>
              <a:spLocks noChangeShapeType="1"/>
            </p:cNvSpPr>
            <p:nvPr/>
          </p:nvSpPr>
          <p:spPr bwMode="auto">
            <a:xfrm flipV="1">
              <a:off x="527" y="2469"/>
              <a:ext cx="96"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6" name="Text Box 56">
              <a:extLst>
                <a:ext uri="{FF2B5EF4-FFF2-40B4-BE49-F238E27FC236}">
                  <a16:creationId xmlns:a16="http://schemas.microsoft.com/office/drawing/2014/main" id="{1AAC57CF-3AF7-A9F8-84AE-7C43FBC50BE3}"/>
                </a:ext>
              </a:extLst>
            </p:cNvPr>
            <p:cNvSpPr txBox="1">
              <a:spLocks noChangeArrowheads="1"/>
            </p:cNvSpPr>
            <p:nvPr/>
          </p:nvSpPr>
          <p:spPr bwMode="auto">
            <a:xfrm>
              <a:off x="3147" y="2522"/>
              <a:ext cx="33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n</a:t>
              </a:r>
            </a:p>
          </p:txBody>
        </p:sp>
        <p:sp>
          <p:nvSpPr>
            <p:cNvPr id="66607" name="Line 58">
              <a:extLst>
                <a:ext uri="{FF2B5EF4-FFF2-40B4-BE49-F238E27FC236}">
                  <a16:creationId xmlns:a16="http://schemas.microsoft.com/office/drawing/2014/main" id="{D6408E99-D67C-8199-4F92-E059A044000E}"/>
                </a:ext>
              </a:extLst>
            </p:cNvPr>
            <p:cNvSpPr>
              <a:spLocks noChangeShapeType="1"/>
            </p:cNvSpPr>
            <p:nvPr/>
          </p:nvSpPr>
          <p:spPr bwMode="auto">
            <a:xfrm flipV="1">
              <a:off x="2595" y="1042"/>
              <a:ext cx="299"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608" name="Line 61">
              <a:extLst>
                <a:ext uri="{FF2B5EF4-FFF2-40B4-BE49-F238E27FC236}">
                  <a16:creationId xmlns:a16="http://schemas.microsoft.com/office/drawing/2014/main" id="{E4F95208-FC74-C50F-80D4-7B4E75A26362}"/>
                </a:ext>
              </a:extLst>
            </p:cNvPr>
            <p:cNvSpPr>
              <a:spLocks noChangeShapeType="1"/>
            </p:cNvSpPr>
            <p:nvPr/>
          </p:nvSpPr>
          <p:spPr bwMode="auto">
            <a:xfrm flipV="1">
              <a:off x="3664" y="2441"/>
              <a:ext cx="0" cy="24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609" name="Text Box 62">
              <a:extLst>
                <a:ext uri="{FF2B5EF4-FFF2-40B4-BE49-F238E27FC236}">
                  <a16:creationId xmlns:a16="http://schemas.microsoft.com/office/drawing/2014/main" id="{D7AB9A5F-77F3-984B-1DE5-D3DF6F8BC3F9}"/>
                </a:ext>
              </a:extLst>
            </p:cNvPr>
            <p:cNvSpPr txBox="1">
              <a:spLocks noChangeArrowheads="1"/>
            </p:cNvSpPr>
            <p:nvPr/>
          </p:nvSpPr>
          <p:spPr bwMode="auto">
            <a:xfrm>
              <a:off x="3541" y="2254"/>
              <a:ext cx="24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ym typeface="Symbol" panose="05050102010706020507" pitchFamily="18" charset="2"/>
                </a:rPr>
                <a:t></a:t>
              </a:r>
              <a:endParaRPr lang="en-US" altLang="en-US" sz="1400"/>
            </a:p>
          </p:txBody>
        </p:sp>
        <p:sp>
          <p:nvSpPr>
            <p:cNvPr id="66610" name="Line 66">
              <a:extLst>
                <a:ext uri="{FF2B5EF4-FFF2-40B4-BE49-F238E27FC236}">
                  <a16:creationId xmlns:a16="http://schemas.microsoft.com/office/drawing/2014/main" id="{B7557942-F14D-F1ED-4862-780BED689DD7}"/>
                </a:ext>
              </a:extLst>
            </p:cNvPr>
            <p:cNvSpPr>
              <a:spLocks noChangeShapeType="1"/>
            </p:cNvSpPr>
            <p:nvPr/>
          </p:nvSpPr>
          <p:spPr bwMode="auto">
            <a:xfrm>
              <a:off x="2112" y="1406"/>
              <a:ext cx="91" cy="0"/>
            </a:xfrm>
            <a:prstGeom prst="line">
              <a:avLst/>
            </a:prstGeom>
            <a:noFill/>
            <a:ln w="412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11" name="AutoShape 67">
              <a:extLst>
                <a:ext uri="{FF2B5EF4-FFF2-40B4-BE49-F238E27FC236}">
                  <a16:creationId xmlns:a16="http://schemas.microsoft.com/office/drawing/2014/main" id="{8CD3BBAE-BC66-B93B-C094-C2A180D2ED68}"/>
                </a:ext>
              </a:extLst>
            </p:cNvPr>
            <p:cNvSpPr>
              <a:spLocks noChangeArrowheads="1"/>
            </p:cNvSpPr>
            <p:nvPr/>
          </p:nvSpPr>
          <p:spPr bwMode="auto">
            <a:xfrm flipH="1">
              <a:off x="3949" y="1876"/>
              <a:ext cx="273" cy="318"/>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66612" name="Line 68">
              <a:extLst>
                <a:ext uri="{FF2B5EF4-FFF2-40B4-BE49-F238E27FC236}">
                  <a16:creationId xmlns:a16="http://schemas.microsoft.com/office/drawing/2014/main" id="{E9F92650-A56D-6241-8B39-A21D7532F5EB}"/>
                </a:ext>
              </a:extLst>
            </p:cNvPr>
            <p:cNvSpPr>
              <a:spLocks noChangeShapeType="1"/>
            </p:cNvSpPr>
            <p:nvPr/>
          </p:nvSpPr>
          <p:spPr bwMode="auto">
            <a:xfrm flipV="1">
              <a:off x="3647" y="2095"/>
              <a:ext cx="0" cy="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13" name="Line 69">
              <a:extLst>
                <a:ext uri="{FF2B5EF4-FFF2-40B4-BE49-F238E27FC236}">
                  <a16:creationId xmlns:a16="http://schemas.microsoft.com/office/drawing/2014/main" id="{5D93A14E-6F62-4418-9A05-AFEA0C364391}"/>
                </a:ext>
              </a:extLst>
            </p:cNvPr>
            <p:cNvSpPr>
              <a:spLocks noChangeShapeType="1"/>
            </p:cNvSpPr>
            <p:nvPr/>
          </p:nvSpPr>
          <p:spPr bwMode="auto">
            <a:xfrm flipV="1">
              <a:off x="3057" y="1945"/>
              <a:ext cx="0"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14" name="Line 70">
              <a:extLst>
                <a:ext uri="{FF2B5EF4-FFF2-40B4-BE49-F238E27FC236}">
                  <a16:creationId xmlns:a16="http://schemas.microsoft.com/office/drawing/2014/main" id="{F4EAAC84-84E6-A5BA-F077-A0B5F211B0B2}"/>
                </a:ext>
              </a:extLst>
            </p:cNvPr>
            <p:cNvSpPr>
              <a:spLocks noChangeShapeType="1"/>
            </p:cNvSpPr>
            <p:nvPr/>
          </p:nvSpPr>
          <p:spPr bwMode="auto">
            <a:xfrm>
              <a:off x="3057" y="1943"/>
              <a:ext cx="90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15" name="Line 71">
              <a:extLst>
                <a:ext uri="{FF2B5EF4-FFF2-40B4-BE49-F238E27FC236}">
                  <a16:creationId xmlns:a16="http://schemas.microsoft.com/office/drawing/2014/main" id="{EB63266E-1D74-EDBB-663D-644152B85ACC}"/>
                </a:ext>
              </a:extLst>
            </p:cNvPr>
            <p:cNvSpPr>
              <a:spLocks noChangeShapeType="1"/>
            </p:cNvSpPr>
            <p:nvPr/>
          </p:nvSpPr>
          <p:spPr bwMode="auto">
            <a:xfrm>
              <a:off x="3647" y="2095"/>
              <a:ext cx="31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16" name="Line 72">
              <a:extLst>
                <a:ext uri="{FF2B5EF4-FFF2-40B4-BE49-F238E27FC236}">
                  <a16:creationId xmlns:a16="http://schemas.microsoft.com/office/drawing/2014/main" id="{41D27392-A017-CA90-8895-3B89F41DFA49}"/>
                </a:ext>
              </a:extLst>
            </p:cNvPr>
            <p:cNvSpPr>
              <a:spLocks noChangeShapeType="1"/>
            </p:cNvSpPr>
            <p:nvPr/>
          </p:nvSpPr>
          <p:spPr bwMode="auto">
            <a:xfrm>
              <a:off x="3575" y="1959"/>
              <a:ext cx="0" cy="136"/>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66617" name="Oval 73">
              <a:extLst>
                <a:ext uri="{FF2B5EF4-FFF2-40B4-BE49-F238E27FC236}">
                  <a16:creationId xmlns:a16="http://schemas.microsoft.com/office/drawing/2014/main" id="{46BD23E5-84CB-D0E4-3C6D-3A90C0D9E46E}"/>
                </a:ext>
              </a:extLst>
            </p:cNvPr>
            <p:cNvSpPr>
              <a:spLocks noChangeArrowheads="1"/>
            </p:cNvSpPr>
            <p:nvPr/>
          </p:nvSpPr>
          <p:spPr bwMode="auto">
            <a:xfrm>
              <a:off x="4217" y="2000"/>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66618" name="Line 74">
              <a:extLst>
                <a:ext uri="{FF2B5EF4-FFF2-40B4-BE49-F238E27FC236}">
                  <a16:creationId xmlns:a16="http://schemas.microsoft.com/office/drawing/2014/main" id="{74D6A0F7-D28D-D03B-F1FB-719D9774909F}"/>
                </a:ext>
              </a:extLst>
            </p:cNvPr>
            <p:cNvSpPr>
              <a:spLocks noChangeShapeType="1"/>
            </p:cNvSpPr>
            <p:nvPr/>
          </p:nvSpPr>
          <p:spPr bwMode="auto">
            <a:xfrm>
              <a:off x="4290" y="2041"/>
              <a:ext cx="363"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66633" name="Rectangle 75">
              <a:extLst>
                <a:ext uri="{FF2B5EF4-FFF2-40B4-BE49-F238E27FC236}">
                  <a16:creationId xmlns:a16="http://schemas.microsoft.com/office/drawing/2014/main" id="{91AB5CD7-BA82-466F-90CD-D6A143E2919D}"/>
                </a:ext>
              </a:extLst>
            </p:cNvPr>
            <p:cNvSpPr>
              <a:spLocks noChangeArrowheads="1"/>
            </p:cNvSpPr>
            <p:nvPr/>
          </p:nvSpPr>
          <p:spPr bwMode="auto">
            <a:xfrm>
              <a:off x="4645" y="1815"/>
              <a:ext cx="635" cy="416"/>
            </a:xfrm>
            <a:prstGeom prst="rect">
              <a:avLst/>
            </a:prstGeom>
            <a:solidFill>
              <a:schemeClr val="accent1">
                <a:lumMod val="40000"/>
                <a:lumOff val="60000"/>
              </a:schemeClr>
            </a:solidFill>
            <a:ln w="22225">
              <a:solidFill>
                <a:schemeClr val="tx1"/>
              </a:solidFill>
              <a:miter lim="800000"/>
              <a:headEnd/>
              <a:tailEnd/>
            </a:ln>
          </p:spPr>
          <p:txBody>
            <a:bodyPr wrap="none" anchor="ctr"/>
            <a:lstStyle/>
            <a:p>
              <a:pPr algn="ctr" eaLnBrk="1" hangingPunct="1">
                <a:defRPr/>
              </a:pPr>
              <a:r>
                <a:rPr lang="en-US" sz="1400">
                  <a:latin typeface="Arial" charset="0"/>
                  <a:cs typeface="Arial" charset="0"/>
                </a:rPr>
                <a:t>Control</a:t>
              </a:r>
            </a:p>
            <a:p>
              <a:pPr algn="ctr" eaLnBrk="1" hangingPunct="1">
                <a:defRPr/>
              </a:pPr>
              <a:r>
                <a:rPr lang="en-US" sz="1400">
                  <a:latin typeface="Arial" charset="0"/>
                  <a:cs typeface="Arial" charset="0"/>
                </a:rPr>
                <a:t>Unit</a:t>
              </a:r>
              <a:endParaRPr lang="ru-RU" sz="1400">
                <a:latin typeface="Arial" charset="0"/>
                <a:cs typeface="Arial" charset="0"/>
              </a:endParaRPr>
            </a:p>
          </p:txBody>
        </p:sp>
        <p:sp>
          <p:nvSpPr>
            <p:cNvPr id="66620" name="Line 77">
              <a:extLst>
                <a:ext uri="{FF2B5EF4-FFF2-40B4-BE49-F238E27FC236}">
                  <a16:creationId xmlns:a16="http://schemas.microsoft.com/office/drawing/2014/main" id="{B29A22E5-6623-3201-06EC-D492F10B6B6C}"/>
                </a:ext>
              </a:extLst>
            </p:cNvPr>
            <p:cNvSpPr>
              <a:spLocks noChangeShapeType="1"/>
            </p:cNvSpPr>
            <p:nvPr/>
          </p:nvSpPr>
          <p:spPr bwMode="auto">
            <a:xfrm>
              <a:off x="4872" y="1582"/>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621" name="Text Box 78">
              <a:extLst>
                <a:ext uri="{FF2B5EF4-FFF2-40B4-BE49-F238E27FC236}">
                  <a16:creationId xmlns:a16="http://schemas.microsoft.com/office/drawing/2014/main" id="{803D8CAA-7E90-75D7-754B-C423BF0042DE}"/>
                </a:ext>
              </a:extLst>
            </p:cNvPr>
            <p:cNvSpPr txBox="1">
              <a:spLocks noChangeArrowheads="1"/>
            </p:cNvSpPr>
            <p:nvPr/>
          </p:nvSpPr>
          <p:spPr bwMode="auto">
            <a:xfrm>
              <a:off x="4835" y="1451"/>
              <a:ext cx="653"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multiply</a:t>
              </a:r>
            </a:p>
          </p:txBody>
        </p:sp>
        <p:sp>
          <p:nvSpPr>
            <p:cNvPr id="66622" name="Line 79">
              <a:extLst>
                <a:ext uri="{FF2B5EF4-FFF2-40B4-BE49-F238E27FC236}">
                  <a16:creationId xmlns:a16="http://schemas.microsoft.com/office/drawing/2014/main" id="{1AB81043-614F-067A-3E49-8221A2953483}"/>
                </a:ext>
              </a:extLst>
            </p:cNvPr>
            <p:cNvSpPr>
              <a:spLocks noChangeShapeType="1"/>
            </p:cNvSpPr>
            <p:nvPr/>
          </p:nvSpPr>
          <p:spPr bwMode="auto">
            <a:xfrm>
              <a:off x="4781" y="2231"/>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623" name="Line 80">
              <a:extLst>
                <a:ext uri="{FF2B5EF4-FFF2-40B4-BE49-F238E27FC236}">
                  <a16:creationId xmlns:a16="http://schemas.microsoft.com/office/drawing/2014/main" id="{58BA4F50-4CB0-0461-6BAE-B5F118C88142}"/>
                </a:ext>
              </a:extLst>
            </p:cNvPr>
            <p:cNvSpPr>
              <a:spLocks noChangeShapeType="1"/>
            </p:cNvSpPr>
            <p:nvPr/>
          </p:nvSpPr>
          <p:spPr bwMode="auto">
            <a:xfrm>
              <a:off x="4947" y="2231"/>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624" name="Line 81">
              <a:extLst>
                <a:ext uri="{FF2B5EF4-FFF2-40B4-BE49-F238E27FC236}">
                  <a16:creationId xmlns:a16="http://schemas.microsoft.com/office/drawing/2014/main" id="{2B424522-80B4-1C3A-5B3F-6FD0F0C17FC9}"/>
                </a:ext>
              </a:extLst>
            </p:cNvPr>
            <p:cNvSpPr>
              <a:spLocks noChangeShapeType="1"/>
            </p:cNvSpPr>
            <p:nvPr/>
          </p:nvSpPr>
          <p:spPr bwMode="auto">
            <a:xfrm>
              <a:off x="5106" y="2231"/>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625" name="Text Box 82">
              <a:extLst>
                <a:ext uri="{FF2B5EF4-FFF2-40B4-BE49-F238E27FC236}">
                  <a16:creationId xmlns:a16="http://schemas.microsoft.com/office/drawing/2014/main" id="{1CCA5A8F-F774-7E9E-5187-E03C8EF3C0F4}"/>
                </a:ext>
              </a:extLst>
            </p:cNvPr>
            <p:cNvSpPr txBox="1">
              <a:spLocks noChangeArrowheads="1"/>
            </p:cNvSpPr>
            <p:nvPr/>
          </p:nvSpPr>
          <p:spPr bwMode="auto">
            <a:xfrm>
              <a:off x="4629" y="2408"/>
              <a:ext cx="680"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y1 y2 y3</a:t>
              </a:r>
            </a:p>
          </p:txBody>
        </p:sp>
        <p:sp>
          <p:nvSpPr>
            <p:cNvPr id="66626" name="Text Box 84">
              <a:extLst>
                <a:ext uri="{FF2B5EF4-FFF2-40B4-BE49-F238E27FC236}">
                  <a16:creationId xmlns:a16="http://schemas.microsoft.com/office/drawing/2014/main" id="{A88D26C3-8E8D-76A6-BEF0-BE8AC6E050AF}"/>
                </a:ext>
              </a:extLst>
            </p:cNvPr>
            <p:cNvSpPr txBox="1">
              <a:spLocks noChangeArrowheads="1"/>
            </p:cNvSpPr>
            <p:nvPr/>
          </p:nvSpPr>
          <p:spPr bwMode="auto">
            <a:xfrm>
              <a:off x="1617" y="1209"/>
              <a:ext cx="49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n bit</a:t>
              </a:r>
              <a:endParaRPr lang="ru-RU" altLang="en-US" sz="1400"/>
            </a:p>
          </p:txBody>
        </p:sp>
        <p:sp>
          <p:nvSpPr>
            <p:cNvPr id="66627" name="Text Box 85">
              <a:extLst>
                <a:ext uri="{FF2B5EF4-FFF2-40B4-BE49-F238E27FC236}">
                  <a16:creationId xmlns:a16="http://schemas.microsoft.com/office/drawing/2014/main" id="{84A594A7-4F01-5825-CADB-6F01F04389B5}"/>
                </a:ext>
              </a:extLst>
            </p:cNvPr>
            <p:cNvSpPr txBox="1">
              <a:spLocks noChangeArrowheads="1"/>
            </p:cNvSpPr>
            <p:nvPr/>
          </p:nvSpPr>
          <p:spPr bwMode="auto">
            <a:xfrm>
              <a:off x="3284" y="1158"/>
              <a:ext cx="499"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n bit</a:t>
              </a:r>
              <a:endParaRPr lang="ru-RU" altLang="en-US" sz="1400"/>
            </a:p>
          </p:txBody>
        </p:sp>
        <p:sp>
          <p:nvSpPr>
            <p:cNvPr id="66628" name="Text Box 86">
              <a:extLst>
                <a:ext uri="{FF2B5EF4-FFF2-40B4-BE49-F238E27FC236}">
                  <a16:creationId xmlns:a16="http://schemas.microsoft.com/office/drawing/2014/main" id="{4C7362E3-507D-EC81-C94B-87C092CCB386}"/>
                </a:ext>
              </a:extLst>
            </p:cNvPr>
            <p:cNvSpPr txBox="1">
              <a:spLocks noChangeArrowheads="1"/>
            </p:cNvSpPr>
            <p:nvPr/>
          </p:nvSpPr>
          <p:spPr bwMode="auto">
            <a:xfrm>
              <a:off x="1651" y="2594"/>
              <a:ext cx="616" cy="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n bit</a:t>
              </a:r>
              <a:endParaRPr lang="ru-RU" altLang="en-US" sz="1400"/>
            </a:p>
          </p:txBody>
        </p:sp>
        <p:sp>
          <p:nvSpPr>
            <p:cNvPr id="66629" name="Line 87">
              <a:extLst>
                <a:ext uri="{FF2B5EF4-FFF2-40B4-BE49-F238E27FC236}">
                  <a16:creationId xmlns:a16="http://schemas.microsoft.com/office/drawing/2014/main" id="{D46293B8-037C-65CF-A88A-0395655AF260}"/>
                </a:ext>
              </a:extLst>
            </p:cNvPr>
            <p:cNvSpPr>
              <a:spLocks noChangeShapeType="1"/>
            </p:cNvSpPr>
            <p:nvPr/>
          </p:nvSpPr>
          <p:spPr bwMode="auto">
            <a:xfrm>
              <a:off x="902" y="2450"/>
              <a:ext cx="0" cy="4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6630" name="Line 88">
              <a:extLst>
                <a:ext uri="{FF2B5EF4-FFF2-40B4-BE49-F238E27FC236}">
                  <a16:creationId xmlns:a16="http://schemas.microsoft.com/office/drawing/2014/main" id="{46B97771-4551-BB2D-0781-56F6C7665668}"/>
                </a:ext>
              </a:extLst>
            </p:cNvPr>
            <p:cNvSpPr>
              <a:spLocks noChangeShapeType="1"/>
            </p:cNvSpPr>
            <p:nvPr/>
          </p:nvSpPr>
          <p:spPr bwMode="auto">
            <a:xfrm>
              <a:off x="904" y="2442"/>
              <a:ext cx="6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31" name="Line 174">
              <a:extLst>
                <a:ext uri="{FF2B5EF4-FFF2-40B4-BE49-F238E27FC236}">
                  <a16:creationId xmlns:a16="http://schemas.microsoft.com/office/drawing/2014/main" id="{27C8B3FD-F176-D2AE-2BE9-63D30BFABD74}"/>
                </a:ext>
              </a:extLst>
            </p:cNvPr>
            <p:cNvSpPr>
              <a:spLocks noChangeShapeType="1"/>
            </p:cNvSpPr>
            <p:nvPr/>
          </p:nvSpPr>
          <p:spPr bwMode="auto">
            <a:xfrm>
              <a:off x="2448" y="2976"/>
              <a:ext cx="14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32" name="Line 175">
              <a:extLst>
                <a:ext uri="{FF2B5EF4-FFF2-40B4-BE49-F238E27FC236}">
                  <a16:creationId xmlns:a16="http://schemas.microsoft.com/office/drawing/2014/main" id="{0983827A-396E-EA47-CFE6-BD20885AF7D2}"/>
                </a:ext>
              </a:extLst>
            </p:cNvPr>
            <p:cNvSpPr>
              <a:spLocks noChangeShapeType="1"/>
            </p:cNvSpPr>
            <p:nvPr/>
          </p:nvSpPr>
          <p:spPr bwMode="auto">
            <a:xfrm flipV="1">
              <a:off x="2595" y="1035"/>
              <a:ext cx="0" cy="194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66564" name="Text Box 83">
            <a:extLst>
              <a:ext uri="{FF2B5EF4-FFF2-40B4-BE49-F238E27FC236}">
                <a16:creationId xmlns:a16="http://schemas.microsoft.com/office/drawing/2014/main" id="{6E7B2991-BDEB-7577-8E87-A71CC153523E}"/>
              </a:ext>
            </a:extLst>
          </p:cNvPr>
          <p:cNvSpPr txBox="1">
            <a:spLocks noChangeArrowheads="1"/>
          </p:cNvSpPr>
          <p:nvPr/>
        </p:nvSpPr>
        <p:spPr bwMode="auto">
          <a:xfrm>
            <a:off x="1985964" y="5211763"/>
            <a:ext cx="77041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buClr>
                <a:srgbClr val="7900A4"/>
              </a:buClr>
            </a:pPr>
            <a:r>
              <a:rPr lang="en-US" altLang="en-US" sz="1800"/>
              <a:t> RA – multiplicand, RB – multiplier, RC (accumulator) - product </a:t>
            </a:r>
          </a:p>
          <a:p>
            <a:pPr eaLnBrk="1" hangingPunct="1">
              <a:buClr>
                <a:srgbClr val="7900A4"/>
              </a:buClr>
            </a:pPr>
            <a:r>
              <a:rPr lang="en-US" altLang="en-US" sz="1800"/>
              <a:t> Possible to combine multiplier and product register (low bits)</a:t>
            </a:r>
            <a:endParaRPr lang="ru-RU" altLang="en-US" sz="18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4">
            <a:extLst>
              <a:ext uri="{FF2B5EF4-FFF2-40B4-BE49-F238E27FC236}">
                <a16:creationId xmlns:a16="http://schemas.microsoft.com/office/drawing/2014/main" id="{722CAD31-A5CF-A821-D618-4DC261EB307C}"/>
              </a:ext>
            </a:extLst>
          </p:cNvPr>
          <p:cNvSpPr>
            <a:spLocks noGrp="1" noChangeArrowheads="1"/>
          </p:cNvSpPr>
          <p:nvPr>
            <p:ph type="title"/>
          </p:nvPr>
        </p:nvSpPr>
        <p:spPr/>
        <p:txBody>
          <a:bodyPr/>
          <a:lstStyle/>
          <a:p>
            <a:r>
              <a:rPr lang="en-US" altLang="en-US"/>
              <a:t>Example of Unsigned Multiplication</a:t>
            </a:r>
            <a:endParaRPr lang="ru-RU" altLang="en-US"/>
          </a:p>
        </p:txBody>
      </p:sp>
      <p:graphicFrame>
        <p:nvGraphicFramePr>
          <p:cNvPr id="64745" name="Group 233">
            <a:extLst>
              <a:ext uri="{FF2B5EF4-FFF2-40B4-BE49-F238E27FC236}">
                <a16:creationId xmlns:a16="http://schemas.microsoft.com/office/drawing/2014/main" id="{821EF395-21FE-4AEE-85EC-19253EBDF18F}"/>
              </a:ext>
            </a:extLst>
          </p:cNvPr>
          <p:cNvGraphicFramePr>
            <a:graphicFrameLocks noGrp="1"/>
          </p:cNvGraphicFramePr>
          <p:nvPr>
            <p:extLst>
              <p:ext uri="{D42A27DB-BD31-4B8C-83A1-F6EECF244321}">
                <p14:modId xmlns:p14="http://schemas.microsoft.com/office/powerpoint/2010/main" val="107734408"/>
              </p:ext>
            </p:extLst>
          </p:nvPr>
        </p:nvGraphicFramePr>
        <p:xfrm>
          <a:off x="1981200" y="1493838"/>
          <a:ext cx="4495800" cy="4068860"/>
        </p:xfrm>
        <a:graphic>
          <a:graphicData uri="http://schemas.openxmlformats.org/drawingml/2006/table">
            <a:tbl>
              <a:tblPr>
                <a:tableStyleId>{5C22544A-7EE6-4342-B048-85BDC9FD1C3A}</a:tableStyleId>
              </a:tblPr>
              <a:tblGrid>
                <a:gridCol w="12192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1676400">
                  <a:extLst>
                    <a:ext uri="{9D8B030D-6E8A-4147-A177-3AD203B41FA5}">
                      <a16:colId xmlns:a16="http://schemas.microsoft.com/office/drawing/2014/main" val="20003"/>
                    </a:ext>
                  </a:extLst>
                </a:gridCol>
              </a:tblGrid>
              <a:tr h="41135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solidFill>
                            <a:schemeClr val="bg1"/>
                          </a:solidFill>
                        </a:rPr>
                        <a:t>Acc(RC)</a:t>
                      </a:r>
                      <a:endParaRPr lang="ru-RU" sz="1800" kern="1200" dirty="0">
                        <a:solidFill>
                          <a:schemeClr val="bg1"/>
                        </a:solidFill>
                        <a:latin typeface="+mn-lt"/>
                        <a:ea typeface="+mn-ea"/>
                        <a:cs typeface="+mn-cs"/>
                      </a:endParaRPr>
                    </a:p>
                  </a:txBody>
                  <a:tcPr marT="45713" marB="45713"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solidFill>
                            <a:schemeClr val="bg1"/>
                          </a:solidFill>
                        </a:rPr>
                        <a:t>RB</a:t>
                      </a:r>
                      <a:endParaRPr lang="ru-RU" sz="1800" kern="1200" dirty="0">
                        <a:solidFill>
                          <a:schemeClr val="bg1"/>
                        </a:solidFill>
                        <a:latin typeface="+mn-lt"/>
                        <a:ea typeface="+mn-ea"/>
                        <a:cs typeface="+mn-cs"/>
                      </a:endParaRPr>
                    </a:p>
                  </a:txBody>
                  <a:tcPr marT="45713" marB="45713"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solidFill>
                            <a:schemeClr val="bg1"/>
                          </a:solidFill>
                        </a:rPr>
                        <a:t>CT</a:t>
                      </a:r>
                      <a:endParaRPr lang="ru-RU" sz="1800" kern="1200" dirty="0">
                        <a:solidFill>
                          <a:schemeClr val="bg1"/>
                        </a:solidFill>
                        <a:latin typeface="+mn-lt"/>
                        <a:ea typeface="+mn-ea"/>
                        <a:cs typeface="+mn-cs"/>
                      </a:endParaRPr>
                    </a:p>
                  </a:txBody>
                  <a:tcPr marT="45713" marB="45713" horzOverflow="overflow">
                    <a:solidFill>
                      <a:schemeClr val="accent1"/>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lang="ru-RU" sz="1800" kern="1200" dirty="0">
                        <a:solidFill>
                          <a:schemeClr val="dk1"/>
                        </a:solidFill>
                        <a:latin typeface="+mn-lt"/>
                        <a:ea typeface="+mn-ea"/>
                        <a:cs typeface="+mn-cs"/>
                      </a:endParaRPr>
                    </a:p>
                  </a:txBody>
                  <a:tcPr marT="45713" marB="45713" horzOverflow="overflow">
                    <a:solidFill>
                      <a:schemeClr val="accent1"/>
                    </a:solidFill>
                  </a:tcPr>
                </a:tc>
                <a:extLst>
                  <a:ext uri="{0D108BD9-81ED-4DB2-BD59-A6C34878D82A}">
                    <a16:rowId xmlns:a16="http://schemas.microsoft.com/office/drawing/2014/main" val="10000"/>
                  </a:ext>
                </a:extLst>
              </a:tr>
              <a:tr h="365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t> 0000</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t>1010</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t>4</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extLst>
                  <a:ext uri="{0D108BD9-81ED-4DB2-BD59-A6C34878D82A}">
                    <a16:rowId xmlns:a16="http://schemas.microsoft.com/office/drawing/2014/main" val="10001"/>
                  </a:ext>
                </a:extLst>
              </a:tr>
              <a:tr h="365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t> 0000</a:t>
                      </a: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t>0101</a:t>
                      </a: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a:t>3</a:t>
                      </a:r>
                      <a:endParaRPr lang="ru-RU" sz="1800" kern="120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lang="en-US" sz="1800" kern="1200" dirty="0"/>
                        <a:t>shift</a:t>
                      </a:r>
                      <a:endParaRPr lang="ru-RU" sz="1800" kern="1200" dirty="0">
                        <a:solidFill>
                          <a:schemeClr val="dk1"/>
                        </a:solidFill>
                        <a:latin typeface="+mn-lt"/>
                        <a:ea typeface="+mn-ea"/>
                        <a:cs typeface="+mn-cs"/>
                      </a:endParaRPr>
                    </a:p>
                  </a:txBody>
                  <a:tcPr marT="45713" marB="45713" horzOverflow="overflow"/>
                </a:tc>
                <a:extLst>
                  <a:ext uri="{0D108BD9-81ED-4DB2-BD59-A6C34878D82A}">
                    <a16:rowId xmlns:a16="http://schemas.microsoft.com/office/drawing/2014/main" val="10002"/>
                  </a:ext>
                </a:extLst>
              </a:tr>
              <a:tr h="9143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+ 0000</a:t>
                      </a:r>
                    </a:p>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1101</a:t>
                      </a:r>
                    </a:p>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1101</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solidFill>
                            <a:schemeClr val="dk1"/>
                          </a:solidFill>
                          <a:latin typeface="+mn-lt"/>
                          <a:ea typeface="+mn-ea"/>
                          <a:cs typeface="+mn-cs"/>
                        </a:rPr>
                        <a:t>add</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extLst>
                  <a:ext uri="{0D108BD9-81ED-4DB2-BD59-A6C34878D82A}">
                    <a16:rowId xmlns:a16="http://schemas.microsoft.com/office/drawing/2014/main" val="10003"/>
                  </a:ext>
                </a:extLst>
              </a:tr>
              <a:tr h="3657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0110</a:t>
                      </a: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1010</a:t>
                      </a: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2</a:t>
                      </a: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shift</a:t>
                      </a:r>
                      <a:endParaRPr lang="ru-RU" sz="1800" kern="1200" dirty="0">
                        <a:solidFill>
                          <a:schemeClr val="dk1"/>
                        </a:solidFill>
                        <a:latin typeface="+mn-lt"/>
                        <a:ea typeface="+mn-ea"/>
                        <a:cs typeface="+mn-cs"/>
                      </a:endParaRPr>
                    </a:p>
                  </a:txBody>
                  <a:tcPr marT="45713" marB="45713" horzOverflow="overflow"/>
                </a:tc>
                <a:extLst>
                  <a:ext uri="{0D108BD9-81ED-4DB2-BD59-A6C34878D82A}">
                    <a16:rowId xmlns:a16="http://schemas.microsoft.com/office/drawing/2014/main" val="10004"/>
                  </a:ext>
                </a:extLst>
              </a:tr>
              <a:tr h="3657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0011</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0101</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1</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shift</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extLst>
                  <a:ext uri="{0D108BD9-81ED-4DB2-BD59-A6C34878D82A}">
                    <a16:rowId xmlns:a16="http://schemas.microsoft.com/office/drawing/2014/main" val="10005"/>
                  </a:ext>
                </a:extLst>
              </a:tr>
              <a:tr h="91435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+0011</a:t>
                      </a:r>
                    </a:p>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1101</a:t>
                      </a:r>
                    </a:p>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10000</a:t>
                      </a: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en-US" sz="1800" kern="1200" dirty="0">
                        <a:solidFill>
                          <a:schemeClr val="dk1"/>
                        </a:solidFill>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pPr>
                      <a:endParaRPr lang="en-US" sz="1800" kern="1200" dirty="0">
                        <a:solidFill>
                          <a:schemeClr val="dk1"/>
                        </a:solidFill>
                        <a:latin typeface="+mn-lt"/>
                        <a:ea typeface="+mn-ea"/>
                        <a:cs typeface="+mn-cs"/>
                      </a:endParaRPr>
                    </a:p>
                    <a:p>
                      <a:pPr marL="0" marR="0" lvl="0" indent="0" algn="l" defTabSz="914400" rtl="0" eaLnBrk="1" fontAlgn="base" latinLnBrk="0" hangingPunct="1">
                        <a:lnSpc>
                          <a:spcPct val="100000"/>
                        </a:lnSpc>
                        <a:spcBef>
                          <a:spcPct val="0"/>
                        </a:spcBef>
                        <a:spcAft>
                          <a:spcPct val="0"/>
                        </a:spcAft>
                        <a:buClrTx/>
                        <a:buSzTx/>
                        <a:buFontTx/>
                        <a:buNone/>
                        <a:tabLst/>
                        <a:defRPr/>
                      </a:pPr>
                      <a:r>
                        <a:rPr lang="en-US" sz="1800" kern="1200" dirty="0"/>
                        <a:t>0100</a:t>
                      </a: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lang="ru-RU" sz="1800" kern="1200" dirty="0">
                        <a:solidFill>
                          <a:schemeClr val="dk1"/>
                        </a:solidFill>
                        <a:latin typeface="+mn-lt"/>
                        <a:ea typeface="+mn-ea"/>
                        <a:cs typeface="+mn-cs"/>
                      </a:endParaRPr>
                    </a:p>
                  </a:txBody>
                  <a:tcPr marT="45713" marB="45713"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solidFill>
                            <a:schemeClr val="dk1"/>
                          </a:solidFill>
                          <a:latin typeface="+mn-lt"/>
                          <a:ea typeface="+mn-ea"/>
                          <a:cs typeface="+mn-cs"/>
                        </a:rPr>
                        <a:t>add</a:t>
                      </a:r>
                      <a:endParaRPr lang="ru-RU" sz="1800" kern="1200" dirty="0">
                        <a:solidFill>
                          <a:schemeClr val="dk1"/>
                        </a:solidFill>
                        <a:latin typeface="+mn-lt"/>
                        <a:ea typeface="+mn-ea"/>
                        <a:cs typeface="+mn-cs"/>
                      </a:endParaRPr>
                    </a:p>
                  </a:txBody>
                  <a:tcPr marT="45713" marB="45713" horzOverflow="overflow"/>
                </a:tc>
                <a:extLst>
                  <a:ext uri="{0D108BD9-81ED-4DB2-BD59-A6C34878D82A}">
                    <a16:rowId xmlns:a16="http://schemas.microsoft.com/office/drawing/2014/main" val="10006"/>
                  </a:ext>
                </a:extLst>
              </a:tr>
              <a:tr h="365737">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  1000</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0010</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0</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lang="en-US" sz="1800" kern="1200" dirty="0"/>
                        <a:t>shift</a:t>
                      </a:r>
                      <a:endParaRPr lang="ru-RU" sz="1800" kern="1200" dirty="0">
                        <a:solidFill>
                          <a:schemeClr val="dk1"/>
                        </a:solidFill>
                        <a:latin typeface="+mn-lt"/>
                        <a:ea typeface="+mn-ea"/>
                        <a:cs typeface="+mn-cs"/>
                      </a:endParaRPr>
                    </a:p>
                  </a:txBody>
                  <a:tcPr marT="45713" marB="45713" horzOverflow="overflow">
                    <a:solidFill>
                      <a:schemeClr val="accent5">
                        <a:lumMod val="60000"/>
                        <a:lumOff val="40000"/>
                      </a:schemeClr>
                    </a:solidFill>
                  </a:tcPr>
                </a:tc>
                <a:extLst>
                  <a:ext uri="{0D108BD9-81ED-4DB2-BD59-A6C34878D82A}">
                    <a16:rowId xmlns:a16="http://schemas.microsoft.com/office/drawing/2014/main" val="10007"/>
                  </a:ext>
                </a:extLst>
              </a:tr>
            </a:tbl>
          </a:graphicData>
        </a:graphic>
      </p:graphicFrame>
      <p:sp>
        <p:nvSpPr>
          <p:cNvPr id="67634" name="Line 52">
            <a:extLst>
              <a:ext uri="{FF2B5EF4-FFF2-40B4-BE49-F238E27FC236}">
                <a16:creationId xmlns:a16="http://schemas.microsoft.com/office/drawing/2014/main" id="{7C1507D8-A7C7-FB51-E48D-B61EB783234F}"/>
              </a:ext>
            </a:extLst>
          </p:cNvPr>
          <p:cNvSpPr>
            <a:spLocks noChangeShapeType="1"/>
          </p:cNvSpPr>
          <p:nvPr/>
        </p:nvSpPr>
        <p:spPr bwMode="auto">
          <a:xfrm>
            <a:off x="2209800" y="4876800"/>
            <a:ext cx="5032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5" name="Line 53">
            <a:extLst>
              <a:ext uri="{FF2B5EF4-FFF2-40B4-BE49-F238E27FC236}">
                <a16:creationId xmlns:a16="http://schemas.microsoft.com/office/drawing/2014/main" id="{8799962E-C813-76F9-EBCA-9945FFE823CB}"/>
              </a:ext>
            </a:extLst>
          </p:cNvPr>
          <p:cNvSpPr>
            <a:spLocks noChangeShapeType="1"/>
          </p:cNvSpPr>
          <p:nvPr/>
        </p:nvSpPr>
        <p:spPr bwMode="auto">
          <a:xfrm>
            <a:off x="2209800" y="3238500"/>
            <a:ext cx="50323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7636" name="Text Box 54">
            <a:extLst>
              <a:ext uri="{FF2B5EF4-FFF2-40B4-BE49-F238E27FC236}">
                <a16:creationId xmlns:a16="http://schemas.microsoft.com/office/drawing/2014/main" id="{E1F25918-6A90-A875-8339-06D342B54BA8}"/>
              </a:ext>
            </a:extLst>
          </p:cNvPr>
          <p:cNvSpPr txBox="1">
            <a:spLocks noChangeArrowheads="1"/>
          </p:cNvSpPr>
          <p:nvPr/>
        </p:nvSpPr>
        <p:spPr bwMode="auto">
          <a:xfrm>
            <a:off x="6629400" y="2112963"/>
            <a:ext cx="23764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rgbClr val="0000FF"/>
                </a:solidFill>
              </a:rPr>
              <a:t>A=1101; B=1010;</a:t>
            </a:r>
            <a:endParaRPr lang="ru-RU" altLang="en-US" sz="2000">
              <a:solidFill>
                <a:srgbClr val="0000FF"/>
              </a:solidFill>
            </a:endParaRPr>
          </a:p>
        </p:txBody>
      </p:sp>
      <p:sp>
        <p:nvSpPr>
          <p:cNvPr id="67637" name="Text Box 55">
            <a:extLst>
              <a:ext uri="{FF2B5EF4-FFF2-40B4-BE49-F238E27FC236}">
                <a16:creationId xmlns:a16="http://schemas.microsoft.com/office/drawing/2014/main" id="{5CC1AB0E-B21E-4093-0C90-434F29A28678}"/>
              </a:ext>
            </a:extLst>
          </p:cNvPr>
          <p:cNvSpPr txBox="1">
            <a:spLocks noChangeArrowheads="1"/>
          </p:cNvSpPr>
          <p:nvPr/>
        </p:nvSpPr>
        <p:spPr bwMode="auto">
          <a:xfrm>
            <a:off x="6629400" y="3014664"/>
            <a:ext cx="3600450" cy="1938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solidFill>
                  <a:srgbClr val="0000FF"/>
                </a:solidFill>
              </a:rPr>
              <a:t>Signed multiplication:</a:t>
            </a:r>
          </a:p>
          <a:p>
            <a:pPr eaLnBrk="1" hangingPunct="1"/>
            <a:r>
              <a:rPr lang="en-US" altLang="en-US" sz="2000"/>
              <a:t>convert negative numbers to positive, </a:t>
            </a:r>
          </a:p>
          <a:p>
            <a:pPr eaLnBrk="1" hangingPunct="1"/>
            <a:r>
              <a:rPr lang="en-US" altLang="en-US" sz="2000"/>
              <a:t>execute unsigned multiplication,</a:t>
            </a:r>
          </a:p>
          <a:p>
            <a:pPr eaLnBrk="1" hangingPunct="1"/>
            <a:r>
              <a:rPr lang="en-US" altLang="en-US" sz="2000"/>
              <a:t>remember the original signs.</a:t>
            </a:r>
            <a:endParaRPr lang="ru-RU" altLang="en-US" sz="200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a:extLst>
              <a:ext uri="{FF2B5EF4-FFF2-40B4-BE49-F238E27FC236}">
                <a16:creationId xmlns:a16="http://schemas.microsoft.com/office/drawing/2014/main" id="{877543FD-BD12-1785-58D5-0A8883425C10}"/>
              </a:ext>
            </a:extLst>
          </p:cNvPr>
          <p:cNvSpPr>
            <a:spLocks noGrp="1" noChangeArrowheads="1"/>
          </p:cNvSpPr>
          <p:nvPr>
            <p:ph type="title"/>
          </p:nvPr>
        </p:nvSpPr>
        <p:spPr/>
        <p:txBody>
          <a:bodyPr/>
          <a:lstStyle/>
          <a:p>
            <a:r>
              <a:rPr lang="en-US" altLang="en-US"/>
              <a:t>HandShake  Protocol</a:t>
            </a:r>
            <a:endParaRPr lang="en-GB" altLang="en-US"/>
          </a:p>
        </p:txBody>
      </p:sp>
      <p:grpSp>
        <p:nvGrpSpPr>
          <p:cNvPr id="68611" name="Group 42">
            <a:extLst>
              <a:ext uri="{FF2B5EF4-FFF2-40B4-BE49-F238E27FC236}">
                <a16:creationId xmlns:a16="http://schemas.microsoft.com/office/drawing/2014/main" id="{70C1FFF3-03E2-9489-5EA6-43B2DC717840}"/>
              </a:ext>
            </a:extLst>
          </p:cNvPr>
          <p:cNvGrpSpPr>
            <a:grpSpLocks/>
          </p:cNvGrpSpPr>
          <p:nvPr/>
        </p:nvGrpSpPr>
        <p:grpSpPr bwMode="auto">
          <a:xfrm>
            <a:off x="2184400" y="1643064"/>
            <a:ext cx="5545138" cy="3036887"/>
            <a:chOff x="609600" y="2209800"/>
            <a:chExt cx="5545660" cy="3036332"/>
          </a:xfrm>
        </p:grpSpPr>
        <p:grpSp>
          <p:nvGrpSpPr>
            <p:cNvPr id="68612" name="Group 41">
              <a:extLst>
                <a:ext uri="{FF2B5EF4-FFF2-40B4-BE49-F238E27FC236}">
                  <a16:creationId xmlns:a16="http://schemas.microsoft.com/office/drawing/2014/main" id="{FB14A80E-6869-F2DF-A9F8-3ED078DA876B}"/>
                </a:ext>
              </a:extLst>
            </p:cNvPr>
            <p:cNvGrpSpPr>
              <a:grpSpLocks/>
            </p:cNvGrpSpPr>
            <p:nvPr/>
          </p:nvGrpSpPr>
          <p:grpSpPr bwMode="auto">
            <a:xfrm>
              <a:off x="609600" y="2209800"/>
              <a:ext cx="5545660" cy="2827325"/>
              <a:chOff x="609600" y="2362200"/>
              <a:chExt cx="5545660" cy="2827325"/>
            </a:xfrm>
          </p:grpSpPr>
          <p:sp>
            <p:nvSpPr>
              <p:cNvPr id="68614" name="Text Box 62">
                <a:extLst>
                  <a:ext uri="{FF2B5EF4-FFF2-40B4-BE49-F238E27FC236}">
                    <a16:creationId xmlns:a16="http://schemas.microsoft.com/office/drawing/2014/main" id="{8F3EBBFA-2981-AE99-3D9E-F14E21160DBF}"/>
                  </a:ext>
                </a:extLst>
              </p:cNvPr>
              <p:cNvSpPr txBox="1">
                <a:spLocks noChangeArrowheads="1"/>
              </p:cNvSpPr>
              <p:nvPr/>
            </p:nvSpPr>
            <p:spPr bwMode="auto">
              <a:xfrm>
                <a:off x="762000" y="2362200"/>
                <a:ext cx="1353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 Operation (Req)</a:t>
                </a:r>
                <a:endParaRPr lang="ru-RU" altLang="en-US" sz="1800"/>
              </a:p>
            </p:txBody>
          </p:sp>
          <p:sp>
            <p:nvSpPr>
              <p:cNvPr id="68615" name="Line 90">
                <a:extLst>
                  <a:ext uri="{FF2B5EF4-FFF2-40B4-BE49-F238E27FC236}">
                    <a16:creationId xmlns:a16="http://schemas.microsoft.com/office/drawing/2014/main" id="{B6A2677D-57F4-5C7C-C2E1-043F89504854}"/>
                  </a:ext>
                </a:extLst>
              </p:cNvPr>
              <p:cNvSpPr>
                <a:spLocks noChangeShapeType="1"/>
              </p:cNvSpPr>
              <p:nvPr/>
            </p:nvSpPr>
            <p:spPr bwMode="auto">
              <a:xfrm>
                <a:off x="5713070" y="2559875"/>
                <a:ext cx="27432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6" name="Line 10">
                <a:extLst>
                  <a:ext uri="{FF2B5EF4-FFF2-40B4-BE49-F238E27FC236}">
                    <a16:creationId xmlns:a16="http://schemas.microsoft.com/office/drawing/2014/main" id="{EF8BCDBC-EFBA-B892-CA0C-4C13D398415A}"/>
                  </a:ext>
                </a:extLst>
              </p:cNvPr>
              <p:cNvSpPr>
                <a:spLocks noChangeShapeType="1"/>
              </p:cNvSpPr>
              <p:nvPr/>
            </p:nvSpPr>
            <p:spPr bwMode="auto">
              <a:xfrm>
                <a:off x="1553761" y="3370263"/>
                <a:ext cx="67345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7" name="Line 11">
                <a:extLst>
                  <a:ext uri="{FF2B5EF4-FFF2-40B4-BE49-F238E27FC236}">
                    <a16:creationId xmlns:a16="http://schemas.microsoft.com/office/drawing/2014/main" id="{1FBD8ED5-EBA8-3106-F11A-8BE6E2E0009B}"/>
                  </a:ext>
                </a:extLst>
              </p:cNvPr>
              <p:cNvSpPr>
                <a:spLocks noChangeShapeType="1"/>
              </p:cNvSpPr>
              <p:nvPr/>
            </p:nvSpPr>
            <p:spPr bwMode="auto">
              <a:xfrm>
                <a:off x="2227213" y="3370263"/>
                <a:ext cx="134987"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8" name="Line 12">
                <a:extLst>
                  <a:ext uri="{FF2B5EF4-FFF2-40B4-BE49-F238E27FC236}">
                    <a16:creationId xmlns:a16="http://schemas.microsoft.com/office/drawing/2014/main" id="{63BD0D99-BCAB-DEFC-7058-F06809D1F2C5}"/>
                  </a:ext>
                </a:extLst>
              </p:cNvPr>
              <p:cNvSpPr>
                <a:spLocks noChangeShapeType="1"/>
              </p:cNvSpPr>
              <p:nvPr/>
            </p:nvSpPr>
            <p:spPr bwMode="auto">
              <a:xfrm>
                <a:off x="2341881" y="3798888"/>
                <a:ext cx="14630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19" name="Line 14">
                <a:extLst>
                  <a:ext uri="{FF2B5EF4-FFF2-40B4-BE49-F238E27FC236}">
                    <a16:creationId xmlns:a16="http://schemas.microsoft.com/office/drawing/2014/main" id="{98E5FB44-27E4-E3D1-899C-F16E5D9DEA00}"/>
                  </a:ext>
                </a:extLst>
              </p:cNvPr>
              <p:cNvSpPr>
                <a:spLocks noChangeShapeType="1"/>
              </p:cNvSpPr>
              <p:nvPr/>
            </p:nvSpPr>
            <p:spPr bwMode="auto">
              <a:xfrm flipV="1">
                <a:off x="1356833" y="3006725"/>
                <a:ext cx="1685113"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0" name="Line 15">
                <a:extLst>
                  <a:ext uri="{FF2B5EF4-FFF2-40B4-BE49-F238E27FC236}">
                    <a16:creationId xmlns:a16="http://schemas.microsoft.com/office/drawing/2014/main" id="{C5D694D6-0550-C76B-235B-3BFA6030F33D}"/>
                  </a:ext>
                </a:extLst>
              </p:cNvPr>
              <p:cNvSpPr>
                <a:spLocks noChangeShapeType="1"/>
              </p:cNvSpPr>
              <p:nvPr/>
            </p:nvSpPr>
            <p:spPr bwMode="auto">
              <a:xfrm flipV="1">
                <a:off x="3038979" y="2565400"/>
                <a:ext cx="201739"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1" name="Line 16">
                <a:extLst>
                  <a:ext uri="{FF2B5EF4-FFF2-40B4-BE49-F238E27FC236}">
                    <a16:creationId xmlns:a16="http://schemas.microsoft.com/office/drawing/2014/main" id="{4E886B02-A287-399F-E2B8-A98226A4541C}"/>
                  </a:ext>
                </a:extLst>
              </p:cNvPr>
              <p:cNvSpPr>
                <a:spLocks noChangeShapeType="1"/>
              </p:cNvSpPr>
              <p:nvPr/>
            </p:nvSpPr>
            <p:spPr bwMode="auto">
              <a:xfrm>
                <a:off x="3237750" y="2559050"/>
                <a:ext cx="10058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2" name="Line 17">
                <a:extLst>
                  <a:ext uri="{FF2B5EF4-FFF2-40B4-BE49-F238E27FC236}">
                    <a16:creationId xmlns:a16="http://schemas.microsoft.com/office/drawing/2014/main" id="{C1C115FB-50D7-833F-0C8D-C82568A62F6D}"/>
                  </a:ext>
                </a:extLst>
              </p:cNvPr>
              <p:cNvSpPr>
                <a:spLocks noChangeShapeType="1"/>
              </p:cNvSpPr>
              <p:nvPr/>
            </p:nvSpPr>
            <p:spPr bwMode="auto">
              <a:xfrm flipV="1">
                <a:off x="3804680" y="3365500"/>
                <a:ext cx="201739"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3" name="Line 18">
                <a:extLst>
                  <a:ext uri="{FF2B5EF4-FFF2-40B4-BE49-F238E27FC236}">
                    <a16:creationId xmlns:a16="http://schemas.microsoft.com/office/drawing/2014/main" id="{B74D57BB-A4BB-C67A-9CB7-FC9B84A897C2}"/>
                  </a:ext>
                </a:extLst>
              </p:cNvPr>
              <p:cNvSpPr>
                <a:spLocks noChangeShapeType="1"/>
              </p:cNvSpPr>
              <p:nvPr/>
            </p:nvSpPr>
            <p:spPr bwMode="auto">
              <a:xfrm>
                <a:off x="3982685" y="3367088"/>
                <a:ext cx="64008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4" name="Line 19">
                <a:extLst>
                  <a:ext uri="{FF2B5EF4-FFF2-40B4-BE49-F238E27FC236}">
                    <a16:creationId xmlns:a16="http://schemas.microsoft.com/office/drawing/2014/main" id="{0599C75D-ED7B-C2F9-CBC7-78B308F598DD}"/>
                  </a:ext>
                </a:extLst>
              </p:cNvPr>
              <p:cNvSpPr>
                <a:spLocks noChangeShapeType="1"/>
              </p:cNvSpPr>
              <p:nvPr/>
            </p:nvSpPr>
            <p:spPr bwMode="auto">
              <a:xfrm>
                <a:off x="4227210" y="2560638"/>
                <a:ext cx="134987"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25" name="Line 20">
                <a:extLst>
                  <a:ext uri="{FF2B5EF4-FFF2-40B4-BE49-F238E27FC236}">
                    <a16:creationId xmlns:a16="http://schemas.microsoft.com/office/drawing/2014/main" id="{D52D11FE-CACD-7C80-4576-567444D46D53}"/>
                  </a:ext>
                </a:extLst>
              </p:cNvPr>
              <p:cNvSpPr>
                <a:spLocks noChangeShapeType="1"/>
              </p:cNvSpPr>
              <p:nvPr/>
            </p:nvSpPr>
            <p:spPr bwMode="auto">
              <a:xfrm>
                <a:off x="4360713" y="3006725"/>
                <a:ext cx="117631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8" name="Oval 31">
                <a:extLst>
                  <a:ext uri="{FF2B5EF4-FFF2-40B4-BE49-F238E27FC236}">
                    <a16:creationId xmlns:a16="http://schemas.microsoft.com/office/drawing/2014/main" id="{79C1D991-BCD2-4371-8982-2820D3D10D5E}"/>
                  </a:ext>
                </a:extLst>
              </p:cNvPr>
              <p:cNvSpPr>
                <a:spLocks noChangeArrowheads="1"/>
              </p:cNvSpPr>
              <p:nvPr/>
            </p:nvSpPr>
            <p:spPr bwMode="auto">
              <a:xfrm>
                <a:off x="2903754" y="2362200"/>
                <a:ext cx="268312" cy="287284"/>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2</a:t>
                </a:r>
                <a:endParaRPr lang="ru-RU" dirty="0">
                  <a:latin typeface="Arial" charset="0"/>
                  <a:cs typeface="Arial" charset="0"/>
                </a:endParaRPr>
              </a:p>
            </p:txBody>
          </p:sp>
          <p:sp>
            <p:nvSpPr>
              <p:cNvPr id="19" name="Oval 40">
                <a:extLst>
                  <a:ext uri="{FF2B5EF4-FFF2-40B4-BE49-F238E27FC236}">
                    <a16:creationId xmlns:a16="http://schemas.microsoft.com/office/drawing/2014/main" id="{0CF9219D-85F1-4061-8C96-4F063A2B576D}"/>
                  </a:ext>
                </a:extLst>
              </p:cNvPr>
              <p:cNvSpPr>
                <a:spLocks noChangeArrowheads="1"/>
              </p:cNvSpPr>
              <p:nvPr/>
            </p:nvSpPr>
            <p:spPr bwMode="auto">
              <a:xfrm>
                <a:off x="4304061" y="2362200"/>
                <a:ext cx="268312" cy="287284"/>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ru-RU" dirty="0">
                    <a:latin typeface="Arial" charset="0"/>
                    <a:cs typeface="Arial" charset="0"/>
                  </a:rPr>
                  <a:t>4</a:t>
                </a:r>
              </a:p>
            </p:txBody>
          </p:sp>
          <p:sp>
            <p:nvSpPr>
              <p:cNvPr id="20" name="Oval 43">
                <a:extLst>
                  <a:ext uri="{FF2B5EF4-FFF2-40B4-BE49-F238E27FC236}">
                    <a16:creationId xmlns:a16="http://schemas.microsoft.com/office/drawing/2014/main" id="{D4013B20-A7CB-43B9-BC09-D25BF459665E}"/>
                  </a:ext>
                </a:extLst>
              </p:cNvPr>
              <p:cNvSpPr>
                <a:spLocks noChangeArrowheads="1"/>
              </p:cNvSpPr>
              <p:nvPr/>
            </p:nvSpPr>
            <p:spPr bwMode="auto">
              <a:xfrm>
                <a:off x="3856344" y="3801799"/>
                <a:ext cx="269900" cy="287285"/>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3</a:t>
                </a:r>
                <a:endParaRPr lang="ru-RU" dirty="0">
                  <a:latin typeface="Arial" charset="0"/>
                  <a:cs typeface="Arial" charset="0"/>
                </a:endParaRPr>
              </a:p>
            </p:txBody>
          </p:sp>
          <p:sp>
            <p:nvSpPr>
              <p:cNvPr id="68629" name="Line 48">
                <a:extLst>
                  <a:ext uri="{FF2B5EF4-FFF2-40B4-BE49-F238E27FC236}">
                    <a16:creationId xmlns:a16="http://schemas.microsoft.com/office/drawing/2014/main" id="{1346C745-56D4-79CB-54A4-4697479A5B86}"/>
                  </a:ext>
                </a:extLst>
              </p:cNvPr>
              <p:cNvSpPr>
                <a:spLocks noChangeShapeType="1"/>
              </p:cNvSpPr>
              <p:nvPr/>
            </p:nvSpPr>
            <p:spPr bwMode="auto">
              <a:xfrm>
                <a:off x="1423585" y="4445000"/>
                <a:ext cx="4663440" cy="63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0" name="Line 53">
                <a:extLst>
                  <a:ext uri="{FF2B5EF4-FFF2-40B4-BE49-F238E27FC236}">
                    <a16:creationId xmlns:a16="http://schemas.microsoft.com/office/drawing/2014/main" id="{2A7A409F-EB68-4B6C-5AB0-047FFDDA70F3}"/>
                  </a:ext>
                </a:extLst>
              </p:cNvPr>
              <p:cNvSpPr>
                <a:spLocks noChangeShapeType="1"/>
              </p:cNvSpPr>
              <p:nvPr/>
            </p:nvSpPr>
            <p:spPr bwMode="auto">
              <a:xfrm flipV="1">
                <a:off x="1491820" y="4865688"/>
                <a:ext cx="4663440" cy="174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3" name="Oval 56">
                <a:extLst>
                  <a:ext uri="{FF2B5EF4-FFF2-40B4-BE49-F238E27FC236}">
                    <a16:creationId xmlns:a16="http://schemas.microsoft.com/office/drawing/2014/main" id="{2ABA4712-E3BB-4F94-BF65-35FA04152D52}"/>
                  </a:ext>
                </a:extLst>
              </p:cNvPr>
              <p:cNvSpPr>
                <a:spLocks noChangeArrowheads="1"/>
              </p:cNvSpPr>
              <p:nvPr/>
            </p:nvSpPr>
            <p:spPr bwMode="auto">
              <a:xfrm>
                <a:off x="2576698" y="4522392"/>
                <a:ext cx="268312" cy="287285"/>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1</a:t>
                </a:r>
                <a:endParaRPr lang="ru-RU" dirty="0">
                  <a:latin typeface="Arial" charset="0"/>
                  <a:cs typeface="Arial" charset="0"/>
                </a:endParaRPr>
              </a:p>
            </p:txBody>
          </p:sp>
          <p:sp>
            <p:nvSpPr>
              <p:cNvPr id="68632" name="Text Box 60">
                <a:extLst>
                  <a:ext uri="{FF2B5EF4-FFF2-40B4-BE49-F238E27FC236}">
                    <a16:creationId xmlns:a16="http://schemas.microsoft.com/office/drawing/2014/main" id="{4972E261-2F5B-D0C7-A6C1-0ABB5467093E}"/>
                  </a:ext>
                </a:extLst>
              </p:cNvPr>
              <p:cNvSpPr txBox="1">
                <a:spLocks noChangeArrowheads="1"/>
              </p:cNvSpPr>
              <p:nvPr/>
            </p:nvSpPr>
            <p:spPr bwMode="auto">
              <a:xfrm>
                <a:off x="762000" y="4495800"/>
                <a:ext cx="873707"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 Data</a:t>
                </a:r>
                <a:endParaRPr lang="ru-RU" altLang="en-US" sz="2000"/>
              </a:p>
            </p:txBody>
          </p:sp>
          <p:sp>
            <p:nvSpPr>
              <p:cNvPr id="68633" name="Text Box 61">
                <a:extLst>
                  <a:ext uri="{FF2B5EF4-FFF2-40B4-BE49-F238E27FC236}">
                    <a16:creationId xmlns:a16="http://schemas.microsoft.com/office/drawing/2014/main" id="{DD532937-4157-A422-C4FE-DABE13C308AB}"/>
                  </a:ext>
                </a:extLst>
              </p:cNvPr>
              <p:cNvSpPr txBox="1">
                <a:spLocks noChangeArrowheads="1"/>
              </p:cNvSpPr>
              <p:nvPr/>
            </p:nvSpPr>
            <p:spPr bwMode="auto">
              <a:xfrm>
                <a:off x="609600" y="3263900"/>
                <a:ext cx="10668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 Ready (Ack)</a:t>
                </a:r>
                <a:endParaRPr lang="ru-RU" altLang="en-US" sz="1800"/>
              </a:p>
            </p:txBody>
          </p:sp>
          <p:sp>
            <p:nvSpPr>
              <p:cNvPr id="68634" name="Freeform 77">
                <a:extLst>
                  <a:ext uri="{FF2B5EF4-FFF2-40B4-BE49-F238E27FC236}">
                    <a16:creationId xmlns:a16="http://schemas.microsoft.com/office/drawing/2014/main" id="{001A3F9D-BE8E-3011-36BC-B9D605A7E788}"/>
                  </a:ext>
                </a:extLst>
              </p:cNvPr>
              <p:cNvSpPr>
                <a:spLocks/>
              </p:cNvSpPr>
              <p:nvPr/>
            </p:nvSpPr>
            <p:spPr bwMode="auto">
              <a:xfrm>
                <a:off x="3193218" y="2743200"/>
                <a:ext cx="616782" cy="914400"/>
              </a:xfrm>
              <a:custGeom>
                <a:avLst/>
                <a:gdLst>
                  <a:gd name="T0" fmla="*/ 0 w 143"/>
                  <a:gd name="T1" fmla="*/ 0 h 545"/>
                  <a:gd name="T2" fmla="*/ 18602663 w 143"/>
                  <a:gd name="T3" fmla="*/ 678416010 h 545"/>
                  <a:gd name="T4" fmla="*/ 18602663 w 143"/>
                  <a:gd name="T5" fmla="*/ 2049324757 h 545"/>
                  <a:gd name="T6" fmla="*/ 18602663 w 143"/>
                  <a:gd name="T7" fmla="*/ 2147483646 h 545"/>
                  <a:gd name="T8" fmla="*/ 0 60000 65536"/>
                  <a:gd name="T9" fmla="*/ 0 60000 65536"/>
                  <a:gd name="T10" fmla="*/ 0 60000 65536"/>
                  <a:gd name="T11" fmla="*/ 0 60000 65536"/>
                  <a:gd name="T12" fmla="*/ 0 w 143"/>
                  <a:gd name="T13" fmla="*/ 0 h 545"/>
                  <a:gd name="T14" fmla="*/ 143 w 143"/>
                  <a:gd name="T15" fmla="*/ 545 h 545"/>
                </a:gdLst>
                <a:ahLst/>
                <a:cxnLst>
                  <a:cxn ang="T8">
                    <a:pos x="T0" y="T1"/>
                  </a:cxn>
                  <a:cxn ang="T9">
                    <a:pos x="T2" y="T3"/>
                  </a:cxn>
                  <a:cxn ang="T10">
                    <a:pos x="T4" y="T5"/>
                  </a:cxn>
                  <a:cxn ang="T11">
                    <a:pos x="T6" y="T7"/>
                  </a:cxn>
                </a:cxnLst>
                <a:rect l="T12" t="T13" r="T14" b="T15"/>
                <a:pathLst>
                  <a:path w="143" h="545">
                    <a:moveTo>
                      <a:pt x="0" y="0"/>
                    </a:moveTo>
                    <a:cubicBezTo>
                      <a:pt x="64" y="34"/>
                      <a:pt x="129" y="68"/>
                      <a:pt x="136" y="136"/>
                    </a:cubicBezTo>
                    <a:cubicBezTo>
                      <a:pt x="143" y="204"/>
                      <a:pt x="45" y="341"/>
                      <a:pt x="45" y="409"/>
                    </a:cubicBezTo>
                    <a:cubicBezTo>
                      <a:pt x="45" y="477"/>
                      <a:pt x="121" y="522"/>
                      <a:pt x="136" y="545"/>
                    </a:cubicBezTo>
                  </a:path>
                </a:pathLst>
              </a:custGeom>
              <a:noFill/>
              <a:ln w="25400">
                <a:solidFill>
                  <a:schemeClr val="tx1"/>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35" name="Line 78">
                <a:extLst>
                  <a:ext uri="{FF2B5EF4-FFF2-40B4-BE49-F238E27FC236}">
                    <a16:creationId xmlns:a16="http://schemas.microsoft.com/office/drawing/2014/main" id="{B2C53493-CAE7-C251-96F9-2CF34228F3E4}"/>
                  </a:ext>
                </a:extLst>
              </p:cNvPr>
              <p:cNvSpPr>
                <a:spLocks noChangeShapeType="1"/>
              </p:cNvSpPr>
              <p:nvPr/>
            </p:nvSpPr>
            <p:spPr bwMode="auto">
              <a:xfrm>
                <a:off x="4602055" y="3360738"/>
                <a:ext cx="134987"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6" name="Line 79">
                <a:extLst>
                  <a:ext uri="{FF2B5EF4-FFF2-40B4-BE49-F238E27FC236}">
                    <a16:creationId xmlns:a16="http://schemas.microsoft.com/office/drawing/2014/main" id="{7722259E-2381-385D-64DC-545905649929}"/>
                  </a:ext>
                </a:extLst>
              </p:cNvPr>
              <p:cNvSpPr>
                <a:spLocks noChangeShapeType="1"/>
              </p:cNvSpPr>
              <p:nvPr/>
            </p:nvSpPr>
            <p:spPr bwMode="auto">
              <a:xfrm flipV="1">
                <a:off x="4735559" y="3802063"/>
                <a:ext cx="13716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37" name="Freeform 84">
                <a:extLst>
                  <a:ext uri="{FF2B5EF4-FFF2-40B4-BE49-F238E27FC236}">
                    <a16:creationId xmlns:a16="http://schemas.microsoft.com/office/drawing/2014/main" id="{25D71F16-B752-FD56-215C-CEFFE2128909}"/>
                  </a:ext>
                </a:extLst>
              </p:cNvPr>
              <p:cNvSpPr>
                <a:spLocks/>
              </p:cNvSpPr>
              <p:nvPr/>
            </p:nvSpPr>
            <p:spPr bwMode="auto">
              <a:xfrm rot="282110">
                <a:off x="3917101" y="2750521"/>
                <a:ext cx="274320" cy="940676"/>
              </a:xfrm>
              <a:custGeom>
                <a:avLst/>
                <a:gdLst>
                  <a:gd name="T0" fmla="*/ 0 w 408"/>
                  <a:gd name="T1" fmla="*/ 2147483646 h 590"/>
                  <a:gd name="T2" fmla="*/ 9041130 w 408"/>
                  <a:gd name="T3" fmla="*/ 2147483646 h 590"/>
                  <a:gd name="T4" fmla="*/ 7684994 w 408"/>
                  <a:gd name="T5" fmla="*/ 2147483646 h 590"/>
                  <a:gd name="T6" fmla="*/ 16274303 w 408"/>
                  <a:gd name="T7" fmla="*/ 0 h 590"/>
                  <a:gd name="T8" fmla="*/ 0 60000 65536"/>
                  <a:gd name="T9" fmla="*/ 0 60000 65536"/>
                  <a:gd name="T10" fmla="*/ 0 60000 65536"/>
                  <a:gd name="T11" fmla="*/ 0 60000 65536"/>
                  <a:gd name="T12" fmla="*/ 0 w 408"/>
                  <a:gd name="T13" fmla="*/ 0 h 590"/>
                  <a:gd name="T14" fmla="*/ 408 w 408"/>
                  <a:gd name="T15" fmla="*/ 590 h 590"/>
                </a:gdLst>
                <a:ahLst/>
                <a:cxnLst>
                  <a:cxn ang="T8">
                    <a:pos x="T0" y="T1"/>
                  </a:cxn>
                  <a:cxn ang="T9">
                    <a:pos x="T2" y="T3"/>
                  </a:cxn>
                  <a:cxn ang="T10">
                    <a:pos x="T4" y="T5"/>
                  </a:cxn>
                  <a:cxn ang="T11">
                    <a:pos x="T6" y="T7"/>
                  </a:cxn>
                </a:cxnLst>
                <a:rect l="T12" t="T13" r="T14" b="T15"/>
                <a:pathLst>
                  <a:path w="408" h="590">
                    <a:moveTo>
                      <a:pt x="0" y="590"/>
                    </a:moveTo>
                    <a:cubicBezTo>
                      <a:pt x="98" y="560"/>
                      <a:pt x="196" y="530"/>
                      <a:pt x="226" y="454"/>
                    </a:cubicBezTo>
                    <a:cubicBezTo>
                      <a:pt x="256" y="378"/>
                      <a:pt x="151" y="212"/>
                      <a:pt x="181" y="136"/>
                    </a:cubicBezTo>
                    <a:cubicBezTo>
                      <a:pt x="211" y="60"/>
                      <a:pt x="370" y="23"/>
                      <a:pt x="408"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38" name="Freeform 85">
                <a:extLst>
                  <a:ext uri="{FF2B5EF4-FFF2-40B4-BE49-F238E27FC236}">
                    <a16:creationId xmlns:a16="http://schemas.microsoft.com/office/drawing/2014/main" id="{7283470D-F86F-86E7-C877-6843F9E44E24}"/>
                  </a:ext>
                </a:extLst>
              </p:cNvPr>
              <p:cNvSpPr>
                <a:spLocks/>
              </p:cNvSpPr>
              <p:nvPr/>
            </p:nvSpPr>
            <p:spPr bwMode="auto">
              <a:xfrm>
                <a:off x="4324600" y="2755900"/>
                <a:ext cx="399800" cy="936625"/>
              </a:xfrm>
              <a:custGeom>
                <a:avLst/>
                <a:gdLst>
                  <a:gd name="T0" fmla="*/ 0 w 143"/>
                  <a:gd name="T1" fmla="*/ 0 h 545"/>
                  <a:gd name="T2" fmla="*/ 390825469 w 143"/>
                  <a:gd name="T3" fmla="*/ 1958176968 h 545"/>
                  <a:gd name="T4" fmla="*/ 132881778 w 143"/>
                  <a:gd name="T5" fmla="*/ 2147483646 h 545"/>
                  <a:gd name="T6" fmla="*/ 390825469 w 143"/>
                  <a:gd name="T7" fmla="*/ 2147483646 h 545"/>
                  <a:gd name="T8" fmla="*/ 0 60000 65536"/>
                  <a:gd name="T9" fmla="*/ 0 60000 65536"/>
                  <a:gd name="T10" fmla="*/ 0 60000 65536"/>
                  <a:gd name="T11" fmla="*/ 0 60000 65536"/>
                  <a:gd name="T12" fmla="*/ 0 w 143"/>
                  <a:gd name="T13" fmla="*/ 0 h 545"/>
                  <a:gd name="T14" fmla="*/ 143 w 143"/>
                  <a:gd name="T15" fmla="*/ 545 h 545"/>
                </a:gdLst>
                <a:ahLst/>
                <a:cxnLst>
                  <a:cxn ang="T8">
                    <a:pos x="T0" y="T1"/>
                  </a:cxn>
                  <a:cxn ang="T9">
                    <a:pos x="T2" y="T3"/>
                  </a:cxn>
                  <a:cxn ang="T10">
                    <a:pos x="T4" y="T5"/>
                  </a:cxn>
                  <a:cxn ang="T11">
                    <a:pos x="T6" y="T7"/>
                  </a:cxn>
                </a:cxnLst>
                <a:rect l="T12" t="T13" r="T14" b="T15"/>
                <a:pathLst>
                  <a:path w="143" h="545">
                    <a:moveTo>
                      <a:pt x="0" y="0"/>
                    </a:moveTo>
                    <a:cubicBezTo>
                      <a:pt x="64" y="34"/>
                      <a:pt x="129" y="68"/>
                      <a:pt x="136" y="136"/>
                    </a:cubicBezTo>
                    <a:cubicBezTo>
                      <a:pt x="143" y="204"/>
                      <a:pt x="45" y="341"/>
                      <a:pt x="45" y="409"/>
                    </a:cubicBezTo>
                    <a:cubicBezTo>
                      <a:pt x="45" y="477"/>
                      <a:pt x="121" y="522"/>
                      <a:pt x="136" y="545"/>
                    </a:cubicBezTo>
                  </a:path>
                </a:pathLst>
              </a:custGeom>
              <a:noFill/>
              <a:ln w="25400">
                <a:solidFill>
                  <a:schemeClr val="tx1"/>
                </a:solidFill>
                <a:prstDash val="dash"/>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68639" name="Freeform 86">
                <a:extLst>
                  <a:ext uri="{FF2B5EF4-FFF2-40B4-BE49-F238E27FC236}">
                    <a16:creationId xmlns:a16="http://schemas.microsoft.com/office/drawing/2014/main" id="{F4F58811-EBFA-7C5C-7D7D-191477860E7E}"/>
                  </a:ext>
                </a:extLst>
              </p:cNvPr>
              <p:cNvSpPr>
                <a:spLocks/>
              </p:cNvSpPr>
              <p:nvPr/>
            </p:nvSpPr>
            <p:spPr bwMode="auto">
              <a:xfrm>
                <a:off x="4723660" y="3629725"/>
                <a:ext cx="305540" cy="1094675"/>
              </a:xfrm>
              <a:custGeom>
                <a:avLst/>
                <a:gdLst>
                  <a:gd name="T0" fmla="*/ 0 w 143"/>
                  <a:gd name="T1" fmla="*/ 0 h 545"/>
                  <a:gd name="T2" fmla="*/ 2147483646 w 143"/>
                  <a:gd name="T3" fmla="*/ 2147483646 h 545"/>
                  <a:gd name="T4" fmla="*/ 1310226029 w 143"/>
                  <a:gd name="T5" fmla="*/ 2147483646 h 545"/>
                  <a:gd name="T6" fmla="*/ 2147483646 w 143"/>
                  <a:gd name="T7" fmla="*/ 2147483646 h 545"/>
                  <a:gd name="T8" fmla="*/ 0 60000 65536"/>
                  <a:gd name="T9" fmla="*/ 0 60000 65536"/>
                  <a:gd name="T10" fmla="*/ 0 60000 65536"/>
                  <a:gd name="T11" fmla="*/ 0 60000 65536"/>
                  <a:gd name="T12" fmla="*/ 0 w 143"/>
                  <a:gd name="T13" fmla="*/ 0 h 545"/>
                  <a:gd name="T14" fmla="*/ 143 w 143"/>
                  <a:gd name="T15" fmla="*/ 545 h 545"/>
                </a:gdLst>
                <a:ahLst/>
                <a:cxnLst>
                  <a:cxn ang="T8">
                    <a:pos x="T0" y="T1"/>
                  </a:cxn>
                  <a:cxn ang="T9">
                    <a:pos x="T2" y="T3"/>
                  </a:cxn>
                  <a:cxn ang="T10">
                    <a:pos x="T4" y="T5"/>
                  </a:cxn>
                  <a:cxn ang="T11">
                    <a:pos x="T6" y="T7"/>
                  </a:cxn>
                </a:cxnLst>
                <a:rect l="T12" t="T13" r="T14" b="T15"/>
                <a:pathLst>
                  <a:path w="143" h="545">
                    <a:moveTo>
                      <a:pt x="0" y="0"/>
                    </a:moveTo>
                    <a:cubicBezTo>
                      <a:pt x="64" y="34"/>
                      <a:pt x="129" y="68"/>
                      <a:pt x="136" y="136"/>
                    </a:cubicBezTo>
                    <a:cubicBezTo>
                      <a:pt x="143" y="204"/>
                      <a:pt x="45" y="341"/>
                      <a:pt x="45" y="409"/>
                    </a:cubicBezTo>
                    <a:cubicBezTo>
                      <a:pt x="45" y="477"/>
                      <a:pt x="121" y="522"/>
                      <a:pt x="136" y="545"/>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34" name="Oval 87">
                <a:extLst>
                  <a:ext uri="{FF2B5EF4-FFF2-40B4-BE49-F238E27FC236}">
                    <a16:creationId xmlns:a16="http://schemas.microsoft.com/office/drawing/2014/main" id="{17106227-3C7E-42A9-8BDA-E7DD7A7946D5}"/>
                  </a:ext>
                </a:extLst>
              </p:cNvPr>
              <p:cNvSpPr>
                <a:spLocks noChangeArrowheads="1"/>
              </p:cNvSpPr>
              <p:nvPr/>
            </p:nvSpPr>
            <p:spPr bwMode="auto">
              <a:xfrm>
                <a:off x="4550146" y="3814496"/>
                <a:ext cx="268313" cy="287285"/>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5</a:t>
                </a:r>
                <a:endParaRPr lang="ru-RU" dirty="0">
                  <a:latin typeface="Arial" charset="0"/>
                  <a:cs typeface="Arial" charset="0"/>
                </a:endParaRPr>
              </a:p>
            </p:txBody>
          </p:sp>
          <p:sp>
            <p:nvSpPr>
              <p:cNvPr id="35" name="Oval 88">
                <a:extLst>
                  <a:ext uri="{FF2B5EF4-FFF2-40B4-BE49-F238E27FC236}">
                    <a16:creationId xmlns:a16="http://schemas.microsoft.com/office/drawing/2014/main" id="{25684C57-9D64-4D1D-8702-ED03365CBF58}"/>
                  </a:ext>
                </a:extLst>
              </p:cNvPr>
              <p:cNvSpPr>
                <a:spLocks noChangeArrowheads="1"/>
              </p:cNvSpPr>
              <p:nvPr/>
            </p:nvSpPr>
            <p:spPr bwMode="auto">
              <a:xfrm>
                <a:off x="5021678" y="4522392"/>
                <a:ext cx="268312" cy="287285"/>
              </a:xfrm>
              <a:prstGeom prst="ellipse">
                <a:avLst/>
              </a:prstGeom>
              <a:solidFill>
                <a:schemeClr val="bg1">
                  <a:lumMod val="85000"/>
                </a:schemeClr>
              </a:solidFill>
              <a:ln w="25400">
                <a:solidFill>
                  <a:schemeClr val="tx1"/>
                </a:solidFill>
                <a:round/>
                <a:headEnd/>
                <a:tailEnd/>
              </a:ln>
            </p:spPr>
            <p:txBody>
              <a:bodyPr wrap="none" anchor="ctr"/>
              <a:lstStyle/>
              <a:p>
                <a:pPr algn="ctr" eaLnBrk="1" hangingPunct="1">
                  <a:defRPr/>
                </a:pPr>
                <a:r>
                  <a:rPr lang="en-US" dirty="0">
                    <a:latin typeface="Arial" charset="0"/>
                    <a:cs typeface="Arial" charset="0"/>
                  </a:rPr>
                  <a:t>6</a:t>
                </a:r>
                <a:endParaRPr lang="ru-RU" dirty="0">
                  <a:latin typeface="Arial" charset="0"/>
                  <a:cs typeface="Arial" charset="0"/>
                </a:endParaRPr>
              </a:p>
            </p:txBody>
          </p:sp>
          <p:sp>
            <p:nvSpPr>
              <p:cNvPr id="68642" name="Line 89">
                <a:extLst>
                  <a:ext uri="{FF2B5EF4-FFF2-40B4-BE49-F238E27FC236}">
                    <a16:creationId xmlns:a16="http://schemas.microsoft.com/office/drawing/2014/main" id="{DC90E2AA-7C34-B1AB-F4BC-6B4749908ABF}"/>
                  </a:ext>
                </a:extLst>
              </p:cNvPr>
              <p:cNvSpPr>
                <a:spLocks noChangeShapeType="1"/>
              </p:cNvSpPr>
              <p:nvPr/>
            </p:nvSpPr>
            <p:spPr bwMode="auto">
              <a:xfrm flipV="1">
                <a:off x="5508365" y="2568575"/>
                <a:ext cx="201739" cy="4318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8643" name="Freeform 91">
                <a:extLst>
                  <a:ext uri="{FF2B5EF4-FFF2-40B4-BE49-F238E27FC236}">
                    <a16:creationId xmlns:a16="http://schemas.microsoft.com/office/drawing/2014/main" id="{67AF687E-6B07-5C00-48EA-8334A8296920}"/>
                  </a:ext>
                </a:extLst>
              </p:cNvPr>
              <p:cNvSpPr>
                <a:spLocks/>
              </p:cNvSpPr>
              <p:nvPr/>
            </p:nvSpPr>
            <p:spPr bwMode="auto">
              <a:xfrm rot="308648">
                <a:off x="5239906" y="2773363"/>
                <a:ext cx="268491" cy="1800225"/>
              </a:xfrm>
              <a:custGeom>
                <a:avLst/>
                <a:gdLst>
                  <a:gd name="T0" fmla="*/ 678640 w 326"/>
                  <a:gd name="T1" fmla="*/ 563665878 h 1225"/>
                  <a:gd name="T2" fmla="*/ 678640 w 326"/>
                  <a:gd name="T3" fmla="*/ 397373584 h 1225"/>
                  <a:gd name="T4" fmla="*/ 678640 w 326"/>
                  <a:gd name="T5" fmla="*/ 168452564 h 1225"/>
                  <a:gd name="T6" fmla="*/ 678640 w 326"/>
                  <a:gd name="T7" fmla="*/ 0 h 1225"/>
                  <a:gd name="T8" fmla="*/ 0 60000 65536"/>
                  <a:gd name="T9" fmla="*/ 0 60000 65536"/>
                  <a:gd name="T10" fmla="*/ 0 60000 65536"/>
                  <a:gd name="T11" fmla="*/ 0 60000 65536"/>
                  <a:gd name="T12" fmla="*/ 0 w 326"/>
                  <a:gd name="T13" fmla="*/ 0 h 1225"/>
                  <a:gd name="T14" fmla="*/ 326 w 326"/>
                  <a:gd name="T15" fmla="*/ 1225 h 1225"/>
                </a:gdLst>
                <a:ahLst/>
                <a:cxnLst>
                  <a:cxn ang="T8">
                    <a:pos x="T0" y="T1"/>
                  </a:cxn>
                  <a:cxn ang="T9">
                    <a:pos x="T2" y="T3"/>
                  </a:cxn>
                  <a:cxn ang="T10">
                    <a:pos x="T4" y="T5"/>
                  </a:cxn>
                  <a:cxn ang="T11">
                    <a:pos x="T6" y="T7"/>
                  </a:cxn>
                </a:cxnLst>
                <a:rect l="T12" t="T13" r="T14" b="T15"/>
                <a:pathLst>
                  <a:path w="326" h="1225">
                    <a:moveTo>
                      <a:pt x="144" y="1225"/>
                    </a:moveTo>
                    <a:cubicBezTo>
                      <a:pt x="223" y="1115"/>
                      <a:pt x="303" y="1006"/>
                      <a:pt x="280" y="862"/>
                    </a:cubicBezTo>
                    <a:cubicBezTo>
                      <a:pt x="257" y="718"/>
                      <a:pt x="0" y="507"/>
                      <a:pt x="8" y="363"/>
                    </a:cubicBezTo>
                    <a:cubicBezTo>
                      <a:pt x="16" y="219"/>
                      <a:pt x="273" y="60"/>
                      <a:pt x="326" y="0"/>
                    </a:cubicBezTo>
                  </a:path>
                </a:pathLst>
              </a:custGeom>
              <a:noFill/>
              <a:ln w="25400">
                <a:solidFill>
                  <a:schemeClr val="tx1"/>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cxnSp>
            <p:nvCxnSpPr>
              <p:cNvPr id="68644" name="Straight Connector 38">
                <a:extLst>
                  <a:ext uri="{FF2B5EF4-FFF2-40B4-BE49-F238E27FC236}">
                    <a16:creationId xmlns:a16="http://schemas.microsoft.com/office/drawing/2014/main" id="{4346440B-0215-6DD6-C0AC-F0F121E383AA}"/>
                  </a:ext>
                </a:extLst>
              </p:cNvPr>
              <p:cNvCxnSpPr>
                <a:cxnSpLocks noChangeShapeType="1"/>
              </p:cNvCxnSpPr>
              <p:nvPr/>
            </p:nvCxnSpPr>
            <p:spPr bwMode="auto">
              <a:xfrm rot="5400000">
                <a:off x="1981200" y="3962400"/>
                <a:ext cx="2438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68645" name="Straight Connector 39">
                <a:extLst>
                  <a:ext uri="{FF2B5EF4-FFF2-40B4-BE49-F238E27FC236}">
                    <a16:creationId xmlns:a16="http://schemas.microsoft.com/office/drawing/2014/main" id="{77B37AAB-F0C2-F43C-FBDC-88E0256D479E}"/>
                  </a:ext>
                </a:extLst>
              </p:cNvPr>
              <p:cNvCxnSpPr>
                <a:cxnSpLocks noChangeShapeType="1"/>
              </p:cNvCxnSpPr>
              <p:nvPr/>
            </p:nvCxnSpPr>
            <p:spPr bwMode="auto">
              <a:xfrm rot="5400000">
                <a:off x="2652944" y="3969531"/>
                <a:ext cx="2438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
          <p:nvSpPr>
            <p:cNvPr id="68613" name="TextBox 40">
              <a:extLst>
                <a:ext uri="{FF2B5EF4-FFF2-40B4-BE49-F238E27FC236}">
                  <a16:creationId xmlns:a16="http://schemas.microsoft.com/office/drawing/2014/main" id="{E5196601-FAD7-D64E-50F4-875289DB61A6}"/>
                </a:ext>
              </a:extLst>
            </p:cNvPr>
            <p:cNvSpPr txBox="1">
              <a:spLocks noChangeArrowheads="1"/>
            </p:cNvSpPr>
            <p:nvPr/>
          </p:nvSpPr>
          <p:spPr bwMode="auto">
            <a:xfrm>
              <a:off x="2743200" y="4876800"/>
              <a:ext cx="1524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Execution</a:t>
              </a:r>
              <a:endParaRPr lang="en-GB" altLang="en-US" sz="1800"/>
            </a:p>
          </p:txBody>
        </p:sp>
      </p:gr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5">
            <a:extLst>
              <a:ext uri="{FF2B5EF4-FFF2-40B4-BE49-F238E27FC236}">
                <a16:creationId xmlns:a16="http://schemas.microsoft.com/office/drawing/2014/main" id="{D915F51A-588E-49DD-8A17-713F0DAF8285}"/>
              </a:ext>
            </a:extLst>
          </p:cNvPr>
          <p:cNvSpPr txBox="1">
            <a:spLocks noChangeArrowheads="1"/>
          </p:cNvSpPr>
          <p:nvPr/>
        </p:nvSpPr>
        <p:spPr bwMode="auto">
          <a:xfrm>
            <a:off x="2057400" y="1600200"/>
            <a:ext cx="3810000" cy="3970338"/>
          </a:xfrm>
          <a:prstGeom prst="rect">
            <a:avLst/>
          </a:prstGeom>
          <a:solidFill>
            <a:schemeClr val="accent1">
              <a:lumMod val="20000"/>
              <a:lumOff val="80000"/>
            </a:schemeClr>
          </a:solidFill>
          <a:ln w="9525">
            <a:noFill/>
            <a:miter lim="800000"/>
            <a:headEnd/>
            <a:tailEnd/>
          </a:ln>
        </p:spPr>
        <p:txBody>
          <a:bodyPr>
            <a:spAutoFit/>
          </a:bodyPr>
          <a:lstStyle/>
          <a:p>
            <a:pPr eaLnBrk="1" hangingPunct="1">
              <a:defRPr/>
            </a:pPr>
            <a:r>
              <a:rPr lang="en-US" dirty="0">
                <a:solidFill>
                  <a:srgbClr val="0000FF"/>
                </a:solidFill>
                <a:latin typeface="Arial" charset="0"/>
                <a:cs typeface="Arial" charset="0"/>
              </a:rPr>
              <a:t>module</a:t>
            </a:r>
            <a:r>
              <a:rPr lang="en-US" dirty="0">
                <a:latin typeface="Arial" charset="0"/>
                <a:cs typeface="Arial" charset="0"/>
              </a:rPr>
              <a:t> multiplier (a, b, </a:t>
            </a:r>
            <a:r>
              <a:rPr lang="en-US" dirty="0" err="1">
                <a:latin typeface="Arial" charset="0"/>
                <a:cs typeface="Arial" charset="0"/>
              </a:rPr>
              <a:t>mul</a:t>
            </a:r>
            <a:r>
              <a:rPr lang="en-US" dirty="0">
                <a:latin typeface="Arial" charset="0"/>
                <a:cs typeface="Arial" charset="0"/>
              </a:rPr>
              <a:t>, clock, result, done);</a:t>
            </a:r>
            <a:br>
              <a:rPr lang="en-US" dirty="0">
                <a:latin typeface="Arial" charset="0"/>
                <a:cs typeface="Arial" charset="0"/>
              </a:rPr>
            </a:br>
            <a:r>
              <a:rPr lang="en-US" dirty="0">
                <a:solidFill>
                  <a:srgbClr val="0000FF"/>
                </a:solidFill>
                <a:latin typeface="Arial" charset="0"/>
                <a:cs typeface="Arial" charset="0"/>
              </a:rPr>
              <a:t>input</a:t>
            </a:r>
            <a:r>
              <a:rPr lang="en-US" dirty="0">
                <a:latin typeface="Arial" charset="0"/>
                <a:cs typeface="Arial" charset="0"/>
              </a:rPr>
              <a:t> clock, </a:t>
            </a:r>
            <a:r>
              <a:rPr lang="en-US" dirty="0" err="1">
                <a:latin typeface="Arial" charset="0"/>
                <a:cs typeface="Arial" charset="0"/>
              </a:rPr>
              <a:t>mul</a:t>
            </a:r>
            <a:r>
              <a:rPr lang="en-US" dirty="0">
                <a:latin typeface="Arial" charset="0"/>
                <a:cs typeface="Arial" charset="0"/>
              </a:rPr>
              <a:t>;</a:t>
            </a:r>
          </a:p>
          <a:p>
            <a:pPr eaLnBrk="1" hangingPunct="1">
              <a:defRPr/>
            </a:pPr>
            <a:r>
              <a:rPr lang="en-US" dirty="0">
                <a:solidFill>
                  <a:srgbClr val="0000FF"/>
                </a:solidFill>
                <a:latin typeface="Arial" charset="0"/>
                <a:cs typeface="Arial" charset="0"/>
              </a:rPr>
              <a:t>parameter</a:t>
            </a:r>
            <a:r>
              <a:rPr lang="en-US" dirty="0">
                <a:latin typeface="Arial" charset="0"/>
                <a:cs typeface="Arial" charset="0"/>
              </a:rPr>
              <a:t> n=8;</a:t>
            </a:r>
            <a:br>
              <a:rPr lang="en-US" dirty="0">
                <a:latin typeface="Arial" charset="0"/>
                <a:cs typeface="Arial" charset="0"/>
              </a:rPr>
            </a:br>
            <a:r>
              <a:rPr lang="en-US" dirty="0">
                <a:solidFill>
                  <a:srgbClr val="0000FF"/>
                </a:solidFill>
                <a:latin typeface="Arial" charset="0"/>
                <a:cs typeface="Arial" charset="0"/>
              </a:rPr>
              <a:t>input</a:t>
            </a:r>
            <a:r>
              <a:rPr lang="en-US" dirty="0">
                <a:latin typeface="Arial" charset="0"/>
                <a:cs typeface="Arial" charset="0"/>
              </a:rPr>
              <a:t> [n-1:0] </a:t>
            </a:r>
            <a:r>
              <a:rPr lang="en-US" dirty="0" err="1">
                <a:latin typeface="Arial" charset="0"/>
                <a:cs typeface="Arial" charset="0"/>
              </a:rPr>
              <a:t>a,b</a:t>
            </a:r>
            <a:r>
              <a:rPr lang="en-US" dirty="0">
                <a:latin typeface="Arial" charset="0"/>
                <a:cs typeface="Arial" charset="0"/>
              </a:rPr>
              <a:t>;</a:t>
            </a:r>
          </a:p>
          <a:p>
            <a:pPr eaLnBrk="1" hangingPunct="1">
              <a:defRPr/>
            </a:pPr>
            <a:r>
              <a:rPr lang="en-US" dirty="0" err="1">
                <a:solidFill>
                  <a:srgbClr val="0000FF"/>
                </a:solidFill>
                <a:latin typeface="Arial" charset="0"/>
                <a:cs typeface="Arial" charset="0"/>
              </a:rPr>
              <a:t>reg</a:t>
            </a:r>
            <a:r>
              <a:rPr lang="en-US" dirty="0">
                <a:latin typeface="Arial" charset="0"/>
                <a:cs typeface="Arial" charset="0"/>
              </a:rPr>
              <a:t> [2*n-1:0] result;</a:t>
            </a:r>
            <a:br>
              <a:rPr lang="en-US" dirty="0">
                <a:latin typeface="Arial" charset="0"/>
                <a:cs typeface="Arial" charset="0"/>
              </a:rPr>
            </a:br>
            <a:r>
              <a:rPr lang="en-US" dirty="0">
                <a:solidFill>
                  <a:srgbClr val="0000FF"/>
                </a:solidFill>
                <a:latin typeface="Arial" charset="0"/>
                <a:cs typeface="Arial" charset="0"/>
              </a:rPr>
              <a:t>output</a:t>
            </a:r>
            <a:r>
              <a:rPr lang="en-US" dirty="0">
                <a:latin typeface="Arial" charset="0"/>
                <a:cs typeface="Arial" charset="0"/>
              </a:rPr>
              <a:t> </a:t>
            </a:r>
            <a:r>
              <a:rPr lang="en-US" dirty="0" err="1">
                <a:solidFill>
                  <a:srgbClr val="0000FF"/>
                </a:solidFill>
                <a:latin typeface="Arial" charset="0"/>
                <a:cs typeface="Arial" charset="0"/>
              </a:rPr>
              <a:t>reg</a:t>
            </a:r>
            <a:r>
              <a:rPr lang="en-US" dirty="0">
                <a:latin typeface="Arial" charset="0"/>
                <a:cs typeface="Arial" charset="0"/>
              </a:rPr>
              <a:t> done;</a:t>
            </a:r>
            <a:br>
              <a:rPr lang="en-US" dirty="0">
                <a:latin typeface="Arial" charset="0"/>
                <a:cs typeface="Arial" charset="0"/>
              </a:rPr>
            </a:br>
            <a:r>
              <a:rPr lang="en-US" dirty="0">
                <a:solidFill>
                  <a:srgbClr val="0000FF"/>
                </a:solidFill>
                <a:latin typeface="Arial" charset="0"/>
                <a:cs typeface="Arial" charset="0"/>
              </a:rPr>
              <a:t>output</a:t>
            </a:r>
            <a:r>
              <a:rPr lang="en-US" dirty="0">
                <a:latin typeface="Arial" charset="0"/>
                <a:cs typeface="Arial" charset="0"/>
              </a:rPr>
              <a:t> [2*n-1:0] result;</a:t>
            </a:r>
            <a:br>
              <a:rPr lang="en-US" dirty="0">
                <a:latin typeface="Arial" charset="0"/>
                <a:cs typeface="Arial" charset="0"/>
              </a:rPr>
            </a:br>
            <a:r>
              <a:rPr lang="en-US" dirty="0" err="1">
                <a:solidFill>
                  <a:srgbClr val="0000FF"/>
                </a:solidFill>
                <a:latin typeface="Arial" charset="0"/>
                <a:cs typeface="Arial" charset="0"/>
              </a:rPr>
              <a:t>reg</a:t>
            </a:r>
            <a:r>
              <a:rPr lang="en-US" dirty="0">
                <a:latin typeface="Arial" charset="0"/>
                <a:cs typeface="Arial" charset="0"/>
              </a:rPr>
              <a:t> [n:0] </a:t>
            </a:r>
            <a:r>
              <a:rPr lang="en-US" dirty="0" err="1">
                <a:latin typeface="Arial" charset="0"/>
                <a:cs typeface="Arial" charset="0"/>
              </a:rPr>
              <a:t>rc</a:t>
            </a:r>
            <a:r>
              <a:rPr lang="en-US" dirty="0">
                <a:latin typeface="Arial" charset="0"/>
                <a:cs typeface="Arial" charset="0"/>
              </a:rPr>
              <a:t>;</a:t>
            </a:r>
            <a:br>
              <a:rPr lang="en-US" dirty="0">
                <a:latin typeface="Arial" charset="0"/>
                <a:cs typeface="Arial" charset="0"/>
              </a:rPr>
            </a:br>
            <a:r>
              <a:rPr lang="en-US" dirty="0" err="1">
                <a:solidFill>
                  <a:srgbClr val="0000FF"/>
                </a:solidFill>
                <a:latin typeface="Arial" charset="0"/>
                <a:cs typeface="Arial" charset="0"/>
              </a:rPr>
              <a:t>reg</a:t>
            </a:r>
            <a:r>
              <a:rPr lang="en-US" dirty="0">
                <a:latin typeface="Arial" charset="0"/>
                <a:cs typeface="Arial" charset="0"/>
              </a:rPr>
              <a:t> [n-1:0] </a:t>
            </a:r>
            <a:r>
              <a:rPr lang="en-US" dirty="0" err="1">
                <a:latin typeface="Arial" charset="0"/>
                <a:cs typeface="Arial" charset="0"/>
              </a:rPr>
              <a:t>ra</a:t>
            </a:r>
            <a:r>
              <a:rPr lang="en-US" dirty="0">
                <a:latin typeface="Arial" charset="0"/>
                <a:cs typeface="Arial" charset="0"/>
              </a:rPr>
              <a:t>, </a:t>
            </a:r>
            <a:r>
              <a:rPr lang="en-US" dirty="0" err="1">
                <a:latin typeface="Arial" charset="0"/>
                <a:cs typeface="Arial" charset="0"/>
              </a:rPr>
              <a:t>rb</a:t>
            </a:r>
            <a:r>
              <a:rPr lang="en-US" dirty="0">
                <a:latin typeface="Arial" charset="0"/>
                <a:cs typeface="Arial" charset="0"/>
              </a:rPr>
              <a:t>;</a:t>
            </a:r>
            <a:br>
              <a:rPr lang="en-US" dirty="0">
                <a:latin typeface="Arial" charset="0"/>
                <a:cs typeface="Arial" charset="0"/>
              </a:rPr>
            </a:br>
            <a:r>
              <a:rPr lang="en-US" dirty="0">
                <a:solidFill>
                  <a:srgbClr val="0000FF"/>
                </a:solidFill>
                <a:latin typeface="Arial" charset="0"/>
                <a:cs typeface="Arial" charset="0"/>
              </a:rPr>
              <a:t>always</a:t>
            </a:r>
            <a:r>
              <a:rPr lang="en-US" dirty="0">
                <a:latin typeface="Arial" charset="0"/>
                <a:cs typeface="Arial" charset="0"/>
              </a:rPr>
              <a:t> @(</a:t>
            </a:r>
            <a:r>
              <a:rPr lang="en-US" dirty="0" err="1">
                <a:latin typeface="Arial" charset="0"/>
                <a:cs typeface="Arial" charset="0"/>
              </a:rPr>
              <a:t>posedge</a:t>
            </a:r>
            <a:r>
              <a:rPr lang="en-US" dirty="0">
                <a:latin typeface="Arial" charset="0"/>
                <a:cs typeface="Arial" charset="0"/>
              </a:rPr>
              <a:t> </a:t>
            </a:r>
            <a:r>
              <a:rPr lang="en-US" dirty="0" err="1">
                <a:latin typeface="Arial" charset="0"/>
                <a:cs typeface="Arial" charset="0"/>
              </a:rPr>
              <a:t>mul</a:t>
            </a:r>
            <a:r>
              <a:rPr lang="en-US" dirty="0">
                <a:latin typeface="Arial" charset="0"/>
                <a:cs typeface="Arial" charset="0"/>
              </a:rPr>
              <a:t>)</a:t>
            </a:r>
            <a:br>
              <a:rPr lang="en-US" dirty="0">
                <a:latin typeface="Arial" charset="0"/>
                <a:cs typeface="Arial" charset="0"/>
              </a:rPr>
            </a:br>
            <a:r>
              <a:rPr lang="en-US" dirty="0">
                <a:solidFill>
                  <a:srgbClr val="0000FF"/>
                </a:solidFill>
                <a:latin typeface="Arial" charset="0"/>
                <a:cs typeface="Arial" charset="0"/>
              </a:rPr>
              <a:t>begin</a:t>
            </a:r>
            <a:br>
              <a:rPr lang="en-US" dirty="0">
                <a:latin typeface="Arial" charset="0"/>
                <a:cs typeface="Arial" charset="0"/>
              </a:rPr>
            </a:br>
            <a:r>
              <a:rPr lang="en-US" dirty="0" err="1">
                <a:latin typeface="Arial" charset="0"/>
                <a:cs typeface="Arial" charset="0"/>
              </a:rPr>
              <a:t>ra</a:t>
            </a:r>
            <a:r>
              <a:rPr lang="en-US" dirty="0">
                <a:latin typeface="Arial" charset="0"/>
                <a:cs typeface="Arial" charset="0"/>
              </a:rPr>
              <a:t>=a;</a:t>
            </a:r>
            <a:br>
              <a:rPr lang="en-US" dirty="0">
                <a:latin typeface="Arial" charset="0"/>
                <a:cs typeface="Arial" charset="0"/>
              </a:rPr>
            </a:br>
            <a:r>
              <a:rPr lang="en-US" dirty="0" err="1">
                <a:latin typeface="Arial" charset="0"/>
                <a:cs typeface="Arial" charset="0"/>
              </a:rPr>
              <a:t>rb</a:t>
            </a:r>
            <a:r>
              <a:rPr lang="en-US" dirty="0">
                <a:latin typeface="Arial" charset="0"/>
                <a:cs typeface="Arial" charset="0"/>
              </a:rPr>
              <a:t>=b;</a:t>
            </a:r>
            <a:endParaRPr lang="ru-RU" dirty="0">
              <a:latin typeface="Arial" charset="0"/>
              <a:cs typeface="Arial" charset="0"/>
            </a:endParaRPr>
          </a:p>
        </p:txBody>
      </p:sp>
      <p:sp>
        <p:nvSpPr>
          <p:cNvPr id="4" name="Rectangle 4">
            <a:extLst>
              <a:ext uri="{FF2B5EF4-FFF2-40B4-BE49-F238E27FC236}">
                <a16:creationId xmlns:a16="http://schemas.microsoft.com/office/drawing/2014/main" id="{59F6D0B5-1455-4A96-92E3-5FE66E577F9E}"/>
              </a:ext>
            </a:extLst>
          </p:cNvPr>
          <p:cNvSpPr txBox="1">
            <a:spLocks noChangeArrowheads="1"/>
          </p:cNvSpPr>
          <p:nvPr/>
        </p:nvSpPr>
        <p:spPr bwMode="auto">
          <a:xfrm>
            <a:off x="1325563" y="887490"/>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sp>
        <p:nvSpPr>
          <p:cNvPr id="5" name="Text Box 5">
            <a:extLst>
              <a:ext uri="{FF2B5EF4-FFF2-40B4-BE49-F238E27FC236}">
                <a16:creationId xmlns:a16="http://schemas.microsoft.com/office/drawing/2014/main" id="{5C810A39-E89A-4C3F-9492-69E029A2E5F8}"/>
              </a:ext>
            </a:extLst>
          </p:cNvPr>
          <p:cNvSpPr txBox="1">
            <a:spLocks noChangeArrowheads="1"/>
          </p:cNvSpPr>
          <p:nvPr/>
        </p:nvSpPr>
        <p:spPr bwMode="auto">
          <a:xfrm>
            <a:off x="6751638" y="1600200"/>
            <a:ext cx="3459162" cy="3970338"/>
          </a:xfrm>
          <a:prstGeom prst="rect">
            <a:avLst/>
          </a:prstGeom>
          <a:solidFill>
            <a:schemeClr val="accent1">
              <a:lumMod val="20000"/>
              <a:lumOff val="80000"/>
            </a:schemeClr>
          </a:solidFill>
          <a:ln w="9525">
            <a:noFill/>
            <a:miter lim="800000"/>
            <a:headEnd/>
            <a:tailEnd/>
          </a:ln>
        </p:spPr>
        <p:txBody>
          <a:bodyPr>
            <a:spAutoFit/>
          </a:bodyPr>
          <a:lstStyle/>
          <a:p>
            <a:pPr eaLnBrk="1" hangingPunct="1">
              <a:spcBef>
                <a:spcPct val="50000"/>
              </a:spcBef>
              <a:defRPr/>
            </a:pPr>
            <a:r>
              <a:rPr lang="en-US" dirty="0">
                <a:latin typeface="Arial" charset="0"/>
                <a:cs typeface="Arial" charset="0"/>
              </a:rPr>
              <a:t>ready=0;</a:t>
            </a:r>
            <a:br>
              <a:rPr lang="en-US" dirty="0">
                <a:latin typeface="Arial" charset="0"/>
                <a:cs typeface="Arial" charset="0"/>
              </a:rPr>
            </a:br>
            <a:r>
              <a:rPr lang="en-US" dirty="0" err="1">
                <a:latin typeface="Arial" charset="0"/>
                <a:cs typeface="Arial" charset="0"/>
              </a:rPr>
              <a:t>rc</a:t>
            </a:r>
            <a:r>
              <a:rPr lang="en-US" dirty="0">
                <a:latin typeface="Arial" charset="0"/>
                <a:cs typeface="Arial" charset="0"/>
              </a:rPr>
              <a:t> = 0;</a:t>
            </a:r>
            <a:br>
              <a:rPr lang="en-US" dirty="0">
                <a:latin typeface="Arial" charset="0"/>
                <a:cs typeface="Arial" charset="0"/>
              </a:rPr>
            </a:br>
            <a:r>
              <a:rPr lang="en-US" dirty="0">
                <a:solidFill>
                  <a:srgbClr val="0000FF"/>
                </a:solidFill>
                <a:latin typeface="Arial" charset="0"/>
                <a:cs typeface="Arial" charset="0"/>
              </a:rPr>
              <a:t>repeat</a:t>
            </a:r>
            <a:r>
              <a:rPr lang="en-US" dirty="0">
                <a:latin typeface="Arial" charset="0"/>
                <a:cs typeface="Arial" charset="0"/>
              </a:rPr>
              <a:t> (n)</a:t>
            </a:r>
            <a:br>
              <a:rPr lang="en-US" dirty="0">
                <a:latin typeface="Arial" charset="0"/>
                <a:cs typeface="Arial" charset="0"/>
              </a:rPr>
            </a:br>
            <a:r>
              <a:rPr lang="en-US" dirty="0">
                <a:solidFill>
                  <a:srgbClr val="0000FF"/>
                </a:solidFill>
                <a:latin typeface="Arial" charset="0"/>
                <a:cs typeface="Arial" charset="0"/>
              </a:rPr>
              <a:t>begin</a:t>
            </a:r>
            <a:r>
              <a:rPr lang="en-US" dirty="0">
                <a:latin typeface="Arial" charset="0"/>
                <a:cs typeface="Arial" charset="0"/>
              </a:rPr>
              <a:t> </a:t>
            </a:r>
            <a:br>
              <a:rPr lang="en-US" dirty="0">
                <a:latin typeface="Arial" charset="0"/>
                <a:cs typeface="Arial" charset="0"/>
              </a:rPr>
            </a:br>
            <a:r>
              <a:rPr lang="en-US" dirty="0">
                <a:latin typeface="Arial" charset="0"/>
                <a:cs typeface="Arial" charset="0"/>
              </a:rPr>
              <a:t>@(</a:t>
            </a:r>
            <a:r>
              <a:rPr lang="en-US" dirty="0" err="1">
                <a:latin typeface="Arial" charset="0"/>
                <a:cs typeface="Arial" charset="0"/>
              </a:rPr>
              <a:t>posedge</a:t>
            </a:r>
            <a:r>
              <a:rPr lang="en-US" dirty="0">
                <a:latin typeface="Arial" charset="0"/>
                <a:cs typeface="Arial" charset="0"/>
              </a:rPr>
              <a:t> clock)</a:t>
            </a:r>
            <a:br>
              <a:rPr lang="en-US" dirty="0">
                <a:latin typeface="Arial" charset="0"/>
                <a:cs typeface="Arial" charset="0"/>
              </a:rPr>
            </a:br>
            <a:r>
              <a:rPr lang="en-US" dirty="0">
                <a:solidFill>
                  <a:srgbClr val="0000FF"/>
                </a:solidFill>
                <a:latin typeface="Arial" charset="0"/>
                <a:cs typeface="Arial" charset="0"/>
              </a:rPr>
              <a:t>if</a:t>
            </a:r>
            <a:r>
              <a:rPr lang="en-US" dirty="0">
                <a:latin typeface="Arial" charset="0"/>
                <a:cs typeface="Arial" charset="0"/>
              </a:rPr>
              <a:t> (</a:t>
            </a:r>
            <a:r>
              <a:rPr lang="en-US" dirty="0" err="1">
                <a:latin typeface="Arial" charset="0"/>
                <a:cs typeface="Arial" charset="0"/>
              </a:rPr>
              <a:t>rb</a:t>
            </a:r>
            <a:r>
              <a:rPr lang="en-US" dirty="0">
                <a:latin typeface="Arial" charset="0"/>
                <a:cs typeface="Arial" charset="0"/>
              </a:rPr>
              <a:t>[0])</a:t>
            </a:r>
            <a:br>
              <a:rPr lang="en-US" dirty="0">
                <a:latin typeface="Arial" charset="0"/>
                <a:cs typeface="Arial" charset="0"/>
              </a:rPr>
            </a:br>
            <a:r>
              <a:rPr lang="en-US" dirty="0" err="1">
                <a:latin typeface="Arial" charset="0"/>
                <a:cs typeface="Arial" charset="0"/>
              </a:rPr>
              <a:t>rc</a:t>
            </a:r>
            <a:r>
              <a:rPr lang="en-US" dirty="0">
                <a:latin typeface="Arial" charset="0"/>
                <a:cs typeface="Arial" charset="0"/>
              </a:rPr>
              <a:t> =</a:t>
            </a:r>
            <a:r>
              <a:rPr lang="en-US" dirty="0" err="1">
                <a:latin typeface="Arial" charset="0"/>
                <a:cs typeface="Arial" charset="0"/>
              </a:rPr>
              <a:t>rc+ra</a:t>
            </a:r>
            <a:r>
              <a:rPr lang="en-US" dirty="0">
                <a:latin typeface="Arial" charset="0"/>
                <a:cs typeface="Arial" charset="0"/>
              </a:rPr>
              <a:t>;</a:t>
            </a:r>
            <a:br>
              <a:rPr lang="en-US" dirty="0">
                <a:latin typeface="Arial" charset="0"/>
                <a:cs typeface="Arial" charset="0"/>
              </a:rPr>
            </a:br>
            <a:r>
              <a:rPr lang="en-US" dirty="0" err="1">
                <a:latin typeface="Arial" charset="0"/>
                <a:cs typeface="Arial" charset="0"/>
              </a:rPr>
              <a:t>rb</a:t>
            </a:r>
            <a:r>
              <a:rPr lang="en-US" dirty="0">
                <a:latin typeface="Arial" charset="0"/>
                <a:cs typeface="Arial" charset="0"/>
              </a:rPr>
              <a:t>={</a:t>
            </a:r>
            <a:r>
              <a:rPr lang="en-US" dirty="0" err="1">
                <a:latin typeface="Arial" charset="0"/>
                <a:cs typeface="Arial" charset="0"/>
              </a:rPr>
              <a:t>rc</a:t>
            </a:r>
            <a:r>
              <a:rPr lang="en-US" dirty="0">
                <a:latin typeface="Arial" charset="0"/>
                <a:cs typeface="Arial" charset="0"/>
              </a:rPr>
              <a:t>[0],</a:t>
            </a:r>
            <a:r>
              <a:rPr lang="en-US" dirty="0" err="1">
                <a:latin typeface="Arial" charset="0"/>
                <a:cs typeface="Arial" charset="0"/>
              </a:rPr>
              <a:t>rb</a:t>
            </a:r>
            <a:r>
              <a:rPr lang="en-US" dirty="0">
                <a:latin typeface="Arial" charset="0"/>
                <a:cs typeface="Arial" charset="0"/>
              </a:rPr>
              <a:t>[n-1:1]};</a:t>
            </a:r>
            <a:br>
              <a:rPr lang="en-US" dirty="0">
                <a:latin typeface="Arial" charset="0"/>
                <a:cs typeface="Arial" charset="0"/>
              </a:rPr>
            </a:br>
            <a:r>
              <a:rPr lang="en-US" dirty="0" err="1">
                <a:latin typeface="Arial" charset="0"/>
                <a:cs typeface="Arial" charset="0"/>
              </a:rPr>
              <a:t>rc</a:t>
            </a:r>
            <a:r>
              <a:rPr lang="en-US" dirty="0">
                <a:latin typeface="Arial" charset="0"/>
                <a:cs typeface="Arial" charset="0"/>
              </a:rPr>
              <a:t>=</a:t>
            </a:r>
            <a:r>
              <a:rPr lang="en-US" dirty="0" err="1">
                <a:latin typeface="Arial" charset="0"/>
                <a:cs typeface="Arial" charset="0"/>
              </a:rPr>
              <a:t>rc</a:t>
            </a:r>
            <a:r>
              <a:rPr lang="en-US" dirty="0">
                <a:latin typeface="Arial" charset="0"/>
                <a:cs typeface="Arial" charset="0"/>
              </a:rPr>
              <a:t>&gt;&gt;1;</a:t>
            </a:r>
            <a:br>
              <a:rPr lang="en-US" dirty="0">
                <a:latin typeface="Arial" charset="0"/>
                <a:cs typeface="Arial" charset="0"/>
              </a:rPr>
            </a:br>
            <a:r>
              <a:rPr lang="en-US" dirty="0">
                <a:solidFill>
                  <a:srgbClr val="0000FF"/>
                </a:solidFill>
                <a:latin typeface="Arial" charset="0"/>
                <a:cs typeface="Arial" charset="0"/>
              </a:rPr>
              <a:t>end</a:t>
            </a:r>
            <a:br>
              <a:rPr lang="en-US" dirty="0">
                <a:latin typeface="Arial" charset="0"/>
                <a:cs typeface="Arial" charset="0"/>
              </a:rPr>
            </a:br>
            <a:r>
              <a:rPr lang="en-US" dirty="0">
                <a:latin typeface="Arial" charset="0"/>
                <a:cs typeface="Arial" charset="0"/>
              </a:rPr>
              <a:t>result={</a:t>
            </a:r>
            <a:r>
              <a:rPr lang="en-US" dirty="0" err="1">
                <a:latin typeface="Arial" charset="0"/>
                <a:cs typeface="Arial" charset="0"/>
              </a:rPr>
              <a:t>rc</a:t>
            </a:r>
            <a:r>
              <a:rPr lang="en-US" dirty="0">
                <a:latin typeface="Arial" charset="0"/>
                <a:cs typeface="Arial" charset="0"/>
              </a:rPr>
              <a:t>[n-1:0],</a:t>
            </a:r>
            <a:r>
              <a:rPr lang="en-US" dirty="0" err="1">
                <a:latin typeface="Arial" charset="0"/>
                <a:cs typeface="Arial" charset="0"/>
              </a:rPr>
              <a:t>rb</a:t>
            </a:r>
            <a:r>
              <a:rPr lang="en-US" dirty="0">
                <a:latin typeface="Arial" charset="0"/>
                <a:cs typeface="Arial" charset="0"/>
              </a:rPr>
              <a:t>};</a:t>
            </a:r>
            <a:br>
              <a:rPr lang="en-US" dirty="0">
                <a:latin typeface="Arial" charset="0"/>
                <a:cs typeface="Arial" charset="0"/>
              </a:rPr>
            </a:br>
            <a:r>
              <a:rPr lang="en-US" dirty="0">
                <a:latin typeface="Arial" charset="0"/>
                <a:cs typeface="Arial" charset="0"/>
              </a:rPr>
              <a:t>done=1;</a:t>
            </a:r>
            <a:br>
              <a:rPr lang="en-US" dirty="0">
                <a:latin typeface="Arial" charset="0"/>
                <a:cs typeface="Arial" charset="0"/>
              </a:rPr>
            </a:br>
            <a:r>
              <a:rPr lang="en-US" dirty="0">
                <a:solidFill>
                  <a:srgbClr val="0000FF"/>
                </a:solidFill>
                <a:latin typeface="Arial" charset="0"/>
                <a:cs typeface="Arial" charset="0"/>
              </a:rPr>
              <a:t>end</a:t>
            </a:r>
            <a:br>
              <a:rPr lang="en-US" dirty="0">
                <a:latin typeface="Arial" charset="0"/>
                <a:cs typeface="Arial" charset="0"/>
              </a:rPr>
            </a:br>
            <a:r>
              <a:rPr lang="en-US" dirty="0" err="1">
                <a:solidFill>
                  <a:srgbClr val="0000FF"/>
                </a:solidFill>
                <a:latin typeface="Arial" charset="0"/>
                <a:cs typeface="Arial" charset="0"/>
              </a:rPr>
              <a:t>endmodule</a:t>
            </a:r>
            <a:r>
              <a:rPr lang="en-US" dirty="0">
                <a:latin typeface="Arial" charset="0"/>
                <a:cs typeface="Arial" charset="0"/>
              </a:rPr>
              <a:t> //multiplier</a:t>
            </a:r>
            <a:endParaRPr lang="ru-RU" dirty="0">
              <a:latin typeface="Arial" charset="0"/>
              <a:cs typeface="Arial" charset="0"/>
            </a:endParaRPr>
          </a:p>
        </p:txBody>
      </p:sp>
      <p:sp>
        <p:nvSpPr>
          <p:cNvPr id="69637" name="Right Arrow 5">
            <a:extLst>
              <a:ext uri="{FF2B5EF4-FFF2-40B4-BE49-F238E27FC236}">
                <a16:creationId xmlns:a16="http://schemas.microsoft.com/office/drawing/2014/main" id="{8E36C863-9B21-55B5-70B9-A944A5109D0B}"/>
              </a:ext>
            </a:extLst>
          </p:cNvPr>
          <p:cNvSpPr>
            <a:spLocks noChangeArrowheads="1"/>
          </p:cNvSpPr>
          <p:nvPr/>
        </p:nvSpPr>
        <p:spPr bwMode="auto">
          <a:xfrm>
            <a:off x="6064250" y="3429001"/>
            <a:ext cx="533400" cy="365125"/>
          </a:xfrm>
          <a:prstGeom prst="rightArrow">
            <a:avLst>
              <a:gd name="adj1" fmla="val 50000"/>
              <a:gd name="adj2" fmla="val 50089"/>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
        <p:nvSpPr>
          <p:cNvPr id="3" name="Title 2">
            <a:extLst>
              <a:ext uri="{FF2B5EF4-FFF2-40B4-BE49-F238E27FC236}">
                <a16:creationId xmlns:a16="http://schemas.microsoft.com/office/drawing/2014/main" id="{03BCFADA-5438-8669-2A5F-FBB62BC04527}"/>
              </a:ext>
            </a:extLst>
          </p:cNvPr>
          <p:cNvSpPr>
            <a:spLocks noGrp="1"/>
          </p:cNvSpPr>
          <p:nvPr>
            <p:ph type="title"/>
          </p:nvPr>
        </p:nvSpPr>
        <p:spPr/>
        <p:txBody>
          <a:bodyPr>
            <a:normAutofit/>
          </a:bodyPr>
          <a:lstStyle/>
          <a:p>
            <a:r>
              <a:rPr lang="en-US" dirty="0"/>
              <a:t>Behavior Description of Multiplier in Verilog</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itle 2">
            <a:extLst>
              <a:ext uri="{FF2B5EF4-FFF2-40B4-BE49-F238E27FC236}">
                <a16:creationId xmlns:a16="http://schemas.microsoft.com/office/drawing/2014/main" id="{5B2CCDDD-1A07-16BD-9E6B-D5ABEA841967}"/>
              </a:ext>
            </a:extLst>
          </p:cNvPr>
          <p:cNvSpPr>
            <a:spLocks noGrp="1" noChangeArrowheads="1"/>
          </p:cNvSpPr>
          <p:nvPr>
            <p:ph type="title"/>
          </p:nvPr>
        </p:nvSpPr>
        <p:spPr/>
        <p:txBody>
          <a:bodyPr/>
          <a:lstStyle/>
          <a:p>
            <a:r>
              <a:rPr lang="en-US" altLang="en-US"/>
              <a:t>RTL Description of Multiplier in Verilog</a:t>
            </a:r>
          </a:p>
        </p:txBody>
      </p:sp>
      <p:sp>
        <p:nvSpPr>
          <p:cNvPr id="71683" name="Content Placeholder 3">
            <a:extLst>
              <a:ext uri="{FF2B5EF4-FFF2-40B4-BE49-F238E27FC236}">
                <a16:creationId xmlns:a16="http://schemas.microsoft.com/office/drawing/2014/main" id="{DFA3E6EE-8F1C-4E86-89A7-BE9516DF0D9B}"/>
              </a:ext>
            </a:extLst>
          </p:cNvPr>
          <p:cNvSpPr>
            <a:spLocks noGrp="1"/>
          </p:cNvSpPr>
          <p:nvPr>
            <p:ph type="body" sz="quarter" idx="13"/>
          </p:nvPr>
        </p:nvSpPr>
        <p:spPr>
          <a:xfrm>
            <a:off x="457200" y="1188719"/>
            <a:ext cx="5094514" cy="5342709"/>
          </a:xfrm>
          <a:solidFill>
            <a:schemeClr val="accent1">
              <a:lumMod val="20000"/>
              <a:lumOff val="80000"/>
            </a:schemeClr>
          </a:solidFill>
        </p:spPr>
        <p:txBody>
          <a:bodyPr/>
          <a:lstStyle/>
          <a:p>
            <a:pPr marL="0" indent="0" eaLnBrk="1" hangingPunct="1">
              <a:buNone/>
              <a:defRPr/>
            </a:pPr>
            <a:r>
              <a:rPr lang="en-US" sz="2200" dirty="0">
                <a:solidFill>
                  <a:srgbClr val="0000FF"/>
                </a:solidFill>
                <a:latin typeface="Arial" charset="0"/>
                <a:cs typeface="Arial" charset="0"/>
              </a:rPr>
              <a:t>module</a:t>
            </a:r>
            <a:r>
              <a:rPr lang="en-US" sz="2200" dirty="0">
                <a:latin typeface="Arial" charset="0"/>
                <a:cs typeface="Arial" charset="0"/>
              </a:rPr>
              <a:t> multiplier (a, b, </a:t>
            </a:r>
            <a:r>
              <a:rPr lang="en-US" sz="2200" dirty="0" err="1">
                <a:latin typeface="Arial" charset="0"/>
                <a:cs typeface="Arial" charset="0"/>
              </a:rPr>
              <a:t>mul</a:t>
            </a:r>
            <a:r>
              <a:rPr lang="en-US" sz="2200" dirty="0">
                <a:latin typeface="Arial" charset="0"/>
                <a:cs typeface="Arial" charset="0"/>
              </a:rPr>
              <a:t>, clock, result, done);</a:t>
            </a:r>
            <a:br>
              <a:rPr lang="en-US" sz="2200" dirty="0">
                <a:latin typeface="Arial" charset="0"/>
                <a:cs typeface="Arial" charset="0"/>
              </a:rPr>
            </a:br>
            <a:r>
              <a:rPr lang="en-US" sz="2200" dirty="0">
                <a:solidFill>
                  <a:srgbClr val="0000FF"/>
                </a:solidFill>
                <a:latin typeface="Arial" charset="0"/>
                <a:cs typeface="Arial" charset="0"/>
              </a:rPr>
              <a:t>input</a:t>
            </a:r>
            <a:r>
              <a:rPr lang="en-US" sz="2200" dirty="0">
                <a:latin typeface="Arial" charset="0"/>
                <a:cs typeface="Arial" charset="0"/>
              </a:rPr>
              <a:t> clock, </a:t>
            </a:r>
            <a:r>
              <a:rPr lang="en-US" sz="2200" dirty="0" err="1">
                <a:latin typeface="Arial" charset="0"/>
                <a:cs typeface="Arial" charset="0"/>
              </a:rPr>
              <a:t>mul</a:t>
            </a:r>
            <a:r>
              <a:rPr lang="en-US" sz="2200" dirty="0">
                <a:latin typeface="Arial" charset="0"/>
                <a:cs typeface="Arial" charset="0"/>
              </a:rPr>
              <a:t>;</a:t>
            </a:r>
          </a:p>
          <a:p>
            <a:pPr marL="0" indent="0" eaLnBrk="1" hangingPunct="1">
              <a:buNone/>
              <a:defRPr/>
            </a:pPr>
            <a:r>
              <a:rPr lang="en-US" sz="2200" dirty="0">
                <a:solidFill>
                  <a:srgbClr val="0000FF"/>
                </a:solidFill>
                <a:latin typeface="Arial" charset="0"/>
                <a:cs typeface="Arial" charset="0"/>
              </a:rPr>
              <a:t>parameter</a:t>
            </a:r>
            <a:r>
              <a:rPr lang="en-US" sz="2200" dirty="0">
                <a:latin typeface="Arial" charset="0"/>
                <a:cs typeface="Arial" charset="0"/>
              </a:rPr>
              <a:t> n=8;</a:t>
            </a:r>
            <a:br>
              <a:rPr lang="en-US" sz="2200" dirty="0">
                <a:latin typeface="Arial" charset="0"/>
                <a:cs typeface="Arial" charset="0"/>
              </a:rPr>
            </a:br>
            <a:r>
              <a:rPr lang="en-US" sz="2200" dirty="0">
                <a:solidFill>
                  <a:srgbClr val="0000FF"/>
                </a:solidFill>
                <a:latin typeface="Arial" charset="0"/>
                <a:cs typeface="Arial" charset="0"/>
              </a:rPr>
              <a:t>input</a:t>
            </a:r>
            <a:r>
              <a:rPr lang="en-US" sz="2200" dirty="0">
                <a:latin typeface="Arial" charset="0"/>
                <a:cs typeface="Arial" charset="0"/>
              </a:rPr>
              <a:t> [n-1:0] </a:t>
            </a:r>
            <a:r>
              <a:rPr lang="en-US" sz="2200" dirty="0" err="1">
                <a:latin typeface="Arial" charset="0"/>
                <a:cs typeface="Arial" charset="0"/>
              </a:rPr>
              <a:t>a,b</a:t>
            </a:r>
            <a:r>
              <a:rPr lang="en-US" sz="2200" dirty="0">
                <a:latin typeface="Arial" charset="0"/>
                <a:cs typeface="Arial" charset="0"/>
              </a:rPr>
              <a:t>;</a:t>
            </a:r>
          </a:p>
          <a:p>
            <a:pPr marL="0" indent="0" eaLnBrk="1" hangingPunct="1">
              <a:buNone/>
              <a:defRPr/>
            </a:pPr>
            <a:r>
              <a:rPr lang="en-US" sz="2200" dirty="0">
                <a:solidFill>
                  <a:srgbClr val="0000FF"/>
                </a:solidFill>
                <a:latin typeface="Arial" charset="0"/>
                <a:cs typeface="Arial" charset="0"/>
              </a:rPr>
              <a:t>reg</a:t>
            </a:r>
            <a:r>
              <a:rPr lang="en-US" sz="2200" dirty="0">
                <a:latin typeface="Arial" charset="0"/>
                <a:cs typeface="Arial" charset="0"/>
              </a:rPr>
              <a:t> [2*n-1:0] result;</a:t>
            </a:r>
            <a:br>
              <a:rPr lang="en-US" sz="2200" dirty="0">
                <a:latin typeface="Arial" charset="0"/>
                <a:cs typeface="Arial" charset="0"/>
              </a:rPr>
            </a:br>
            <a:r>
              <a:rPr lang="en-US" sz="2200" dirty="0">
                <a:solidFill>
                  <a:srgbClr val="0000FF"/>
                </a:solidFill>
                <a:latin typeface="Arial" charset="0"/>
                <a:cs typeface="Arial" charset="0"/>
              </a:rPr>
              <a:t>output</a:t>
            </a:r>
            <a:r>
              <a:rPr lang="en-US" sz="2200" dirty="0">
                <a:latin typeface="Arial" charset="0"/>
                <a:cs typeface="Arial" charset="0"/>
              </a:rPr>
              <a:t> </a:t>
            </a:r>
            <a:r>
              <a:rPr lang="en-US" sz="2200" dirty="0">
                <a:solidFill>
                  <a:srgbClr val="0000FF"/>
                </a:solidFill>
                <a:latin typeface="Arial" charset="0"/>
                <a:cs typeface="Arial" charset="0"/>
              </a:rPr>
              <a:t>reg</a:t>
            </a:r>
            <a:r>
              <a:rPr lang="en-US" sz="2200" dirty="0">
                <a:latin typeface="Arial" charset="0"/>
                <a:cs typeface="Arial" charset="0"/>
              </a:rPr>
              <a:t> done;</a:t>
            </a:r>
            <a:br>
              <a:rPr lang="en-US" sz="2200" dirty="0">
                <a:latin typeface="Arial" charset="0"/>
                <a:cs typeface="Arial" charset="0"/>
              </a:rPr>
            </a:br>
            <a:r>
              <a:rPr lang="en-US" sz="2200" dirty="0">
                <a:solidFill>
                  <a:srgbClr val="0000FF"/>
                </a:solidFill>
                <a:latin typeface="Arial" charset="0"/>
                <a:cs typeface="Arial" charset="0"/>
              </a:rPr>
              <a:t>output</a:t>
            </a:r>
            <a:r>
              <a:rPr lang="en-US" sz="2200" dirty="0">
                <a:latin typeface="Arial" charset="0"/>
                <a:cs typeface="Arial" charset="0"/>
              </a:rPr>
              <a:t> [2*n-1:0] result;</a:t>
            </a:r>
            <a:br>
              <a:rPr lang="en-US" sz="2200" dirty="0">
                <a:latin typeface="Arial" charset="0"/>
                <a:cs typeface="Arial" charset="0"/>
              </a:rPr>
            </a:br>
            <a:r>
              <a:rPr lang="en-US" sz="2200" dirty="0">
                <a:solidFill>
                  <a:srgbClr val="0000FF"/>
                </a:solidFill>
                <a:latin typeface="Arial" charset="0"/>
                <a:cs typeface="Arial" charset="0"/>
              </a:rPr>
              <a:t>reg</a:t>
            </a:r>
            <a:r>
              <a:rPr lang="en-US" sz="2200" dirty="0">
                <a:latin typeface="Arial" charset="0"/>
                <a:cs typeface="Arial" charset="0"/>
              </a:rPr>
              <a:t> [n:0] </a:t>
            </a:r>
            <a:r>
              <a:rPr lang="en-US" sz="2200" dirty="0" err="1">
                <a:latin typeface="Arial" charset="0"/>
                <a:cs typeface="Arial" charset="0"/>
              </a:rPr>
              <a:t>rc</a:t>
            </a:r>
            <a:r>
              <a:rPr lang="en-US" sz="2200" dirty="0">
                <a:latin typeface="Arial" charset="0"/>
                <a:cs typeface="Arial" charset="0"/>
              </a:rPr>
              <a:t>;</a:t>
            </a:r>
            <a:br>
              <a:rPr lang="en-US" sz="2200" dirty="0">
                <a:latin typeface="Arial" charset="0"/>
                <a:cs typeface="Arial" charset="0"/>
              </a:rPr>
            </a:br>
            <a:r>
              <a:rPr lang="en-US" sz="2200" dirty="0">
                <a:solidFill>
                  <a:srgbClr val="0000FF"/>
                </a:solidFill>
                <a:latin typeface="Arial" charset="0"/>
                <a:cs typeface="Arial" charset="0"/>
              </a:rPr>
              <a:t>reg</a:t>
            </a:r>
            <a:r>
              <a:rPr lang="en-US" sz="2200" dirty="0">
                <a:latin typeface="Arial" charset="0"/>
                <a:cs typeface="Arial" charset="0"/>
              </a:rPr>
              <a:t> [n-1:0] </a:t>
            </a:r>
            <a:r>
              <a:rPr lang="en-US" sz="2200" dirty="0" err="1">
                <a:latin typeface="Arial" charset="0"/>
                <a:cs typeface="Arial" charset="0"/>
              </a:rPr>
              <a:t>ra</a:t>
            </a:r>
            <a:r>
              <a:rPr lang="en-US" sz="2200" dirty="0">
                <a:latin typeface="Arial" charset="0"/>
                <a:cs typeface="Arial" charset="0"/>
              </a:rPr>
              <a:t>, </a:t>
            </a:r>
            <a:r>
              <a:rPr lang="en-US" sz="2200" dirty="0" err="1">
                <a:latin typeface="Arial" charset="0"/>
                <a:cs typeface="Arial" charset="0"/>
              </a:rPr>
              <a:t>rb</a:t>
            </a:r>
            <a:r>
              <a:rPr lang="en-US" sz="2200" dirty="0">
                <a:latin typeface="Arial" charset="0"/>
                <a:cs typeface="Arial" charset="0"/>
              </a:rPr>
              <a:t>;</a:t>
            </a:r>
            <a:br>
              <a:rPr lang="en-US" sz="2200" dirty="0">
                <a:latin typeface="Arial" charset="0"/>
                <a:cs typeface="Arial" charset="0"/>
              </a:rPr>
            </a:br>
            <a:r>
              <a:rPr lang="en-US" sz="2200" dirty="0">
                <a:solidFill>
                  <a:srgbClr val="0000FF"/>
                </a:solidFill>
                <a:latin typeface="Arial" charset="0"/>
                <a:cs typeface="Arial" charset="0"/>
              </a:rPr>
              <a:t>always</a:t>
            </a:r>
            <a:r>
              <a:rPr lang="en-US" sz="2200" dirty="0">
                <a:latin typeface="Arial" charset="0"/>
                <a:cs typeface="Arial" charset="0"/>
              </a:rPr>
              <a:t> @(posedge </a:t>
            </a:r>
            <a:r>
              <a:rPr lang="en-US" sz="2200" dirty="0" err="1">
                <a:latin typeface="Arial" charset="0"/>
                <a:cs typeface="Arial" charset="0"/>
              </a:rPr>
              <a:t>mul</a:t>
            </a:r>
            <a:r>
              <a:rPr lang="en-US" sz="2200" dirty="0">
                <a:latin typeface="Arial" charset="0"/>
                <a:cs typeface="Arial" charset="0"/>
              </a:rPr>
              <a:t>)</a:t>
            </a:r>
            <a:br>
              <a:rPr lang="en-US" sz="2200" dirty="0">
                <a:latin typeface="Arial" charset="0"/>
                <a:cs typeface="Arial" charset="0"/>
              </a:rPr>
            </a:br>
            <a:r>
              <a:rPr lang="en-US" sz="2200" dirty="0">
                <a:solidFill>
                  <a:srgbClr val="0000FF"/>
                </a:solidFill>
                <a:latin typeface="Arial" charset="0"/>
                <a:cs typeface="Arial" charset="0"/>
              </a:rPr>
              <a:t>begin</a:t>
            </a:r>
            <a:br>
              <a:rPr lang="en-US" sz="2200" dirty="0">
                <a:latin typeface="Arial" charset="0"/>
                <a:cs typeface="Arial" charset="0"/>
              </a:rPr>
            </a:br>
            <a:r>
              <a:rPr lang="en-US" sz="2200" dirty="0" err="1">
                <a:latin typeface="Arial" charset="0"/>
                <a:cs typeface="Arial" charset="0"/>
              </a:rPr>
              <a:t>ra</a:t>
            </a:r>
            <a:r>
              <a:rPr lang="en-US" sz="2200" dirty="0">
                <a:latin typeface="Arial" charset="0"/>
                <a:cs typeface="Arial" charset="0"/>
              </a:rPr>
              <a:t>=a;</a:t>
            </a:r>
            <a:br>
              <a:rPr lang="en-US" sz="2200" dirty="0">
                <a:latin typeface="Arial" charset="0"/>
                <a:cs typeface="Arial" charset="0"/>
              </a:rPr>
            </a:br>
            <a:r>
              <a:rPr lang="en-US" sz="2200" dirty="0" err="1">
                <a:latin typeface="Arial" charset="0"/>
                <a:cs typeface="Arial" charset="0"/>
              </a:rPr>
              <a:t>rb</a:t>
            </a:r>
            <a:r>
              <a:rPr lang="en-US" sz="2200" dirty="0">
                <a:latin typeface="Arial" charset="0"/>
                <a:cs typeface="Arial" charset="0"/>
              </a:rPr>
              <a:t>=b;</a:t>
            </a:r>
            <a:endParaRPr lang="ru-RU" sz="2200" dirty="0">
              <a:latin typeface="Arial" charset="0"/>
              <a:cs typeface="Arial" charset="0"/>
            </a:endParaRPr>
          </a:p>
        </p:txBody>
      </p:sp>
      <p:sp>
        <p:nvSpPr>
          <p:cNvPr id="71684" name="Content Placeholder 4">
            <a:extLst>
              <a:ext uri="{FF2B5EF4-FFF2-40B4-BE49-F238E27FC236}">
                <a16:creationId xmlns:a16="http://schemas.microsoft.com/office/drawing/2014/main" id="{3CEED7BB-95F5-40E0-8C88-A64DAC1F9018}"/>
              </a:ext>
            </a:extLst>
          </p:cNvPr>
          <p:cNvSpPr>
            <a:spLocks noGrp="1"/>
          </p:cNvSpPr>
          <p:nvPr>
            <p:ph type="body" sz="quarter" idx="14"/>
          </p:nvPr>
        </p:nvSpPr>
        <p:spPr>
          <a:solidFill>
            <a:schemeClr val="accent1">
              <a:lumMod val="20000"/>
              <a:lumOff val="80000"/>
            </a:schemeClr>
          </a:solidFill>
        </p:spPr>
        <p:txBody>
          <a:bodyPr/>
          <a:lstStyle/>
          <a:p>
            <a:pPr marL="0" indent="0" eaLnBrk="1" hangingPunct="1">
              <a:spcBef>
                <a:spcPct val="50000"/>
              </a:spcBef>
              <a:buNone/>
              <a:defRPr/>
            </a:pPr>
            <a:r>
              <a:rPr lang="en-US" sz="2200" dirty="0">
                <a:latin typeface="Arial" charset="0"/>
                <a:cs typeface="Arial" charset="0"/>
              </a:rPr>
              <a:t>ready=0;</a:t>
            </a:r>
            <a:br>
              <a:rPr lang="en-US" sz="2200" dirty="0">
                <a:latin typeface="Arial" charset="0"/>
                <a:cs typeface="Arial" charset="0"/>
              </a:rPr>
            </a:br>
            <a:r>
              <a:rPr lang="en-US" sz="2200" dirty="0" err="1">
                <a:latin typeface="Arial" charset="0"/>
                <a:cs typeface="Arial" charset="0"/>
              </a:rPr>
              <a:t>rc</a:t>
            </a:r>
            <a:r>
              <a:rPr lang="en-US" sz="2200" dirty="0">
                <a:latin typeface="Arial" charset="0"/>
                <a:cs typeface="Arial" charset="0"/>
              </a:rPr>
              <a:t> = 0;</a:t>
            </a:r>
            <a:br>
              <a:rPr lang="en-US" sz="2200" dirty="0">
                <a:latin typeface="Arial" charset="0"/>
                <a:cs typeface="Arial" charset="0"/>
              </a:rPr>
            </a:br>
            <a:r>
              <a:rPr lang="en-US" sz="2200" dirty="0">
                <a:solidFill>
                  <a:srgbClr val="0000FF"/>
                </a:solidFill>
                <a:latin typeface="Arial" charset="0"/>
                <a:cs typeface="Arial" charset="0"/>
              </a:rPr>
              <a:t>repeat</a:t>
            </a:r>
            <a:r>
              <a:rPr lang="en-US" sz="2200" dirty="0">
                <a:latin typeface="Arial" charset="0"/>
                <a:cs typeface="Arial" charset="0"/>
              </a:rPr>
              <a:t> (n)</a:t>
            </a:r>
            <a:br>
              <a:rPr lang="en-US" sz="2200" dirty="0">
                <a:latin typeface="Arial" charset="0"/>
                <a:cs typeface="Arial" charset="0"/>
              </a:rPr>
            </a:br>
            <a:r>
              <a:rPr lang="en-US" sz="2200" dirty="0">
                <a:solidFill>
                  <a:srgbClr val="0000FF"/>
                </a:solidFill>
                <a:latin typeface="Arial" charset="0"/>
                <a:cs typeface="Arial" charset="0"/>
              </a:rPr>
              <a:t>begin</a:t>
            </a:r>
            <a:r>
              <a:rPr lang="en-US" sz="2200" dirty="0">
                <a:latin typeface="Arial" charset="0"/>
                <a:cs typeface="Arial" charset="0"/>
              </a:rPr>
              <a:t> </a:t>
            </a:r>
            <a:br>
              <a:rPr lang="en-US" sz="2200" dirty="0">
                <a:latin typeface="Arial" charset="0"/>
                <a:cs typeface="Arial" charset="0"/>
              </a:rPr>
            </a:br>
            <a:r>
              <a:rPr lang="en-US" sz="2200" dirty="0">
                <a:latin typeface="Arial" charset="0"/>
                <a:cs typeface="Arial" charset="0"/>
              </a:rPr>
              <a:t>@(posedge clock)</a:t>
            </a:r>
            <a:br>
              <a:rPr lang="en-US" sz="2200" dirty="0">
                <a:latin typeface="Arial" charset="0"/>
                <a:cs typeface="Arial" charset="0"/>
              </a:rPr>
            </a:br>
            <a:r>
              <a:rPr lang="en-US" sz="2200" dirty="0">
                <a:solidFill>
                  <a:srgbClr val="0000FF"/>
                </a:solidFill>
                <a:latin typeface="Arial" charset="0"/>
                <a:cs typeface="Arial" charset="0"/>
              </a:rPr>
              <a:t>if</a:t>
            </a:r>
            <a:r>
              <a:rPr lang="en-US" sz="2200" dirty="0">
                <a:latin typeface="Arial" charset="0"/>
                <a:cs typeface="Arial" charset="0"/>
              </a:rPr>
              <a:t> (</a:t>
            </a:r>
            <a:r>
              <a:rPr lang="en-US" sz="2200" dirty="0" err="1">
                <a:latin typeface="Arial" charset="0"/>
                <a:cs typeface="Arial" charset="0"/>
              </a:rPr>
              <a:t>rb</a:t>
            </a:r>
            <a:r>
              <a:rPr lang="en-US" sz="2200" dirty="0">
                <a:latin typeface="Arial" charset="0"/>
                <a:cs typeface="Arial" charset="0"/>
              </a:rPr>
              <a:t>[0])</a:t>
            </a:r>
            <a:br>
              <a:rPr lang="en-US" sz="2200" dirty="0">
                <a:latin typeface="Arial" charset="0"/>
                <a:cs typeface="Arial" charset="0"/>
              </a:rPr>
            </a:br>
            <a:r>
              <a:rPr lang="en-US" sz="2200" dirty="0" err="1">
                <a:latin typeface="Arial" charset="0"/>
                <a:cs typeface="Arial" charset="0"/>
              </a:rPr>
              <a:t>rc</a:t>
            </a:r>
            <a:r>
              <a:rPr lang="en-US" sz="2200" dirty="0">
                <a:latin typeface="Arial" charset="0"/>
                <a:cs typeface="Arial" charset="0"/>
              </a:rPr>
              <a:t> =</a:t>
            </a:r>
            <a:r>
              <a:rPr lang="en-US" sz="2200" dirty="0" err="1">
                <a:latin typeface="Arial" charset="0"/>
                <a:cs typeface="Arial" charset="0"/>
              </a:rPr>
              <a:t>rc+ra</a:t>
            </a:r>
            <a:r>
              <a:rPr lang="en-US" sz="2200" dirty="0">
                <a:latin typeface="Arial" charset="0"/>
                <a:cs typeface="Arial" charset="0"/>
              </a:rPr>
              <a:t>;</a:t>
            </a:r>
            <a:br>
              <a:rPr lang="en-US" sz="2200" dirty="0">
                <a:latin typeface="Arial" charset="0"/>
                <a:cs typeface="Arial" charset="0"/>
              </a:rPr>
            </a:br>
            <a:r>
              <a:rPr lang="en-US" sz="2200" dirty="0" err="1">
                <a:latin typeface="Arial" charset="0"/>
                <a:cs typeface="Arial" charset="0"/>
              </a:rPr>
              <a:t>rb</a:t>
            </a:r>
            <a:r>
              <a:rPr lang="en-US" sz="2200" dirty="0">
                <a:latin typeface="Arial" charset="0"/>
                <a:cs typeface="Arial" charset="0"/>
              </a:rPr>
              <a:t>={</a:t>
            </a:r>
            <a:r>
              <a:rPr lang="en-US" sz="2200" dirty="0" err="1">
                <a:latin typeface="Arial" charset="0"/>
                <a:cs typeface="Arial" charset="0"/>
              </a:rPr>
              <a:t>rc</a:t>
            </a:r>
            <a:r>
              <a:rPr lang="en-US" sz="2200" dirty="0">
                <a:latin typeface="Arial" charset="0"/>
                <a:cs typeface="Arial" charset="0"/>
              </a:rPr>
              <a:t>[0],</a:t>
            </a:r>
            <a:r>
              <a:rPr lang="en-US" sz="2200" dirty="0" err="1">
                <a:latin typeface="Arial" charset="0"/>
                <a:cs typeface="Arial" charset="0"/>
              </a:rPr>
              <a:t>rb</a:t>
            </a:r>
            <a:r>
              <a:rPr lang="en-US" sz="2200" dirty="0">
                <a:latin typeface="Arial" charset="0"/>
                <a:cs typeface="Arial" charset="0"/>
              </a:rPr>
              <a:t>[n-1:1]};</a:t>
            </a:r>
            <a:br>
              <a:rPr lang="en-US" sz="2200" dirty="0">
                <a:latin typeface="Arial" charset="0"/>
                <a:cs typeface="Arial" charset="0"/>
              </a:rPr>
            </a:br>
            <a:r>
              <a:rPr lang="en-US" sz="2200" dirty="0" err="1">
                <a:latin typeface="Arial" charset="0"/>
                <a:cs typeface="Arial" charset="0"/>
              </a:rPr>
              <a:t>rc</a:t>
            </a:r>
            <a:r>
              <a:rPr lang="en-US" sz="2200" dirty="0">
                <a:latin typeface="Arial" charset="0"/>
                <a:cs typeface="Arial" charset="0"/>
              </a:rPr>
              <a:t>=</a:t>
            </a:r>
            <a:r>
              <a:rPr lang="en-US" sz="2200" dirty="0" err="1">
                <a:latin typeface="Arial" charset="0"/>
                <a:cs typeface="Arial" charset="0"/>
              </a:rPr>
              <a:t>rc</a:t>
            </a:r>
            <a:r>
              <a:rPr lang="en-US" sz="2200" dirty="0">
                <a:latin typeface="Arial" charset="0"/>
                <a:cs typeface="Arial" charset="0"/>
              </a:rPr>
              <a:t>&gt;&gt;1;</a:t>
            </a:r>
            <a:br>
              <a:rPr lang="en-US" sz="2200" dirty="0">
                <a:latin typeface="Arial" charset="0"/>
                <a:cs typeface="Arial" charset="0"/>
              </a:rPr>
            </a:br>
            <a:r>
              <a:rPr lang="en-US" sz="2200" dirty="0">
                <a:solidFill>
                  <a:srgbClr val="0000FF"/>
                </a:solidFill>
                <a:latin typeface="Arial" charset="0"/>
                <a:cs typeface="Arial" charset="0"/>
              </a:rPr>
              <a:t>end</a:t>
            </a:r>
            <a:br>
              <a:rPr lang="en-US" sz="2200" dirty="0">
                <a:latin typeface="Arial" charset="0"/>
                <a:cs typeface="Arial" charset="0"/>
              </a:rPr>
            </a:br>
            <a:r>
              <a:rPr lang="en-US" sz="2200" dirty="0">
                <a:latin typeface="Arial" charset="0"/>
                <a:cs typeface="Arial" charset="0"/>
              </a:rPr>
              <a:t>result={</a:t>
            </a:r>
            <a:r>
              <a:rPr lang="en-US" sz="2200" dirty="0" err="1">
                <a:latin typeface="Arial" charset="0"/>
                <a:cs typeface="Arial" charset="0"/>
              </a:rPr>
              <a:t>rc</a:t>
            </a:r>
            <a:r>
              <a:rPr lang="en-US" sz="2200" dirty="0">
                <a:latin typeface="Arial" charset="0"/>
                <a:cs typeface="Arial" charset="0"/>
              </a:rPr>
              <a:t>[n-1:0],</a:t>
            </a:r>
            <a:r>
              <a:rPr lang="en-US" sz="2200" dirty="0" err="1">
                <a:latin typeface="Arial" charset="0"/>
                <a:cs typeface="Arial" charset="0"/>
              </a:rPr>
              <a:t>rb</a:t>
            </a:r>
            <a:r>
              <a:rPr lang="en-US" sz="2200" dirty="0">
                <a:latin typeface="Arial" charset="0"/>
                <a:cs typeface="Arial" charset="0"/>
              </a:rPr>
              <a:t>};</a:t>
            </a:r>
            <a:br>
              <a:rPr lang="en-US" sz="2200" dirty="0">
                <a:latin typeface="Arial" charset="0"/>
                <a:cs typeface="Arial" charset="0"/>
              </a:rPr>
            </a:br>
            <a:r>
              <a:rPr lang="en-US" sz="2200" dirty="0">
                <a:latin typeface="Arial" charset="0"/>
                <a:cs typeface="Arial" charset="0"/>
              </a:rPr>
              <a:t>done=1;</a:t>
            </a:r>
            <a:br>
              <a:rPr lang="en-US" sz="2200" dirty="0">
                <a:latin typeface="Arial" charset="0"/>
                <a:cs typeface="Arial" charset="0"/>
              </a:rPr>
            </a:br>
            <a:r>
              <a:rPr lang="en-US" sz="2200" dirty="0">
                <a:solidFill>
                  <a:srgbClr val="0000FF"/>
                </a:solidFill>
                <a:latin typeface="Arial" charset="0"/>
                <a:cs typeface="Arial" charset="0"/>
              </a:rPr>
              <a:t>end</a:t>
            </a:r>
            <a:br>
              <a:rPr lang="en-US" sz="2200" dirty="0">
                <a:latin typeface="Arial" charset="0"/>
                <a:cs typeface="Arial" charset="0"/>
              </a:rPr>
            </a:br>
            <a:r>
              <a:rPr lang="en-US" sz="2200" dirty="0" err="1">
                <a:solidFill>
                  <a:srgbClr val="0000FF"/>
                </a:solidFill>
                <a:latin typeface="Arial" charset="0"/>
                <a:cs typeface="Arial" charset="0"/>
              </a:rPr>
              <a:t>endmodule</a:t>
            </a:r>
            <a:r>
              <a:rPr lang="en-US" sz="2200" dirty="0">
                <a:latin typeface="Arial" charset="0"/>
                <a:cs typeface="Arial" charset="0"/>
              </a:rPr>
              <a:t> //multiplier</a:t>
            </a:r>
            <a:endParaRPr lang="ru-RU" sz="2200" dirty="0">
              <a:latin typeface="Arial" charset="0"/>
              <a:cs typeface="Arial" charset="0"/>
            </a:endParaRPr>
          </a:p>
        </p:txBody>
      </p:sp>
      <p:sp>
        <p:nvSpPr>
          <p:cNvPr id="70661" name="Right Arrow 4">
            <a:extLst>
              <a:ext uri="{FF2B5EF4-FFF2-40B4-BE49-F238E27FC236}">
                <a16:creationId xmlns:a16="http://schemas.microsoft.com/office/drawing/2014/main" id="{4DF335F7-93DF-B0C8-2896-103CA839B3AF}"/>
              </a:ext>
            </a:extLst>
          </p:cNvPr>
          <p:cNvSpPr>
            <a:spLocks noChangeArrowheads="1"/>
          </p:cNvSpPr>
          <p:nvPr/>
        </p:nvSpPr>
        <p:spPr bwMode="auto">
          <a:xfrm>
            <a:off x="5664200" y="3429001"/>
            <a:ext cx="547688" cy="365125"/>
          </a:xfrm>
          <a:prstGeom prst="rightArrow">
            <a:avLst>
              <a:gd name="adj1" fmla="val 50000"/>
              <a:gd name="adj2" fmla="val 50000"/>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Title 1">
            <a:extLst>
              <a:ext uri="{FF2B5EF4-FFF2-40B4-BE49-F238E27FC236}">
                <a16:creationId xmlns:a16="http://schemas.microsoft.com/office/drawing/2014/main" id="{39ED53BA-5177-AD88-47CE-0BDF94B7E959}"/>
              </a:ext>
            </a:extLst>
          </p:cNvPr>
          <p:cNvSpPr>
            <a:spLocks noGrp="1" noChangeArrowheads="1"/>
          </p:cNvSpPr>
          <p:nvPr>
            <p:ph type="title"/>
          </p:nvPr>
        </p:nvSpPr>
        <p:spPr/>
        <p:txBody>
          <a:bodyPr/>
          <a:lstStyle/>
          <a:p>
            <a:r>
              <a:rPr lang="en-US" altLang="en-US"/>
              <a:t>RTL Description of Multiplier in Verilog  Test_Bench</a:t>
            </a:r>
          </a:p>
        </p:txBody>
      </p:sp>
      <p:sp>
        <p:nvSpPr>
          <p:cNvPr id="72707" name="Content Placeholder 2">
            <a:extLst>
              <a:ext uri="{FF2B5EF4-FFF2-40B4-BE49-F238E27FC236}">
                <a16:creationId xmlns:a16="http://schemas.microsoft.com/office/drawing/2014/main" id="{95FDD369-43E3-486C-99EE-E83FC32A58F5}"/>
              </a:ext>
            </a:extLst>
          </p:cNvPr>
          <p:cNvSpPr>
            <a:spLocks noGrp="1"/>
          </p:cNvSpPr>
          <p:nvPr>
            <p:ph type="body" sz="quarter" idx="13"/>
          </p:nvPr>
        </p:nvSpPr>
        <p:spPr>
          <a:xfrm>
            <a:off x="457200" y="1188720"/>
            <a:ext cx="5138057" cy="5238974"/>
          </a:xfrm>
          <a:solidFill>
            <a:schemeClr val="accent1">
              <a:lumMod val="20000"/>
              <a:lumOff val="80000"/>
            </a:schemeClr>
          </a:solidFill>
        </p:spPr>
        <p:txBody>
          <a:bodyPr/>
          <a:lstStyle/>
          <a:p>
            <a:pPr>
              <a:spcBef>
                <a:spcPts val="0"/>
              </a:spcBef>
              <a:buFont typeface="Wingdings" panose="05000000000000000000" pitchFamily="2" charset="2"/>
              <a:buNone/>
              <a:defRPr/>
            </a:pPr>
            <a:r>
              <a:rPr lang="en-US" sz="1600" b="1" dirty="0"/>
              <a:t>module</a:t>
            </a:r>
            <a:r>
              <a:rPr lang="en-US" sz="1600" dirty="0"/>
              <a:t> </a:t>
            </a:r>
            <a:r>
              <a:rPr lang="en-US" sz="1600" dirty="0" err="1"/>
              <a:t>mult</a:t>
            </a:r>
            <a:r>
              <a:rPr lang="en-US" sz="1600" dirty="0"/>
              <a:t>(</a:t>
            </a:r>
            <a:r>
              <a:rPr lang="en-US" sz="1600" dirty="0" err="1"/>
              <a:t>a,b,clk,mul,ready,out</a:t>
            </a:r>
            <a:r>
              <a:rPr lang="en-US" sz="1600" dirty="0"/>
              <a:t>);</a:t>
            </a:r>
          </a:p>
          <a:p>
            <a:pPr>
              <a:spcBef>
                <a:spcPts val="0"/>
              </a:spcBef>
              <a:buFont typeface="Wingdings" panose="05000000000000000000" pitchFamily="2" charset="2"/>
              <a:buNone/>
              <a:defRPr/>
            </a:pPr>
            <a:r>
              <a:rPr lang="en-US" sz="1600" dirty="0"/>
              <a:t>	</a:t>
            </a:r>
            <a:r>
              <a:rPr lang="en-US" sz="1600" b="1" dirty="0"/>
              <a:t>input</a:t>
            </a:r>
            <a:r>
              <a:rPr lang="en-US" sz="1600" dirty="0"/>
              <a:t> </a:t>
            </a:r>
            <a:r>
              <a:rPr lang="en-US" sz="1600" dirty="0" err="1"/>
              <a:t>clk,mul</a:t>
            </a:r>
            <a:r>
              <a:rPr lang="en-US" sz="1600" dirty="0"/>
              <a:t>;</a:t>
            </a:r>
          </a:p>
          <a:p>
            <a:pPr>
              <a:spcBef>
                <a:spcPts val="0"/>
              </a:spcBef>
              <a:buFont typeface="Wingdings" panose="05000000000000000000" pitchFamily="2" charset="2"/>
              <a:buNone/>
              <a:defRPr/>
            </a:pPr>
            <a:r>
              <a:rPr lang="en-US" sz="1600" dirty="0"/>
              <a:t>	</a:t>
            </a:r>
            <a:r>
              <a:rPr lang="en-US" sz="1600" b="1" dirty="0"/>
              <a:t>input</a:t>
            </a:r>
            <a:r>
              <a:rPr lang="en-US" sz="1600" dirty="0"/>
              <a:t> [7:0] </a:t>
            </a:r>
            <a:r>
              <a:rPr lang="en-US" sz="1600" dirty="0" err="1"/>
              <a:t>a,b</a:t>
            </a:r>
            <a:r>
              <a:rPr lang="en-US" sz="1600" dirty="0"/>
              <a:t>;</a:t>
            </a:r>
          </a:p>
          <a:p>
            <a:pPr>
              <a:spcBef>
                <a:spcPts val="0"/>
              </a:spcBef>
              <a:buFont typeface="Wingdings" panose="05000000000000000000" pitchFamily="2" charset="2"/>
              <a:buNone/>
              <a:defRPr/>
            </a:pPr>
            <a:r>
              <a:rPr lang="en-US" sz="1600" dirty="0"/>
              <a:t>	</a:t>
            </a:r>
            <a:r>
              <a:rPr lang="en-US" sz="1600" b="1" dirty="0"/>
              <a:t>output</a:t>
            </a:r>
            <a:r>
              <a:rPr lang="en-US" sz="1600" dirty="0"/>
              <a:t> </a:t>
            </a:r>
            <a:r>
              <a:rPr lang="en-US" sz="1600" b="1" dirty="0"/>
              <a:t>reg</a:t>
            </a:r>
            <a:r>
              <a:rPr lang="en-US" sz="1600" dirty="0"/>
              <a:t> ready;</a:t>
            </a:r>
          </a:p>
          <a:p>
            <a:pPr>
              <a:spcBef>
                <a:spcPts val="0"/>
              </a:spcBef>
              <a:buFont typeface="Wingdings" panose="05000000000000000000" pitchFamily="2" charset="2"/>
              <a:buNone/>
              <a:defRPr/>
            </a:pPr>
            <a:r>
              <a:rPr lang="en-US" sz="1600" dirty="0"/>
              <a:t>	</a:t>
            </a:r>
            <a:r>
              <a:rPr lang="en-US" sz="1600" b="1" dirty="0"/>
              <a:t>output</a:t>
            </a:r>
            <a:r>
              <a:rPr lang="en-US" sz="1600" dirty="0"/>
              <a:t> [15:0] out;</a:t>
            </a:r>
          </a:p>
          <a:p>
            <a:pPr>
              <a:spcBef>
                <a:spcPts val="0"/>
              </a:spcBef>
              <a:buFont typeface="Wingdings" panose="05000000000000000000" pitchFamily="2" charset="2"/>
              <a:buNone/>
              <a:defRPr/>
            </a:pPr>
            <a:r>
              <a:rPr lang="en-US" sz="1600" dirty="0"/>
              <a:t>	</a:t>
            </a:r>
            <a:r>
              <a:rPr lang="en-US" sz="1600" b="1" dirty="0"/>
              <a:t>reg</a:t>
            </a:r>
            <a:r>
              <a:rPr lang="en-US" sz="1600" dirty="0"/>
              <a:t> [3:0]counter;</a:t>
            </a:r>
          </a:p>
          <a:p>
            <a:pPr>
              <a:spcBef>
                <a:spcPts val="0"/>
              </a:spcBef>
              <a:buFont typeface="Wingdings" panose="05000000000000000000" pitchFamily="2" charset="2"/>
              <a:buNone/>
              <a:defRPr/>
            </a:pPr>
            <a:r>
              <a:rPr lang="en-US" sz="1600" dirty="0"/>
              <a:t>	</a:t>
            </a:r>
            <a:r>
              <a:rPr lang="en-US" sz="1600" b="1" dirty="0"/>
              <a:t>reg</a:t>
            </a:r>
            <a:r>
              <a:rPr lang="en-US" sz="1600" dirty="0"/>
              <a:t> [15:0] out;</a:t>
            </a:r>
          </a:p>
          <a:p>
            <a:pPr>
              <a:spcBef>
                <a:spcPts val="0"/>
              </a:spcBef>
              <a:buFont typeface="Wingdings" panose="05000000000000000000" pitchFamily="2" charset="2"/>
              <a:buNone/>
              <a:defRPr/>
            </a:pPr>
            <a:r>
              <a:rPr lang="en-US" sz="1600" dirty="0"/>
              <a:t>	</a:t>
            </a:r>
            <a:r>
              <a:rPr lang="en-US" sz="1600" b="1" dirty="0"/>
              <a:t>reg</a:t>
            </a:r>
            <a:r>
              <a:rPr lang="en-US" sz="1600" dirty="0"/>
              <a:t> [7:0] </a:t>
            </a:r>
            <a:r>
              <a:rPr lang="en-US" sz="1600" dirty="0" err="1"/>
              <a:t>ra,rb</a:t>
            </a:r>
            <a:r>
              <a:rPr lang="en-US" sz="1600" dirty="0"/>
              <a:t>;</a:t>
            </a:r>
          </a:p>
          <a:p>
            <a:pPr>
              <a:spcBef>
                <a:spcPts val="0"/>
              </a:spcBef>
              <a:buFont typeface="Wingdings" panose="05000000000000000000" pitchFamily="2" charset="2"/>
              <a:buNone/>
              <a:defRPr/>
            </a:pPr>
            <a:r>
              <a:rPr lang="en-US" sz="1600" dirty="0"/>
              <a:t>	</a:t>
            </a:r>
            <a:r>
              <a:rPr lang="en-US" sz="1600" b="1" dirty="0"/>
              <a:t>reg</a:t>
            </a:r>
            <a:r>
              <a:rPr lang="en-US" sz="1600" dirty="0"/>
              <a:t> [8:0] acc;</a:t>
            </a:r>
          </a:p>
          <a:p>
            <a:pPr>
              <a:spcBef>
                <a:spcPts val="0"/>
              </a:spcBef>
              <a:spcAft>
                <a:spcPts val="300"/>
              </a:spcAft>
              <a:buFont typeface="Wingdings" panose="05000000000000000000" pitchFamily="2" charset="2"/>
              <a:buNone/>
              <a:defRPr/>
            </a:pPr>
            <a:r>
              <a:rPr lang="en-US" sz="1600" dirty="0"/>
              <a:t>	</a:t>
            </a:r>
            <a:r>
              <a:rPr lang="en-US" sz="1600" b="1" dirty="0"/>
              <a:t>reg</a:t>
            </a:r>
            <a:r>
              <a:rPr lang="en-US" sz="1600" dirty="0"/>
              <a:t> start;</a:t>
            </a:r>
          </a:p>
          <a:p>
            <a:pPr>
              <a:spcBef>
                <a:spcPts val="0"/>
              </a:spcBef>
              <a:buFont typeface="Wingdings" panose="05000000000000000000" pitchFamily="2" charset="2"/>
              <a:buNone/>
              <a:defRPr/>
            </a:pPr>
            <a:r>
              <a:rPr lang="en-US" sz="1600" b="1" dirty="0"/>
              <a:t>always</a:t>
            </a:r>
            <a:r>
              <a:rPr lang="en-US" sz="1600" dirty="0"/>
              <a:t> @(posedge </a:t>
            </a:r>
            <a:r>
              <a:rPr lang="en-US" sz="1600" dirty="0" err="1"/>
              <a:t>clk</a:t>
            </a:r>
            <a:r>
              <a:rPr lang="en-US" sz="1600" dirty="0"/>
              <a:t>)</a:t>
            </a:r>
          </a:p>
          <a:p>
            <a:pPr>
              <a:spcBef>
                <a:spcPts val="0"/>
              </a:spcBef>
              <a:buFont typeface="Wingdings" panose="05000000000000000000" pitchFamily="2" charset="2"/>
              <a:buNone/>
              <a:defRPr/>
            </a:pPr>
            <a:r>
              <a:rPr lang="en-US" sz="1600" b="1" dirty="0"/>
              <a:t>begin</a:t>
            </a:r>
          </a:p>
          <a:p>
            <a:pPr>
              <a:spcBef>
                <a:spcPts val="0"/>
              </a:spcBef>
              <a:buFont typeface="Wingdings" panose="05000000000000000000" pitchFamily="2" charset="2"/>
              <a:buNone/>
              <a:defRPr/>
            </a:pPr>
            <a:r>
              <a:rPr lang="en-US" sz="1600" b="1" dirty="0"/>
              <a:t>case</a:t>
            </a:r>
            <a:r>
              <a:rPr lang="en-US" sz="1600" dirty="0"/>
              <a:t> (</a:t>
            </a:r>
            <a:r>
              <a:rPr lang="en-US" sz="1600" dirty="0" err="1"/>
              <a:t>mul</a:t>
            </a:r>
            <a:r>
              <a:rPr lang="en-US" sz="1600" dirty="0"/>
              <a:t>)</a:t>
            </a:r>
          </a:p>
          <a:p>
            <a:pPr>
              <a:spcBef>
                <a:spcPts val="0"/>
              </a:spcBef>
              <a:buFont typeface="Wingdings" panose="05000000000000000000" pitchFamily="2" charset="2"/>
              <a:buNone/>
              <a:defRPr/>
            </a:pPr>
            <a:r>
              <a:rPr lang="en-US" sz="1600" dirty="0"/>
              <a:t>0:  start&lt;=1;  </a:t>
            </a:r>
          </a:p>
          <a:p>
            <a:pPr>
              <a:spcBef>
                <a:spcPts val="0"/>
              </a:spcBef>
              <a:buFont typeface="Wingdings" panose="05000000000000000000" pitchFamily="2" charset="2"/>
              <a:buNone/>
              <a:defRPr/>
            </a:pPr>
            <a:r>
              <a:rPr lang="en-US" sz="1600" dirty="0"/>
              <a:t>1</a:t>
            </a:r>
            <a:r>
              <a:rPr lang="en-US" sz="1600" b="1" dirty="0"/>
              <a:t>: begin </a:t>
            </a:r>
            <a:r>
              <a:rPr lang="en-US" sz="1600" dirty="0"/>
              <a:t>if(start)</a:t>
            </a:r>
          </a:p>
          <a:p>
            <a:pPr>
              <a:spcBef>
                <a:spcPts val="0"/>
              </a:spcBef>
              <a:buFont typeface="Wingdings" panose="05000000000000000000" pitchFamily="2" charset="2"/>
              <a:buNone/>
              <a:defRPr/>
            </a:pPr>
            <a:endParaRPr lang="en-US" sz="1600" dirty="0"/>
          </a:p>
          <a:p>
            <a:pPr marL="0" indent="0">
              <a:buNone/>
            </a:pPr>
            <a:endParaRPr lang="en-US" sz="1600" dirty="0"/>
          </a:p>
        </p:txBody>
      </p:sp>
      <p:sp>
        <p:nvSpPr>
          <p:cNvPr id="72708" name="Content Placeholder 3">
            <a:extLst>
              <a:ext uri="{FF2B5EF4-FFF2-40B4-BE49-F238E27FC236}">
                <a16:creationId xmlns:a16="http://schemas.microsoft.com/office/drawing/2014/main" id="{CCE5043F-E475-49D7-A2E0-98D89990338C}"/>
              </a:ext>
            </a:extLst>
          </p:cNvPr>
          <p:cNvSpPr>
            <a:spLocks noGrp="1"/>
          </p:cNvSpPr>
          <p:nvPr>
            <p:ph type="body" sz="quarter" idx="14"/>
          </p:nvPr>
        </p:nvSpPr>
        <p:spPr>
          <a:xfrm>
            <a:off x="6291942" y="1188720"/>
            <a:ext cx="5442857" cy="5238974"/>
          </a:xfrm>
          <a:solidFill>
            <a:schemeClr val="accent1">
              <a:lumMod val="20000"/>
              <a:lumOff val="80000"/>
            </a:schemeClr>
          </a:solidFill>
        </p:spPr>
        <p:txBody>
          <a:bodyPr/>
          <a:lstStyle/>
          <a:p>
            <a:pPr>
              <a:spcBef>
                <a:spcPts val="0"/>
              </a:spcBef>
              <a:buFont typeface="Wingdings" panose="05000000000000000000" pitchFamily="2" charset="2"/>
              <a:buNone/>
              <a:defRPr/>
            </a:pPr>
            <a:r>
              <a:rPr lang="en-US" sz="1600" b="1" dirty="0"/>
              <a:t>begin</a:t>
            </a:r>
            <a:r>
              <a:rPr lang="en-US" sz="1600" dirty="0"/>
              <a:t> </a:t>
            </a:r>
            <a:r>
              <a:rPr lang="en-US" sz="1600" dirty="0" err="1"/>
              <a:t>ra</a:t>
            </a:r>
            <a:r>
              <a:rPr lang="en-US" sz="1600" dirty="0"/>
              <a:t>&lt;=a; </a:t>
            </a:r>
            <a:r>
              <a:rPr lang="en-US" sz="1600" dirty="0" err="1"/>
              <a:t>rb</a:t>
            </a:r>
            <a:r>
              <a:rPr lang="en-US" sz="1600" dirty="0"/>
              <a:t>&lt;=b; acc&lt;=0;</a:t>
            </a:r>
          </a:p>
          <a:p>
            <a:pPr>
              <a:spcBef>
                <a:spcPts val="0"/>
              </a:spcBef>
              <a:buFont typeface="Wingdings" panose="05000000000000000000" pitchFamily="2" charset="2"/>
              <a:buNone/>
              <a:defRPr/>
            </a:pPr>
            <a:r>
              <a:rPr lang="en-US" sz="1600" dirty="0"/>
              <a:t>ready&lt;=0;</a:t>
            </a:r>
          </a:p>
          <a:p>
            <a:pPr>
              <a:spcBef>
                <a:spcPts val="0"/>
              </a:spcBef>
              <a:buFont typeface="Wingdings" panose="05000000000000000000" pitchFamily="2" charset="2"/>
              <a:buNone/>
              <a:defRPr/>
            </a:pPr>
            <a:r>
              <a:rPr lang="en-US" sz="1600" dirty="0"/>
              <a:t>    counter&lt;= 4'd8;</a:t>
            </a:r>
          </a:p>
          <a:p>
            <a:pPr>
              <a:spcBef>
                <a:spcPts val="0"/>
              </a:spcBef>
              <a:buFont typeface="Wingdings" panose="05000000000000000000" pitchFamily="2" charset="2"/>
              <a:buNone/>
              <a:defRPr/>
            </a:pPr>
            <a:r>
              <a:rPr lang="en-US" sz="1600" dirty="0"/>
              <a:t>    start=0;</a:t>
            </a:r>
          </a:p>
          <a:p>
            <a:pPr>
              <a:spcBef>
                <a:spcPts val="0"/>
              </a:spcBef>
              <a:buFont typeface="Wingdings" panose="05000000000000000000" pitchFamily="2" charset="2"/>
              <a:buNone/>
              <a:defRPr/>
            </a:pPr>
            <a:r>
              <a:rPr lang="en-US" sz="1600" b="1" dirty="0"/>
              <a:t>end  </a:t>
            </a:r>
          </a:p>
          <a:p>
            <a:pPr>
              <a:spcBef>
                <a:spcPts val="0"/>
              </a:spcBef>
              <a:buFont typeface="Wingdings" panose="05000000000000000000" pitchFamily="2" charset="2"/>
              <a:buNone/>
              <a:defRPr/>
            </a:pPr>
            <a:r>
              <a:rPr lang="en-US" sz="1600" b="1" dirty="0"/>
              <a:t>else </a:t>
            </a:r>
          </a:p>
          <a:p>
            <a:pPr>
              <a:spcBef>
                <a:spcPts val="0"/>
              </a:spcBef>
              <a:buFont typeface="Wingdings" panose="05000000000000000000" pitchFamily="2" charset="2"/>
              <a:buNone/>
              <a:defRPr/>
            </a:pPr>
            <a:r>
              <a:rPr lang="en-US" sz="1600" b="1" dirty="0"/>
              <a:t>	begin  if</a:t>
            </a:r>
            <a:r>
              <a:rPr lang="en-US" sz="1600" dirty="0"/>
              <a:t> (counter!=0)</a:t>
            </a:r>
          </a:p>
          <a:p>
            <a:pPr>
              <a:spcBef>
                <a:spcPts val="0"/>
              </a:spcBef>
              <a:buFont typeface="Wingdings" panose="05000000000000000000" pitchFamily="2" charset="2"/>
              <a:buNone/>
              <a:defRPr/>
            </a:pPr>
            <a:r>
              <a:rPr lang="en-US" sz="1600" b="1" dirty="0"/>
              <a:t>begin </a:t>
            </a:r>
            <a:r>
              <a:rPr lang="en-US" sz="1600" dirty="0"/>
              <a:t> </a:t>
            </a:r>
          </a:p>
          <a:p>
            <a:pPr>
              <a:spcBef>
                <a:spcPts val="0"/>
              </a:spcBef>
              <a:buFont typeface="Wingdings" panose="05000000000000000000" pitchFamily="2" charset="2"/>
              <a:buNone/>
              <a:defRPr/>
            </a:pPr>
            <a:r>
              <a:rPr lang="en-US" sz="1600" dirty="0"/>
              <a:t> 	</a:t>
            </a:r>
            <a:r>
              <a:rPr lang="en-US" sz="1600" b="1" dirty="0"/>
              <a:t>if</a:t>
            </a:r>
            <a:r>
              <a:rPr lang="en-US" sz="1600" dirty="0"/>
              <a:t>(</a:t>
            </a:r>
            <a:r>
              <a:rPr lang="en-US" sz="1600" dirty="0" err="1"/>
              <a:t>rb</a:t>
            </a:r>
            <a:r>
              <a:rPr lang="en-US" sz="1600" dirty="0"/>
              <a:t>[0])</a:t>
            </a:r>
          </a:p>
          <a:p>
            <a:pPr>
              <a:spcBef>
                <a:spcPts val="0"/>
              </a:spcBef>
              <a:buFont typeface="Wingdings" panose="05000000000000000000" pitchFamily="2" charset="2"/>
              <a:buNone/>
              <a:defRPr/>
            </a:pPr>
            <a:r>
              <a:rPr lang="en-US" sz="1600" dirty="0"/>
              <a:t>  acc&lt;=</a:t>
            </a:r>
            <a:r>
              <a:rPr lang="en-US" sz="1600" dirty="0" err="1"/>
              <a:t>acc+ra</a:t>
            </a:r>
            <a:r>
              <a:rPr lang="en-US" sz="1600" dirty="0"/>
              <a:t>;</a:t>
            </a:r>
          </a:p>
          <a:p>
            <a:pPr>
              <a:spcBef>
                <a:spcPts val="0"/>
              </a:spcBef>
              <a:buFont typeface="Wingdings" panose="05000000000000000000" pitchFamily="2" charset="2"/>
              <a:buNone/>
              <a:defRPr/>
            </a:pPr>
            <a:r>
              <a:rPr lang="en-US" sz="1600" b="1" dirty="0"/>
              <a:t>else</a:t>
            </a:r>
            <a:r>
              <a:rPr lang="en-US" sz="1600" dirty="0"/>
              <a:t>  acc&lt;=acc;</a:t>
            </a:r>
          </a:p>
          <a:p>
            <a:pPr>
              <a:spcBef>
                <a:spcPts val="0"/>
              </a:spcBef>
              <a:buFont typeface="Wingdings" panose="05000000000000000000" pitchFamily="2" charset="2"/>
              <a:buNone/>
              <a:defRPr/>
            </a:pPr>
            <a:r>
              <a:rPr lang="en-US" sz="1600" dirty="0" err="1"/>
              <a:t>rb</a:t>
            </a:r>
            <a:r>
              <a:rPr lang="en-US" sz="1600" dirty="0"/>
              <a:t>&lt;={acc[0],</a:t>
            </a:r>
            <a:r>
              <a:rPr lang="en-US" sz="1600" dirty="0" err="1"/>
              <a:t>rb</a:t>
            </a:r>
            <a:r>
              <a:rPr lang="en-US" sz="1600" dirty="0"/>
              <a:t>[7:1]};</a:t>
            </a:r>
          </a:p>
          <a:p>
            <a:pPr>
              <a:spcBef>
                <a:spcPts val="0"/>
              </a:spcBef>
              <a:buFont typeface="Wingdings" panose="05000000000000000000" pitchFamily="2" charset="2"/>
              <a:buNone/>
              <a:defRPr/>
            </a:pPr>
            <a:r>
              <a:rPr lang="en-US" sz="1600" dirty="0"/>
              <a:t>acc&lt;=acc&gt;&gt;1; </a:t>
            </a:r>
          </a:p>
          <a:p>
            <a:pPr>
              <a:spcBef>
                <a:spcPts val="0"/>
              </a:spcBef>
              <a:buFont typeface="Wingdings" panose="05000000000000000000" pitchFamily="2" charset="2"/>
              <a:buNone/>
              <a:defRPr/>
            </a:pPr>
            <a:r>
              <a:rPr lang="en-US" sz="1600" dirty="0"/>
              <a:t>counter&lt;=counter-1;</a:t>
            </a:r>
          </a:p>
          <a:p>
            <a:pPr>
              <a:spcBef>
                <a:spcPts val="0"/>
              </a:spcBef>
              <a:buFont typeface="Wingdings" panose="05000000000000000000" pitchFamily="2" charset="2"/>
              <a:buNone/>
              <a:defRPr/>
            </a:pPr>
            <a:r>
              <a:rPr lang="en-US" sz="1600" b="1" dirty="0"/>
              <a:t>end  </a:t>
            </a:r>
          </a:p>
          <a:p>
            <a:pPr>
              <a:spcBef>
                <a:spcPts val="0"/>
              </a:spcBef>
              <a:buFont typeface="Wingdings" panose="05000000000000000000" pitchFamily="2" charset="2"/>
              <a:buNone/>
              <a:defRPr/>
            </a:pPr>
            <a:r>
              <a:rPr lang="en-US" sz="1600" b="1" dirty="0"/>
              <a:t>else </a:t>
            </a:r>
            <a:endParaRPr lang="en-US" sz="1600" dirty="0"/>
          </a:p>
          <a:p>
            <a:pPr marL="0" indent="0">
              <a:buNone/>
            </a:pPr>
            <a:endParaRPr lang="en-US" sz="1600" dirty="0"/>
          </a:p>
        </p:txBody>
      </p:sp>
      <p:sp>
        <p:nvSpPr>
          <p:cNvPr id="71685" name="Right Arrow 4">
            <a:extLst>
              <a:ext uri="{FF2B5EF4-FFF2-40B4-BE49-F238E27FC236}">
                <a16:creationId xmlns:a16="http://schemas.microsoft.com/office/drawing/2014/main" id="{3B59BF4D-34B8-AC9C-296A-A81D0E7EE107}"/>
              </a:ext>
            </a:extLst>
          </p:cNvPr>
          <p:cNvSpPr>
            <a:spLocks noChangeArrowheads="1"/>
          </p:cNvSpPr>
          <p:nvPr/>
        </p:nvSpPr>
        <p:spPr bwMode="auto">
          <a:xfrm>
            <a:off x="5636078" y="3429000"/>
            <a:ext cx="533400" cy="365125"/>
          </a:xfrm>
          <a:prstGeom prst="rightArrow">
            <a:avLst>
              <a:gd name="adj1" fmla="val 50000"/>
              <a:gd name="adj2" fmla="val 50089"/>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4">
            <a:extLst>
              <a:ext uri="{FF2B5EF4-FFF2-40B4-BE49-F238E27FC236}">
                <a16:creationId xmlns:a16="http://schemas.microsoft.com/office/drawing/2014/main" id="{3F743DAC-7058-379A-2508-B395080C5163}"/>
              </a:ext>
            </a:extLst>
          </p:cNvPr>
          <p:cNvSpPr txBox="1">
            <a:spLocks noChangeArrowheads="1"/>
          </p:cNvSpPr>
          <p:nvPr/>
        </p:nvSpPr>
        <p:spPr bwMode="auto">
          <a:xfrm>
            <a:off x="1600202" y="983876"/>
            <a:ext cx="8686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b="1" dirty="0"/>
          </a:p>
        </p:txBody>
      </p:sp>
      <p:grpSp>
        <p:nvGrpSpPr>
          <p:cNvPr id="72707" name="Group 51">
            <a:extLst>
              <a:ext uri="{FF2B5EF4-FFF2-40B4-BE49-F238E27FC236}">
                <a16:creationId xmlns:a16="http://schemas.microsoft.com/office/drawing/2014/main" id="{9EDDD7F8-BB48-5224-37E7-347B751D4B96}"/>
              </a:ext>
            </a:extLst>
          </p:cNvPr>
          <p:cNvGrpSpPr>
            <a:grpSpLocks/>
          </p:cNvGrpSpPr>
          <p:nvPr/>
        </p:nvGrpSpPr>
        <p:grpSpPr bwMode="auto">
          <a:xfrm>
            <a:off x="1981201" y="990601"/>
            <a:ext cx="8247063" cy="4276149"/>
            <a:chOff x="181" y="528"/>
            <a:chExt cx="5195" cy="2867"/>
          </a:xfrm>
        </p:grpSpPr>
        <p:sp>
          <p:nvSpPr>
            <p:cNvPr id="73732" name="Rectangle 6">
              <a:extLst>
                <a:ext uri="{FF2B5EF4-FFF2-40B4-BE49-F238E27FC236}">
                  <a16:creationId xmlns:a16="http://schemas.microsoft.com/office/drawing/2014/main" id="{15DF413D-E899-4E6D-B507-5851DD068699}"/>
                </a:ext>
              </a:extLst>
            </p:cNvPr>
            <p:cNvSpPr>
              <a:spLocks noChangeArrowheads="1"/>
            </p:cNvSpPr>
            <p:nvPr/>
          </p:nvSpPr>
          <p:spPr bwMode="auto">
            <a:xfrm>
              <a:off x="713" y="915"/>
              <a:ext cx="1612" cy="282"/>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RA</a:t>
              </a:r>
            </a:p>
          </p:txBody>
        </p:sp>
        <p:sp>
          <p:nvSpPr>
            <p:cNvPr id="73733" name="Rectangle 7">
              <a:extLst>
                <a:ext uri="{FF2B5EF4-FFF2-40B4-BE49-F238E27FC236}">
                  <a16:creationId xmlns:a16="http://schemas.microsoft.com/office/drawing/2014/main" id="{D89DC8CB-152A-41E2-80B8-F0D7556696FA}"/>
                </a:ext>
              </a:extLst>
            </p:cNvPr>
            <p:cNvSpPr>
              <a:spLocks noChangeArrowheads="1"/>
            </p:cNvSpPr>
            <p:nvPr/>
          </p:nvSpPr>
          <p:spPr bwMode="auto">
            <a:xfrm>
              <a:off x="2925" y="915"/>
              <a:ext cx="1670" cy="282"/>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000">
                  <a:latin typeface="Arial" charset="0"/>
                  <a:cs typeface="Arial" charset="0"/>
                  <a:sym typeface="Symbol" pitchFamily="18" charset="2"/>
                </a:rPr>
                <a:t>           </a:t>
              </a:r>
              <a:r>
                <a:rPr lang="en-US" sz="2000">
                  <a:latin typeface="Arial" charset="0"/>
                  <a:cs typeface="Arial" charset="0"/>
                </a:rPr>
                <a:t>RB</a:t>
              </a:r>
            </a:p>
          </p:txBody>
        </p:sp>
        <p:sp>
          <p:nvSpPr>
            <p:cNvPr id="72711" name="Line 8">
              <a:extLst>
                <a:ext uri="{FF2B5EF4-FFF2-40B4-BE49-F238E27FC236}">
                  <a16:creationId xmlns:a16="http://schemas.microsoft.com/office/drawing/2014/main" id="{460090C4-62D5-93AA-3143-6E82CC3904B2}"/>
                </a:ext>
              </a:extLst>
            </p:cNvPr>
            <p:cNvSpPr>
              <a:spLocks noChangeShapeType="1"/>
            </p:cNvSpPr>
            <p:nvPr/>
          </p:nvSpPr>
          <p:spPr bwMode="auto">
            <a:xfrm>
              <a:off x="819" y="2177"/>
              <a:ext cx="685"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2" name="Line 9">
              <a:extLst>
                <a:ext uri="{FF2B5EF4-FFF2-40B4-BE49-F238E27FC236}">
                  <a16:creationId xmlns:a16="http://schemas.microsoft.com/office/drawing/2014/main" id="{DD27B78F-F77B-629F-FDCE-65CA0E579F3B}"/>
                </a:ext>
              </a:extLst>
            </p:cNvPr>
            <p:cNvSpPr>
              <a:spLocks noChangeShapeType="1"/>
            </p:cNvSpPr>
            <p:nvPr/>
          </p:nvSpPr>
          <p:spPr bwMode="auto">
            <a:xfrm>
              <a:off x="1491" y="2171"/>
              <a:ext cx="101" cy="1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3" name="Line 10">
              <a:extLst>
                <a:ext uri="{FF2B5EF4-FFF2-40B4-BE49-F238E27FC236}">
                  <a16:creationId xmlns:a16="http://schemas.microsoft.com/office/drawing/2014/main" id="{4DCE3093-6611-996F-6307-DF5030CCC2E7}"/>
                </a:ext>
              </a:extLst>
            </p:cNvPr>
            <p:cNvSpPr>
              <a:spLocks noChangeShapeType="1"/>
            </p:cNvSpPr>
            <p:nvPr/>
          </p:nvSpPr>
          <p:spPr bwMode="auto">
            <a:xfrm rot="2761019">
              <a:off x="1613" y="2155"/>
              <a:ext cx="28" cy="16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4" name="Line 11">
              <a:extLst>
                <a:ext uri="{FF2B5EF4-FFF2-40B4-BE49-F238E27FC236}">
                  <a16:creationId xmlns:a16="http://schemas.microsoft.com/office/drawing/2014/main" id="{CDBF51FD-0F03-E81E-8944-06532456F89E}"/>
                </a:ext>
              </a:extLst>
            </p:cNvPr>
            <p:cNvSpPr>
              <a:spLocks noChangeShapeType="1"/>
            </p:cNvSpPr>
            <p:nvPr/>
          </p:nvSpPr>
          <p:spPr bwMode="auto">
            <a:xfrm>
              <a:off x="1669" y="2177"/>
              <a:ext cx="685"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5" name="Line 12">
              <a:extLst>
                <a:ext uri="{FF2B5EF4-FFF2-40B4-BE49-F238E27FC236}">
                  <a16:creationId xmlns:a16="http://schemas.microsoft.com/office/drawing/2014/main" id="{1455BCBE-1629-1197-F89D-387772E3D035}"/>
                </a:ext>
              </a:extLst>
            </p:cNvPr>
            <p:cNvSpPr>
              <a:spLocks noChangeShapeType="1"/>
            </p:cNvSpPr>
            <p:nvPr/>
          </p:nvSpPr>
          <p:spPr bwMode="auto">
            <a:xfrm>
              <a:off x="819" y="2186"/>
              <a:ext cx="263" cy="3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6" name="Line 13">
              <a:extLst>
                <a:ext uri="{FF2B5EF4-FFF2-40B4-BE49-F238E27FC236}">
                  <a16:creationId xmlns:a16="http://schemas.microsoft.com/office/drawing/2014/main" id="{E5A7DFBA-5C81-6076-2ED4-685661D21A7A}"/>
                </a:ext>
              </a:extLst>
            </p:cNvPr>
            <p:cNvSpPr>
              <a:spLocks noChangeShapeType="1"/>
            </p:cNvSpPr>
            <p:nvPr/>
          </p:nvSpPr>
          <p:spPr bwMode="auto">
            <a:xfrm flipH="1">
              <a:off x="2115" y="2186"/>
              <a:ext cx="244" cy="39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7" name="Line 14">
              <a:extLst>
                <a:ext uri="{FF2B5EF4-FFF2-40B4-BE49-F238E27FC236}">
                  <a16:creationId xmlns:a16="http://schemas.microsoft.com/office/drawing/2014/main" id="{69CAACED-E309-DE3B-3494-951F31EDBD5B}"/>
                </a:ext>
              </a:extLst>
            </p:cNvPr>
            <p:cNvSpPr>
              <a:spLocks noChangeShapeType="1"/>
            </p:cNvSpPr>
            <p:nvPr/>
          </p:nvSpPr>
          <p:spPr bwMode="auto">
            <a:xfrm>
              <a:off x="1083" y="2576"/>
              <a:ext cx="1031"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18" name="Text Box 15">
              <a:extLst>
                <a:ext uri="{FF2B5EF4-FFF2-40B4-BE49-F238E27FC236}">
                  <a16:creationId xmlns:a16="http://schemas.microsoft.com/office/drawing/2014/main" id="{9502AFF7-4004-D36A-F196-79B43682DAA7}"/>
                </a:ext>
              </a:extLst>
            </p:cNvPr>
            <p:cNvSpPr txBox="1">
              <a:spLocks noChangeArrowheads="1"/>
            </p:cNvSpPr>
            <p:nvPr/>
          </p:nvSpPr>
          <p:spPr bwMode="auto">
            <a:xfrm>
              <a:off x="1251" y="2300"/>
              <a:ext cx="737" cy="2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SM</a:t>
              </a:r>
            </a:p>
          </p:txBody>
        </p:sp>
        <p:sp>
          <p:nvSpPr>
            <p:cNvPr id="72719" name="AutoShape 16">
              <a:extLst>
                <a:ext uri="{FF2B5EF4-FFF2-40B4-BE49-F238E27FC236}">
                  <a16:creationId xmlns:a16="http://schemas.microsoft.com/office/drawing/2014/main" id="{BC5C4945-93FA-D875-285D-990B261F251D}"/>
                </a:ext>
              </a:extLst>
            </p:cNvPr>
            <p:cNvSpPr>
              <a:spLocks noChangeArrowheads="1"/>
            </p:cNvSpPr>
            <p:nvPr/>
          </p:nvSpPr>
          <p:spPr bwMode="auto">
            <a:xfrm>
              <a:off x="1598" y="1628"/>
              <a:ext cx="840" cy="288"/>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5400">
              <a:solidFill>
                <a:schemeClr val="tx1"/>
              </a:solidFill>
              <a:miter lim="800000"/>
              <a:headEnd/>
              <a:tailEnd/>
            </a:ln>
          </p:spPr>
          <p:txBody>
            <a:bodyPr wrap="none" anchor="ctr"/>
            <a:lstStyle/>
            <a:p>
              <a:endParaRPr lang="en-US"/>
            </a:p>
          </p:txBody>
        </p:sp>
        <p:sp>
          <p:nvSpPr>
            <p:cNvPr id="72720" name="Line 17">
              <a:extLst>
                <a:ext uri="{FF2B5EF4-FFF2-40B4-BE49-F238E27FC236}">
                  <a16:creationId xmlns:a16="http://schemas.microsoft.com/office/drawing/2014/main" id="{BE5F51CB-1008-823B-0128-F550EA24C885}"/>
                </a:ext>
              </a:extLst>
            </p:cNvPr>
            <p:cNvSpPr>
              <a:spLocks noChangeShapeType="1"/>
            </p:cNvSpPr>
            <p:nvPr/>
          </p:nvSpPr>
          <p:spPr bwMode="auto">
            <a:xfrm>
              <a:off x="1529" y="1208"/>
              <a:ext cx="0" cy="23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1" name="Line 18">
              <a:extLst>
                <a:ext uri="{FF2B5EF4-FFF2-40B4-BE49-F238E27FC236}">
                  <a16:creationId xmlns:a16="http://schemas.microsoft.com/office/drawing/2014/main" id="{DC073DC1-B7E4-ACE8-4F98-34EBA377C5C6}"/>
                </a:ext>
              </a:extLst>
            </p:cNvPr>
            <p:cNvSpPr>
              <a:spLocks noChangeShapeType="1"/>
            </p:cNvSpPr>
            <p:nvPr/>
          </p:nvSpPr>
          <p:spPr bwMode="auto">
            <a:xfrm>
              <a:off x="1520" y="1436"/>
              <a:ext cx="300"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2" name="Line 19">
              <a:extLst>
                <a:ext uri="{FF2B5EF4-FFF2-40B4-BE49-F238E27FC236}">
                  <a16:creationId xmlns:a16="http://schemas.microsoft.com/office/drawing/2014/main" id="{1327577D-257D-1C20-8225-6823AC2E3452}"/>
                </a:ext>
              </a:extLst>
            </p:cNvPr>
            <p:cNvSpPr>
              <a:spLocks noChangeShapeType="1"/>
            </p:cNvSpPr>
            <p:nvPr/>
          </p:nvSpPr>
          <p:spPr bwMode="auto">
            <a:xfrm>
              <a:off x="1817" y="1436"/>
              <a:ext cx="0" cy="19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23" name="Line 20">
              <a:extLst>
                <a:ext uri="{FF2B5EF4-FFF2-40B4-BE49-F238E27FC236}">
                  <a16:creationId xmlns:a16="http://schemas.microsoft.com/office/drawing/2014/main" id="{86F70B2D-0338-DC8A-D32D-965E9013CBE8}"/>
                </a:ext>
              </a:extLst>
            </p:cNvPr>
            <p:cNvSpPr>
              <a:spLocks noChangeShapeType="1"/>
            </p:cNvSpPr>
            <p:nvPr/>
          </p:nvSpPr>
          <p:spPr bwMode="auto">
            <a:xfrm>
              <a:off x="2153" y="1412"/>
              <a:ext cx="0" cy="215"/>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24" name="Line 21">
              <a:extLst>
                <a:ext uri="{FF2B5EF4-FFF2-40B4-BE49-F238E27FC236}">
                  <a16:creationId xmlns:a16="http://schemas.microsoft.com/office/drawing/2014/main" id="{44FB51F5-633F-6D78-0618-F718727C65CF}"/>
                </a:ext>
              </a:extLst>
            </p:cNvPr>
            <p:cNvSpPr>
              <a:spLocks noChangeShapeType="1"/>
            </p:cNvSpPr>
            <p:nvPr/>
          </p:nvSpPr>
          <p:spPr bwMode="auto">
            <a:xfrm flipV="1">
              <a:off x="2126" y="1484"/>
              <a:ext cx="45" cy="4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5" name="Text Box 22">
              <a:extLst>
                <a:ext uri="{FF2B5EF4-FFF2-40B4-BE49-F238E27FC236}">
                  <a16:creationId xmlns:a16="http://schemas.microsoft.com/office/drawing/2014/main" id="{4744EA7F-A533-8D9F-8D9B-4718AEEE5D1B}"/>
                </a:ext>
              </a:extLst>
            </p:cNvPr>
            <p:cNvSpPr txBox="1">
              <a:spLocks noChangeArrowheads="1"/>
            </p:cNvSpPr>
            <p:nvPr/>
          </p:nvSpPr>
          <p:spPr bwMode="auto">
            <a:xfrm>
              <a:off x="2201" y="1340"/>
              <a:ext cx="211"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0</a:t>
              </a:r>
            </a:p>
          </p:txBody>
        </p:sp>
        <p:sp>
          <p:nvSpPr>
            <p:cNvPr id="72726" name="Line 23">
              <a:extLst>
                <a:ext uri="{FF2B5EF4-FFF2-40B4-BE49-F238E27FC236}">
                  <a16:creationId xmlns:a16="http://schemas.microsoft.com/office/drawing/2014/main" id="{32AB9A4D-6612-0D02-83B4-914E57C690DB}"/>
                </a:ext>
              </a:extLst>
            </p:cNvPr>
            <p:cNvSpPr>
              <a:spLocks noChangeShapeType="1"/>
            </p:cNvSpPr>
            <p:nvPr/>
          </p:nvSpPr>
          <p:spPr bwMode="auto">
            <a:xfrm flipV="1">
              <a:off x="1788" y="1475"/>
              <a:ext cx="45" cy="4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27" name="Line 24">
              <a:extLst>
                <a:ext uri="{FF2B5EF4-FFF2-40B4-BE49-F238E27FC236}">
                  <a16:creationId xmlns:a16="http://schemas.microsoft.com/office/drawing/2014/main" id="{0320ADE2-801D-2ED4-410F-7490DB99B45D}"/>
                </a:ext>
              </a:extLst>
            </p:cNvPr>
            <p:cNvSpPr>
              <a:spLocks noChangeShapeType="1"/>
            </p:cNvSpPr>
            <p:nvPr/>
          </p:nvSpPr>
          <p:spPr bwMode="auto">
            <a:xfrm>
              <a:off x="2009" y="1916"/>
              <a:ext cx="0" cy="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28" name="Text Box 25">
              <a:extLst>
                <a:ext uri="{FF2B5EF4-FFF2-40B4-BE49-F238E27FC236}">
                  <a16:creationId xmlns:a16="http://schemas.microsoft.com/office/drawing/2014/main" id="{DCCEA1FE-7676-CD0E-D6E4-37883C0C079B}"/>
                </a:ext>
              </a:extLst>
            </p:cNvPr>
            <p:cNvSpPr txBox="1">
              <a:spLocks noChangeArrowheads="1"/>
            </p:cNvSpPr>
            <p:nvPr/>
          </p:nvSpPr>
          <p:spPr bwMode="auto">
            <a:xfrm>
              <a:off x="1653" y="1687"/>
              <a:ext cx="737"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MUX</a:t>
              </a:r>
            </a:p>
          </p:txBody>
        </p:sp>
        <p:sp>
          <p:nvSpPr>
            <p:cNvPr id="72729" name="Line 26">
              <a:extLst>
                <a:ext uri="{FF2B5EF4-FFF2-40B4-BE49-F238E27FC236}">
                  <a16:creationId xmlns:a16="http://schemas.microsoft.com/office/drawing/2014/main" id="{D1556095-EAD2-31EB-0537-2938DDF34EC9}"/>
                </a:ext>
              </a:extLst>
            </p:cNvPr>
            <p:cNvSpPr>
              <a:spLocks noChangeShapeType="1"/>
            </p:cNvSpPr>
            <p:nvPr/>
          </p:nvSpPr>
          <p:spPr bwMode="auto">
            <a:xfrm>
              <a:off x="4353" y="909"/>
              <a:ext cx="0" cy="28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0" name="Line 27">
              <a:extLst>
                <a:ext uri="{FF2B5EF4-FFF2-40B4-BE49-F238E27FC236}">
                  <a16:creationId xmlns:a16="http://schemas.microsoft.com/office/drawing/2014/main" id="{F6CE626C-D28D-BA0F-6D18-726324F38223}"/>
                </a:ext>
              </a:extLst>
            </p:cNvPr>
            <p:cNvSpPr>
              <a:spLocks noChangeShapeType="1"/>
            </p:cNvSpPr>
            <p:nvPr/>
          </p:nvSpPr>
          <p:spPr bwMode="auto">
            <a:xfrm flipH="1">
              <a:off x="2337" y="1772"/>
              <a:ext cx="2113" cy="1"/>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31" name="Line 28">
              <a:extLst>
                <a:ext uri="{FF2B5EF4-FFF2-40B4-BE49-F238E27FC236}">
                  <a16:creationId xmlns:a16="http://schemas.microsoft.com/office/drawing/2014/main" id="{81B1F819-DDD8-DF8C-9EAB-F9E86DFDCE7D}"/>
                </a:ext>
              </a:extLst>
            </p:cNvPr>
            <p:cNvSpPr>
              <a:spLocks noChangeShapeType="1"/>
            </p:cNvSpPr>
            <p:nvPr/>
          </p:nvSpPr>
          <p:spPr bwMode="auto">
            <a:xfrm>
              <a:off x="4449" y="1195"/>
              <a:ext cx="0" cy="57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2" name="Line 29">
              <a:extLst>
                <a:ext uri="{FF2B5EF4-FFF2-40B4-BE49-F238E27FC236}">
                  <a16:creationId xmlns:a16="http://schemas.microsoft.com/office/drawing/2014/main" id="{A16141B8-083C-4C76-B674-5D7931B901EC}"/>
                </a:ext>
              </a:extLst>
            </p:cNvPr>
            <p:cNvSpPr>
              <a:spLocks noChangeShapeType="1"/>
            </p:cNvSpPr>
            <p:nvPr/>
          </p:nvSpPr>
          <p:spPr bwMode="auto">
            <a:xfrm>
              <a:off x="1570" y="2566"/>
              <a:ext cx="0" cy="286"/>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3756" name="Rectangle 30">
              <a:extLst>
                <a:ext uri="{FF2B5EF4-FFF2-40B4-BE49-F238E27FC236}">
                  <a16:creationId xmlns:a16="http://schemas.microsoft.com/office/drawing/2014/main" id="{C7CE47E0-5CDB-45EB-B32F-0C5A3390568F}"/>
                </a:ext>
              </a:extLst>
            </p:cNvPr>
            <p:cNvSpPr>
              <a:spLocks noChangeArrowheads="1"/>
            </p:cNvSpPr>
            <p:nvPr/>
          </p:nvSpPr>
          <p:spPr bwMode="auto">
            <a:xfrm>
              <a:off x="840" y="2853"/>
              <a:ext cx="1618" cy="294"/>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000">
                  <a:latin typeface="Arial" charset="0"/>
                  <a:cs typeface="Arial" charset="0"/>
                  <a:sym typeface="Symbol" pitchFamily="18" charset="2"/>
                </a:rPr>
                <a:t></a:t>
              </a:r>
              <a:r>
                <a:rPr lang="en-US" sz="2000">
                  <a:latin typeface="Arial" charset="0"/>
                  <a:cs typeface="Arial" charset="0"/>
                </a:rPr>
                <a:t> Acc</a:t>
              </a:r>
            </a:p>
          </p:txBody>
        </p:sp>
        <p:sp>
          <p:nvSpPr>
            <p:cNvPr id="72734" name="Line 31">
              <a:extLst>
                <a:ext uri="{FF2B5EF4-FFF2-40B4-BE49-F238E27FC236}">
                  <a16:creationId xmlns:a16="http://schemas.microsoft.com/office/drawing/2014/main" id="{212E2798-414B-6995-D1FC-C809809104F6}"/>
                </a:ext>
              </a:extLst>
            </p:cNvPr>
            <p:cNvSpPr>
              <a:spLocks noChangeShapeType="1"/>
            </p:cNvSpPr>
            <p:nvPr/>
          </p:nvSpPr>
          <p:spPr bwMode="auto">
            <a:xfrm>
              <a:off x="1577" y="3130"/>
              <a:ext cx="0" cy="2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5" name="Line 32">
              <a:extLst>
                <a:ext uri="{FF2B5EF4-FFF2-40B4-BE49-F238E27FC236}">
                  <a16:creationId xmlns:a16="http://schemas.microsoft.com/office/drawing/2014/main" id="{8DC2A501-73A9-BAC7-CFA5-4AE583CA4EC8}"/>
                </a:ext>
              </a:extLst>
            </p:cNvPr>
            <p:cNvSpPr>
              <a:spLocks noChangeShapeType="1"/>
            </p:cNvSpPr>
            <p:nvPr/>
          </p:nvSpPr>
          <p:spPr bwMode="auto">
            <a:xfrm>
              <a:off x="577" y="3381"/>
              <a:ext cx="990"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6" name="Line 33">
              <a:extLst>
                <a:ext uri="{FF2B5EF4-FFF2-40B4-BE49-F238E27FC236}">
                  <a16:creationId xmlns:a16="http://schemas.microsoft.com/office/drawing/2014/main" id="{DE6B8F30-A8DA-4122-12E4-24B2AE24EABC}"/>
                </a:ext>
              </a:extLst>
            </p:cNvPr>
            <p:cNvSpPr>
              <a:spLocks noChangeShapeType="1"/>
            </p:cNvSpPr>
            <p:nvPr/>
          </p:nvSpPr>
          <p:spPr bwMode="auto">
            <a:xfrm flipV="1">
              <a:off x="569" y="1908"/>
              <a:ext cx="0" cy="14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7" name="Line 34">
              <a:extLst>
                <a:ext uri="{FF2B5EF4-FFF2-40B4-BE49-F238E27FC236}">
                  <a16:creationId xmlns:a16="http://schemas.microsoft.com/office/drawing/2014/main" id="{CB42DF44-7967-BBFF-0606-70D849DF45E0}"/>
                </a:ext>
              </a:extLst>
            </p:cNvPr>
            <p:cNvSpPr>
              <a:spLocks noChangeShapeType="1"/>
            </p:cNvSpPr>
            <p:nvPr/>
          </p:nvSpPr>
          <p:spPr bwMode="auto">
            <a:xfrm>
              <a:off x="569" y="1916"/>
              <a:ext cx="524"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38" name="Line 35">
              <a:extLst>
                <a:ext uri="{FF2B5EF4-FFF2-40B4-BE49-F238E27FC236}">
                  <a16:creationId xmlns:a16="http://schemas.microsoft.com/office/drawing/2014/main" id="{2872A123-018E-E2F7-C72F-55D3A820EDA8}"/>
                </a:ext>
              </a:extLst>
            </p:cNvPr>
            <p:cNvSpPr>
              <a:spLocks noChangeShapeType="1"/>
            </p:cNvSpPr>
            <p:nvPr/>
          </p:nvSpPr>
          <p:spPr bwMode="auto">
            <a:xfrm>
              <a:off x="1097" y="1916"/>
              <a:ext cx="0" cy="26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3762" name="Rectangle 36">
              <a:extLst>
                <a:ext uri="{FF2B5EF4-FFF2-40B4-BE49-F238E27FC236}">
                  <a16:creationId xmlns:a16="http://schemas.microsoft.com/office/drawing/2014/main" id="{B96BC9E4-D37B-422F-AA87-C0CF4A2132FD}"/>
                </a:ext>
              </a:extLst>
            </p:cNvPr>
            <p:cNvSpPr>
              <a:spLocks noChangeArrowheads="1"/>
            </p:cNvSpPr>
            <p:nvPr/>
          </p:nvSpPr>
          <p:spPr bwMode="auto">
            <a:xfrm>
              <a:off x="2901" y="2188"/>
              <a:ext cx="944" cy="25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2000">
                  <a:latin typeface="Arial" charset="0"/>
                  <a:cs typeface="Arial" charset="0"/>
                </a:rPr>
                <a:t>CT</a:t>
              </a:r>
            </a:p>
          </p:txBody>
        </p:sp>
        <p:sp>
          <p:nvSpPr>
            <p:cNvPr id="72740" name="Line 37">
              <a:extLst>
                <a:ext uri="{FF2B5EF4-FFF2-40B4-BE49-F238E27FC236}">
                  <a16:creationId xmlns:a16="http://schemas.microsoft.com/office/drawing/2014/main" id="{379D9FF4-2C58-5794-5B01-A5F01FD99310}"/>
                </a:ext>
              </a:extLst>
            </p:cNvPr>
            <p:cNvSpPr>
              <a:spLocks noChangeShapeType="1"/>
            </p:cNvSpPr>
            <p:nvPr/>
          </p:nvSpPr>
          <p:spPr bwMode="auto">
            <a:xfrm>
              <a:off x="1518" y="668"/>
              <a:ext cx="0" cy="24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41" name="Line 38">
              <a:extLst>
                <a:ext uri="{FF2B5EF4-FFF2-40B4-BE49-F238E27FC236}">
                  <a16:creationId xmlns:a16="http://schemas.microsoft.com/office/drawing/2014/main" id="{5F75400E-914B-CACD-C9FF-9FD62A1DF955}"/>
                </a:ext>
              </a:extLst>
            </p:cNvPr>
            <p:cNvSpPr>
              <a:spLocks noChangeShapeType="1"/>
            </p:cNvSpPr>
            <p:nvPr/>
          </p:nvSpPr>
          <p:spPr bwMode="auto">
            <a:xfrm>
              <a:off x="3801" y="662"/>
              <a:ext cx="0" cy="24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42" name="Line 39">
              <a:extLst>
                <a:ext uri="{FF2B5EF4-FFF2-40B4-BE49-F238E27FC236}">
                  <a16:creationId xmlns:a16="http://schemas.microsoft.com/office/drawing/2014/main" id="{E37389EE-A7B4-AB3C-0836-DA83849EDA40}"/>
                </a:ext>
              </a:extLst>
            </p:cNvPr>
            <p:cNvSpPr>
              <a:spLocks noChangeShapeType="1"/>
            </p:cNvSpPr>
            <p:nvPr/>
          </p:nvSpPr>
          <p:spPr bwMode="auto">
            <a:xfrm>
              <a:off x="1245" y="743"/>
              <a:ext cx="253" cy="1"/>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43" name="Line 40">
              <a:extLst>
                <a:ext uri="{FF2B5EF4-FFF2-40B4-BE49-F238E27FC236}">
                  <a16:creationId xmlns:a16="http://schemas.microsoft.com/office/drawing/2014/main" id="{1805027A-08D2-6AE3-60D9-85F7B30C7ECA}"/>
                </a:ext>
              </a:extLst>
            </p:cNvPr>
            <p:cNvSpPr>
              <a:spLocks noChangeShapeType="1"/>
            </p:cNvSpPr>
            <p:nvPr/>
          </p:nvSpPr>
          <p:spPr bwMode="auto">
            <a:xfrm>
              <a:off x="429" y="3300"/>
              <a:ext cx="518"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44" name="Line 41">
              <a:extLst>
                <a:ext uri="{FF2B5EF4-FFF2-40B4-BE49-F238E27FC236}">
                  <a16:creationId xmlns:a16="http://schemas.microsoft.com/office/drawing/2014/main" id="{36480AAE-5DBD-C899-6BB9-6FAC9017FFB9}"/>
                </a:ext>
              </a:extLst>
            </p:cNvPr>
            <p:cNvSpPr>
              <a:spLocks noChangeShapeType="1"/>
            </p:cNvSpPr>
            <p:nvPr/>
          </p:nvSpPr>
          <p:spPr bwMode="auto">
            <a:xfrm flipV="1">
              <a:off x="949" y="3156"/>
              <a:ext cx="0" cy="144"/>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45" name="Text Box 42">
              <a:extLst>
                <a:ext uri="{FF2B5EF4-FFF2-40B4-BE49-F238E27FC236}">
                  <a16:creationId xmlns:a16="http://schemas.microsoft.com/office/drawing/2014/main" id="{F3CCC5E5-ACBA-4C7E-7A43-C587564D5A11}"/>
                </a:ext>
              </a:extLst>
            </p:cNvPr>
            <p:cNvSpPr txBox="1">
              <a:spLocks noChangeArrowheads="1"/>
            </p:cNvSpPr>
            <p:nvPr/>
          </p:nvSpPr>
          <p:spPr bwMode="auto">
            <a:xfrm>
              <a:off x="191" y="3051"/>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y1</a:t>
              </a:r>
            </a:p>
          </p:txBody>
        </p:sp>
        <p:sp>
          <p:nvSpPr>
            <p:cNvPr id="72746" name="Text Box 43">
              <a:extLst>
                <a:ext uri="{FF2B5EF4-FFF2-40B4-BE49-F238E27FC236}">
                  <a16:creationId xmlns:a16="http://schemas.microsoft.com/office/drawing/2014/main" id="{9413C466-EC66-4956-11B2-8854DAEE8312}"/>
                </a:ext>
              </a:extLst>
            </p:cNvPr>
            <p:cNvSpPr txBox="1">
              <a:spLocks noChangeArrowheads="1"/>
            </p:cNvSpPr>
            <p:nvPr/>
          </p:nvSpPr>
          <p:spPr bwMode="auto">
            <a:xfrm>
              <a:off x="2835" y="2655"/>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y1</a:t>
              </a:r>
            </a:p>
          </p:txBody>
        </p:sp>
        <p:sp>
          <p:nvSpPr>
            <p:cNvPr id="72747" name="Line 44">
              <a:extLst>
                <a:ext uri="{FF2B5EF4-FFF2-40B4-BE49-F238E27FC236}">
                  <a16:creationId xmlns:a16="http://schemas.microsoft.com/office/drawing/2014/main" id="{5800DB42-F9A1-AE32-C451-3307BED603BB}"/>
                </a:ext>
              </a:extLst>
            </p:cNvPr>
            <p:cNvSpPr>
              <a:spLocks noChangeShapeType="1"/>
            </p:cNvSpPr>
            <p:nvPr/>
          </p:nvSpPr>
          <p:spPr bwMode="auto">
            <a:xfrm flipV="1">
              <a:off x="3157" y="2444"/>
              <a:ext cx="0" cy="313"/>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48" name="Line 45">
              <a:extLst>
                <a:ext uri="{FF2B5EF4-FFF2-40B4-BE49-F238E27FC236}">
                  <a16:creationId xmlns:a16="http://schemas.microsoft.com/office/drawing/2014/main" id="{43CB81F4-7611-9346-5C77-D62BC993F0EA}"/>
                </a:ext>
              </a:extLst>
            </p:cNvPr>
            <p:cNvSpPr>
              <a:spLocks noChangeShapeType="1"/>
            </p:cNvSpPr>
            <p:nvPr/>
          </p:nvSpPr>
          <p:spPr bwMode="auto">
            <a:xfrm flipV="1">
              <a:off x="3109" y="2591"/>
              <a:ext cx="105"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49" name="Line 46">
              <a:extLst>
                <a:ext uri="{FF2B5EF4-FFF2-40B4-BE49-F238E27FC236}">
                  <a16:creationId xmlns:a16="http://schemas.microsoft.com/office/drawing/2014/main" id="{D0C91561-B4EC-6E68-D321-4BE1309ED8EF}"/>
                </a:ext>
              </a:extLst>
            </p:cNvPr>
            <p:cNvSpPr>
              <a:spLocks noChangeShapeType="1"/>
            </p:cNvSpPr>
            <p:nvPr/>
          </p:nvSpPr>
          <p:spPr bwMode="auto">
            <a:xfrm flipV="1">
              <a:off x="3755" y="719"/>
              <a:ext cx="105"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0" name="Line 47">
              <a:extLst>
                <a:ext uri="{FF2B5EF4-FFF2-40B4-BE49-F238E27FC236}">
                  <a16:creationId xmlns:a16="http://schemas.microsoft.com/office/drawing/2014/main" id="{DC55FC70-663D-75F5-8E9A-4B3480574EA6}"/>
                </a:ext>
              </a:extLst>
            </p:cNvPr>
            <p:cNvSpPr>
              <a:spLocks noChangeShapeType="1"/>
            </p:cNvSpPr>
            <p:nvPr/>
          </p:nvSpPr>
          <p:spPr bwMode="auto">
            <a:xfrm flipV="1">
              <a:off x="1479" y="753"/>
              <a:ext cx="105"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1" name="Line 48">
              <a:extLst>
                <a:ext uri="{FF2B5EF4-FFF2-40B4-BE49-F238E27FC236}">
                  <a16:creationId xmlns:a16="http://schemas.microsoft.com/office/drawing/2014/main" id="{CA21EE54-9730-8476-09FA-0EAEE19272CF}"/>
                </a:ext>
              </a:extLst>
            </p:cNvPr>
            <p:cNvSpPr>
              <a:spLocks noChangeShapeType="1"/>
            </p:cNvSpPr>
            <p:nvPr/>
          </p:nvSpPr>
          <p:spPr bwMode="auto">
            <a:xfrm flipV="1">
              <a:off x="1487" y="1299"/>
              <a:ext cx="105"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2" name="Line 49">
              <a:extLst>
                <a:ext uri="{FF2B5EF4-FFF2-40B4-BE49-F238E27FC236}">
                  <a16:creationId xmlns:a16="http://schemas.microsoft.com/office/drawing/2014/main" id="{13E78E6D-7370-96BC-235B-FA81E15051F2}"/>
                </a:ext>
              </a:extLst>
            </p:cNvPr>
            <p:cNvSpPr>
              <a:spLocks noChangeShapeType="1"/>
            </p:cNvSpPr>
            <p:nvPr/>
          </p:nvSpPr>
          <p:spPr bwMode="auto">
            <a:xfrm flipV="1">
              <a:off x="1523" y="2643"/>
              <a:ext cx="105"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3" name="Line 50">
              <a:extLst>
                <a:ext uri="{FF2B5EF4-FFF2-40B4-BE49-F238E27FC236}">
                  <a16:creationId xmlns:a16="http://schemas.microsoft.com/office/drawing/2014/main" id="{27D88B9F-FDA2-719C-3D5E-6C6F4286028D}"/>
                </a:ext>
              </a:extLst>
            </p:cNvPr>
            <p:cNvSpPr>
              <a:spLocks noChangeShapeType="1"/>
            </p:cNvSpPr>
            <p:nvPr/>
          </p:nvSpPr>
          <p:spPr bwMode="auto">
            <a:xfrm flipV="1">
              <a:off x="1971" y="1994"/>
              <a:ext cx="105"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4" name="Line 51">
              <a:extLst>
                <a:ext uri="{FF2B5EF4-FFF2-40B4-BE49-F238E27FC236}">
                  <a16:creationId xmlns:a16="http://schemas.microsoft.com/office/drawing/2014/main" id="{A00C33B2-4A7B-61AE-9F3E-7EC189E3AD22}"/>
                </a:ext>
              </a:extLst>
            </p:cNvPr>
            <p:cNvSpPr>
              <a:spLocks noChangeShapeType="1"/>
            </p:cNvSpPr>
            <p:nvPr/>
          </p:nvSpPr>
          <p:spPr bwMode="auto">
            <a:xfrm flipV="1">
              <a:off x="527" y="2469"/>
              <a:ext cx="105" cy="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55" name="Line 52">
              <a:extLst>
                <a:ext uri="{FF2B5EF4-FFF2-40B4-BE49-F238E27FC236}">
                  <a16:creationId xmlns:a16="http://schemas.microsoft.com/office/drawing/2014/main" id="{AF1977A6-AA74-6564-CA0D-51C775120C21}"/>
                </a:ext>
              </a:extLst>
            </p:cNvPr>
            <p:cNvSpPr>
              <a:spLocks noChangeShapeType="1"/>
            </p:cNvSpPr>
            <p:nvPr/>
          </p:nvSpPr>
          <p:spPr bwMode="auto">
            <a:xfrm>
              <a:off x="2927" y="2684"/>
              <a:ext cx="230" cy="1"/>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56" name="Text Box 53">
              <a:extLst>
                <a:ext uri="{FF2B5EF4-FFF2-40B4-BE49-F238E27FC236}">
                  <a16:creationId xmlns:a16="http://schemas.microsoft.com/office/drawing/2014/main" id="{04FAB2CC-A554-D643-6CF9-1C85BFEEF311}"/>
                </a:ext>
              </a:extLst>
            </p:cNvPr>
            <p:cNvSpPr txBox="1">
              <a:spLocks noChangeArrowheads="1"/>
            </p:cNvSpPr>
            <p:nvPr/>
          </p:nvSpPr>
          <p:spPr bwMode="auto">
            <a:xfrm>
              <a:off x="3147" y="2522"/>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n</a:t>
              </a:r>
            </a:p>
          </p:txBody>
        </p:sp>
        <p:sp>
          <p:nvSpPr>
            <p:cNvPr id="72757" name="Line 54">
              <a:extLst>
                <a:ext uri="{FF2B5EF4-FFF2-40B4-BE49-F238E27FC236}">
                  <a16:creationId xmlns:a16="http://schemas.microsoft.com/office/drawing/2014/main" id="{55C30D21-9887-11BE-CFF5-37004835D35D}"/>
                </a:ext>
              </a:extLst>
            </p:cNvPr>
            <p:cNvSpPr>
              <a:spLocks noChangeShapeType="1"/>
            </p:cNvSpPr>
            <p:nvPr/>
          </p:nvSpPr>
          <p:spPr bwMode="auto">
            <a:xfrm flipV="1">
              <a:off x="365" y="3017"/>
              <a:ext cx="466" cy="3"/>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58" name="Line 55">
              <a:extLst>
                <a:ext uri="{FF2B5EF4-FFF2-40B4-BE49-F238E27FC236}">
                  <a16:creationId xmlns:a16="http://schemas.microsoft.com/office/drawing/2014/main" id="{CADFE3C6-F35A-3399-BEEB-1A9D44140DD7}"/>
                </a:ext>
              </a:extLst>
            </p:cNvPr>
            <p:cNvSpPr>
              <a:spLocks noChangeShapeType="1"/>
            </p:cNvSpPr>
            <p:nvPr/>
          </p:nvSpPr>
          <p:spPr bwMode="auto">
            <a:xfrm flipV="1">
              <a:off x="2667" y="1042"/>
              <a:ext cx="253" cy="1"/>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59" name="Text Box 56">
              <a:extLst>
                <a:ext uri="{FF2B5EF4-FFF2-40B4-BE49-F238E27FC236}">
                  <a16:creationId xmlns:a16="http://schemas.microsoft.com/office/drawing/2014/main" id="{29FF9868-D9F9-0F8B-041D-DA8AE5EF0E39}"/>
                </a:ext>
              </a:extLst>
            </p:cNvPr>
            <p:cNvSpPr txBox="1">
              <a:spLocks noChangeArrowheads="1"/>
            </p:cNvSpPr>
            <p:nvPr/>
          </p:nvSpPr>
          <p:spPr bwMode="auto">
            <a:xfrm>
              <a:off x="2907" y="1344"/>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y3</a:t>
              </a:r>
            </a:p>
          </p:txBody>
        </p:sp>
        <p:sp>
          <p:nvSpPr>
            <p:cNvPr id="72760" name="Text Box 57">
              <a:extLst>
                <a:ext uri="{FF2B5EF4-FFF2-40B4-BE49-F238E27FC236}">
                  <a16:creationId xmlns:a16="http://schemas.microsoft.com/office/drawing/2014/main" id="{443E369A-FF9E-F56E-608A-C01A84167A31}"/>
                </a:ext>
              </a:extLst>
            </p:cNvPr>
            <p:cNvSpPr txBox="1">
              <a:spLocks noChangeArrowheads="1"/>
            </p:cNvSpPr>
            <p:nvPr/>
          </p:nvSpPr>
          <p:spPr bwMode="auto">
            <a:xfrm>
              <a:off x="181" y="2780"/>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y3</a:t>
              </a:r>
            </a:p>
          </p:txBody>
        </p:sp>
        <p:sp>
          <p:nvSpPr>
            <p:cNvPr id="72761" name="Line 58">
              <a:extLst>
                <a:ext uri="{FF2B5EF4-FFF2-40B4-BE49-F238E27FC236}">
                  <a16:creationId xmlns:a16="http://schemas.microsoft.com/office/drawing/2014/main" id="{D7C52E6D-780F-F56F-6A66-2BD5D8D91C43}"/>
                </a:ext>
              </a:extLst>
            </p:cNvPr>
            <p:cNvSpPr>
              <a:spLocks noChangeShapeType="1"/>
            </p:cNvSpPr>
            <p:nvPr/>
          </p:nvSpPr>
          <p:spPr bwMode="auto">
            <a:xfrm flipV="1">
              <a:off x="3664" y="2441"/>
              <a:ext cx="0" cy="24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62" name="Text Box 59">
              <a:extLst>
                <a:ext uri="{FF2B5EF4-FFF2-40B4-BE49-F238E27FC236}">
                  <a16:creationId xmlns:a16="http://schemas.microsoft.com/office/drawing/2014/main" id="{2F289813-BB37-51BF-B24E-D89342DE0A8B}"/>
                </a:ext>
              </a:extLst>
            </p:cNvPr>
            <p:cNvSpPr txBox="1">
              <a:spLocks noChangeArrowheads="1"/>
            </p:cNvSpPr>
            <p:nvPr/>
          </p:nvSpPr>
          <p:spPr bwMode="auto">
            <a:xfrm>
              <a:off x="3541" y="2245"/>
              <a:ext cx="263"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a:t>
              </a:r>
              <a:endParaRPr lang="en-US" altLang="en-US" sz="1600"/>
            </a:p>
          </p:txBody>
        </p:sp>
        <p:sp>
          <p:nvSpPr>
            <p:cNvPr id="72763" name="Text Box 60">
              <a:extLst>
                <a:ext uri="{FF2B5EF4-FFF2-40B4-BE49-F238E27FC236}">
                  <a16:creationId xmlns:a16="http://schemas.microsoft.com/office/drawing/2014/main" id="{65B41C58-6350-F3D9-F748-F91A8F92E635}"/>
                </a:ext>
              </a:extLst>
            </p:cNvPr>
            <p:cNvSpPr txBox="1">
              <a:spLocks noChangeArrowheads="1"/>
            </p:cNvSpPr>
            <p:nvPr/>
          </p:nvSpPr>
          <p:spPr bwMode="auto">
            <a:xfrm>
              <a:off x="3723" y="2524"/>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y3</a:t>
              </a:r>
            </a:p>
          </p:txBody>
        </p:sp>
        <p:sp>
          <p:nvSpPr>
            <p:cNvPr id="72764" name="Line 61">
              <a:extLst>
                <a:ext uri="{FF2B5EF4-FFF2-40B4-BE49-F238E27FC236}">
                  <a16:creationId xmlns:a16="http://schemas.microsoft.com/office/drawing/2014/main" id="{FF3C5B94-7838-2E16-4601-625F5F32ABE6}"/>
                </a:ext>
              </a:extLst>
            </p:cNvPr>
            <p:cNvSpPr>
              <a:spLocks noChangeShapeType="1"/>
            </p:cNvSpPr>
            <p:nvPr/>
          </p:nvSpPr>
          <p:spPr bwMode="auto">
            <a:xfrm>
              <a:off x="1280" y="2747"/>
              <a:ext cx="298" cy="1"/>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65" name="Text Box 62">
              <a:extLst>
                <a:ext uri="{FF2B5EF4-FFF2-40B4-BE49-F238E27FC236}">
                  <a16:creationId xmlns:a16="http://schemas.microsoft.com/office/drawing/2014/main" id="{ADEFDA0E-0B1D-EFB6-8D39-B1CAA10837C0}"/>
                </a:ext>
              </a:extLst>
            </p:cNvPr>
            <p:cNvSpPr txBox="1">
              <a:spLocks noChangeArrowheads="1"/>
            </p:cNvSpPr>
            <p:nvPr/>
          </p:nvSpPr>
          <p:spPr bwMode="auto">
            <a:xfrm>
              <a:off x="1034" y="2594"/>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y2</a:t>
              </a:r>
            </a:p>
          </p:txBody>
        </p:sp>
        <p:sp>
          <p:nvSpPr>
            <p:cNvPr id="72766" name="Line 63">
              <a:extLst>
                <a:ext uri="{FF2B5EF4-FFF2-40B4-BE49-F238E27FC236}">
                  <a16:creationId xmlns:a16="http://schemas.microsoft.com/office/drawing/2014/main" id="{414042E6-1217-2FEF-EF8B-D71D364DA7C4}"/>
                </a:ext>
              </a:extLst>
            </p:cNvPr>
            <p:cNvSpPr>
              <a:spLocks noChangeShapeType="1"/>
            </p:cNvSpPr>
            <p:nvPr/>
          </p:nvSpPr>
          <p:spPr bwMode="auto">
            <a:xfrm>
              <a:off x="2103" y="1406"/>
              <a:ext cx="100" cy="1"/>
            </a:xfrm>
            <a:prstGeom prst="line">
              <a:avLst/>
            </a:prstGeom>
            <a:noFill/>
            <a:ln w="412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67" name="AutoShape 64">
              <a:extLst>
                <a:ext uri="{FF2B5EF4-FFF2-40B4-BE49-F238E27FC236}">
                  <a16:creationId xmlns:a16="http://schemas.microsoft.com/office/drawing/2014/main" id="{B27382B7-96F1-E8FC-30F2-FAE945345A4E}"/>
                </a:ext>
              </a:extLst>
            </p:cNvPr>
            <p:cNvSpPr>
              <a:spLocks noChangeArrowheads="1"/>
            </p:cNvSpPr>
            <p:nvPr/>
          </p:nvSpPr>
          <p:spPr bwMode="auto">
            <a:xfrm flipH="1">
              <a:off x="3949" y="1876"/>
              <a:ext cx="299" cy="318"/>
            </a:xfrm>
            <a:prstGeom prst="moon">
              <a:avLst>
                <a:gd name="adj" fmla="val 84819"/>
              </a:avLst>
            </a:prstGeom>
            <a:noFill/>
            <a:ln w="222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72768" name="Line 65">
              <a:extLst>
                <a:ext uri="{FF2B5EF4-FFF2-40B4-BE49-F238E27FC236}">
                  <a16:creationId xmlns:a16="http://schemas.microsoft.com/office/drawing/2014/main" id="{4D83E6AE-1392-A961-EF73-1C30EA04E14A}"/>
                </a:ext>
              </a:extLst>
            </p:cNvPr>
            <p:cNvSpPr>
              <a:spLocks noChangeShapeType="1"/>
            </p:cNvSpPr>
            <p:nvPr/>
          </p:nvSpPr>
          <p:spPr bwMode="auto">
            <a:xfrm flipV="1">
              <a:off x="3647" y="2095"/>
              <a:ext cx="0" cy="9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69" name="Line 66">
              <a:extLst>
                <a:ext uri="{FF2B5EF4-FFF2-40B4-BE49-F238E27FC236}">
                  <a16:creationId xmlns:a16="http://schemas.microsoft.com/office/drawing/2014/main" id="{4A5694BD-152A-0969-1EB9-B31E22C00D7B}"/>
                </a:ext>
              </a:extLst>
            </p:cNvPr>
            <p:cNvSpPr>
              <a:spLocks noChangeShapeType="1"/>
            </p:cNvSpPr>
            <p:nvPr/>
          </p:nvSpPr>
          <p:spPr bwMode="auto">
            <a:xfrm flipV="1">
              <a:off x="3045" y="1951"/>
              <a:ext cx="0" cy="234"/>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70" name="Line 67">
              <a:extLst>
                <a:ext uri="{FF2B5EF4-FFF2-40B4-BE49-F238E27FC236}">
                  <a16:creationId xmlns:a16="http://schemas.microsoft.com/office/drawing/2014/main" id="{05843C04-5911-2FBC-0C8E-02A46CB727EE}"/>
                </a:ext>
              </a:extLst>
            </p:cNvPr>
            <p:cNvSpPr>
              <a:spLocks noChangeShapeType="1"/>
            </p:cNvSpPr>
            <p:nvPr/>
          </p:nvSpPr>
          <p:spPr bwMode="auto">
            <a:xfrm>
              <a:off x="3043" y="1943"/>
              <a:ext cx="939"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71" name="Line 68">
              <a:extLst>
                <a:ext uri="{FF2B5EF4-FFF2-40B4-BE49-F238E27FC236}">
                  <a16:creationId xmlns:a16="http://schemas.microsoft.com/office/drawing/2014/main" id="{FDC95274-E393-A02C-F85B-7D4E2576180A}"/>
                </a:ext>
              </a:extLst>
            </p:cNvPr>
            <p:cNvSpPr>
              <a:spLocks noChangeShapeType="1"/>
            </p:cNvSpPr>
            <p:nvPr/>
          </p:nvSpPr>
          <p:spPr bwMode="auto">
            <a:xfrm>
              <a:off x="3647" y="2095"/>
              <a:ext cx="348" cy="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72" name="Line 69">
              <a:extLst>
                <a:ext uri="{FF2B5EF4-FFF2-40B4-BE49-F238E27FC236}">
                  <a16:creationId xmlns:a16="http://schemas.microsoft.com/office/drawing/2014/main" id="{937F0B64-F1F0-C7B8-52A5-F4E807D5D6F4}"/>
                </a:ext>
              </a:extLst>
            </p:cNvPr>
            <p:cNvSpPr>
              <a:spLocks noChangeShapeType="1"/>
            </p:cNvSpPr>
            <p:nvPr/>
          </p:nvSpPr>
          <p:spPr bwMode="auto">
            <a:xfrm>
              <a:off x="3575" y="1959"/>
              <a:ext cx="0" cy="136"/>
            </a:xfrm>
            <a:prstGeom prst="line">
              <a:avLst/>
            </a:prstGeom>
            <a:noFill/>
            <a:ln w="222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72773" name="Oval 70">
              <a:extLst>
                <a:ext uri="{FF2B5EF4-FFF2-40B4-BE49-F238E27FC236}">
                  <a16:creationId xmlns:a16="http://schemas.microsoft.com/office/drawing/2014/main" id="{2E34A0A3-D3D5-80CC-9EF2-572CBFAA3C51}"/>
                </a:ext>
              </a:extLst>
            </p:cNvPr>
            <p:cNvSpPr>
              <a:spLocks noChangeArrowheads="1"/>
            </p:cNvSpPr>
            <p:nvPr/>
          </p:nvSpPr>
          <p:spPr bwMode="auto">
            <a:xfrm>
              <a:off x="4252" y="2000"/>
              <a:ext cx="77" cy="77"/>
            </a:xfrm>
            <a:prstGeom prst="ellipse">
              <a:avLst/>
            </a:prstGeom>
            <a:noFill/>
            <a:ln w="222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72774" name="Line 71">
              <a:extLst>
                <a:ext uri="{FF2B5EF4-FFF2-40B4-BE49-F238E27FC236}">
                  <a16:creationId xmlns:a16="http://schemas.microsoft.com/office/drawing/2014/main" id="{A083ECDB-4FA0-84CC-2272-95E99353468B}"/>
                </a:ext>
              </a:extLst>
            </p:cNvPr>
            <p:cNvSpPr>
              <a:spLocks noChangeShapeType="1"/>
            </p:cNvSpPr>
            <p:nvPr/>
          </p:nvSpPr>
          <p:spPr bwMode="auto">
            <a:xfrm>
              <a:off x="4336" y="2039"/>
              <a:ext cx="321"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3798" name="Rectangle 72">
              <a:extLst>
                <a:ext uri="{FF2B5EF4-FFF2-40B4-BE49-F238E27FC236}">
                  <a16:creationId xmlns:a16="http://schemas.microsoft.com/office/drawing/2014/main" id="{BF9E3457-52FF-4F63-A127-9BB35B9A6D0A}"/>
                </a:ext>
              </a:extLst>
            </p:cNvPr>
            <p:cNvSpPr>
              <a:spLocks noChangeArrowheads="1"/>
            </p:cNvSpPr>
            <p:nvPr/>
          </p:nvSpPr>
          <p:spPr bwMode="auto">
            <a:xfrm>
              <a:off x="4645" y="1815"/>
              <a:ext cx="697" cy="416"/>
            </a:xfrm>
            <a:prstGeom prst="rect">
              <a:avLst/>
            </a:prstGeom>
            <a:solidFill>
              <a:schemeClr val="accent1">
                <a:lumMod val="60000"/>
                <a:lumOff val="40000"/>
              </a:schemeClr>
            </a:solidFill>
            <a:ln w="22225">
              <a:solidFill>
                <a:schemeClr val="tx1"/>
              </a:solidFill>
              <a:miter lim="800000"/>
              <a:headEnd/>
              <a:tailEnd/>
            </a:ln>
          </p:spPr>
          <p:txBody>
            <a:bodyPr wrap="none" anchor="ctr"/>
            <a:lstStyle/>
            <a:p>
              <a:pPr algn="ctr" eaLnBrk="1" hangingPunct="1">
                <a:defRPr/>
              </a:pPr>
              <a:r>
                <a:rPr lang="en-US" sz="1600" dirty="0">
                  <a:latin typeface="Arial" charset="0"/>
                  <a:cs typeface="Arial" charset="0"/>
                </a:rPr>
                <a:t>Control</a:t>
              </a:r>
            </a:p>
            <a:p>
              <a:pPr algn="ctr" eaLnBrk="1" hangingPunct="1">
                <a:defRPr/>
              </a:pPr>
              <a:r>
                <a:rPr lang="en-US" sz="1600" dirty="0">
                  <a:latin typeface="Arial" charset="0"/>
                  <a:cs typeface="Arial" charset="0"/>
                </a:rPr>
                <a:t>Unit</a:t>
              </a:r>
              <a:endParaRPr lang="ru-RU" sz="1600" dirty="0">
                <a:latin typeface="Arial" charset="0"/>
                <a:cs typeface="Arial" charset="0"/>
              </a:endParaRPr>
            </a:p>
          </p:txBody>
        </p:sp>
        <p:sp>
          <p:nvSpPr>
            <p:cNvPr id="72776" name="Text Box 73">
              <a:extLst>
                <a:ext uri="{FF2B5EF4-FFF2-40B4-BE49-F238E27FC236}">
                  <a16:creationId xmlns:a16="http://schemas.microsoft.com/office/drawing/2014/main" id="{403549B4-1603-41EA-473C-5DED25FCB401}"/>
                </a:ext>
              </a:extLst>
            </p:cNvPr>
            <p:cNvSpPr txBox="1">
              <a:spLocks noChangeArrowheads="1"/>
            </p:cNvSpPr>
            <p:nvPr/>
          </p:nvSpPr>
          <p:spPr bwMode="auto">
            <a:xfrm>
              <a:off x="4224" y="2112"/>
              <a:ext cx="672"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done</a:t>
              </a:r>
            </a:p>
          </p:txBody>
        </p:sp>
        <p:sp>
          <p:nvSpPr>
            <p:cNvPr id="72777" name="Line 74">
              <a:extLst>
                <a:ext uri="{FF2B5EF4-FFF2-40B4-BE49-F238E27FC236}">
                  <a16:creationId xmlns:a16="http://schemas.microsoft.com/office/drawing/2014/main" id="{4E0D2EC3-23BD-3EB2-DFD1-F5260F08FDB9}"/>
                </a:ext>
              </a:extLst>
            </p:cNvPr>
            <p:cNvSpPr>
              <a:spLocks noChangeShapeType="1"/>
            </p:cNvSpPr>
            <p:nvPr/>
          </p:nvSpPr>
          <p:spPr bwMode="auto">
            <a:xfrm>
              <a:off x="4872" y="1582"/>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78" name="Text Box 75">
              <a:extLst>
                <a:ext uri="{FF2B5EF4-FFF2-40B4-BE49-F238E27FC236}">
                  <a16:creationId xmlns:a16="http://schemas.microsoft.com/office/drawing/2014/main" id="{EFEB98AD-BE57-5285-269D-626F9F19F9BB}"/>
                </a:ext>
              </a:extLst>
            </p:cNvPr>
            <p:cNvSpPr txBox="1">
              <a:spLocks noChangeArrowheads="1"/>
            </p:cNvSpPr>
            <p:nvPr/>
          </p:nvSpPr>
          <p:spPr bwMode="auto">
            <a:xfrm>
              <a:off x="4917" y="1505"/>
              <a:ext cx="45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X1</a:t>
              </a:r>
            </a:p>
          </p:txBody>
        </p:sp>
        <p:sp>
          <p:nvSpPr>
            <p:cNvPr id="72779" name="Line 76">
              <a:extLst>
                <a:ext uri="{FF2B5EF4-FFF2-40B4-BE49-F238E27FC236}">
                  <a16:creationId xmlns:a16="http://schemas.microsoft.com/office/drawing/2014/main" id="{424F928D-644A-6C4A-CD65-C16E92B351AA}"/>
                </a:ext>
              </a:extLst>
            </p:cNvPr>
            <p:cNvSpPr>
              <a:spLocks noChangeShapeType="1"/>
            </p:cNvSpPr>
            <p:nvPr/>
          </p:nvSpPr>
          <p:spPr bwMode="auto">
            <a:xfrm>
              <a:off x="4781" y="2231"/>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80" name="Line 77">
              <a:extLst>
                <a:ext uri="{FF2B5EF4-FFF2-40B4-BE49-F238E27FC236}">
                  <a16:creationId xmlns:a16="http://schemas.microsoft.com/office/drawing/2014/main" id="{78F8A0AF-41C3-8554-63EC-B82ABB295849}"/>
                </a:ext>
              </a:extLst>
            </p:cNvPr>
            <p:cNvSpPr>
              <a:spLocks noChangeShapeType="1"/>
            </p:cNvSpPr>
            <p:nvPr/>
          </p:nvSpPr>
          <p:spPr bwMode="auto">
            <a:xfrm>
              <a:off x="4947" y="2231"/>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81" name="Line 78">
              <a:extLst>
                <a:ext uri="{FF2B5EF4-FFF2-40B4-BE49-F238E27FC236}">
                  <a16:creationId xmlns:a16="http://schemas.microsoft.com/office/drawing/2014/main" id="{9C0BF906-EAE7-C294-100F-BC7D18377317}"/>
                </a:ext>
              </a:extLst>
            </p:cNvPr>
            <p:cNvSpPr>
              <a:spLocks noChangeShapeType="1"/>
            </p:cNvSpPr>
            <p:nvPr/>
          </p:nvSpPr>
          <p:spPr bwMode="auto">
            <a:xfrm>
              <a:off x="5106" y="2231"/>
              <a:ext cx="0" cy="227"/>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82" name="Text Box 79">
              <a:extLst>
                <a:ext uri="{FF2B5EF4-FFF2-40B4-BE49-F238E27FC236}">
                  <a16:creationId xmlns:a16="http://schemas.microsoft.com/office/drawing/2014/main" id="{D6D2E81C-B24C-48B3-5865-C2CEE9500F01}"/>
                </a:ext>
              </a:extLst>
            </p:cNvPr>
            <p:cNvSpPr txBox="1">
              <a:spLocks noChangeArrowheads="1"/>
            </p:cNvSpPr>
            <p:nvPr/>
          </p:nvSpPr>
          <p:spPr bwMode="auto">
            <a:xfrm>
              <a:off x="4629" y="2408"/>
              <a:ext cx="74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y1 y2 y3</a:t>
              </a:r>
            </a:p>
          </p:txBody>
        </p:sp>
        <p:sp>
          <p:nvSpPr>
            <p:cNvPr id="72783" name="Text Box 81">
              <a:extLst>
                <a:ext uri="{FF2B5EF4-FFF2-40B4-BE49-F238E27FC236}">
                  <a16:creationId xmlns:a16="http://schemas.microsoft.com/office/drawing/2014/main" id="{1A169323-35D4-8EC2-A130-6DB8259FD608}"/>
                </a:ext>
              </a:extLst>
            </p:cNvPr>
            <p:cNvSpPr txBox="1">
              <a:spLocks noChangeArrowheads="1"/>
            </p:cNvSpPr>
            <p:nvPr/>
          </p:nvSpPr>
          <p:spPr bwMode="auto">
            <a:xfrm>
              <a:off x="1617" y="1248"/>
              <a:ext cx="484"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n bit</a:t>
              </a:r>
              <a:endParaRPr lang="ru-RU" altLang="en-US" sz="1600"/>
            </a:p>
          </p:txBody>
        </p:sp>
        <p:sp>
          <p:nvSpPr>
            <p:cNvPr id="72784" name="Text Box 82">
              <a:extLst>
                <a:ext uri="{FF2B5EF4-FFF2-40B4-BE49-F238E27FC236}">
                  <a16:creationId xmlns:a16="http://schemas.microsoft.com/office/drawing/2014/main" id="{FC89BEF0-FC91-1B25-120E-6B83551FE1C8}"/>
                </a:ext>
              </a:extLst>
            </p:cNvPr>
            <p:cNvSpPr txBox="1">
              <a:spLocks noChangeArrowheads="1"/>
            </p:cNvSpPr>
            <p:nvPr/>
          </p:nvSpPr>
          <p:spPr bwMode="auto">
            <a:xfrm>
              <a:off x="3312" y="1152"/>
              <a:ext cx="54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n bit</a:t>
              </a:r>
              <a:endParaRPr lang="ru-RU" altLang="en-US" sz="1600"/>
            </a:p>
          </p:txBody>
        </p:sp>
        <p:sp>
          <p:nvSpPr>
            <p:cNvPr id="72785" name="Text Box 83">
              <a:extLst>
                <a:ext uri="{FF2B5EF4-FFF2-40B4-BE49-F238E27FC236}">
                  <a16:creationId xmlns:a16="http://schemas.microsoft.com/office/drawing/2014/main" id="{EB0648CF-6816-1589-8D36-E9D76F746AE2}"/>
                </a:ext>
              </a:extLst>
            </p:cNvPr>
            <p:cNvSpPr txBox="1">
              <a:spLocks noChangeArrowheads="1"/>
            </p:cNvSpPr>
            <p:nvPr/>
          </p:nvSpPr>
          <p:spPr bwMode="auto">
            <a:xfrm>
              <a:off x="1651" y="2592"/>
              <a:ext cx="548"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n bit</a:t>
              </a:r>
              <a:endParaRPr lang="ru-RU" altLang="en-US" sz="1600"/>
            </a:p>
          </p:txBody>
        </p:sp>
        <p:sp>
          <p:nvSpPr>
            <p:cNvPr id="72786" name="Line 84">
              <a:extLst>
                <a:ext uri="{FF2B5EF4-FFF2-40B4-BE49-F238E27FC236}">
                  <a16:creationId xmlns:a16="http://schemas.microsoft.com/office/drawing/2014/main" id="{5958B176-7B4B-667B-6B22-412B13228C91}"/>
                </a:ext>
              </a:extLst>
            </p:cNvPr>
            <p:cNvSpPr>
              <a:spLocks noChangeShapeType="1"/>
            </p:cNvSpPr>
            <p:nvPr/>
          </p:nvSpPr>
          <p:spPr bwMode="auto">
            <a:xfrm>
              <a:off x="902" y="2450"/>
              <a:ext cx="0" cy="40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87" name="Line 85">
              <a:extLst>
                <a:ext uri="{FF2B5EF4-FFF2-40B4-BE49-F238E27FC236}">
                  <a16:creationId xmlns:a16="http://schemas.microsoft.com/office/drawing/2014/main" id="{79979E10-1C89-5152-9F0A-290766905522}"/>
                </a:ext>
              </a:extLst>
            </p:cNvPr>
            <p:cNvSpPr>
              <a:spLocks noChangeShapeType="1"/>
            </p:cNvSpPr>
            <p:nvPr/>
          </p:nvSpPr>
          <p:spPr bwMode="auto">
            <a:xfrm>
              <a:off x="904" y="2442"/>
              <a:ext cx="75" cy="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88" name="Text Box 86">
              <a:extLst>
                <a:ext uri="{FF2B5EF4-FFF2-40B4-BE49-F238E27FC236}">
                  <a16:creationId xmlns:a16="http://schemas.microsoft.com/office/drawing/2014/main" id="{C531B596-2D05-3B00-619F-58B3A97383EE}"/>
                </a:ext>
              </a:extLst>
            </p:cNvPr>
            <p:cNvSpPr txBox="1">
              <a:spLocks noChangeArrowheads="1"/>
            </p:cNvSpPr>
            <p:nvPr/>
          </p:nvSpPr>
          <p:spPr bwMode="auto">
            <a:xfrm>
              <a:off x="1728" y="3168"/>
              <a:ext cx="846"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n bit</a:t>
              </a:r>
              <a:endParaRPr lang="ru-RU" altLang="en-US" sz="1600"/>
            </a:p>
          </p:txBody>
        </p:sp>
        <p:sp>
          <p:nvSpPr>
            <p:cNvPr id="72789" name="Line 87">
              <a:extLst>
                <a:ext uri="{FF2B5EF4-FFF2-40B4-BE49-F238E27FC236}">
                  <a16:creationId xmlns:a16="http://schemas.microsoft.com/office/drawing/2014/main" id="{3710FC08-3B12-84A0-3695-084C16DAE511}"/>
                </a:ext>
              </a:extLst>
            </p:cNvPr>
            <p:cNvSpPr>
              <a:spLocks noChangeShapeType="1"/>
            </p:cNvSpPr>
            <p:nvPr/>
          </p:nvSpPr>
          <p:spPr bwMode="auto">
            <a:xfrm>
              <a:off x="2464" y="2994"/>
              <a:ext cx="213" cy="1"/>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90" name="Line 88">
              <a:extLst>
                <a:ext uri="{FF2B5EF4-FFF2-40B4-BE49-F238E27FC236}">
                  <a16:creationId xmlns:a16="http://schemas.microsoft.com/office/drawing/2014/main" id="{47735B77-8A32-8E63-E745-A1D050A64152}"/>
                </a:ext>
              </a:extLst>
            </p:cNvPr>
            <p:cNvSpPr>
              <a:spLocks noChangeShapeType="1"/>
            </p:cNvSpPr>
            <p:nvPr/>
          </p:nvSpPr>
          <p:spPr bwMode="auto">
            <a:xfrm flipV="1">
              <a:off x="2671" y="1035"/>
              <a:ext cx="0" cy="19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2791" name="Line 89">
              <a:extLst>
                <a:ext uri="{FF2B5EF4-FFF2-40B4-BE49-F238E27FC236}">
                  <a16:creationId xmlns:a16="http://schemas.microsoft.com/office/drawing/2014/main" id="{8E61C941-E110-B1CF-E017-6FA1592444B2}"/>
                </a:ext>
              </a:extLst>
            </p:cNvPr>
            <p:cNvSpPr>
              <a:spLocks noChangeShapeType="1"/>
            </p:cNvSpPr>
            <p:nvPr/>
          </p:nvSpPr>
          <p:spPr bwMode="auto">
            <a:xfrm flipV="1">
              <a:off x="3152" y="1207"/>
              <a:ext cx="0" cy="240"/>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92" name="Line 39">
              <a:extLst>
                <a:ext uri="{FF2B5EF4-FFF2-40B4-BE49-F238E27FC236}">
                  <a16:creationId xmlns:a16="http://schemas.microsoft.com/office/drawing/2014/main" id="{250057C9-5FBD-72F4-9A7C-017D54A4F25E}"/>
                </a:ext>
              </a:extLst>
            </p:cNvPr>
            <p:cNvSpPr>
              <a:spLocks noChangeShapeType="1"/>
            </p:cNvSpPr>
            <p:nvPr/>
          </p:nvSpPr>
          <p:spPr bwMode="auto">
            <a:xfrm>
              <a:off x="3552" y="720"/>
              <a:ext cx="253" cy="1"/>
            </a:xfrm>
            <a:prstGeom prst="line">
              <a:avLst/>
            </a:prstGeom>
            <a:noFill/>
            <a:ln w="95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2793" name="Text Box 42">
              <a:extLst>
                <a:ext uri="{FF2B5EF4-FFF2-40B4-BE49-F238E27FC236}">
                  <a16:creationId xmlns:a16="http://schemas.microsoft.com/office/drawing/2014/main" id="{618D3718-30B7-5CF3-1CF9-8DC3E17C247F}"/>
                </a:ext>
              </a:extLst>
            </p:cNvPr>
            <p:cNvSpPr txBox="1">
              <a:spLocks noChangeArrowheads="1"/>
            </p:cNvSpPr>
            <p:nvPr/>
          </p:nvSpPr>
          <p:spPr bwMode="auto">
            <a:xfrm>
              <a:off x="970" y="645"/>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y1</a:t>
              </a:r>
            </a:p>
          </p:txBody>
        </p:sp>
        <p:sp>
          <p:nvSpPr>
            <p:cNvPr id="72794" name="Text Box 42">
              <a:extLst>
                <a:ext uri="{FF2B5EF4-FFF2-40B4-BE49-F238E27FC236}">
                  <a16:creationId xmlns:a16="http://schemas.microsoft.com/office/drawing/2014/main" id="{B9A61C3D-4C15-AC88-E69B-372E4992FF2C}"/>
                </a:ext>
              </a:extLst>
            </p:cNvPr>
            <p:cNvSpPr txBox="1">
              <a:spLocks noChangeArrowheads="1"/>
            </p:cNvSpPr>
            <p:nvPr/>
          </p:nvSpPr>
          <p:spPr bwMode="auto">
            <a:xfrm>
              <a:off x="3312" y="624"/>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y1</a:t>
              </a:r>
            </a:p>
          </p:txBody>
        </p:sp>
        <p:sp>
          <p:nvSpPr>
            <p:cNvPr id="72795" name="Text Box 42">
              <a:extLst>
                <a:ext uri="{FF2B5EF4-FFF2-40B4-BE49-F238E27FC236}">
                  <a16:creationId xmlns:a16="http://schemas.microsoft.com/office/drawing/2014/main" id="{58590C23-9D6A-1D69-86DB-E597D2D924FD}"/>
                </a:ext>
              </a:extLst>
            </p:cNvPr>
            <p:cNvSpPr txBox="1">
              <a:spLocks noChangeArrowheads="1"/>
            </p:cNvSpPr>
            <p:nvPr/>
          </p:nvSpPr>
          <p:spPr bwMode="auto">
            <a:xfrm>
              <a:off x="1546" y="535"/>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p>
          </p:txBody>
        </p:sp>
        <p:sp>
          <p:nvSpPr>
            <p:cNvPr id="72796" name="Text Box 42">
              <a:extLst>
                <a:ext uri="{FF2B5EF4-FFF2-40B4-BE49-F238E27FC236}">
                  <a16:creationId xmlns:a16="http://schemas.microsoft.com/office/drawing/2014/main" id="{B561CF10-0148-96C1-6EEF-660EF61E87A7}"/>
                </a:ext>
              </a:extLst>
            </p:cNvPr>
            <p:cNvSpPr txBox="1">
              <a:spLocks noChangeArrowheads="1"/>
            </p:cNvSpPr>
            <p:nvPr/>
          </p:nvSpPr>
          <p:spPr bwMode="auto">
            <a:xfrm>
              <a:off x="3840" y="528"/>
              <a:ext cx="369" cy="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B</a:t>
              </a:r>
            </a:p>
          </p:txBody>
        </p:sp>
      </p:grpSp>
      <p:sp>
        <p:nvSpPr>
          <p:cNvPr id="72708" name="Text Box 83">
            <a:extLst>
              <a:ext uri="{FF2B5EF4-FFF2-40B4-BE49-F238E27FC236}">
                <a16:creationId xmlns:a16="http://schemas.microsoft.com/office/drawing/2014/main" id="{79AEED0A-B9E0-E4AC-E56C-411E289D119C}"/>
              </a:ext>
            </a:extLst>
          </p:cNvPr>
          <p:cNvSpPr txBox="1">
            <a:spLocks noChangeArrowheads="1"/>
          </p:cNvSpPr>
          <p:nvPr/>
        </p:nvSpPr>
        <p:spPr bwMode="auto">
          <a:xfrm>
            <a:off x="1985964" y="5257800"/>
            <a:ext cx="7704137"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buClr>
                <a:srgbClr val="7900A4"/>
              </a:buClr>
            </a:pPr>
            <a:r>
              <a:rPr lang="en-US" altLang="en-US" sz="1800"/>
              <a:t> RA – multiplicand, RB – multiplier, RC (accumulator) - product </a:t>
            </a:r>
          </a:p>
          <a:p>
            <a:pPr eaLnBrk="1" hangingPunct="1">
              <a:buClr>
                <a:srgbClr val="7900A4"/>
              </a:buClr>
            </a:pPr>
            <a:r>
              <a:rPr lang="en-US" altLang="en-US" sz="1800"/>
              <a:t> Possible to combine multiplier and product register (low bits)</a:t>
            </a:r>
            <a:endParaRPr lang="ru-RU" altLang="en-US" sz="1800"/>
          </a:p>
        </p:txBody>
      </p:sp>
      <p:sp>
        <p:nvSpPr>
          <p:cNvPr id="3" name="Title 2">
            <a:extLst>
              <a:ext uri="{FF2B5EF4-FFF2-40B4-BE49-F238E27FC236}">
                <a16:creationId xmlns:a16="http://schemas.microsoft.com/office/drawing/2014/main" id="{3053BF82-F1A4-598F-631A-3ADA68F52858}"/>
              </a:ext>
            </a:extLst>
          </p:cNvPr>
          <p:cNvSpPr>
            <a:spLocks noGrp="1"/>
          </p:cNvSpPr>
          <p:nvPr>
            <p:ph type="title"/>
          </p:nvPr>
        </p:nvSpPr>
        <p:spPr/>
        <p:txBody>
          <a:bodyPr>
            <a:normAutofit/>
          </a:bodyPr>
          <a:lstStyle/>
          <a:p>
            <a:r>
              <a:rPr lang="en-US" dirty="0"/>
              <a:t>Multiplier with Control Signals</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4">
            <a:extLst>
              <a:ext uri="{FF2B5EF4-FFF2-40B4-BE49-F238E27FC236}">
                <a16:creationId xmlns:a16="http://schemas.microsoft.com/office/drawing/2014/main" id="{D8B2FF31-466B-DC77-B731-494A4ABBB6F7}"/>
              </a:ext>
            </a:extLst>
          </p:cNvPr>
          <p:cNvSpPr>
            <a:spLocks noGrp="1" noChangeArrowheads="1"/>
          </p:cNvSpPr>
          <p:nvPr>
            <p:ph type="title"/>
          </p:nvPr>
        </p:nvSpPr>
        <p:spPr/>
        <p:txBody>
          <a:bodyPr/>
          <a:lstStyle/>
          <a:p>
            <a:r>
              <a:rPr lang="en-US" altLang="en-US"/>
              <a:t>ASM Chart for Multiplication</a:t>
            </a:r>
            <a:endParaRPr lang="ru-RU" altLang="en-US"/>
          </a:p>
        </p:txBody>
      </p:sp>
      <p:grpSp>
        <p:nvGrpSpPr>
          <p:cNvPr id="2" name="Group 47">
            <a:extLst>
              <a:ext uri="{FF2B5EF4-FFF2-40B4-BE49-F238E27FC236}">
                <a16:creationId xmlns:a16="http://schemas.microsoft.com/office/drawing/2014/main" id="{EACA267A-4621-4D93-B98D-34BAC2064FDE}"/>
              </a:ext>
            </a:extLst>
          </p:cNvPr>
          <p:cNvGrpSpPr/>
          <p:nvPr/>
        </p:nvGrpSpPr>
        <p:grpSpPr>
          <a:xfrm>
            <a:off x="2235901" y="1104900"/>
            <a:ext cx="8252713" cy="4610100"/>
            <a:chOff x="711900" y="1028700"/>
            <a:chExt cx="8252713" cy="5254625"/>
          </a:xfrm>
          <a:noFill/>
        </p:grpSpPr>
        <p:sp>
          <p:nvSpPr>
            <p:cNvPr id="73731" name="Oval 6">
              <a:extLst>
                <a:ext uri="{FF2B5EF4-FFF2-40B4-BE49-F238E27FC236}">
                  <a16:creationId xmlns:a16="http://schemas.microsoft.com/office/drawing/2014/main" id="{B789307E-C252-488A-AC27-6A15BDA25B95}"/>
                </a:ext>
              </a:extLst>
            </p:cNvPr>
            <p:cNvSpPr>
              <a:spLocks noChangeArrowheads="1"/>
            </p:cNvSpPr>
            <p:nvPr/>
          </p:nvSpPr>
          <p:spPr bwMode="auto">
            <a:xfrm>
              <a:off x="1630363" y="1028700"/>
              <a:ext cx="1422400" cy="425450"/>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1600">
                  <a:latin typeface="Arial" charset="0"/>
                  <a:cs typeface="Arial" charset="0"/>
                </a:rPr>
                <a:t>Begin</a:t>
              </a:r>
            </a:p>
            <a:p>
              <a:pPr>
                <a:defRPr/>
              </a:pPr>
              <a:endParaRPr lang="en-US" sz="1600">
                <a:latin typeface="Arial" charset="0"/>
                <a:cs typeface="Arial" charset="0"/>
              </a:endParaRPr>
            </a:p>
          </p:txBody>
        </p:sp>
        <p:sp>
          <p:nvSpPr>
            <p:cNvPr id="73732" name="AutoShape 7">
              <a:extLst>
                <a:ext uri="{FF2B5EF4-FFF2-40B4-BE49-F238E27FC236}">
                  <a16:creationId xmlns:a16="http://schemas.microsoft.com/office/drawing/2014/main" id="{CB4466E9-8A4D-4657-A472-9FB125AD5249}"/>
                </a:ext>
              </a:extLst>
            </p:cNvPr>
            <p:cNvSpPr>
              <a:spLocks noChangeArrowheads="1"/>
            </p:cNvSpPr>
            <p:nvPr/>
          </p:nvSpPr>
          <p:spPr bwMode="auto">
            <a:xfrm>
              <a:off x="1208088" y="1785938"/>
              <a:ext cx="2232025" cy="636587"/>
            </a:xfrm>
            <a:prstGeom prst="flowChartDecision">
              <a:avLst/>
            </a:prstGeom>
            <a:solidFill>
              <a:schemeClr val="accent1">
                <a:lumMod val="60000"/>
                <a:lumOff val="40000"/>
              </a:schemeClr>
            </a:solidFill>
            <a:ln w="22225">
              <a:solidFill>
                <a:srgbClr val="000000"/>
              </a:solidFill>
              <a:miter lim="800000"/>
              <a:headEnd/>
              <a:tailEnd/>
            </a:ln>
          </p:spPr>
          <p:txBody>
            <a:bodyPr/>
            <a:lstStyle/>
            <a:p>
              <a:pPr>
                <a:defRPr/>
              </a:pPr>
              <a:r>
                <a:rPr lang="en-US" sz="1600" dirty="0">
                  <a:latin typeface="Arial" charset="0"/>
                  <a:cs typeface="Arial" charset="0"/>
                </a:rPr>
                <a:t>Multiply?</a:t>
              </a:r>
            </a:p>
            <a:p>
              <a:pPr>
                <a:defRPr/>
              </a:pPr>
              <a:endParaRPr lang="en-US" sz="1600" dirty="0">
                <a:latin typeface="Arial" charset="0"/>
                <a:cs typeface="Arial" charset="0"/>
              </a:endParaRPr>
            </a:p>
          </p:txBody>
        </p:sp>
        <p:sp>
          <p:nvSpPr>
            <p:cNvPr id="73733" name="Line 8">
              <a:extLst>
                <a:ext uri="{FF2B5EF4-FFF2-40B4-BE49-F238E27FC236}">
                  <a16:creationId xmlns:a16="http://schemas.microsoft.com/office/drawing/2014/main" id="{93236537-12DA-4C68-AD9B-450C1BCF73B4}"/>
                </a:ext>
              </a:extLst>
            </p:cNvPr>
            <p:cNvSpPr>
              <a:spLocks noChangeShapeType="1"/>
            </p:cNvSpPr>
            <p:nvPr/>
          </p:nvSpPr>
          <p:spPr bwMode="auto">
            <a:xfrm>
              <a:off x="2336800" y="1466850"/>
              <a:ext cx="0" cy="319088"/>
            </a:xfrm>
            <a:prstGeom prst="line">
              <a:avLst/>
            </a:prstGeom>
            <a:grpFill/>
            <a:ln w="22225">
              <a:solidFill>
                <a:srgbClr val="000000"/>
              </a:solidFill>
              <a:round/>
              <a:headEnd/>
              <a:tailEnd type="triangle" w="lg" len="lg"/>
            </a:ln>
          </p:spPr>
          <p:txBody>
            <a:bodyPr/>
            <a:lstStyle/>
            <a:p>
              <a:pPr eaLnBrk="1" hangingPunct="1">
                <a:defRPr/>
              </a:pPr>
              <a:endParaRPr lang="en-US" sz="1600">
                <a:latin typeface="Arial" charset="0"/>
                <a:cs typeface="Arial" charset="0"/>
              </a:endParaRPr>
            </a:p>
          </p:txBody>
        </p:sp>
        <p:sp>
          <p:nvSpPr>
            <p:cNvPr id="73734" name="Line 9">
              <a:extLst>
                <a:ext uri="{FF2B5EF4-FFF2-40B4-BE49-F238E27FC236}">
                  <a16:creationId xmlns:a16="http://schemas.microsoft.com/office/drawing/2014/main" id="{D2B070A1-4F1F-4C3B-9594-9BABAB5B4BF1}"/>
                </a:ext>
              </a:extLst>
            </p:cNvPr>
            <p:cNvSpPr>
              <a:spLocks noChangeShapeType="1"/>
            </p:cNvSpPr>
            <p:nvPr/>
          </p:nvSpPr>
          <p:spPr bwMode="auto">
            <a:xfrm>
              <a:off x="3441700" y="2109788"/>
              <a:ext cx="266700" cy="0"/>
            </a:xfrm>
            <a:prstGeom prst="line">
              <a:avLst/>
            </a:prstGeom>
            <a:grpFill/>
            <a:ln w="22225">
              <a:solidFill>
                <a:srgbClr val="000000"/>
              </a:solidFill>
              <a:round/>
              <a:headEnd/>
              <a:tailEnd/>
            </a:ln>
          </p:spPr>
          <p:txBody>
            <a:bodyPr/>
            <a:lstStyle/>
            <a:p>
              <a:pPr eaLnBrk="1" hangingPunct="1">
                <a:defRPr/>
              </a:pPr>
              <a:endParaRPr lang="en-US" sz="1600">
                <a:latin typeface="Arial" charset="0"/>
                <a:cs typeface="Arial" charset="0"/>
              </a:endParaRPr>
            </a:p>
          </p:txBody>
        </p:sp>
        <p:sp>
          <p:nvSpPr>
            <p:cNvPr id="73735" name="Line 10">
              <a:extLst>
                <a:ext uri="{FF2B5EF4-FFF2-40B4-BE49-F238E27FC236}">
                  <a16:creationId xmlns:a16="http://schemas.microsoft.com/office/drawing/2014/main" id="{74FBD627-05F3-4FE9-899D-158BCB32DAE3}"/>
                </a:ext>
              </a:extLst>
            </p:cNvPr>
            <p:cNvSpPr>
              <a:spLocks noChangeShapeType="1"/>
            </p:cNvSpPr>
            <p:nvPr/>
          </p:nvSpPr>
          <p:spPr bwMode="auto">
            <a:xfrm flipV="1">
              <a:off x="3697288" y="1570038"/>
              <a:ext cx="0" cy="550862"/>
            </a:xfrm>
            <a:prstGeom prst="line">
              <a:avLst/>
            </a:prstGeom>
            <a:grpFill/>
            <a:ln w="22225">
              <a:solidFill>
                <a:srgbClr val="000000"/>
              </a:solidFill>
              <a:round/>
              <a:headEnd/>
              <a:tailEnd/>
            </a:ln>
          </p:spPr>
          <p:txBody>
            <a:bodyPr/>
            <a:lstStyle/>
            <a:p>
              <a:pPr eaLnBrk="1" hangingPunct="1">
                <a:defRPr/>
              </a:pPr>
              <a:endParaRPr lang="en-US" sz="1600">
                <a:latin typeface="Arial" charset="0"/>
                <a:cs typeface="Arial" charset="0"/>
              </a:endParaRPr>
            </a:p>
          </p:txBody>
        </p:sp>
        <p:sp>
          <p:nvSpPr>
            <p:cNvPr id="73736" name="Line 11">
              <a:extLst>
                <a:ext uri="{FF2B5EF4-FFF2-40B4-BE49-F238E27FC236}">
                  <a16:creationId xmlns:a16="http://schemas.microsoft.com/office/drawing/2014/main" id="{A30D6707-6DC6-4849-A033-ED3F78029FBF}"/>
                </a:ext>
              </a:extLst>
            </p:cNvPr>
            <p:cNvSpPr>
              <a:spLocks noChangeShapeType="1"/>
            </p:cNvSpPr>
            <p:nvPr/>
          </p:nvSpPr>
          <p:spPr bwMode="auto">
            <a:xfrm flipH="1">
              <a:off x="2336800" y="1584325"/>
              <a:ext cx="1346200" cy="0"/>
            </a:xfrm>
            <a:prstGeom prst="line">
              <a:avLst/>
            </a:prstGeom>
            <a:grpFill/>
            <a:ln w="22225">
              <a:solidFill>
                <a:srgbClr val="000000"/>
              </a:solidFill>
              <a:round/>
              <a:headEnd/>
              <a:tailEnd type="triangle" w="lg" len="lg"/>
            </a:ln>
          </p:spPr>
          <p:txBody>
            <a:bodyPr/>
            <a:lstStyle/>
            <a:p>
              <a:pPr eaLnBrk="1" hangingPunct="1">
                <a:defRPr/>
              </a:pPr>
              <a:endParaRPr lang="en-US" sz="1600">
                <a:latin typeface="Arial" charset="0"/>
                <a:cs typeface="Arial" charset="0"/>
              </a:endParaRPr>
            </a:p>
          </p:txBody>
        </p:sp>
        <p:sp>
          <p:nvSpPr>
            <p:cNvPr id="73737" name="Line 12">
              <a:extLst>
                <a:ext uri="{FF2B5EF4-FFF2-40B4-BE49-F238E27FC236}">
                  <a16:creationId xmlns:a16="http://schemas.microsoft.com/office/drawing/2014/main" id="{DCB4D761-A573-4711-A8C0-5CA71F2C9267}"/>
                </a:ext>
              </a:extLst>
            </p:cNvPr>
            <p:cNvSpPr>
              <a:spLocks noChangeShapeType="1"/>
            </p:cNvSpPr>
            <p:nvPr/>
          </p:nvSpPr>
          <p:spPr bwMode="auto">
            <a:xfrm>
              <a:off x="2319338" y="2433638"/>
              <a:ext cx="0" cy="395287"/>
            </a:xfrm>
            <a:prstGeom prst="line">
              <a:avLst/>
            </a:prstGeom>
            <a:grpFill/>
            <a:ln w="22225">
              <a:solidFill>
                <a:srgbClr val="000000"/>
              </a:solidFill>
              <a:round/>
              <a:headEnd/>
              <a:tailEnd type="triangle" w="lg" len="lg"/>
            </a:ln>
          </p:spPr>
          <p:txBody>
            <a:bodyPr/>
            <a:lstStyle/>
            <a:p>
              <a:pPr eaLnBrk="1" hangingPunct="1">
                <a:defRPr/>
              </a:pPr>
              <a:endParaRPr lang="en-US" sz="1600">
                <a:latin typeface="Arial" charset="0"/>
                <a:cs typeface="Arial" charset="0"/>
              </a:endParaRPr>
            </a:p>
          </p:txBody>
        </p:sp>
        <p:sp>
          <p:nvSpPr>
            <p:cNvPr id="73738" name="Rectangle 13">
              <a:extLst>
                <a:ext uri="{FF2B5EF4-FFF2-40B4-BE49-F238E27FC236}">
                  <a16:creationId xmlns:a16="http://schemas.microsoft.com/office/drawing/2014/main" id="{2790EEBC-8732-49CF-8CD1-85A5779E7A5D}"/>
                </a:ext>
              </a:extLst>
            </p:cNvPr>
            <p:cNvSpPr>
              <a:spLocks noChangeArrowheads="1"/>
            </p:cNvSpPr>
            <p:nvPr/>
          </p:nvSpPr>
          <p:spPr bwMode="auto">
            <a:xfrm>
              <a:off x="1208087" y="2838450"/>
              <a:ext cx="2377440" cy="719139"/>
            </a:xfrm>
            <a:prstGeom prst="rect">
              <a:avLst/>
            </a:prstGeom>
            <a:solidFill>
              <a:schemeClr val="accent1">
                <a:lumMod val="60000"/>
                <a:lumOff val="40000"/>
              </a:schemeClr>
            </a:solidFill>
            <a:ln w="22225">
              <a:solidFill>
                <a:srgbClr val="000000"/>
              </a:solidFill>
              <a:miter lim="800000"/>
              <a:headEnd/>
              <a:tailEnd/>
            </a:ln>
          </p:spPr>
          <p:txBody>
            <a:bodyPr/>
            <a:lstStyle/>
            <a:p>
              <a:pPr algn="ctr">
                <a:defRPr/>
              </a:pPr>
              <a:r>
                <a:rPr lang="en-US" sz="1600" dirty="0">
                  <a:latin typeface="Arial" charset="0"/>
                  <a:cs typeface="Arial" charset="0"/>
                </a:rPr>
                <a:t>RA = A; RB =B; CT =n; acc =0; done=0; </a:t>
              </a:r>
            </a:p>
            <a:p>
              <a:pPr algn="ctr">
                <a:defRPr/>
              </a:pPr>
              <a:endParaRPr lang="en-US" sz="1600" dirty="0">
                <a:latin typeface="Arial" charset="0"/>
                <a:cs typeface="Arial" charset="0"/>
              </a:endParaRPr>
            </a:p>
          </p:txBody>
        </p:sp>
        <p:sp>
          <p:nvSpPr>
            <p:cNvPr id="73739" name="Text Box 14">
              <a:extLst>
                <a:ext uri="{FF2B5EF4-FFF2-40B4-BE49-F238E27FC236}">
                  <a16:creationId xmlns:a16="http://schemas.microsoft.com/office/drawing/2014/main" id="{75664776-5660-416B-BBB8-ACED5A3CCA2A}"/>
                </a:ext>
              </a:extLst>
            </p:cNvPr>
            <p:cNvSpPr txBox="1">
              <a:spLocks noChangeArrowheads="1"/>
            </p:cNvSpPr>
            <p:nvPr/>
          </p:nvSpPr>
          <p:spPr bwMode="auto">
            <a:xfrm>
              <a:off x="2332038" y="2422525"/>
              <a:ext cx="649287" cy="300038"/>
            </a:xfrm>
            <a:prstGeom prst="rect">
              <a:avLst/>
            </a:prstGeom>
            <a:grpFill/>
            <a:ln w="22225">
              <a:noFill/>
              <a:miter lim="800000"/>
              <a:headEnd/>
              <a:tailEnd/>
            </a:ln>
          </p:spPr>
          <p:txBody>
            <a:bodyPr/>
            <a:lstStyle/>
            <a:p>
              <a:pPr>
                <a:defRPr/>
              </a:pPr>
              <a:r>
                <a:rPr lang="en-US" sz="1600">
                  <a:latin typeface="Arial" charset="0"/>
                  <a:cs typeface="Arial" charset="0"/>
                </a:rPr>
                <a:t>Yes</a:t>
              </a:r>
            </a:p>
            <a:p>
              <a:pPr>
                <a:defRPr/>
              </a:pPr>
              <a:endParaRPr lang="en-US" sz="1600">
                <a:latin typeface="Arial" charset="0"/>
                <a:cs typeface="Arial" charset="0"/>
              </a:endParaRPr>
            </a:p>
          </p:txBody>
        </p:sp>
        <p:sp>
          <p:nvSpPr>
            <p:cNvPr id="73740" name="Text Box 15">
              <a:extLst>
                <a:ext uri="{FF2B5EF4-FFF2-40B4-BE49-F238E27FC236}">
                  <a16:creationId xmlns:a16="http://schemas.microsoft.com/office/drawing/2014/main" id="{A702066E-222D-4B1A-BC29-AEF39B435D85}"/>
                </a:ext>
              </a:extLst>
            </p:cNvPr>
            <p:cNvSpPr txBox="1">
              <a:spLocks noChangeArrowheads="1"/>
            </p:cNvSpPr>
            <p:nvPr/>
          </p:nvSpPr>
          <p:spPr bwMode="auto">
            <a:xfrm>
              <a:off x="3340100" y="2062163"/>
              <a:ext cx="576263" cy="376237"/>
            </a:xfrm>
            <a:prstGeom prst="rect">
              <a:avLst/>
            </a:prstGeom>
            <a:grpFill/>
            <a:ln w="22225">
              <a:noFill/>
              <a:miter lim="800000"/>
              <a:headEnd/>
              <a:tailEnd/>
            </a:ln>
          </p:spPr>
          <p:txBody>
            <a:bodyPr/>
            <a:lstStyle/>
            <a:p>
              <a:pPr>
                <a:defRPr/>
              </a:pPr>
              <a:r>
                <a:rPr lang="en-US" sz="1600" dirty="0">
                  <a:latin typeface="Arial" charset="0"/>
                  <a:cs typeface="Arial" charset="0"/>
                </a:rPr>
                <a:t>No</a:t>
              </a:r>
            </a:p>
            <a:p>
              <a:pPr>
                <a:defRPr/>
              </a:pPr>
              <a:endParaRPr lang="en-US" sz="1600" dirty="0">
                <a:latin typeface="Arial" charset="0"/>
                <a:cs typeface="Arial" charset="0"/>
              </a:endParaRPr>
            </a:p>
          </p:txBody>
        </p:sp>
        <p:sp>
          <p:nvSpPr>
            <p:cNvPr id="73741" name="Text Box 16">
              <a:extLst>
                <a:ext uri="{FF2B5EF4-FFF2-40B4-BE49-F238E27FC236}">
                  <a16:creationId xmlns:a16="http://schemas.microsoft.com/office/drawing/2014/main" id="{9EBE1A48-2513-45A9-A27E-483A2FE718AB}"/>
                </a:ext>
              </a:extLst>
            </p:cNvPr>
            <p:cNvSpPr txBox="1">
              <a:spLocks noChangeArrowheads="1"/>
            </p:cNvSpPr>
            <p:nvPr/>
          </p:nvSpPr>
          <p:spPr bwMode="auto">
            <a:xfrm>
              <a:off x="762000" y="2982899"/>
              <a:ext cx="504825" cy="376237"/>
            </a:xfrm>
            <a:prstGeom prst="rect">
              <a:avLst/>
            </a:prstGeom>
            <a:grpFill/>
            <a:ln w="22225">
              <a:noFill/>
              <a:miter lim="800000"/>
              <a:headEnd/>
              <a:tailEnd/>
            </a:ln>
          </p:spPr>
          <p:txBody>
            <a:bodyPr/>
            <a:lstStyle/>
            <a:p>
              <a:pPr>
                <a:defRPr/>
              </a:pPr>
              <a:r>
                <a:rPr lang="en-US" sz="1600" dirty="0">
                  <a:latin typeface="Arial" charset="0"/>
                  <a:cs typeface="Arial" charset="0"/>
                </a:rPr>
                <a:t>Y1</a:t>
              </a:r>
            </a:p>
          </p:txBody>
        </p:sp>
        <p:sp>
          <p:nvSpPr>
            <p:cNvPr id="73742" name="Text Box 17">
              <a:extLst>
                <a:ext uri="{FF2B5EF4-FFF2-40B4-BE49-F238E27FC236}">
                  <a16:creationId xmlns:a16="http://schemas.microsoft.com/office/drawing/2014/main" id="{A193F690-55B1-425C-B1C3-128E5D94A8F9}"/>
                </a:ext>
              </a:extLst>
            </p:cNvPr>
            <p:cNvSpPr txBox="1">
              <a:spLocks noChangeArrowheads="1"/>
            </p:cNvSpPr>
            <p:nvPr/>
          </p:nvSpPr>
          <p:spPr bwMode="auto">
            <a:xfrm>
              <a:off x="1549400" y="1550988"/>
              <a:ext cx="711200" cy="376237"/>
            </a:xfrm>
            <a:prstGeom prst="rect">
              <a:avLst/>
            </a:prstGeom>
            <a:grpFill/>
            <a:ln w="22225">
              <a:noFill/>
              <a:miter lim="800000"/>
              <a:headEnd/>
              <a:tailEnd/>
            </a:ln>
          </p:spPr>
          <p:txBody>
            <a:bodyPr/>
            <a:lstStyle/>
            <a:p>
              <a:pPr>
                <a:defRPr/>
              </a:pPr>
              <a:r>
                <a:rPr lang="en-US" sz="1600">
                  <a:latin typeface="Arial" charset="0"/>
                  <a:cs typeface="Arial" charset="0"/>
                </a:rPr>
                <a:t>X1</a:t>
              </a:r>
            </a:p>
          </p:txBody>
        </p:sp>
        <p:sp>
          <p:nvSpPr>
            <p:cNvPr id="73743" name="Line 18">
              <a:extLst>
                <a:ext uri="{FF2B5EF4-FFF2-40B4-BE49-F238E27FC236}">
                  <a16:creationId xmlns:a16="http://schemas.microsoft.com/office/drawing/2014/main" id="{A4D20402-6291-46AE-B4DF-8EA76F958638}"/>
                </a:ext>
              </a:extLst>
            </p:cNvPr>
            <p:cNvSpPr>
              <a:spLocks noChangeShapeType="1"/>
            </p:cNvSpPr>
            <p:nvPr/>
          </p:nvSpPr>
          <p:spPr bwMode="auto">
            <a:xfrm>
              <a:off x="2332038" y="3565525"/>
              <a:ext cx="0" cy="360363"/>
            </a:xfrm>
            <a:prstGeom prst="line">
              <a:avLst/>
            </a:prstGeom>
            <a:grpFill/>
            <a:ln w="22225">
              <a:solidFill>
                <a:srgbClr val="000000"/>
              </a:solidFill>
              <a:round/>
              <a:headEnd/>
              <a:tailEnd type="triangle" w="lg" len="lg"/>
            </a:ln>
          </p:spPr>
          <p:txBody>
            <a:bodyPr/>
            <a:lstStyle/>
            <a:p>
              <a:pPr eaLnBrk="1" hangingPunct="1">
                <a:defRPr/>
              </a:pPr>
              <a:endParaRPr lang="en-US" sz="1600">
                <a:latin typeface="Arial" charset="0"/>
                <a:cs typeface="Arial" charset="0"/>
              </a:endParaRPr>
            </a:p>
          </p:txBody>
        </p:sp>
        <p:sp>
          <p:nvSpPr>
            <p:cNvPr id="73744" name="Text Box 19">
              <a:extLst>
                <a:ext uri="{FF2B5EF4-FFF2-40B4-BE49-F238E27FC236}">
                  <a16:creationId xmlns:a16="http://schemas.microsoft.com/office/drawing/2014/main" id="{2C1AECD8-BCEA-44CF-90D8-8059FBEF3981}"/>
                </a:ext>
              </a:extLst>
            </p:cNvPr>
            <p:cNvSpPr txBox="1">
              <a:spLocks noChangeArrowheads="1"/>
            </p:cNvSpPr>
            <p:nvPr/>
          </p:nvSpPr>
          <p:spPr bwMode="auto">
            <a:xfrm>
              <a:off x="1235075" y="3933825"/>
              <a:ext cx="2232025" cy="390525"/>
            </a:xfrm>
            <a:prstGeom prst="rect">
              <a:avLst/>
            </a:prstGeom>
            <a:solidFill>
              <a:schemeClr val="accent1">
                <a:lumMod val="60000"/>
                <a:lumOff val="40000"/>
              </a:schemeClr>
            </a:solidFill>
            <a:ln w="22225">
              <a:solidFill>
                <a:srgbClr val="000000"/>
              </a:solidFill>
              <a:miter lim="800000"/>
              <a:headEnd/>
              <a:tailEnd/>
            </a:ln>
          </p:spPr>
          <p:txBody>
            <a:bodyPr/>
            <a:lstStyle/>
            <a:p>
              <a:pPr algn="ctr">
                <a:defRPr/>
              </a:pPr>
              <a:r>
                <a:rPr lang="en-US" sz="1600" dirty="0">
                  <a:latin typeface="Arial" charset="0"/>
                  <a:cs typeface="Arial" charset="0"/>
                </a:rPr>
                <a:t>acc = SM</a:t>
              </a:r>
            </a:p>
          </p:txBody>
        </p:sp>
        <p:sp>
          <p:nvSpPr>
            <p:cNvPr id="73745" name="Text Box 20">
              <a:extLst>
                <a:ext uri="{FF2B5EF4-FFF2-40B4-BE49-F238E27FC236}">
                  <a16:creationId xmlns:a16="http://schemas.microsoft.com/office/drawing/2014/main" id="{E9F26A30-8049-4CC5-8996-BA72C3EC83F6}"/>
                </a:ext>
              </a:extLst>
            </p:cNvPr>
            <p:cNvSpPr txBox="1">
              <a:spLocks noChangeArrowheads="1"/>
            </p:cNvSpPr>
            <p:nvPr/>
          </p:nvSpPr>
          <p:spPr bwMode="auto">
            <a:xfrm>
              <a:off x="1252538" y="4651375"/>
              <a:ext cx="2232025" cy="644525"/>
            </a:xfrm>
            <a:prstGeom prst="rect">
              <a:avLst/>
            </a:prstGeom>
            <a:solidFill>
              <a:schemeClr val="accent1">
                <a:lumMod val="60000"/>
                <a:lumOff val="40000"/>
              </a:schemeClr>
            </a:solidFill>
            <a:ln w="22225">
              <a:solidFill>
                <a:srgbClr val="000000"/>
              </a:solidFill>
              <a:miter lim="800000"/>
              <a:headEnd/>
              <a:tailEnd/>
            </a:ln>
          </p:spPr>
          <p:txBody>
            <a:bodyPr/>
            <a:lstStyle/>
            <a:p>
              <a:pPr algn="ctr">
                <a:defRPr/>
              </a:pPr>
              <a:r>
                <a:rPr lang="en-US" sz="1600" dirty="0">
                  <a:latin typeface="Arial" charset="0"/>
                  <a:cs typeface="Arial" charset="0"/>
                </a:rPr>
                <a:t>Shift right acc, RB; </a:t>
              </a:r>
              <a:br>
                <a:rPr lang="en-US" sz="1600" dirty="0">
                  <a:latin typeface="Arial" charset="0"/>
                  <a:cs typeface="Arial" charset="0"/>
                </a:rPr>
              </a:br>
              <a:r>
                <a:rPr lang="en-US" sz="1600" dirty="0">
                  <a:latin typeface="Arial" charset="0"/>
                  <a:cs typeface="Arial" charset="0"/>
                </a:rPr>
                <a:t>CT =CT-1</a:t>
              </a:r>
            </a:p>
          </p:txBody>
        </p:sp>
        <p:sp>
          <p:nvSpPr>
            <p:cNvPr id="73746" name="AutoShape 21">
              <a:extLst>
                <a:ext uri="{FF2B5EF4-FFF2-40B4-BE49-F238E27FC236}">
                  <a16:creationId xmlns:a16="http://schemas.microsoft.com/office/drawing/2014/main" id="{660B2282-A3A6-4285-8C7D-49DC2FAF683F}"/>
                </a:ext>
              </a:extLst>
            </p:cNvPr>
            <p:cNvSpPr>
              <a:spLocks noChangeArrowheads="1"/>
            </p:cNvSpPr>
            <p:nvPr/>
          </p:nvSpPr>
          <p:spPr bwMode="auto">
            <a:xfrm>
              <a:off x="3844925" y="4581525"/>
              <a:ext cx="2016125" cy="647700"/>
            </a:xfrm>
            <a:prstGeom prst="flowChartDecision">
              <a:avLst/>
            </a:prstGeom>
            <a:solidFill>
              <a:schemeClr val="accent1">
                <a:lumMod val="60000"/>
                <a:lumOff val="40000"/>
              </a:schemeClr>
            </a:solidFill>
            <a:ln w="22225">
              <a:solidFill>
                <a:srgbClr val="000000"/>
              </a:solidFill>
              <a:miter lim="800000"/>
              <a:headEnd/>
              <a:tailEnd/>
            </a:ln>
          </p:spPr>
          <p:txBody>
            <a:bodyPr/>
            <a:lstStyle/>
            <a:p>
              <a:pPr>
                <a:defRPr/>
              </a:pPr>
              <a:r>
                <a:rPr lang="en-US" sz="1600">
                  <a:latin typeface="Arial" charset="0"/>
                  <a:cs typeface="Arial" charset="0"/>
                </a:rPr>
                <a:t>(CT)=0?</a:t>
              </a:r>
            </a:p>
          </p:txBody>
        </p:sp>
        <p:sp>
          <p:nvSpPr>
            <p:cNvPr id="73747" name="Oval 22">
              <a:extLst>
                <a:ext uri="{FF2B5EF4-FFF2-40B4-BE49-F238E27FC236}">
                  <a16:creationId xmlns:a16="http://schemas.microsoft.com/office/drawing/2014/main" id="{EA7AD4F0-A518-413F-862A-D09FCF187C7E}"/>
                </a:ext>
              </a:extLst>
            </p:cNvPr>
            <p:cNvSpPr>
              <a:spLocks noChangeArrowheads="1"/>
            </p:cNvSpPr>
            <p:nvPr/>
          </p:nvSpPr>
          <p:spPr bwMode="auto">
            <a:xfrm>
              <a:off x="6592888" y="3638550"/>
              <a:ext cx="1355725" cy="427038"/>
            </a:xfrm>
            <a:prstGeom prst="ellipse">
              <a:avLst/>
            </a:prstGeom>
            <a:solidFill>
              <a:schemeClr val="accent1">
                <a:lumMod val="60000"/>
                <a:lumOff val="40000"/>
              </a:schemeClr>
            </a:solidFill>
            <a:ln w="22225">
              <a:solidFill>
                <a:srgbClr val="000000"/>
              </a:solidFill>
              <a:round/>
              <a:headEnd/>
              <a:tailEnd/>
            </a:ln>
          </p:spPr>
          <p:txBody>
            <a:bodyPr/>
            <a:lstStyle/>
            <a:p>
              <a:pPr algn="ctr">
                <a:defRPr/>
              </a:pPr>
              <a:r>
                <a:rPr lang="en-US" sz="1600">
                  <a:latin typeface="Arial" charset="0"/>
                  <a:cs typeface="Arial" charset="0"/>
                </a:rPr>
                <a:t>End</a:t>
              </a:r>
            </a:p>
            <a:p>
              <a:pPr>
                <a:defRPr/>
              </a:pPr>
              <a:endParaRPr lang="en-US" sz="1600">
                <a:latin typeface="Arial" charset="0"/>
                <a:cs typeface="Arial" charset="0"/>
              </a:endParaRPr>
            </a:p>
          </p:txBody>
        </p:sp>
        <p:sp>
          <p:nvSpPr>
            <p:cNvPr id="73748" name="Text Box 23">
              <a:extLst>
                <a:ext uri="{FF2B5EF4-FFF2-40B4-BE49-F238E27FC236}">
                  <a16:creationId xmlns:a16="http://schemas.microsoft.com/office/drawing/2014/main" id="{21DBA425-8BD8-4C09-8F32-625FA387690A}"/>
                </a:ext>
              </a:extLst>
            </p:cNvPr>
            <p:cNvSpPr txBox="1">
              <a:spLocks noChangeArrowheads="1"/>
            </p:cNvSpPr>
            <p:nvPr/>
          </p:nvSpPr>
          <p:spPr bwMode="auto">
            <a:xfrm>
              <a:off x="4837113" y="5157788"/>
              <a:ext cx="735012" cy="371475"/>
            </a:xfrm>
            <a:prstGeom prst="rect">
              <a:avLst/>
            </a:prstGeom>
            <a:grpFill/>
            <a:ln w="22225">
              <a:noFill/>
              <a:miter lim="800000"/>
              <a:headEnd/>
              <a:tailEnd/>
            </a:ln>
          </p:spPr>
          <p:txBody>
            <a:bodyPr/>
            <a:lstStyle/>
            <a:p>
              <a:pPr>
                <a:defRPr/>
              </a:pPr>
              <a:r>
                <a:rPr lang="en-US" sz="1600">
                  <a:latin typeface="Arial" charset="0"/>
                  <a:cs typeface="Arial" charset="0"/>
                </a:rPr>
                <a:t>Yes</a:t>
              </a:r>
            </a:p>
          </p:txBody>
        </p:sp>
        <p:sp>
          <p:nvSpPr>
            <p:cNvPr id="73749" name="Text Box 24">
              <a:extLst>
                <a:ext uri="{FF2B5EF4-FFF2-40B4-BE49-F238E27FC236}">
                  <a16:creationId xmlns:a16="http://schemas.microsoft.com/office/drawing/2014/main" id="{5D84AEAD-236C-44FE-83E6-70390A502E2F}"/>
                </a:ext>
              </a:extLst>
            </p:cNvPr>
            <p:cNvSpPr txBox="1">
              <a:spLocks noChangeArrowheads="1"/>
            </p:cNvSpPr>
            <p:nvPr/>
          </p:nvSpPr>
          <p:spPr bwMode="auto">
            <a:xfrm>
              <a:off x="711900" y="4084756"/>
              <a:ext cx="711200" cy="374650"/>
            </a:xfrm>
            <a:prstGeom prst="rect">
              <a:avLst/>
            </a:prstGeom>
            <a:grpFill/>
            <a:ln w="22225">
              <a:noFill/>
              <a:miter lim="800000"/>
              <a:headEnd/>
              <a:tailEnd/>
            </a:ln>
          </p:spPr>
          <p:txBody>
            <a:bodyPr/>
            <a:lstStyle/>
            <a:p>
              <a:pPr>
                <a:defRPr/>
              </a:pPr>
              <a:r>
                <a:rPr lang="en-US" sz="1600" dirty="0">
                  <a:latin typeface="Arial" charset="0"/>
                  <a:cs typeface="Arial" charset="0"/>
                </a:rPr>
                <a:t>Y2</a:t>
              </a:r>
            </a:p>
          </p:txBody>
        </p:sp>
        <p:sp>
          <p:nvSpPr>
            <p:cNvPr id="73750" name="Text Box 25">
              <a:extLst>
                <a:ext uri="{FF2B5EF4-FFF2-40B4-BE49-F238E27FC236}">
                  <a16:creationId xmlns:a16="http://schemas.microsoft.com/office/drawing/2014/main" id="{C056EC68-3665-48C9-ACD7-8BF6BA843652}"/>
                </a:ext>
              </a:extLst>
            </p:cNvPr>
            <p:cNvSpPr txBox="1">
              <a:spLocks noChangeArrowheads="1"/>
            </p:cNvSpPr>
            <p:nvPr/>
          </p:nvSpPr>
          <p:spPr bwMode="auto">
            <a:xfrm>
              <a:off x="748028" y="4760913"/>
              <a:ext cx="709612" cy="374650"/>
            </a:xfrm>
            <a:prstGeom prst="rect">
              <a:avLst/>
            </a:prstGeom>
            <a:grpFill/>
            <a:ln w="22225">
              <a:noFill/>
              <a:miter lim="800000"/>
              <a:headEnd/>
              <a:tailEnd/>
            </a:ln>
          </p:spPr>
          <p:txBody>
            <a:bodyPr/>
            <a:lstStyle/>
            <a:p>
              <a:pPr>
                <a:defRPr/>
              </a:pPr>
              <a:r>
                <a:rPr lang="en-US" sz="1600" dirty="0">
                  <a:latin typeface="Arial" charset="0"/>
                  <a:cs typeface="Arial" charset="0"/>
                </a:rPr>
                <a:t>Y3</a:t>
              </a:r>
            </a:p>
          </p:txBody>
        </p:sp>
        <p:sp>
          <p:nvSpPr>
            <p:cNvPr id="73751" name="Text Box 26">
              <a:extLst>
                <a:ext uri="{FF2B5EF4-FFF2-40B4-BE49-F238E27FC236}">
                  <a16:creationId xmlns:a16="http://schemas.microsoft.com/office/drawing/2014/main" id="{E78D0411-5E08-4CF5-9237-FCB5CFCB44D9}"/>
                </a:ext>
              </a:extLst>
            </p:cNvPr>
            <p:cNvSpPr txBox="1">
              <a:spLocks noChangeArrowheads="1"/>
            </p:cNvSpPr>
            <p:nvPr/>
          </p:nvSpPr>
          <p:spPr bwMode="auto">
            <a:xfrm>
              <a:off x="5310187" y="4438650"/>
              <a:ext cx="550863" cy="293688"/>
            </a:xfrm>
            <a:prstGeom prst="rect">
              <a:avLst/>
            </a:prstGeom>
            <a:grpFill/>
            <a:ln w="22225">
              <a:noFill/>
              <a:miter lim="800000"/>
              <a:headEnd/>
              <a:tailEnd/>
            </a:ln>
          </p:spPr>
          <p:txBody>
            <a:bodyPr/>
            <a:lstStyle/>
            <a:p>
              <a:pPr>
                <a:defRPr/>
              </a:pPr>
              <a:r>
                <a:rPr lang="en-US" sz="1600" dirty="0">
                  <a:latin typeface="Arial" charset="0"/>
                  <a:cs typeface="Arial" charset="0"/>
                </a:rPr>
                <a:t>X2</a:t>
              </a:r>
            </a:p>
          </p:txBody>
        </p:sp>
        <p:sp>
          <p:nvSpPr>
            <p:cNvPr id="73752" name="Line 27">
              <a:extLst>
                <a:ext uri="{FF2B5EF4-FFF2-40B4-BE49-F238E27FC236}">
                  <a16:creationId xmlns:a16="http://schemas.microsoft.com/office/drawing/2014/main" id="{72A59BB3-9A6A-4077-A651-4F5DFF168CDD}"/>
                </a:ext>
              </a:extLst>
            </p:cNvPr>
            <p:cNvSpPr>
              <a:spLocks noChangeShapeType="1"/>
            </p:cNvSpPr>
            <p:nvPr/>
          </p:nvSpPr>
          <p:spPr bwMode="auto">
            <a:xfrm>
              <a:off x="3484563" y="4895850"/>
              <a:ext cx="360362" cy="0"/>
            </a:xfrm>
            <a:prstGeom prst="line">
              <a:avLst/>
            </a:prstGeom>
            <a:grpFill/>
            <a:ln w="22225">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73753" name="Line 28">
              <a:extLst>
                <a:ext uri="{FF2B5EF4-FFF2-40B4-BE49-F238E27FC236}">
                  <a16:creationId xmlns:a16="http://schemas.microsoft.com/office/drawing/2014/main" id="{1CD196B3-9050-4F15-89BD-F3EA19C37663}"/>
                </a:ext>
              </a:extLst>
            </p:cNvPr>
            <p:cNvSpPr>
              <a:spLocks noChangeShapeType="1"/>
            </p:cNvSpPr>
            <p:nvPr/>
          </p:nvSpPr>
          <p:spPr bwMode="auto">
            <a:xfrm>
              <a:off x="2357438" y="4308475"/>
              <a:ext cx="0" cy="323850"/>
            </a:xfrm>
            <a:prstGeom prst="line">
              <a:avLst/>
            </a:prstGeom>
            <a:grpFill/>
            <a:ln w="22225">
              <a:solidFill>
                <a:srgbClr val="000000"/>
              </a:solidFill>
              <a:round/>
              <a:headEnd/>
              <a:tailEnd type="triangle" w="lg" len="lg"/>
            </a:ln>
          </p:spPr>
          <p:txBody>
            <a:bodyPr/>
            <a:lstStyle/>
            <a:p>
              <a:pPr eaLnBrk="1" hangingPunct="1">
                <a:defRPr/>
              </a:pPr>
              <a:endParaRPr lang="en-US" sz="1600">
                <a:latin typeface="Arial" charset="0"/>
                <a:cs typeface="Arial" charset="0"/>
              </a:endParaRPr>
            </a:p>
          </p:txBody>
        </p:sp>
        <p:sp>
          <p:nvSpPr>
            <p:cNvPr id="73754" name="Line 29">
              <a:extLst>
                <a:ext uri="{FF2B5EF4-FFF2-40B4-BE49-F238E27FC236}">
                  <a16:creationId xmlns:a16="http://schemas.microsoft.com/office/drawing/2014/main" id="{F6FA1514-0026-493E-8888-8206952526B9}"/>
                </a:ext>
              </a:extLst>
            </p:cNvPr>
            <p:cNvSpPr>
              <a:spLocks noChangeShapeType="1"/>
            </p:cNvSpPr>
            <p:nvPr/>
          </p:nvSpPr>
          <p:spPr bwMode="auto">
            <a:xfrm flipV="1">
              <a:off x="4852988" y="3717925"/>
              <a:ext cx="0" cy="863600"/>
            </a:xfrm>
            <a:prstGeom prst="line">
              <a:avLst/>
            </a:prstGeom>
            <a:grpFill/>
            <a:ln w="22225">
              <a:solidFill>
                <a:schemeClr val="tx1"/>
              </a:solidFill>
              <a:round/>
              <a:headEnd/>
              <a:tailEnd/>
            </a:ln>
          </p:spPr>
          <p:txBody>
            <a:bodyPr/>
            <a:lstStyle/>
            <a:p>
              <a:pPr eaLnBrk="1" hangingPunct="1">
                <a:defRPr/>
              </a:pPr>
              <a:endParaRPr lang="en-US" sz="1600">
                <a:latin typeface="Arial" charset="0"/>
                <a:cs typeface="Arial" charset="0"/>
              </a:endParaRPr>
            </a:p>
          </p:txBody>
        </p:sp>
        <p:sp>
          <p:nvSpPr>
            <p:cNvPr id="73755" name="Line 30">
              <a:extLst>
                <a:ext uri="{FF2B5EF4-FFF2-40B4-BE49-F238E27FC236}">
                  <a16:creationId xmlns:a16="http://schemas.microsoft.com/office/drawing/2014/main" id="{F036EF04-B47E-497D-8C44-7311321E409E}"/>
                </a:ext>
              </a:extLst>
            </p:cNvPr>
            <p:cNvSpPr>
              <a:spLocks noChangeShapeType="1"/>
            </p:cNvSpPr>
            <p:nvPr/>
          </p:nvSpPr>
          <p:spPr bwMode="auto">
            <a:xfrm flipH="1">
              <a:off x="2332038" y="3717925"/>
              <a:ext cx="2520950" cy="0"/>
            </a:xfrm>
            <a:prstGeom prst="line">
              <a:avLst/>
            </a:prstGeom>
            <a:grpFill/>
            <a:ln w="22225">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73756" name="Text Box 31">
              <a:extLst>
                <a:ext uri="{FF2B5EF4-FFF2-40B4-BE49-F238E27FC236}">
                  <a16:creationId xmlns:a16="http://schemas.microsoft.com/office/drawing/2014/main" id="{00862FE1-3ABB-494D-B9E5-E4610E431769}"/>
                </a:ext>
              </a:extLst>
            </p:cNvPr>
            <p:cNvSpPr txBox="1">
              <a:spLocks noChangeArrowheads="1"/>
            </p:cNvSpPr>
            <p:nvPr/>
          </p:nvSpPr>
          <p:spPr bwMode="auto">
            <a:xfrm>
              <a:off x="4856163" y="4200525"/>
              <a:ext cx="576262" cy="376238"/>
            </a:xfrm>
            <a:prstGeom prst="rect">
              <a:avLst/>
            </a:prstGeom>
            <a:grpFill/>
            <a:ln w="22225">
              <a:noFill/>
              <a:miter lim="800000"/>
              <a:headEnd/>
              <a:tailEnd/>
            </a:ln>
          </p:spPr>
          <p:txBody>
            <a:bodyPr/>
            <a:lstStyle/>
            <a:p>
              <a:pPr>
                <a:defRPr/>
              </a:pPr>
              <a:r>
                <a:rPr lang="en-US" sz="1600">
                  <a:latin typeface="Arial" charset="0"/>
                  <a:cs typeface="Arial" charset="0"/>
                </a:rPr>
                <a:t>No</a:t>
              </a:r>
            </a:p>
            <a:p>
              <a:pPr>
                <a:defRPr/>
              </a:pPr>
              <a:endParaRPr lang="en-US" sz="1600">
                <a:latin typeface="Arial" charset="0"/>
                <a:cs typeface="Arial" charset="0"/>
              </a:endParaRPr>
            </a:p>
          </p:txBody>
        </p:sp>
        <p:sp>
          <p:nvSpPr>
            <p:cNvPr id="73757" name="Line 32">
              <a:extLst>
                <a:ext uri="{FF2B5EF4-FFF2-40B4-BE49-F238E27FC236}">
                  <a16:creationId xmlns:a16="http://schemas.microsoft.com/office/drawing/2014/main" id="{CD752B58-F729-428D-92D3-B4BE6D8D4F68}"/>
                </a:ext>
              </a:extLst>
            </p:cNvPr>
            <p:cNvSpPr>
              <a:spLocks noChangeShapeType="1"/>
            </p:cNvSpPr>
            <p:nvPr/>
          </p:nvSpPr>
          <p:spPr bwMode="auto">
            <a:xfrm>
              <a:off x="4852988" y="5230813"/>
              <a:ext cx="0" cy="360362"/>
            </a:xfrm>
            <a:prstGeom prst="line">
              <a:avLst/>
            </a:prstGeom>
            <a:grpFill/>
            <a:ln w="22225">
              <a:solidFill>
                <a:schemeClr val="tx1"/>
              </a:solidFill>
              <a:round/>
              <a:headEnd/>
              <a:tailEnd type="triangle" w="lg" len="lg"/>
            </a:ln>
          </p:spPr>
          <p:txBody>
            <a:bodyPr/>
            <a:lstStyle/>
            <a:p>
              <a:pPr eaLnBrk="1" hangingPunct="1">
                <a:defRPr/>
              </a:pPr>
              <a:endParaRPr lang="en-US" sz="1600">
                <a:latin typeface="Arial" charset="0"/>
                <a:cs typeface="Arial" charset="0"/>
              </a:endParaRPr>
            </a:p>
          </p:txBody>
        </p:sp>
        <p:sp>
          <p:nvSpPr>
            <p:cNvPr id="73758" name="Text Box 19">
              <a:extLst>
                <a:ext uri="{FF2B5EF4-FFF2-40B4-BE49-F238E27FC236}">
                  <a16:creationId xmlns:a16="http://schemas.microsoft.com/office/drawing/2014/main" id="{CB1B6B7E-C975-4229-899F-3C1ED7C4FF1E}"/>
                </a:ext>
              </a:extLst>
            </p:cNvPr>
            <p:cNvSpPr txBox="1">
              <a:spLocks noChangeArrowheads="1"/>
            </p:cNvSpPr>
            <p:nvPr/>
          </p:nvSpPr>
          <p:spPr bwMode="auto">
            <a:xfrm>
              <a:off x="3740150" y="5576888"/>
              <a:ext cx="2232025" cy="390525"/>
            </a:xfrm>
            <a:prstGeom prst="rect">
              <a:avLst/>
            </a:prstGeom>
            <a:solidFill>
              <a:schemeClr val="accent1">
                <a:lumMod val="60000"/>
                <a:lumOff val="40000"/>
              </a:schemeClr>
            </a:solidFill>
            <a:ln w="22225">
              <a:solidFill>
                <a:srgbClr val="000000"/>
              </a:solidFill>
              <a:miter lim="800000"/>
              <a:headEnd/>
              <a:tailEnd/>
            </a:ln>
          </p:spPr>
          <p:txBody>
            <a:bodyPr/>
            <a:lstStyle/>
            <a:p>
              <a:pPr algn="ctr">
                <a:defRPr/>
              </a:pPr>
              <a:r>
                <a:rPr lang="en-US" sz="1600" dirty="0">
                  <a:latin typeface="Arial" charset="0"/>
                  <a:cs typeface="Arial" charset="0"/>
                </a:rPr>
                <a:t>done= 1</a:t>
              </a:r>
            </a:p>
          </p:txBody>
        </p:sp>
        <p:sp>
          <p:nvSpPr>
            <p:cNvPr id="73759" name="Line 28">
              <a:extLst>
                <a:ext uri="{FF2B5EF4-FFF2-40B4-BE49-F238E27FC236}">
                  <a16:creationId xmlns:a16="http://schemas.microsoft.com/office/drawing/2014/main" id="{F0BD74E5-6E0A-4C3D-BF4E-115E5F652F8A}"/>
                </a:ext>
              </a:extLst>
            </p:cNvPr>
            <p:cNvSpPr>
              <a:spLocks noChangeShapeType="1"/>
            </p:cNvSpPr>
            <p:nvPr/>
          </p:nvSpPr>
          <p:spPr bwMode="auto">
            <a:xfrm>
              <a:off x="4821238" y="5976938"/>
              <a:ext cx="0" cy="306387"/>
            </a:xfrm>
            <a:prstGeom prst="line">
              <a:avLst/>
            </a:prstGeom>
            <a:grpFill/>
            <a:ln w="22225">
              <a:solidFill>
                <a:srgbClr val="000000"/>
              </a:solidFill>
              <a:round/>
              <a:headEnd/>
              <a:tailEnd type="none" w="lg" len="lg"/>
            </a:ln>
          </p:spPr>
          <p:txBody>
            <a:bodyPr/>
            <a:lstStyle/>
            <a:p>
              <a:pPr eaLnBrk="1" hangingPunct="1">
                <a:defRPr/>
              </a:pPr>
              <a:endParaRPr lang="en-US" sz="1600">
                <a:latin typeface="Arial" charset="0"/>
                <a:cs typeface="Arial" charset="0"/>
              </a:endParaRPr>
            </a:p>
          </p:txBody>
        </p:sp>
        <p:sp>
          <p:nvSpPr>
            <p:cNvPr id="73760" name="AutoShape 7">
              <a:extLst>
                <a:ext uri="{FF2B5EF4-FFF2-40B4-BE49-F238E27FC236}">
                  <a16:creationId xmlns:a16="http://schemas.microsoft.com/office/drawing/2014/main" id="{18C12BF5-D4A7-4C4F-89C2-7B2C1BA9AA9F}"/>
                </a:ext>
              </a:extLst>
            </p:cNvPr>
            <p:cNvSpPr>
              <a:spLocks noChangeArrowheads="1"/>
            </p:cNvSpPr>
            <p:nvPr/>
          </p:nvSpPr>
          <p:spPr bwMode="auto">
            <a:xfrm>
              <a:off x="6110288" y="4586288"/>
              <a:ext cx="2468880" cy="636587"/>
            </a:xfrm>
            <a:prstGeom prst="flowChartDecision">
              <a:avLst/>
            </a:prstGeom>
            <a:solidFill>
              <a:schemeClr val="accent1">
                <a:lumMod val="60000"/>
                <a:lumOff val="40000"/>
              </a:schemeClr>
            </a:solidFill>
            <a:ln w="22225">
              <a:solidFill>
                <a:srgbClr val="000000"/>
              </a:solidFill>
              <a:miter lim="800000"/>
              <a:headEnd/>
              <a:tailEnd/>
            </a:ln>
          </p:spPr>
          <p:txBody>
            <a:bodyPr/>
            <a:lstStyle/>
            <a:p>
              <a:pPr>
                <a:defRPr/>
              </a:pPr>
              <a:r>
                <a:rPr lang="en-US" sz="1600" dirty="0">
                  <a:latin typeface="Arial" charset="0"/>
                  <a:cs typeface="Arial" charset="0"/>
                </a:rPr>
                <a:t>Multiply=1?</a:t>
              </a:r>
            </a:p>
            <a:p>
              <a:pPr>
                <a:defRPr/>
              </a:pPr>
              <a:endParaRPr lang="en-US" sz="1600" dirty="0">
                <a:latin typeface="Arial" charset="0"/>
                <a:cs typeface="Arial" charset="0"/>
              </a:endParaRPr>
            </a:p>
          </p:txBody>
        </p:sp>
        <p:sp>
          <p:nvSpPr>
            <p:cNvPr id="73761" name="Line 35">
              <a:extLst>
                <a:ext uri="{FF2B5EF4-FFF2-40B4-BE49-F238E27FC236}">
                  <a16:creationId xmlns:a16="http://schemas.microsoft.com/office/drawing/2014/main" id="{B3CC0888-1194-4F65-9E8A-31DB599AC3D0}"/>
                </a:ext>
              </a:extLst>
            </p:cNvPr>
            <p:cNvSpPr>
              <a:spLocks noChangeShapeType="1"/>
            </p:cNvSpPr>
            <p:nvPr/>
          </p:nvSpPr>
          <p:spPr bwMode="auto">
            <a:xfrm>
              <a:off x="4805363" y="6276975"/>
              <a:ext cx="2522537" cy="0"/>
            </a:xfrm>
            <a:prstGeom prst="line">
              <a:avLst/>
            </a:prstGeom>
            <a:grpFill/>
            <a:ln w="22225">
              <a:solidFill>
                <a:schemeClr val="tx1"/>
              </a:solidFill>
              <a:round/>
              <a:headEnd/>
              <a:tailEnd/>
            </a:ln>
            <a:effectLst/>
          </p:spPr>
          <p:txBody>
            <a:bodyPr/>
            <a:lstStyle/>
            <a:p>
              <a:pPr eaLnBrk="1" hangingPunct="1">
                <a:defRPr/>
              </a:pPr>
              <a:endParaRPr lang="en-US" sz="1600">
                <a:latin typeface="Arial" charset="0"/>
                <a:cs typeface="Arial" charset="0"/>
              </a:endParaRPr>
            </a:p>
          </p:txBody>
        </p:sp>
        <p:sp>
          <p:nvSpPr>
            <p:cNvPr id="73762" name="Line 36">
              <a:extLst>
                <a:ext uri="{FF2B5EF4-FFF2-40B4-BE49-F238E27FC236}">
                  <a16:creationId xmlns:a16="http://schemas.microsoft.com/office/drawing/2014/main" id="{5C4F8483-C1A1-4C22-BE57-8365A686E7CE}"/>
                </a:ext>
              </a:extLst>
            </p:cNvPr>
            <p:cNvSpPr>
              <a:spLocks noChangeShapeType="1"/>
            </p:cNvSpPr>
            <p:nvPr/>
          </p:nvSpPr>
          <p:spPr bwMode="auto">
            <a:xfrm flipV="1">
              <a:off x="7345680" y="5195889"/>
              <a:ext cx="0" cy="1066800"/>
            </a:xfrm>
            <a:prstGeom prst="line">
              <a:avLst/>
            </a:prstGeom>
            <a:grpFill/>
            <a:ln w="22225">
              <a:solidFill>
                <a:schemeClr val="tx1"/>
              </a:solidFill>
              <a:round/>
              <a:headEnd/>
              <a:tailEnd type="triangle" w="lg" len="lg"/>
            </a:ln>
            <a:effectLst/>
          </p:spPr>
          <p:txBody>
            <a:bodyPr/>
            <a:lstStyle/>
            <a:p>
              <a:pPr eaLnBrk="1" hangingPunct="1">
                <a:defRPr/>
              </a:pPr>
              <a:endParaRPr lang="en-US" sz="1600">
                <a:latin typeface="Arial" charset="0"/>
                <a:cs typeface="Arial" charset="0"/>
              </a:endParaRPr>
            </a:p>
          </p:txBody>
        </p:sp>
        <p:sp>
          <p:nvSpPr>
            <p:cNvPr id="73763" name="Line 37">
              <a:extLst>
                <a:ext uri="{FF2B5EF4-FFF2-40B4-BE49-F238E27FC236}">
                  <a16:creationId xmlns:a16="http://schemas.microsoft.com/office/drawing/2014/main" id="{0E31FC09-EFBE-449C-ADDF-16775CC6DE30}"/>
                </a:ext>
              </a:extLst>
            </p:cNvPr>
            <p:cNvSpPr>
              <a:spLocks noChangeShapeType="1"/>
            </p:cNvSpPr>
            <p:nvPr/>
          </p:nvSpPr>
          <p:spPr bwMode="auto">
            <a:xfrm flipV="1">
              <a:off x="7324725" y="4048126"/>
              <a:ext cx="0" cy="536574"/>
            </a:xfrm>
            <a:prstGeom prst="line">
              <a:avLst/>
            </a:prstGeom>
            <a:grpFill/>
            <a:ln w="22225">
              <a:solidFill>
                <a:schemeClr val="tx1"/>
              </a:solidFill>
              <a:round/>
              <a:headEnd/>
              <a:tailEnd type="triangle" w="lg" len="lg"/>
            </a:ln>
            <a:effectLst/>
          </p:spPr>
          <p:txBody>
            <a:bodyPr/>
            <a:lstStyle/>
            <a:p>
              <a:pPr eaLnBrk="1" hangingPunct="1">
                <a:defRPr/>
              </a:pPr>
              <a:endParaRPr lang="en-US" sz="1600">
                <a:latin typeface="Arial" charset="0"/>
                <a:cs typeface="Arial" charset="0"/>
              </a:endParaRPr>
            </a:p>
          </p:txBody>
        </p:sp>
        <p:sp>
          <p:nvSpPr>
            <p:cNvPr id="73764" name="Line 38">
              <a:extLst>
                <a:ext uri="{FF2B5EF4-FFF2-40B4-BE49-F238E27FC236}">
                  <a16:creationId xmlns:a16="http://schemas.microsoft.com/office/drawing/2014/main" id="{12243965-2349-4AF0-9273-CA27AB7A2098}"/>
                </a:ext>
              </a:extLst>
            </p:cNvPr>
            <p:cNvSpPr>
              <a:spLocks noChangeShapeType="1"/>
            </p:cNvSpPr>
            <p:nvPr/>
          </p:nvSpPr>
          <p:spPr bwMode="auto">
            <a:xfrm>
              <a:off x="8549640" y="4914060"/>
              <a:ext cx="228600" cy="0"/>
            </a:xfrm>
            <a:prstGeom prst="line">
              <a:avLst/>
            </a:prstGeom>
            <a:grpFill/>
            <a:ln w="22225">
              <a:solidFill>
                <a:schemeClr val="tx1"/>
              </a:solidFill>
              <a:round/>
              <a:headEnd/>
              <a:tailEnd/>
            </a:ln>
            <a:effectLst/>
          </p:spPr>
          <p:txBody>
            <a:bodyPr/>
            <a:lstStyle/>
            <a:p>
              <a:pPr eaLnBrk="1" hangingPunct="1">
                <a:defRPr/>
              </a:pPr>
              <a:endParaRPr lang="en-US" sz="1600">
                <a:latin typeface="Arial" charset="0"/>
                <a:cs typeface="Arial" charset="0"/>
              </a:endParaRPr>
            </a:p>
          </p:txBody>
        </p:sp>
        <p:sp>
          <p:nvSpPr>
            <p:cNvPr id="73765" name="Line 39">
              <a:extLst>
                <a:ext uri="{FF2B5EF4-FFF2-40B4-BE49-F238E27FC236}">
                  <a16:creationId xmlns:a16="http://schemas.microsoft.com/office/drawing/2014/main" id="{5E6AE47E-0F1B-4725-BCA0-518C0DA8D356}"/>
                </a:ext>
              </a:extLst>
            </p:cNvPr>
            <p:cNvSpPr>
              <a:spLocks noChangeShapeType="1"/>
            </p:cNvSpPr>
            <p:nvPr/>
          </p:nvSpPr>
          <p:spPr bwMode="auto">
            <a:xfrm flipH="1">
              <a:off x="7315200" y="5653088"/>
              <a:ext cx="1463040" cy="0"/>
            </a:xfrm>
            <a:prstGeom prst="line">
              <a:avLst/>
            </a:prstGeom>
            <a:grpFill/>
            <a:ln w="22225">
              <a:solidFill>
                <a:schemeClr val="tx1"/>
              </a:solidFill>
              <a:round/>
              <a:headEnd/>
              <a:tailEnd type="triangle" w="lg" len="lg"/>
            </a:ln>
            <a:effectLst/>
          </p:spPr>
          <p:txBody>
            <a:bodyPr/>
            <a:lstStyle/>
            <a:p>
              <a:pPr eaLnBrk="1" hangingPunct="1">
                <a:defRPr/>
              </a:pPr>
              <a:endParaRPr lang="en-US" sz="1600">
                <a:latin typeface="Arial" charset="0"/>
                <a:cs typeface="Arial" charset="0"/>
              </a:endParaRPr>
            </a:p>
          </p:txBody>
        </p:sp>
        <p:sp>
          <p:nvSpPr>
            <p:cNvPr id="73766" name="Line 40">
              <a:extLst>
                <a:ext uri="{FF2B5EF4-FFF2-40B4-BE49-F238E27FC236}">
                  <a16:creationId xmlns:a16="http://schemas.microsoft.com/office/drawing/2014/main" id="{4BBFCE2A-DE38-4860-8142-0CDC68F2F475}"/>
                </a:ext>
              </a:extLst>
            </p:cNvPr>
            <p:cNvSpPr>
              <a:spLocks noChangeShapeType="1"/>
            </p:cNvSpPr>
            <p:nvPr/>
          </p:nvSpPr>
          <p:spPr bwMode="auto">
            <a:xfrm>
              <a:off x="8783955" y="4899773"/>
              <a:ext cx="0" cy="762000"/>
            </a:xfrm>
            <a:prstGeom prst="line">
              <a:avLst/>
            </a:prstGeom>
            <a:grpFill/>
            <a:ln w="22225">
              <a:solidFill>
                <a:schemeClr val="tx1"/>
              </a:solidFill>
              <a:round/>
              <a:headEnd/>
              <a:tailEnd/>
            </a:ln>
            <a:effectLst/>
          </p:spPr>
          <p:txBody>
            <a:bodyPr/>
            <a:lstStyle/>
            <a:p>
              <a:pPr eaLnBrk="1" hangingPunct="1">
                <a:defRPr/>
              </a:pPr>
              <a:endParaRPr lang="en-US" sz="1600">
                <a:latin typeface="Arial" charset="0"/>
                <a:cs typeface="Arial" charset="0"/>
              </a:endParaRPr>
            </a:p>
          </p:txBody>
        </p:sp>
        <p:sp>
          <p:nvSpPr>
            <p:cNvPr id="73767" name="Text Box 31">
              <a:extLst>
                <a:ext uri="{FF2B5EF4-FFF2-40B4-BE49-F238E27FC236}">
                  <a16:creationId xmlns:a16="http://schemas.microsoft.com/office/drawing/2014/main" id="{EB8C012C-7016-4044-91F1-5F3C78F25912}"/>
                </a:ext>
              </a:extLst>
            </p:cNvPr>
            <p:cNvSpPr txBox="1">
              <a:spLocks noChangeArrowheads="1"/>
            </p:cNvSpPr>
            <p:nvPr/>
          </p:nvSpPr>
          <p:spPr bwMode="auto">
            <a:xfrm>
              <a:off x="7424737" y="4256876"/>
              <a:ext cx="576263" cy="376237"/>
            </a:xfrm>
            <a:prstGeom prst="rect">
              <a:avLst/>
            </a:prstGeom>
            <a:grpFill/>
            <a:ln w="22225">
              <a:noFill/>
              <a:miter lim="800000"/>
              <a:headEnd/>
              <a:tailEnd/>
            </a:ln>
          </p:spPr>
          <p:txBody>
            <a:bodyPr/>
            <a:lstStyle/>
            <a:p>
              <a:pPr>
                <a:defRPr/>
              </a:pPr>
              <a:r>
                <a:rPr lang="en-US" sz="1600" dirty="0">
                  <a:latin typeface="Arial" charset="0"/>
                  <a:cs typeface="Arial" charset="0"/>
                </a:rPr>
                <a:t>No</a:t>
              </a:r>
            </a:p>
            <a:p>
              <a:pPr>
                <a:defRPr/>
              </a:pPr>
              <a:endParaRPr lang="en-US" sz="1600" dirty="0">
                <a:latin typeface="Arial" charset="0"/>
                <a:cs typeface="Arial" charset="0"/>
              </a:endParaRPr>
            </a:p>
          </p:txBody>
        </p:sp>
        <p:sp>
          <p:nvSpPr>
            <p:cNvPr id="73768" name="Text Box 23">
              <a:extLst>
                <a:ext uri="{FF2B5EF4-FFF2-40B4-BE49-F238E27FC236}">
                  <a16:creationId xmlns:a16="http://schemas.microsoft.com/office/drawing/2014/main" id="{E62FEEEC-0E65-47D9-B115-1DBFA1E51E36}"/>
                </a:ext>
              </a:extLst>
            </p:cNvPr>
            <p:cNvSpPr txBox="1">
              <a:spLocks noChangeArrowheads="1"/>
            </p:cNvSpPr>
            <p:nvPr/>
          </p:nvSpPr>
          <p:spPr bwMode="auto">
            <a:xfrm>
              <a:off x="8229600" y="4510088"/>
              <a:ext cx="735013" cy="371475"/>
            </a:xfrm>
            <a:prstGeom prst="rect">
              <a:avLst/>
            </a:prstGeom>
            <a:grpFill/>
            <a:ln w="22225">
              <a:noFill/>
              <a:miter lim="800000"/>
              <a:headEnd/>
              <a:tailEnd/>
            </a:ln>
          </p:spPr>
          <p:txBody>
            <a:bodyPr/>
            <a:lstStyle/>
            <a:p>
              <a:pPr>
                <a:defRPr/>
              </a:pPr>
              <a:r>
                <a:rPr lang="en-US" sz="1600">
                  <a:latin typeface="Arial" charset="0"/>
                  <a:cs typeface="Arial" charset="0"/>
                </a:rPr>
                <a:t>Yes</a:t>
              </a:r>
            </a:p>
          </p:txBody>
        </p:sp>
        <p:sp>
          <p:nvSpPr>
            <p:cNvPr id="73769" name="Text Box 43">
              <a:extLst>
                <a:ext uri="{FF2B5EF4-FFF2-40B4-BE49-F238E27FC236}">
                  <a16:creationId xmlns:a16="http://schemas.microsoft.com/office/drawing/2014/main" id="{4977E4D1-BDDC-4013-B570-5D24F0A529A8}"/>
                </a:ext>
              </a:extLst>
            </p:cNvPr>
            <p:cNvSpPr txBox="1">
              <a:spLocks noChangeArrowheads="1"/>
            </p:cNvSpPr>
            <p:nvPr/>
          </p:nvSpPr>
          <p:spPr bwMode="auto">
            <a:xfrm>
              <a:off x="990600" y="1072127"/>
              <a:ext cx="609600" cy="385886"/>
            </a:xfrm>
            <a:prstGeom prst="rect">
              <a:avLst/>
            </a:prstGeom>
            <a:grpFill/>
            <a:ln w="9525">
              <a:noFill/>
              <a:miter lim="800000"/>
              <a:headEnd/>
              <a:tailEnd/>
            </a:ln>
            <a:effectLst/>
          </p:spPr>
          <p:txBody>
            <a:bodyPr>
              <a:spAutoFit/>
            </a:bodyPr>
            <a:lstStyle/>
            <a:p>
              <a:pPr eaLnBrk="1" hangingPunct="1">
                <a:spcBef>
                  <a:spcPct val="50000"/>
                </a:spcBef>
                <a:defRPr/>
              </a:pPr>
              <a:r>
                <a:rPr lang="en-US" sz="1600" dirty="0">
                  <a:latin typeface="Arial" charset="0"/>
                  <a:cs typeface="Arial" charset="0"/>
                </a:rPr>
                <a:t>S0</a:t>
              </a:r>
              <a:endParaRPr lang="ru-RU" sz="1600" dirty="0">
                <a:latin typeface="Arial" charset="0"/>
                <a:cs typeface="Arial" charset="0"/>
              </a:endParaRPr>
            </a:p>
          </p:txBody>
        </p:sp>
        <p:sp>
          <p:nvSpPr>
            <p:cNvPr id="73770" name="Text Box 44">
              <a:extLst>
                <a:ext uri="{FF2B5EF4-FFF2-40B4-BE49-F238E27FC236}">
                  <a16:creationId xmlns:a16="http://schemas.microsoft.com/office/drawing/2014/main" id="{9234C728-B2DE-4B80-BE78-F22EB6032755}"/>
                </a:ext>
              </a:extLst>
            </p:cNvPr>
            <p:cNvSpPr txBox="1">
              <a:spLocks noChangeArrowheads="1"/>
            </p:cNvSpPr>
            <p:nvPr/>
          </p:nvSpPr>
          <p:spPr bwMode="auto">
            <a:xfrm>
              <a:off x="758830" y="2722339"/>
              <a:ext cx="609600" cy="385886"/>
            </a:xfrm>
            <a:prstGeom prst="rect">
              <a:avLst/>
            </a:prstGeom>
            <a:grpFill/>
            <a:ln w="9525">
              <a:noFill/>
              <a:miter lim="800000"/>
              <a:headEnd/>
              <a:tailEnd/>
            </a:ln>
            <a:effectLst/>
          </p:spPr>
          <p:txBody>
            <a:bodyPr>
              <a:spAutoFit/>
            </a:bodyPr>
            <a:lstStyle/>
            <a:p>
              <a:pPr eaLnBrk="1" hangingPunct="1">
                <a:spcBef>
                  <a:spcPct val="50000"/>
                </a:spcBef>
                <a:defRPr/>
              </a:pPr>
              <a:r>
                <a:rPr lang="en-US" sz="1600" dirty="0">
                  <a:latin typeface="Arial" charset="0"/>
                  <a:cs typeface="Arial" charset="0"/>
                </a:rPr>
                <a:t>S1</a:t>
              </a:r>
              <a:endParaRPr lang="ru-RU" sz="1600" dirty="0">
                <a:latin typeface="Arial" charset="0"/>
                <a:cs typeface="Arial" charset="0"/>
              </a:endParaRPr>
            </a:p>
          </p:txBody>
        </p:sp>
        <p:sp>
          <p:nvSpPr>
            <p:cNvPr id="73771" name="Text Box 45">
              <a:extLst>
                <a:ext uri="{FF2B5EF4-FFF2-40B4-BE49-F238E27FC236}">
                  <a16:creationId xmlns:a16="http://schemas.microsoft.com/office/drawing/2014/main" id="{A1383886-EA24-4D53-8915-B613A16EA543}"/>
                </a:ext>
              </a:extLst>
            </p:cNvPr>
            <p:cNvSpPr txBox="1">
              <a:spLocks noChangeArrowheads="1"/>
            </p:cNvSpPr>
            <p:nvPr/>
          </p:nvSpPr>
          <p:spPr bwMode="auto">
            <a:xfrm>
              <a:off x="716475" y="3812959"/>
              <a:ext cx="609600" cy="385886"/>
            </a:xfrm>
            <a:prstGeom prst="rect">
              <a:avLst/>
            </a:prstGeom>
            <a:grpFill/>
            <a:ln w="9525">
              <a:noFill/>
              <a:miter lim="800000"/>
              <a:headEnd/>
              <a:tailEnd/>
            </a:ln>
            <a:effectLst/>
          </p:spPr>
          <p:txBody>
            <a:bodyPr>
              <a:spAutoFit/>
            </a:bodyPr>
            <a:lstStyle/>
            <a:p>
              <a:pPr eaLnBrk="1" hangingPunct="1">
                <a:spcBef>
                  <a:spcPct val="50000"/>
                </a:spcBef>
                <a:defRPr/>
              </a:pPr>
              <a:r>
                <a:rPr lang="en-US" sz="1600" dirty="0">
                  <a:latin typeface="Arial" charset="0"/>
                  <a:cs typeface="Arial" charset="0"/>
                </a:rPr>
                <a:t>S2</a:t>
              </a:r>
              <a:endParaRPr lang="ru-RU" sz="1600" dirty="0">
                <a:latin typeface="Arial" charset="0"/>
                <a:cs typeface="Arial" charset="0"/>
              </a:endParaRPr>
            </a:p>
          </p:txBody>
        </p:sp>
        <p:sp>
          <p:nvSpPr>
            <p:cNvPr id="73772" name="Text Box 46">
              <a:extLst>
                <a:ext uri="{FF2B5EF4-FFF2-40B4-BE49-F238E27FC236}">
                  <a16:creationId xmlns:a16="http://schemas.microsoft.com/office/drawing/2014/main" id="{9A35AB4F-273A-4653-A4E7-9E68F8F798F9}"/>
                </a:ext>
              </a:extLst>
            </p:cNvPr>
            <p:cNvSpPr txBox="1">
              <a:spLocks noChangeArrowheads="1"/>
            </p:cNvSpPr>
            <p:nvPr/>
          </p:nvSpPr>
          <p:spPr bwMode="auto">
            <a:xfrm>
              <a:off x="749625" y="4433888"/>
              <a:ext cx="609600" cy="385886"/>
            </a:xfrm>
            <a:prstGeom prst="rect">
              <a:avLst/>
            </a:prstGeom>
            <a:grpFill/>
            <a:ln w="9525">
              <a:noFill/>
              <a:miter lim="800000"/>
              <a:headEnd/>
              <a:tailEnd/>
            </a:ln>
            <a:effectLst/>
          </p:spPr>
          <p:txBody>
            <a:bodyPr>
              <a:spAutoFit/>
            </a:bodyPr>
            <a:lstStyle/>
            <a:p>
              <a:pPr eaLnBrk="1" hangingPunct="1">
                <a:spcBef>
                  <a:spcPct val="50000"/>
                </a:spcBef>
                <a:defRPr/>
              </a:pPr>
              <a:r>
                <a:rPr lang="en-US" sz="1600" dirty="0">
                  <a:latin typeface="Arial" charset="0"/>
                  <a:cs typeface="Arial" charset="0"/>
                </a:rPr>
                <a:t>S3</a:t>
              </a:r>
              <a:endParaRPr lang="ru-RU" sz="1600" dirty="0">
                <a:latin typeface="Arial" charset="0"/>
                <a:cs typeface="Arial" charset="0"/>
              </a:endParaRPr>
            </a:p>
          </p:txBody>
        </p:sp>
        <p:sp>
          <p:nvSpPr>
            <p:cNvPr id="73773" name="Text Box 47">
              <a:extLst>
                <a:ext uri="{FF2B5EF4-FFF2-40B4-BE49-F238E27FC236}">
                  <a16:creationId xmlns:a16="http://schemas.microsoft.com/office/drawing/2014/main" id="{815394EF-6E76-45C9-B303-5BF2D2B0847F}"/>
                </a:ext>
              </a:extLst>
            </p:cNvPr>
            <p:cNvSpPr txBox="1">
              <a:spLocks noChangeArrowheads="1"/>
            </p:cNvSpPr>
            <p:nvPr/>
          </p:nvSpPr>
          <p:spPr bwMode="auto">
            <a:xfrm>
              <a:off x="3314200" y="5576888"/>
              <a:ext cx="609600" cy="385886"/>
            </a:xfrm>
            <a:prstGeom prst="rect">
              <a:avLst/>
            </a:prstGeom>
            <a:grpFill/>
            <a:ln w="9525">
              <a:noFill/>
              <a:miter lim="800000"/>
              <a:headEnd/>
              <a:tailEnd/>
            </a:ln>
            <a:effectLst/>
          </p:spPr>
          <p:txBody>
            <a:bodyPr>
              <a:spAutoFit/>
            </a:bodyPr>
            <a:lstStyle/>
            <a:p>
              <a:pPr eaLnBrk="1" hangingPunct="1">
                <a:spcBef>
                  <a:spcPct val="50000"/>
                </a:spcBef>
                <a:defRPr/>
              </a:pPr>
              <a:r>
                <a:rPr lang="en-US" sz="1600" dirty="0">
                  <a:latin typeface="Arial" charset="0"/>
                  <a:cs typeface="Arial" charset="0"/>
                </a:rPr>
                <a:t>S4</a:t>
              </a:r>
              <a:endParaRPr lang="ru-RU" sz="1600" dirty="0">
                <a:latin typeface="Arial" charset="0"/>
                <a:cs typeface="Arial" charset="0"/>
              </a:endParaRPr>
            </a:p>
          </p:txBody>
        </p:sp>
        <p:sp>
          <p:nvSpPr>
            <p:cNvPr id="73774" name="Text Box 48">
              <a:extLst>
                <a:ext uri="{FF2B5EF4-FFF2-40B4-BE49-F238E27FC236}">
                  <a16:creationId xmlns:a16="http://schemas.microsoft.com/office/drawing/2014/main" id="{06732EA0-7EDC-4313-987C-706ADC3996A9}"/>
                </a:ext>
              </a:extLst>
            </p:cNvPr>
            <p:cNvSpPr txBox="1">
              <a:spLocks noChangeArrowheads="1"/>
            </p:cNvSpPr>
            <p:nvPr/>
          </p:nvSpPr>
          <p:spPr bwMode="auto">
            <a:xfrm>
              <a:off x="7977250" y="3602157"/>
              <a:ext cx="609600" cy="385886"/>
            </a:xfrm>
            <a:prstGeom prst="rect">
              <a:avLst/>
            </a:prstGeom>
            <a:grpFill/>
            <a:ln w="9525">
              <a:noFill/>
              <a:miter lim="800000"/>
              <a:headEnd/>
              <a:tailEnd/>
            </a:ln>
            <a:effectLst/>
          </p:spPr>
          <p:txBody>
            <a:bodyPr>
              <a:spAutoFit/>
            </a:bodyPr>
            <a:lstStyle/>
            <a:p>
              <a:pPr eaLnBrk="1" hangingPunct="1">
                <a:spcBef>
                  <a:spcPct val="50000"/>
                </a:spcBef>
                <a:defRPr/>
              </a:pPr>
              <a:r>
                <a:rPr lang="en-US" sz="1600">
                  <a:latin typeface="Arial" charset="0"/>
                  <a:cs typeface="Arial" charset="0"/>
                </a:rPr>
                <a:t>S0</a:t>
              </a:r>
              <a:endParaRPr lang="ru-RU" sz="1600">
                <a:latin typeface="Arial" charset="0"/>
                <a:cs typeface="Arial" charset="0"/>
              </a:endParaRPr>
            </a:p>
          </p:txBody>
        </p:sp>
        <p:sp>
          <p:nvSpPr>
            <p:cNvPr id="73775" name="Text Box 17">
              <a:extLst>
                <a:ext uri="{FF2B5EF4-FFF2-40B4-BE49-F238E27FC236}">
                  <a16:creationId xmlns:a16="http://schemas.microsoft.com/office/drawing/2014/main" id="{EBF4D8AD-FE73-4515-B60B-C2B1BA362140}"/>
                </a:ext>
              </a:extLst>
            </p:cNvPr>
            <p:cNvSpPr txBox="1">
              <a:spLocks noChangeArrowheads="1"/>
            </p:cNvSpPr>
            <p:nvPr/>
          </p:nvSpPr>
          <p:spPr bwMode="auto">
            <a:xfrm>
              <a:off x="6541325" y="4335629"/>
              <a:ext cx="711200" cy="376237"/>
            </a:xfrm>
            <a:prstGeom prst="rect">
              <a:avLst/>
            </a:prstGeom>
            <a:grpFill/>
            <a:ln w="22225">
              <a:noFill/>
              <a:miter lim="800000"/>
              <a:headEnd/>
              <a:tailEnd/>
            </a:ln>
          </p:spPr>
          <p:txBody>
            <a:bodyPr/>
            <a:lstStyle/>
            <a:p>
              <a:pPr>
                <a:defRPr/>
              </a:pPr>
              <a:r>
                <a:rPr lang="en-US" sz="1600" dirty="0">
                  <a:latin typeface="Arial" charset="0"/>
                  <a:cs typeface="Arial" charset="0"/>
                </a:rPr>
                <a:t>X1</a:t>
              </a:r>
            </a:p>
          </p:txBody>
        </p:sp>
      </p:gr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4">
            <a:extLst>
              <a:ext uri="{FF2B5EF4-FFF2-40B4-BE49-F238E27FC236}">
                <a16:creationId xmlns:a16="http://schemas.microsoft.com/office/drawing/2014/main" id="{3F886347-90C9-7C59-601F-39CDC2A2B72F}"/>
              </a:ext>
            </a:extLst>
          </p:cNvPr>
          <p:cNvSpPr>
            <a:spLocks noGrp="1" noChangeArrowheads="1"/>
          </p:cNvSpPr>
          <p:nvPr>
            <p:ph type="title"/>
          </p:nvPr>
        </p:nvSpPr>
        <p:spPr/>
        <p:txBody>
          <a:bodyPr/>
          <a:lstStyle/>
          <a:p>
            <a:r>
              <a:rPr lang="en-US" altLang="en-US"/>
              <a:t>State Diagram of Moore FSM</a:t>
            </a:r>
            <a:endParaRPr lang="ru-RU" altLang="en-US"/>
          </a:p>
        </p:txBody>
      </p:sp>
      <p:grpSp>
        <p:nvGrpSpPr>
          <p:cNvPr id="74755" name="Group 5">
            <a:extLst>
              <a:ext uri="{FF2B5EF4-FFF2-40B4-BE49-F238E27FC236}">
                <a16:creationId xmlns:a16="http://schemas.microsoft.com/office/drawing/2014/main" id="{5310AA16-4110-C229-8FDB-4C02E0164819}"/>
              </a:ext>
            </a:extLst>
          </p:cNvPr>
          <p:cNvGrpSpPr>
            <a:grpSpLocks/>
          </p:cNvGrpSpPr>
          <p:nvPr/>
        </p:nvGrpSpPr>
        <p:grpSpPr bwMode="auto">
          <a:xfrm>
            <a:off x="5699126" y="1295401"/>
            <a:ext cx="4206875" cy="4479925"/>
            <a:chOff x="1584" y="864"/>
            <a:chExt cx="2792" cy="3216"/>
          </a:xfrm>
        </p:grpSpPr>
        <p:sp>
          <p:nvSpPr>
            <p:cNvPr id="75780" name="Oval 6">
              <a:extLst>
                <a:ext uri="{FF2B5EF4-FFF2-40B4-BE49-F238E27FC236}">
                  <a16:creationId xmlns:a16="http://schemas.microsoft.com/office/drawing/2014/main" id="{A3FB3974-A559-4E2E-ABB4-CD4AA4D35D9A}"/>
                </a:ext>
              </a:extLst>
            </p:cNvPr>
            <p:cNvSpPr>
              <a:spLocks noChangeArrowheads="1"/>
            </p:cNvSpPr>
            <p:nvPr/>
          </p:nvSpPr>
          <p:spPr bwMode="auto">
            <a:xfrm>
              <a:off x="2406" y="981"/>
              <a:ext cx="838" cy="417"/>
            </a:xfrm>
            <a:prstGeom prst="ellipse">
              <a:avLst/>
            </a:prstGeom>
            <a:solidFill>
              <a:schemeClr val="accent1">
                <a:lumMod val="40000"/>
                <a:lumOff val="60000"/>
              </a:schemeClr>
            </a:solidFill>
            <a:ln w="22225">
              <a:solidFill>
                <a:srgbClr val="000000"/>
              </a:solidFill>
              <a:round/>
              <a:headEnd/>
              <a:tailEnd/>
            </a:ln>
          </p:spPr>
          <p:txBody>
            <a:bodyPr/>
            <a:lstStyle/>
            <a:p>
              <a:pPr eaLnBrk="1" hangingPunct="1">
                <a:defRPr/>
              </a:pPr>
              <a:r>
                <a:rPr lang="ru-RU" sz="1600" dirty="0">
                  <a:latin typeface="Arial" charset="0"/>
                  <a:cs typeface="Arial" charset="0"/>
                </a:rPr>
                <a:t>S0/</a:t>
              </a:r>
              <a:r>
                <a:rPr lang="en-US" sz="1600" dirty="0">
                  <a:latin typeface="Arial" charset="0"/>
                  <a:cs typeface="Arial" charset="0"/>
                </a:rPr>
                <a:t>y</a:t>
              </a:r>
              <a:r>
                <a:rPr lang="ru-RU" sz="1600" dirty="0">
                  <a:latin typeface="Arial" charset="0"/>
                  <a:cs typeface="Arial" charset="0"/>
                </a:rPr>
                <a:t>0</a:t>
              </a:r>
            </a:p>
          </p:txBody>
        </p:sp>
        <p:sp>
          <p:nvSpPr>
            <p:cNvPr id="74759" name="Arc 7">
              <a:extLst>
                <a:ext uri="{FF2B5EF4-FFF2-40B4-BE49-F238E27FC236}">
                  <a16:creationId xmlns:a16="http://schemas.microsoft.com/office/drawing/2014/main" id="{389A45D6-4F58-709C-FB85-5CCB72224992}"/>
                </a:ext>
              </a:extLst>
            </p:cNvPr>
            <p:cNvSpPr>
              <a:spLocks/>
            </p:cNvSpPr>
            <p:nvPr/>
          </p:nvSpPr>
          <p:spPr bwMode="auto">
            <a:xfrm flipV="1">
              <a:off x="2991" y="921"/>
              <a:ext cx="602" cy="451"/>
            </a:xfrm>
            <a:custGeom>
              <a:avLst/>
              <a:gdLst>
                <a:gd name="T0" fmla="*/ 0 w 39750"/>
                <a:gd name="T1" fmla="*/ 0 h 43200"/>
                <a:gd name="T2" fmla="*/ 0 w 39750"/>
                <a:gd name="T3" fmla="*/ 0 h 43200"/>
                <a:gd name="T4" fmla="*/ 0 w 39750"/>
                <a:gd name="T5" fmla="*/ 0 h 43200"/>
                <a:gd name="T6" fmla="*/ 0 60000 65536"/>
                <a:gd name="T7" fmla="*/ 0 60000 65536"/>
                <a:gd name="T8" fmla="*/ 0 60000 65536"/>
                <a:gd name="T9" fmla="*/ 0 w 39750"/>
                <a:gd name="T10" fmla="*/ 0 h 43200"/>
                <a:gd name="T11" fmla="*/ 39750 w 39750"/>
                <a:gd name="T12" fmla="*/ 43200 h 43200"/>
              </a:gdLst>
              <a:ahLst/>
              <a:cxnLst>
                <a:cxn ang="T6">
                  <a:pos x="T0" y="T1"/>
                </a:cxn>
                <a:cxn ang="T7">
                  <a:pos x="T2" y="T3"/>
                </a:cxn>
                <a:cxn ang="T8">
                  <a:pos x="T4" y="T5"/>
                </a:cxn>
              </a:cxnLst>
              <a:rect l="T9" t="T10" r="T11" b="T12"/>
              <a:pathLst>
                <a:path w="39750" h="43200" fill="none" extrusionOk="0">
                  <a:moveTo>
                    <a:pt x="7139" y="3017"/>
                  </a:moveTo>
                  <a:cubicBezTo>
                    <a:pt x="10472" y="1042"/>
                    <a:pt x="14275" y="-1"/>
                    <a:pt x="18150" y="0"/>
                  </a:cubicBezTo>
                  <a:cubicBezTo>
                    <a:pt x="30079" y="0"/>
                    <a:pt x="39750" y="9670"/>
                    <a:pt x="39750" y="21600"/>
                  </a:cubicBezTo>
                  <a:cubicBezTo>
                    <a:pt x="39750" y="33529"/>
                    <a:pt x="30079" y="43200"/>
                    <a:pt x="18150" y="43200"/>
                  </a:cubicBezTo>
                  <a:cubicBezTo>
                    <a:pt x="10813" y="43200"/>
                    <a:pt x="3977" y="39475"/>
                    <a:pt x="0" y="33310"/>
                  </a:cubicBezTo>
                </a:path>
                <a:path w="39750" h="43200" stroke="0" extrusionOk="0">
                  <a:moveTo>
                    <a:pt x="7139" y="3017"/>
                  </a:moveTo>
                  <a:cubicBezTo>
                    <a:pt x="10472" y="1042"/>
                    <a:pt x="14275" y="-1"/>
                    <a:pt x="18150" y="0"/>
                  </a:cubicBezTo>
                  <a:cubicBezTo>
                    <a:pt x="30079" y="0"/>
                    <a:pt x="39750" y="9670"/>
                    <a:pt x="39750" y="21600"/>
                  </a:cubicBezTo>
                  <a:cubicBezTo>
                    <a:pt x="39750" y="33529"/>
                    <a:pt x="30079" y="43200"/>
                    <a:pt x="18150" y="43200"/>
                  </a:cubicBezTo>
                  <a:cubicBezTo>
                    <a:pt x="10813" y="43200"/>
                    <a:pt x="3977" y="39475"/>
                    <a:pt x="0" y="33310"/>
                  </a:cubicBezTo>
                  <a:lnTo>
                    <a:pt x="18150" y="21600"/>
                  </a:lnTo>
                  <a:lnTo>
                    <a:pt x="7139" y="3017"/>
                  </a:lnTo>
                  <a:close/>
                </a:path>
              </a:pathLst>
            </a:custGeom>
            <a:noFill/>
            <a:ln w="2222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760" name="Text Box 8">
              <a:extLst>
                <a:ext uri="{FF2B5EF4-FFF2-40B4-BE49-F238E27FC236}">
                  <a16:creationId xmlns:a16="http://schemas.microsoft.com/office/drawing/2014/main" id="{309321ED-50CF-2165-8D5D-95BB933B8746}"/>
                </a:ext>
              </a:extLst>
            </p:cNvPr>
            <p:cNvSpPr txBox="1">
              <a:spLocks noChangeArrowheads="1"/>
            </p:cNvSpPr>
            <p:nvPr/>
          </p:nvSpPr>
          <p:spPr bwMode="auto">
            <a:xfrm>
              <a:off x="3456" y="864"/>
              <a:ext cx="920"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~X1</a:t>
              </a:r>
            </a:p>
          </p:txBody>
        </p:sp>
        <p:sp>
          <p:nvSpPr>
            <p:cNvPr id="74761" name="Line 9">
              <a:extLst>
                <a:ext uri="{FF2B5EF4-FFF2-40B4-BE49-F238E27FC236}">
                  <a16:creationId xmlns:a16="http://schemas.microsoft.com/office/drawing/2014/main" id="{6CF56834-8627-5432-B819-1958E11E985B}"/>
                </a:ext>
              </a:extLst>
            </p:cNvPr>
            <p:cNvSpPr>
              <a:spLocks noChangeShapeType="1"/>
            </p:cNvSpPr>
            <p:nvPr/>
          </p:nvSpPr>
          <p:spPr bwMode="auto">
            <a:xfrm>
              <a:off x="2831" y="1396"/>
              <a:ext cx="1" cy="186"/>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5784" name="Oval 10">
              <a:extLst>
                <a:ext uri="{FF2B5EF4-FFF2-40B4-BE49-F238E27FC236}">
                  <a16:creationId xmlns:a16="http://schemas.microsoft.com/office/drawing/2014/main" id="{D85249DF-0D0D-43F3-AF7F-356645773FA1}"/>
                </a:ext>
              </a:extLst>
            </p:cNvPr>
            <p:cNvSpPr>
              <a:spLocks noChangeArrowheads="1"/>
            </p:cNvSpPr>
            <p:nvPr/>
          </p:nvSpPr>
          <p:spPr bwMode="auto">
            <a:xfrm>
              <a:off x="2415" y="1588"/>
              <a:ext cx="834" cy="419"/>
            </a:xfrm>
            <a:prstGeom prst="ellipse">
              <a:avLst/>
            </a:prstGeom>
            <a:solidFill>
              <a:schemeClr val="accent1">
                <a:lumMod val="40000"/>
                <a:lumOff val="60000"/>
              </a:schemeClr>
            </a:solidFill>
            <a:ln w="22225">
              <a:solidFill>
                <a:srgbClr val="000000"/>
              </a:solidFill>
              <a:round/>
              <a:headEnd/>
              <a:tailEnd/>
            </a:ln>
          </p:spPr>
          <p:txBody>
            <a:bodyPr/>
            <a:lstStyle/>
            <a:p>
              <a:pPr eaLnBrk="1" hangingPunct="1">
                <a:defRPr/>
              </a:pPr>
              <a:r>
                <a:rPr lang="ru-RU" sz="1600" dirty="0">
                  <a:latin typeface="Arial" charset="0"/>
                  <a:cs typeface="Arial" charset="0"/>
                </a:rPr>
                <a:t>S1/</a:t>
              </a:r>
              <a:r>
                <a:rPr lang="en-US" sz="1600" dirty="0">
                  <a:latin typeface="Arial" charset="0"/>
                  <a:cs typeface="Arial" charset="0"/>
                </a:rPr>
                <a:t>y1</a:t>
              </a:r>
              <a:br>
                <a:rPr lang="ru-RU" sz="1600" dirty="0">
                  <a:latin typeface="Arial" charset="0"/>
                  <a:cs typeface="Arial" charset="0"/>
                </a:rPr>
              </a:br>
              <a:endParaRPr lang="ru-RU" sz="1600" dirty="0">
                <a:latin typeface="Arial" charset="0"/>
                <a:cs typeface="Arial" charset="0"/>
              </a:endParaRPr>
            </a:p>
          </p:txBody>
        </p:sp>
        <p:sp>
          <p:nvSpPr>
            <p:cNvPr id="74763" name="Line 11">
              <a:extLst>
                <a:ext uri="{FF2B5EF4-FFF2-40B4-BE49-F238E27FC236}">
                  <a16:creationId xmlns:a16="http://schemas.microsoft.com/office/drawing/2014/main" id="{9A20C9F9-908D-571D-5837-16A5AFC8F5EE}"/>
                </a:ext>
              </a:extLst>
            </p:cNvPr>
            <p:cNvSpPr>
              <a:spLocks noChangeShapeType="1"/>
            </p:cNvSpPr>
            <p:nvPr/>
          </p:nvSpPr>
          <p:spPr bwMode="auto">
            <a:xfrm>
              <a:off x="2833" y="2003"/>
              <a:ext cx="1" cy="216"/>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5786" name="Oval 12">
              <a:extLst>
                <a:ext uri="{FF2B5EF4-FFF2-40B4-BE49-F238E27FC236}">
                  <a16:creationId xmlns:a16="http://schemas.microsoft.com/office/drawing/2014/main" id="{B4F87BAA-7C94-42E5-B1F1-F8D7F5EF6E83}"/>
                </a:ext>
              </a:extLst>
            </p:cNvPr>
            <p:cNvSpPr>
              <a:spLocks noChangeArrowheads="1"/>
            </p:cNvSpPr>
            <p:nvPr/>
          </p:nvSpPr>
          <p:spPr bwMode="auto">
            <a:xfrm>
              <a:off x="2428" y="2218"/>
              <a:ext cx="838" cy="419"/>
            </a:xfrm>
            <a:prstGeom prst="ellipse">
              <a:avLst/>
            </a:prstGeom>
            <a:solidFill>
              <a:schemeClr val="accent1">
                <a:lumMod val="40000"/>
                <a:lumOff val="60000"/>
              </a:schemeClr>
            </a:solidFill>
            <a:ln w="22225">
              <a:solidFill>
                <a:srgbClr val="000000"/>
              </a:solidFill>
              <a:round/>
              <a:headEnd/>
              <a:tailEnd/>
            </a:ln>
          </p:spPr>
          <p:txBody>
            <a:bodyPr/>
            <a:lstStyle/>
            <a:p>
              <a:pPr eaLnBrk="1" hangingPunct="1">
                <a:defRPr/>
              </a:pPr>
              <a:r>
                <a:rPr lang="ru-RU" sz="1600" dirty="0">
                  <a:latin typeface="Arial" charset="0"/>
                  <a:cs typeface="Arial" charset="0"/>
                </a:rPr>
                <a:t>S2/</a:t>
              </a:r>
              <a:r>
                <a:rPr lang="en-US" sz="1600" dirty="0">
                  <a:latin typeface="Arial" charset="0"/>
                  <a:cs typeface="Arial" charset="0"/>
                </a:rPr>
                <a:t>y</a:t>
              </a:r>
              <a:r>
                <a:rPr lang="ru-RU" sz="1600" dirty="0">
                  <a:latin typeface="Arial" charset="0"/>
                  <a:cs typeface="Arial" charset="0"/>
                </a:rPr>
                <a:t>2</a:t>
              </a:r>
            </a:p>
          </p:txBody>
        </p:sp>
        <p:sp>
          <p:nvSpPr>
            <p:cNvPr id="74765" name="Text Box 13">
              <a:extLst>
                <a:ext uri="{FF2B5EF4-FFF2-40B4-BE49-F238E27FC236}">
                  <a16:creationId xmlns:a16="http://schemas.microsoft.com/office/drawing/2014/main" id="{400A23D8-96A5-F70C-9466-B00B2E79441B}"/>
                </a:ext>
              </a:extLst>
            </p:cNvPr>
            <p:cNvSpPr txBox="1">
              <a:spLocks noChangeArrowheads="1"/>
            </p:cNvSpPr>
            <p:nvPr/>
          </p:nvSpPr>
          <p:spPr bwMode="auto">
            <a:xfrm>
              <a:off x="2948" y="1359"/>
              <a:ext cx="391"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X1</a:t>
              </a:r>
            </a:p>
          </p:txBody>
        </p:sp>
        <p:sp>
          <p:nvSpPr>
            <p:cNvPr id="74766" name="Text Box 14">
              <a:extLst>
                <a:ext uri="{FF2B5EF4-FFF2-40B4-BE49-F238E27FC236}">
                  <a16:creationId xmlns:a16="http://schemas.microsoft.com/office/drawing/2014/main" id="{AF27F85B-6A7D-2E44-345B-4961BE574D06}"/>
                </a:ext>
              </a:extLst>
            </p:cNvPr>
            <p:cNvSpPr txBox="1">
              <a:spLocks noChangeArrowheads="1"/>
            </p:cNvSpPr>
            <p:nvPr/>
          </p:nvSpPr>
          <p:spPr bwMode="auto">
            <a:xfrm>
              <a:off x="2889" y="1975"/>
              <a:ext cx="363"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74767" name="Line 15">
              <a:extLst>
                <a:ext uri="{FF2B5EF4-FFF2-40B4-BE49-F238E27FC236}">
                  <a16:creationId xmlns:a16="http://schemas.microsoft.com/office/drawing/2014/main" id="{7D8125C4-D46F-4182-81B0-FDCAEAC1B958}"/>
                </a:ext>
              </a:extLst>
            </p:cNvPr>
            <p:cNvSpPr>
              <a:spLocks noChangeShapeType="1"/>
            </p:cNvSpPr>
            <p:nvPr/>
          </p:nvSpPr>
          <p:spPr bwMode="auto">
            <a:xfrm>
              <a:off x="2826" y="2650"/>
              <a:ext cx="1" cy="216"/>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4768" name="Text Box 16">
              <a:extLst>
                <a:ext uri="{FF2B5EF4-FFF2-40B4-BE49-F238E27FC236}">
                  <a16:creationId xmlns:a16="http://schemas.microsoft.com/office/drawing/2014/main" id="{FFE58AB3-007C-2B55-26F4-EE98A40BE613}"/>
                </a:ext>
              </a:extLst>
            </p:cNvPr>
            <p:cNvSpPr txBox="1">
              <a:spLocks noChangeArrowheads="1"/>
            </p:cNvSpPr>
            <p:nvPr/>
          </p:nvSpPr>
          <p:spPr bwMode="auto">
            <a:xfrm>
              <a:off x="2930" y="2639"/>
              <a:ext cx="31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1</a:t>
              </a:r>
            </a:p>
          </p:txBody>
        </p:sp>
        <p:sp>
          <p:nvSpPr>
            <p:cNvPr id="75791" name="Oval 17">
              <a:extLst>
                <a:ext uri="{FF2B5EF4-FFF2-40B4-BE49-F238E27FC236}">
                  <a16:creationId xmlns:a16="http://schemas.microsoft.com/office/drawing/2014/main" id="{6740FC8D-313E-4EB9-BCBA-0ECD6416F2C4}"/>
                </a:ext>
              </a:extLst>
            </p:cNvPr>
            <p:cNvSpPr>
              <a:spLocks noChangeArrowheads="1"/>
            </p:cNvSpPr>
            <p:nvPr/>
          </p:nvSpPr>
          <p:spPr bwMode="auto">
            <a:xfrm>
              <a:off x="2428" y="2864"/>
              <a:ext cx="838" cy="419"/>
            </a:xfrm>
            <a:prstGeom prst="ellipse">
              <a:avLst/>
            </a:prstGeom>
            <a:solidFill>
              <a:schemeClr val="accent1">
                <a:lumMod val="40000"/>
                <a:lumOff val="60000"/>
              </a:schemeClr>
            </a:solidFill>
            <a:ln w="22225">
              <a:solidFill>
                <a:srgbClr val="000000"/>
              </a:solidFill>
              <a:round/>
              <a:headEnd/>
              <a:tailEnd/>
            </a:ln>
          </p:spPr>
          <p:txBody>
            <a:bodyPr/>
            <a:lstStyle/>
            <a:p>
              <a:pPr eaLnBrk="1" hangingPunct="1">
                <a:defRPr/>
              </a:pPr>
              <a:r>
                <a:rPr lang="ru-RU" sz="1600" dirty="0">
                  <a:latin typeface="Arial" charset="0"/>
                  <a:cs typeface="Arial" charset="0"/>
                </a:rPr>
                <a:t>S3/</a:t>
              </a:r>
              <a:r>
                <a:rPr lang="en-US" sz="1600" dirty="0">
                  <a:latin typeface="Arial" charset="0"/>
                  <a:cs typeface="Arial" charset="0"/>
                </a:rPr>
                <a:t>y3</a:t>
              </a:r>
              <a:br>
                <a:rPr lang="ru-RU" sz="1600" dirty="0">
                  <a:latin typeface="Arial" charset="0"/>
                  <a:cs typeface="Arial" charset="0"/>
                </a:rPr>
              </a:br>
              <a:endParaRPr lang="ru-RU" sz="1600" dirty="0">
                <a:latin typeface="Arial" charset="0"/>
                <a:cs typeface="Arial" charset="0"/>
              </a:endParaRPr>
            </a:p>
          </p:txBody>
        </p:sp>
        <p:sp>
          <p:nvSpPr>
            <p:cNvPr id="74770" name="Text Box 18">
              <a:extLst>
                <a:ext uri="{FF2B5EF4-FFF2-40B4-BE49-F238E27FC236}">
                  <a16:creationId xmlns:a16="http://schemas.microsoft.com/office/drawing/2014/main" id="{77245AC0-1685-DCE9-6F98-5CB77AD316FD}"/>
                </a:ext>
              </a:extLst>
            </p:cNvPr>
            <p:cNvSpPr txBox="1">
              <a:spLocks noChangeArrowheads="1"/>
            </p:cNvSpPr>
            <p:nvPr/>
          </p:nvSpPr>
          <p:spPr bwMode="auto">
            <a:xfrm>
              <a:off x="3200" y="2703"/>
              <a:ext cx="448"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~X2</a:t>
              </a:r>
            </a:p>
          </p:txBody>
        </p:sp>
        <p:sp>
          <p:nvSpPr>
            <p:cNvPr id="74771" name="Arc 19">
              <a:extLst>
                <a:ext uri="{FF2B5EF4-FFF2-40B4-BE49-F238E27FC236}">
                  <a16:creationId xmlns:a16="http://schemas.microsoft.com/office/drawing/2014/main" id="{F75FF871-01D9-4EE9-528A-199A4E6C34B5}"/>
                </a:ext>
              </a:extLst>
            </p:cNvPr>
            <p:cNvSpPr>
              <a:spLocks/>
            </p:cNvSpPr>
            <p:nvPr/>
          </p:nvSpPr>
          <p:spPr bwMode="auto">
            <a:xfrm rot="20560471" flipV="1">
              <a:off x="2965" y="2381"/>
              <a:ext cx="750" cy="632"/>
            </a:xfrm>
            <a:custGeom>
              <a:avLst/>
              <a:gdLst>
                <a:gd name="T0" fmla="*/ 0 w 21600"/>
                <a:gd name="T1" fmla="*/ 0 h 39229"/>
                <a:gd name="T2" fmla="*/ 0 w 21600"/>
                <a:gd name="T3" fmla="*/ 0 h 39229"/>
                <a:gd name="T4" fmla="*/ 0 w 21600"/>
                <a:gd name="T5" fmla="*/ 0 h 39229"/>
                <a:gd name="T6" fmla="*/ 0 60000 65536"/>
                <a:gd name="T7" fmla="*/ 0 60000 65536"/>
                <a:gd name="T8" fmla="*/ 0 60000 65536"/>
                <a:gd name="T9" fmla="*/ 0 w 21600"/>
                <a:gd name="T10" fmla="*/ 0 h 39229"/>
                <a:gd name="T11" fmla="*/ 21600 w 21600"/>
                <a:gd name="T12" fmla="*/ 39229 h 39229"/>
              </a:gdLst>
              <a:ahLst/>
              <a:cxnLst>
                <a:cxn ang="T6">
                  <a:pos x="T0" y="T1"/>
                </a:cxn>
                <a:cxn ang="T7">
                  <a:pos x="T2" y="T3"/>
                </a:cxn>
                <a:cxn ang="T8">
                  <a:pos x="T4" y="T5"/>
                </a:cxn>
              </a:cxnLst>
              <a:rect l="T9" t="T10" r="T11" b="T12"/>
              <a:pathLst>
                <a:path w="21600" h="39229" fill="none" extrusionOk="0">
                  <a:moveTo>
                    <a:pt x="6386" y="-1"/>
                  </a:moveTo>
                  <a:cubicBezTo>
                    <a:pt x="15432" y="2799"/>
                    <a:pt x="21600" y="11164"/>
                    <a:pt x="21600" y="20634"/>
                  </a:cubicBezTo>
                  <a:cubicBezTo>
                    <a:pt x="21600" y="28272"/>
                    <a:pt x="17566" y="35342"/>
                    <a:pt x="10990" y="39228"/>
                  </a:cubicBezTo>
                </a:path>
                <a:path w="21600" h="39229" stroke="0" extrusionOk="0">
                  <a:moveTo>
                    <a:pt x="6386" y="-1"/>
                  </a:moveTo>
                  <a:cubicBezTo>
                    <a:pt x="15432" y="2799"/>
                    <a:pt x="21600" y="11164"/>
                    <a:pt x="21600" y="20634"/>
                  </a:cubicBezTo>
                  <a:cubicBezTo>
                    <a:pt x="21600" y="28272"/>
                    <a:pt x="17566" y="35342"/>
                    <a:pt x="10990" y="39228"/>
                  </a:cubicBezTo>
                  <a:lnTo>
                    <a:pt x="0" y="20634"/>
                  </a:lnTo>
                  <a:lnTo>
                    <a:pt x="6386" y="-1"/>
                  </a:lnTo>
                  <a:close/>
                </a:path>
              </a:pathLst>
            </a:custGeom>
            <a:noFill/>
            <a:ln w="22225">
              <a:solidFill>
                <a:srgbClr val="000000"/>
              </a:solidFill>
              <a:round/>
              <a:headEn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772" name="Line 20">
              <a:extLst>
                <a:ext uri="{FF2B5EF4-FFF2-40B4-BE49-F238E27FC236}">
                  <a16:creationId xmlns:a16="http://schemas.microsoft.com/office/drawing/2014/main" id="{8DF5E8EE-3EE8-D6B7-FFEF-4D82EFF2FE9F}"/>
                </a:ext>
              </a:extLst>
            </p:cNvPr>
            <p:cNvSpPr>
              <a:spLocks noChangeShapeType="1"/>
            </p:cNvSpPr>
            <p:nvPr/>
          </p:nvSpPr>
          <p:spPr bwMode="auto">
            <a:xfrm>
              <a:off x="2864" y="3287"/>
              <a:ext cx="1" cy="361"/>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74773" name="Text Box 21">
              <a:extLst>
                <a:ext uri="{FF2B5EF4-FFF2-40B4-BE49-F238E27FC236}">
                  <a16:creationId xmlns:a16="http://schemas.microsoft.com/office/drawing/2014/main" id="{155EA78B-727E-2CAA-9682-DE7CA2C1AAA4}"/>
                </a:ext>
              </a:extLst>
            </p:cNvPr>
            <p:cNvSpPr txBox="1">
              <a:spLocks noChangeArrowheads="1"/>
            </p:cNvSpPr>
            <p:nvPr/>
          </p:nvSpPr>
          <p:spPr bwMode="auto">
            <a:xfrm>
              <a:off x="3004" y="3287"/>
              <a:ext cx="449"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X2</a:t>
              </a:r>
            </a:p>
          </p:txBody>
        </p:sp>
        <p:sp>
          <p:nvSpPr>
            <p:cNvPr id="75796" name="Oval 22">
              <a:extLst>
                <a:ext uri="{FF2B5EF4-FFF2-40B4-BE49-F238E27FC236}">
                  <a16:creationId xmlns:a16="http://schemas.microsoft.com/office/drawing/2014/main" id="{96357AD9-621B-4AE9-8367-4D3D1F6EEA18}"/>
                </a:ext>
              </a:extLst>
            </p:cNvPr>
            <p:cNvSpPr>
              <a:spLocks noChangeArrowheads="1"/>
            </p:cNvSpPr>
            <p:nvPr/>
          </p:nvSpPr>
          <p:spPr bwMode="auto">
            <a:xfrm>
              <a:off x="2407" y="3632"/>
              <a:ext cx="947" cy="419"/>
            </a:xfrm>
            <a:prstGeom prst="ellipse">
              <a:avLst/>
            </a:prstGeom>
            <a:solidFill>
              <a:schemeClr val="accent1">
                <a:lumMod val="40000"/>
                <a:lumOff val="60000"/>
              </a:schemeClr>
            </a:solidFill>
            <a:ln w="22225">
              <a:solidFill>
                <a:srgbClr val="000000"/>
              </a:solidFill>
              <a:round/>
              <a:headEnd/>
              <a:tailEnd/>
            </a:ln>
          </p:spPr>
          <p:txBody>
            <a:bodyPr/>
            <a:lstStyle/>
            <a:p>
              <a:pPr eaLnBrk="1" hangingPunct="1">
                <a:defRPr/>
              </a:pPr>
              <a:r>
                <a:rPr lang="ru-RU" sz="1600" dirty="0">
                  <a:latin typeface="Arial" charset="0"/>
                  <a:cs typeface="Arial" charset="0"/>
                </a:rPr>
                <a:t>S4/</a:t>
              </a:r>
              <a:r>
                <a:rPr lang="en-US" sz="1600" dirty="0">
                  <a:latin typeface="Arial" charset="0"/>
                  <a:cs typeface="Arial" charset="0"/>
                </a:rPr>
                <a:t>y4</a:t>
              </a:r>
              <a:endParaRPr lang="ru-RU" sz="1600" dirty="0">
                <a:latin typeface="Arial" charset="0"/>
                <a:cs typeface="Arial" charset="0"/>
              </a:endParaRPr>
            </a:p>
          </p:txBody>
        </p:sp>
        <p:sp>
          <p:nvSpPr>
            <p:cNvPr id="74775" name="Text Box 23">
              <a:extLst>
                <a:ext uri="{FF2B5EF4-FFF2-40B4-BE49-F238E27FC236}">
                  <a16:creationId xmlns:a16="http://schemas.microsoft.com/office/drawing/2014/main" id="{F2E33FBA-B22E-E578-0CA4-34E2BBA4BD74}"/>
                </a:ext>
              </a:extLst>
            </p:cNvPr>
            <p:cNvSpPr txBox="1">
              <a:spLocks noChangeArrowheads="1"/>
            </p:cNvSpPr>
            <p:nvPr/>
          </p:nvSpPr>
          <p:spPr bwMode="auto">
            <a:xfrm>
              <a:off x="3332" y="3711"/>
              <a:ext cx="664"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X1</a:t>
              </a:r>
            </a:p>
          </p:txBody>
        </p:sp>
        <p:sp>
          <p:nvSpPr>
            <p:cNvPr id="74776" name="Arc 24">
              <a:extLst>
                <a:ext uri="{FF2B5EF4-FFF2-40B4-BE49-F238E27FC236}">
                  <a16:creationId xmlns:a16="http://schemas.microsoft.com/office/drawing/2014/main" id="{86637E16-2D0E-9A8D-6CBE-51F04A4D385B}"/>
                </a:ext>
              </a:extLst>
            </p:cNvPr>
            <p:cNvSpPr>
              <a:spLocks/>
            </p:cNvSpPr>
            <p:nvPr/>
          </p:nvSpPr>
          <p:spPr bwMode="auto">
            <a:xfrm rot="2257763" flipH="1" flipV="1">
              <a:off x="1646" y="1546"/>
              <a:ext cx="1835" cy="2019"/>
            </a:xfrm>
            <a:custGeom>
              <a:avLst/>
              <a:gdLst>
                <a:gd name="T0" fmla="*/ 0 w 21600"/>
                <a:gd name="T1" fmla="*/ 0 h 23977"/>
                <a:gd name="T2" fmla="*/ 0 w 21600"/>
                <a:gd name="T3" fmla="*/ 0 h 23977"/>
                <a:gd name="T4" fmla="*/ 0 w 21600"/>
                <a:gd name="T5" fmla="*/ 0 h 23977"/>
                <a:gd name="T6" fmla="*/ 0 60000 65536"/>
                <a:gd name="T7" fmla="*/ 0 60000 65536"/>
                <a:gd name="T8" fmla="*/ 0 60000 65536"/>
                <a:gd name="T9" fmla="*/ 0 w 21600"/>
                <a:gd name="T10" fmla="*/ 0 h 23977"/>
                <a:gd name="T11" fmla="*/ 21600 w 21600"/>
                <a:gd name="T12" fmla="*/ 23977 h 23977"/>
              </a:gdLst>
              <a:ahLst/>
              <a:cxnLst>
                <a:cxn ang="T6">
                  <a:pos x="T0" y="T1"/>
                </a:cxn>
                <a:cxn ang="T7">
                  <a:pos x="T2" y="T3"/>
                </a:cxn>
                <a:cxn ang="T8">
                  <a:pos x="T4" y="T5"/>
                </a:cxn>
              </a:cxnLst>
              <a:rect l="T9" t="T10" r="T11" b="T12"/>
              <a:pathLst>
                <a:path w="21600" h="23977" fill="none" extrusionOk="0">
                  <a:moveTo>
                    <a:pt x="4053" y="-1"/>
                  </a:moveTo>
                  <a:cubicBezTo>
                    <a:pt x="14235" y="1944"/>
                    <a:pt x="21600" y="10849"/>
                    <a:pt x="21600" y="21216"/>
                  </a:cubicBezTo>
                  <a:cubicBezTo>
                    <a:pt x="21600" y="22139"/>
                    <a:pt x="21540" y="23061"/>
                    <a:pt x="21422" y="23976"/>
                  </a:cubicBezTo>
                </a:path>
                <a:path w="21600" h="23977" stroke="0" extrusionOk="0">
                  <a:moveTo>
                    <a:pt x="4053" y="-1"/>
                  </a:moveTo>
                  <a:cubicBezTo>
                    <a:pt x="14235" y="1944"/>
                    <a:pt x="21600" y="10849"/>
                    <a:pt x="21600" y="21216"/>
                  </a:cubicBezTo>
                  <a:cubicBezTo>
                    <a:pt x="21600" y="22139"/>
                    <a:pt x="21540" y="23061"/>
                    <a:pt x="21422" y="23976"/>
                  </a:cubicBezTo>
                  <a:lnTo>
                    <a:pt x="0" y="21216"/>
                  </a:lnTo>
                  <a:lnTo>
                    <a:pt x="4053" y="-1"/>
                  </a:lnTo>
                  <a:close/>
                </a:path>
              </a:pathLst>
            </a:custGeom>
            <a:noFill/>
            <a:ln w="22225">
              <a:solidFill>
                <a:srgbClr val="000000"/>
              </a:solidFill>
              <a:round/>
              <a:headEnd type="none" w="med" len="med"/>
              <a:tailEnd type="triangle" w="lg" len="lg"/>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74777" name="Text Box 25">
              <a:extLst>
                <a:ext uri="{FF2B5EF4-FFF2-40B4-BE49-F238E27FC236}">
                  <a16:creationId xmlns:a16="http://schemas.microsoft.com/office/drawing/2014/main" id="{DA89ECB2-6D33-E242-1252-9528F2F6F2C4}"/>
                </a:ext>
              </a:extLst>
            </p:cNvPr>
            <p:cNvSpPr txBox="1">
              <a:spLocks noChangeArrowheads="1"/>
            </p:cNvSpPr>
            <p:nvPr/>
          </p:nvSpPr>
          <p:spPr bwMode="auto">
            <a:xfrm>
              <a:off x="1584" y="2160"/>
              <a:ext cx="922" cy="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600"/>
                <a:t>~X1</a:t>
              </a:r>
            </a:p>
          </p:txBody>
        </p:sp>
      </p:grpSp>
      <p:sp>
        <p:nvSpPr>
          <p:cNvPr id="74756" name="TextBox 23">
            <a:extLst>
              <a:ext uri="{FF2B5EF4-FFF2-40B4-BE49-F238E27FC236}">
                <a16:creationId xmlns:a16="http://schemas.microsoft.com/office/drawing/2014/main" id="{AE2394EB-DBE8-A53D-D0F0-0A756EC9467D}"/>
              </a:ext>
            </a:extLst>
          </p:cNvPr>
          <p:cNvSpPr txBox="1">
            <a:spLocks noChangeArrowheads="1"/>
          </p:cNvSpPr>
          <p:nvPr/>
        </p:nvSpPr>
        <p:spPr bwMode="auto">
          <a:xfrm>
            <a:off x="1981200" y="2066925"/>
            <a:ext cx="35052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A={X,Y,S,</a:t>
            </a:r>
            <a:r>
              <a:rPr lang="en-US" altLang="en-US" sz="2000">
                <a:sym typeface="Symbol" panose="05050102010706020507" pitchFamily="18" charset="2"/>
              </a:rPr>
              <a:t>}</a:t>
            </a:r>
          </a:p>
          <a:p>
            <a:pPr eaLnBrk="1" hangingPunct="1"/>
            <a:r>
              <a:rPr lang="en-US" altLang="en-US" sz="2000">
                <a:sym typeface="Symbol" panose="05050102010706020507" pitchFamily="18" charset="2"/>
              </a:rPr>
              <a:t>X= {x1,x2}</a:t>
            </a:r>
          </a:p>
          <a:p>
            <a:pPr eaLnBrk="1" hangingPunct="1"/>
            <a:r>
              <a:rPr lang="en-US" altLang="en-US" sz="2000">
                <a:sym typeface="Symbol" panose="05050102010706020507" pitchFamily="18" charset="2"/>
              </a:rPr>
              <a:t>Y={y1,y2,y3,y4}</a:t>
            </a:r>
            <a:endParaRPr lang="en-GB" altLang="en-US" sz="2000"/>
          </a:p>
        </p:txBody>
      </p:sp>
      <p:sp>
        <p:nvSpPr>
          <p:cNvPr id="74757" name="TextBox 24">
            <a:extLst>
              <a:ext uri="{FF2B5EF4-FFF2-40B4-BE49-F238E27FC236}">
                <a16:creationId xmlns:a16="http://schemas.microsoft.com/office/drawing/2014/main" id="{810A448C-04BB-7E3A-419E-F8C0CBB4B715}"/>
              </a:ext>
            </a:extLst>
          </p:cNvPr>
          <p:cNvSpPr txBox="1">
            <a:spLocks noChangeArrowheads="1"/>
          </p:cNvSpPr>
          <p:nvPr/>
        </p:nvSpPr>
        <p:spPr bwMode="auto">
          <a:xfrm>
            <a:off x="1939925" y="3260725"/>
            <a:ext cx="44196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x1=Multiply</a:t>
            </a:r>
          </a:p>
          <a:p>
            <a:pPr eaLnBrk="1" hangingPunct="1"/>
            <a:r>
              <a:rPr lang="en-US" altLang="en-US" sz="2000" dirty="0"/>
              <a:t>x2:  done,(CT==0)</a:t>
            </a:r>
          </a:p>
          <a:p>
            <a:pPr eaLnBrk="1" hangingPunct="1"/>
            <a:r>
              <a:rPr lang="en-US" altLang="en-US" sz="2000" dirty="0"/>
              <a:t>y0: all control signals equal zero</a:t>
            </a:r>
          </a:p>
          <a:p>
            <a:pPr eaLnBrk="1" hangingPunct="1"/>
            <a:r>
              <a:rPr lang="en-US" altLang="en-US" sz="2000" dirty="0"/>
              <a:t>y1: </a:t>
            </a:r>
            <a:r>
              <a:rPr lang="en-GB" altLang="en-US" sz="2000" dirty="0"/>
              <a:t>load of the initial values (operands are written into registers)</a:t>
            </a:r>
          </a:p>
          <a:p>
            <a:pPr eaLnBrk="1" hangingPunct="1"/>
            <a:r>
              <a:rPr lang="en-GB" altLang="en-US" sz="2000" dirty="0"/>
              <a:t>y2: </a:t>
            </a:r>
            <a:r>
              <a:rPr lang="en-GB" altLang="en-US" sz="2000" dirty="0" err="1"/>
              <a:t>acc</a:t>
            </a:r>
            <a:r>
              <a:rPr lang="en-GB" altLang="en-US" sz="2000" dirty="0"/>
              <a:t>=adder;</a:t>
            </a:r>
          </a:p>
          <a:p>
            <a:pPr eaLnBrk="1" hangingPunct="1"/>
            <a:r>
              <a:rPr lang="en-US" altLang="en-US" sz="2000" dirty="0"/>
              <a:t>y3: shift right acc, RB; CT=CT-1;</a:t>
            </a:r>
          </a:p>
          <a:p>
            <a:pPr eaLnBrk="1" hangingPunct="1"/>
            <a:r>
              <a:rPr lang="en-US" altLang="en-US" sz="2000" dirty="0"/>
              <a:t>y4: done=1;</a:t>
            </a:r>
            <a:endParaRPr lang="en-GB" altLang="en-US" sz="2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4">
            <a:extLst>
              <a:ext uri="{FF2B5EF4-FFF2-40B4-BE49-F238E27FC236}">
                <a16:creationId xmlns:a16="http://schemas.microsoft.com/office/drawing/2014/main" id="{1EFE6C22-AC61-259C-97AA-962FD72F1987}"/>
              </a:ext>
            </a:extLst>
          </p:cNvPr>
          <p:cNvSpPr>
            <a:spLocks noGrp="1" noChangeArrowheads="1"/>
          </p:cNvSpPr>
          <p:nvPr>
            <p:ph type="title"/>
          </p:nvPr>
        </p:nvSpPr>
        <p:spPr/>
        <p:txBody>
          <a:bodyPr/>
          <a:lstStyle/>
          <a:p>
            <a:r>
              <a:rPr lang="en-US" altLang="en-US"/>
              <a:t>Datapath Circuit for the Multiplier</a:t>
            </a:r>
            <a:endParaRPr lang="ru-RU" altLang="en-US"/>
          </a:p>
        </p:txBody>
      </p:sp>
      <p:grpSp>
        <p:nvGrpSpPr>
          <p:cNvPr id="75779" name="Group 100">
            <a:extLst>
              <a:ext uri="{FF2B5EF4-FFF2-40B4-BE49-F238E27FC236}">
                <a16:creationId xmlns:a16="http://schemas.microsoft.com/office/drawing/2014/main" id="{E962F1BA-1975-6AB0-6AA0-A9B0B7A20C9F}"/>
              </a:ext>
            </a:extLst>
          </p:cNvPr>
          <p:cNvGrpSpPr>
            <a:grpSpLocks/>
          </p:cNvGrpSpPr>
          <p:nvPr/>
        </p:nvGrpSpPr>
        <p:grpSpPr bwMode="auto">
          <a:xfrm>
            <a:off x="2212976" y="1192213"/>
            <a:ext cx="7235825" cy="4614862"/>
            <a:chOff x="688975" y="1192213"/>
            <a:chExt cx="7235825" cy="4614862"/>
          </a:xfrm>
        </p:grpSpPr>
        <p:sp>
          <p:nvSpPr>
            <p:cNvPr id="2" name="Rectangle 6">
              <a:extLst>
                <a:ext uri="{FF2B5EF4-FFF2-40B4-BE49-F238E27FC236}">
                  <a16:creationId xmlns:a16="http://schemas.microsoft.com/office/drawing/2014/main" id="{9F4FBD8E-6E98-4D83-9E20-DFB7D50E6B44}"/>
                </a:ext>
              </a:extLst>
            </p:cNvPr>
            <p:cNvSpPr>
              <a:spLocks noChangeArrowheads="1"/>
            </p:cNvSpPr>
            <p:nvPr/>
          </p:nvSpPr>
          <p:spPr bwMode="auto">
            <a:xfrm>
              <a:off x="2301875" y="1674813"/>
              <a:ext cx="1600200" cy="457200"/>
            </a:xfrm>
            <a:prstGeom prst="rect">
              <a:avLst/>
            </a:prstGeom>
            <a:solidFill>
              <a:schemeClr val="accent1">
                <a:lumMod val="60000"/>
                <a:lumOff val="40000"/>
              </a:schemeClr>
            </a:solidFill>
            <a:ln w="22225">
              <a:solidFill>
                <a:srgbClr val="000000"/>
              </a:solidFill>
              <a:miter lim="800000"/>
              <a:headEnd/>
              <a:tailEnd/>
            </a:ln>
          </p:spPr>
          <p:txBody>
            <a:bodyPr/>
            <a:lstStyle/>
            <a:p>
              <a:pPr algn="ctr" eaLnBrk="1" hangingPunct="1">
                <a:defRPr/>
              </a:pPr>
              <a:r>
                <a:rPr lang="ru-RU" sz="1600" dirty="0">
                  <a:latin typeface="+mj-lt"/>
                </a:rPr>
                <a:t>RA</a:t>
              </a:r>
            </a:p>
          </p:txBody>
        </p:sp>
        <p:sp>
          <p:nvSpPr>
            <p:cNvPr id="75780" name="Line 7">
              <a:extLst>
                <a:ext uri="{FF2B5EF4-FFF2-40B4-BE49-F238E27FC236}">
                  <a16:creationId xmlns:a16="http://schemas.microsoft.com/office/drawing/2014/main" id="{288F76E4-8B25-4B9B-A9F3-240946B9CDAB}"/>
                </a:ext>
              </a:extLst>
            </p:cNvPr>
            <p:cNvSpPr>
              <a:spLocks noChangeShapeType="1"/>
            </p:cNvSpPr>
            <p:nvPr/>
          </p:nvSpPr>
          <p:spPr bwMode="auto">
            <a:xfrm>
              <a:off x="3103563" y="1331913"/>
              <a:ext cx="0" cy="34290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781" name="Line 8">
              <a:extLst>
                <a:ext uri="{FF2B5EF4-FFF2-40B4-BE49-F238E27FC236}">
                  <a16:creationId xmlns:a16="http://schemas.microsoft.com/office/drawing/2014/main" id="{4EF5AD5D-F4F1-4E77-88BA-8DAC93AB70E9}"/>
                </a:ext>
              </a:extLst>
            </p:cNvPr>
            <p:cNvSpPr>
              <a:spLocks noChangeShapeType="1"/>
            </p:cNvSpPr>
            <p:nvPr/>
          </p:nvSpPr>
          <p:spPr bwMode="auto">
            <a:xfrm>
              <a:off x="3103563" y="1446213"/>
              <a:ext cx="0"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782" name="Line 9">
              <a:extLst>
                <a:ext uri="{FF2B5EF4-FFF2-40B4-BE49-F238E27FC236}">
                  <a16:creationId xmlns:a16="http://schemas.microsoft.com/office/drawing/2014/main" id="{7DD8DDCE-FD7B-4D0E-8F8D-E18EA6374B18}"/>
                </a:ext>
              </a:extLst>
            </p:cNvPr>
            <p:cNvSpPr>
              <a:spLocks noChangeShapeType="1"/>
            </p:cNvSpPr>
            <p:nvPr/>
          </p:nvSpPr>
          <p:spPr bwMode="auto">
            <a:xfrm flipV="1">
              <a:off x="3036888" y="1389063"/>
              <a:ext cx="114300" cy="11430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783" name="Text Box 10">
              <a:extLst>
                <a:ext uri="{FF2B5EF4-FFF2-40B4-BE49-F238E27FC236}">
                  <a16:creationId xmlns:a16="http://schemas.microsoft.com/office/drawing/2014/main" id="{4DBDB995-1FA2-4180-953C-FE25E543DCC3}"/>
                </a:ext>
              </a:extLst>
            </p:cNvPr>
            <p:cNvSpPr txBox="1">
              <a:spLocks noChangeArrowheads="1"/>
            </p:cNvSpPr>
            <p:nvPr/>
          </p:nvSpPr>
          <p:spPr bwMode="auto">
            <a:xfrm>
              <a:off x="3141663" y="1217613"/>
              <a:ext cx="419100" cy="342900"/>
            </a:xfrm>
            <a:prstGeom prst="rect">
              <a:avLst/>
            </a:prstGeom>
            <a:noFill/>
            <a:ln w="22225">
              <a:noFill/>
              <a:miter lim="800000"/>
              <a:headEnd/>
              <a:tailEnd/>
            </a:ln>
          </p:spPr>
          <p:txBody>
            <a:bodyPr/>
            <a:lstStyle/>
            <a:p>
              <a:pPr eaLnBrk="1" hangingPunct="1">
                <a:defRPr/>
              </a:pPr>
              <a:r>
                <a:rPr lang="ru-RU" sz="1600" dirty="0">
                  <a:latin typeface="+mj-lt"/>
                </a:rPr>
                <a:t>A</a:t>
              </a:r>
            </a:p>
          </p:txBody>
        </p:sp>
        <p:sp>
          <p:nvSpPr>
            <p:cNvPr id="75784" name="Line 11">
              <a:extLst>
                <a:ext uri="{FF2B5EF4-FFF2-40B4-BE49-F238E27FC236}">
                  <a16:creationId xmlns:a16="http://schemas.microsoft.com/office/drawing/2014/main" id="{A3C39259-9C5D-4EC4-BD3C-86FAE06AB344}"/>
                </a:ext>
              </a:extLst>
            </p:cNvPr>
            <p:cNvSpPr>
              <a:spLocks noChangeShapeType="1"/>
            </p:cNvSpPr>
            <p:nvPr/>
          </p:nvSpPr>
          <p:spPr bwMode="auto">
            <a:xfrm>
              <a:off x="2074863" y="1798638"/>
              <a:ext cx="228600"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785" name="Text Box 12">
              <a:extLst>
                <a:ext uri="{FF2B5EF4-FFF2-40B4-BE49-F238E27FC236}">
                  <a16:creationId xmlns:a16="http://schemas.microsoft.com/office/drawing/2014/main" id="{13942BE5-4306-4875-BAE8-2DC97800568F}"/>
                </a:ext>
              </a:extLst>
            </p:cNvPr>
            <p:cNvSpPr txBox="1">
              <a:spLocks noChangeArrowheads="1"/>
            </p:cNvSpPr>
            <p:nvPr/>
          </p:nvSpPr>
          <p:spPr bwMode="auto">
            <a:xfrm>
              <a:off x="838200" y="1600200"/>
              <a:ext cx="1373188" cy="387350"/>
            </a:xfrm>
            <a:prstGeom prst="rect">
              <a:avLst/>
            </a:prstGeom>
            <a:noFill/>
            <a:ln w="22225">
              <a:noFill/>
              <a:miter lim="800000"/>
              <a:headEnd/>
              <a:tailEnd/>
            </a:ln>
          </p:spPr>
          <p:txBody>
            <a:bodyPr/>
            <a:lstStyle/>
            <a:p>
              <a:pPr eaLnBrk="1" hangingPunct="1">
                <a:defRPr/>
              </a:pPr>
              <a:r>
                <a:rPr lang="ru-RU" sz="1600" dirty="0">
                  <a:latin typeface="+mj-lt"/>
                </a:rPr>
                <a:t>Y1:En</a:t>
              </a:r>
              <a:r>
                <a:rPr lang="en-US" sz="1600" dirty="0">
                  <a:latin typeface="+mj-lt"/>
                </a:rPr>
                <a:t>(Load)</a:t>
              </a:r>
              <a:endParaRPr lang="ru-RU" sz="1600" dirty="0">
                <a:latin typeface="+mj-lt"/>
              </a:endParaRPr>
            </a:p>
          </p:txBody>
        </p:sp>
        <p:sp>
          <p:nvSpPr>
            <p:cNvPr id="75786" name="Rectangle 13">
              <a:extLst>
                <a:ext uri="{FF2B5EF4-FFF2-40B4-BE49-F238E27FC236}">
                  <a16:creationId xmlns:a16="http://schemas.microsoft.com/office/drawing/2014/main" id="{CB9A7BC5-BFFA-4274-AC25-6890A768072D}"/>
                </a:ext>
              </a:extLst>
            </p:cNvPr>
            <p:cNvSpPr>
              <a:spLocks noChangeArrowheads="1"/>
            </p:cNvSpPr>
            <p:nvPr/>
          </p:nvSpPr>
          <p:spPr bwMode="auto">
            <a:xfrm>
              <a:off x="4937125" y="1649413"/>
              <a:ext cx="1600200" cy="825500"/>
            </a:xfrm>
            <a:prstGeom prst="rect">
              <a:avLst/>
            </a:prstGeom>
            <a:solidFill>
              <a:schemeClr val="accent1">
                <a:lumMod val="40000"/>
                <a:lumOff val="60000"/>
              </a:schemeClr>
            </a:solidFill>
            <a:ln w="22225">
              <a:solidFill>
                <a:srgbClr val="000000"/>
              </a:solidFill>
              <a:miter lim="800000"/>
              <a:headEnd/>
              <a:tailEnd/>
            </a:ln>
          </p:spPr>
          <p:txBody>
            <a:bodyPr/>
            <a:lstStyle/>
            <a:p>
              <a:pPr algn="ctr" eaLnBrk="1" hangingPunct="1">
                <a:defRPr/>
              </a:pPr>
              <a:endParaRPr lang="ru-RU" sz="1600" dirty="0">
                <a:latin typeface="+mj-lt"/>
              </a:endParaRPr>
            </a:p>
            <a:p>
              <a:pPr algn="ctr" eaLnBrk="1" hangingPunct="1">
                <a:defRPr/>
              </a:pPr>
              <a:r>
                <a:rPr lang="ru-RU" sz="1600" dirty="0">
                  <a:latin typeface="+mj-lt"/>
                </a:rPr>
                <a:t>RB</a:t>
              </a:r>
            </a:p>
          </p:txBody>
        </p:sp>
        <p:sp>
          <p:nvSpPr>
            <p:cNvPr id="75787" name="Line 14">
              <a:extLst>
                <a:ext uri="{FF2B5EF4-FFF2-40B4-BE49-F238E27FC236}">
                  <a16:creationId xmlns:a16="http://schemas.microsoft.com/office/drawing/2014/main" id="{4D914824-C775-4AB6-A656-3FC79DA51A7D}"/>
                </a:ext>
              </a:extLst>
            </p:cNvPr>
            <p:cNvSpPr>
              <a:spLocks noChangeShapeType="1"/>
            </p:cNvSpPr>
            <p:nvPr/>
          </p:nvSpPr>
          <p:spPr bwMode="auto">
            <a:xfrm>
              <a:off x="5737225" y="1306513"/>
              <a:ext cx="0" cy="34290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788" name="Line 15">
              <a:extLst>
                <a:ext uri="{FF2B5EF4-FFF2-40B4-BE49-F238E27FC236}">
                  <a16:creationId xmlns:a16="http://schemas.microsoft.com/office/drawing/2014/main" id="{6C3A90A2-BAC0-427A-B153-96583CDD3BBC}"/>
                </a:ext>
              </a:extLst>
            </p:cNvPr>
            <p:cNvSpPr>
              <a:spLocks noChangeShapeType="1"/>
            </p:cNvSpPr>
            <p:nvPr/>
          </p:nvSpPr>
          <p:spPr bwMode="auto">
            <a:xfrm>
              <a:off x="5737225" y="1420813"/>
              <a:ext cx="0"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789" name="Line 16">
              <a:extLst>
                <a:ext uri="{FF2B5EF4-FFF2-40B4-BE49-F238E27FC236}">
                  <a16:creationId xmlns:a16="http://schemas.microsoft.com/office/drawing/2014/main" id="{EC08F007-FE4A-4711-A344-A7E0B45B400C}"/>
                </a:ext>
              </a:extLst>
            </p:cNvPr>
            <p:cNvSpPr>
              <a:spLocks noChangeShapeType="1"/>
            </p:cNvSpPr>
            <p:nvPr/>
          </p:nvSpPr>
          <p:spPr bwMode="auto">
            <a:xfrm flipV="1">
              <a:off x="5670550" y="1363663"/>
              <a:ext cx="114300" cy="11430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790" name="Text Box 17">
              <a:extLst>
                <a:ext uri="{FF2B5EF4-FFF2-40B4-BE49-F238E27FC236}">
                  <a16:creationId xmlns:a16="http://schemas.microsoft.com/office/drawing/2014/main" id="{DD0243AE-F1CA-4876-984B-ED404B021C66}"/>
                </a:ext>
              </a:extLst>
            </p:cNvPr>
            <p:cNvSpPr txBox="1">
              <a:spLocks noChangeArrowheads="1"/>
            </p:cNvSpPr>
            <p:nvPr/>
          </p:nvSpPr>
          <p:spPr bwMode="auto">
            <a:xfrm>
              <a:off x="5775325" y="1192213"/>
              <a:ext cx="419100" cy="342900"/>
            </a:xfrm>
            <a:prstGeom prst="rect">
              <a:avLst/>
            </a:prstGeom>
            <a:noFill/>
            <a:ln w="22225">
              <a:noFill/>
              <a:miter lim="800000"/>
              <a:headEnd/>
              <a:tailEnd/>
            </a:ln>
          </p:spPr>
          <p:txBody>
            <a:bodyPr/>
            <a:lstStyle/>
            <a:p>
              <a:pPr eaLnBrk="1" hangingPunct="1">
                <a:defRPr/>
              </a:pPr>
              <a:r>
                <a:rPr lang="ru-RU" sz="1600" dirty="0">
                  <a:latin typeface="+mj-lt"/>
                </a:rPr>
                <a:t>B</a:t>
              </a:r>
            </a:p>
          </p:txBody>
        </p:sp>
        <p:sp>
          <p:nvSpPr>
            <p:cNvPr id="75791" name="Line 18">
              <a:extLst>
                <a:ext uri="{FF2B5EF4-FFF2-40B4-BE49-F238E27FC236}">
                  <a16:creationId xmlns:a16="http://schemas.microsoft.com/office/drawing/2014/main" id="{0077ED44-2CB1-4DBD-831E-B6EC322DF68B}"/>
                </a:ext>
              </a:extLst>
            </p:cNvPr>
            <p:cNvSpPr>
              <a:spLocks noChangeShapeType="1"/>
            </p:cNvSpPr>
            <p:nvPr/>
          </p:nvSpPr>
          <p:spPr bwMode="auto">
            <a:xfrm>
              <a:off x="4708525" y="1735138"/>
              <a:ext cx="228600"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792" name="Text Box 19">
              <a:extLst>
                <a:ext uri="{FF2B5EF4-FFF2-40B4-BE49-F238E27FC236}">
                  <a16:creationId xmlns:a16="http://schemas.microsoft.com/office/drawing/2014/main" id="{680C77CE-8185-49BE-99C7-D83FB4659AD6}"/>
                </a:ext>
              </a:extLst>
            </p:cNvPr>
            <p:cNvSpPr txBox="1">
              <a:spLocks noChangeArrowheads="1"/>
            </p:cNvSpPr>
            <p:nvPr/>
          </p:nvSpPr>
          <p:spPr bwMode="auto">
            <a:xfrm>
              <a:off x="3862388" y="1462088"/>
              <a:ext cx="1143000" cy="342900"/>
            </a:xfrm>
            <a:prstGeom prst="rect">
              <a:avLst/>
            </a:prstGeom>
            <a:noFill/>
            <a:ln w="22225">
              <a:noFill/>
              <a:miter lim="800000"/>
              <a:headEnd/>
              <a:tailEnd/>
            </a:ln>
          </p:spPr>
          <p:txBody>
            <a:bodyPr/>
            <a:lstStyle/>
            <a:p>
              <a:pPr eaLnBrk="1" hangingPunct="1">
                <a:defRPr/>
              </a:pPr>
              <a:r>
                <a:rPr lang="ru-RU" sz="1600" dirty="0">
                  <a:latin typeface="+mj-lt"/>
                </a:rPr>
                <a:t>Y1:Load</a:t>
              </a:r>
            </a:p>
          </p:txBody>
        </p:sp>
        <p:sp>
          <p:nvSpPr>
            <p:cNvPr id="75793" name="Line 20">
              <a:extLst>
                <a:ext uri="{FF2B5EF4-FFF2-40B4-BE49-F238E27FC236}">
                  <a16:creationId xmlns:a16="http://schemas.microsoft.com/office/drawing/2014/main" id="{03F6E927-D376-4B9D-BE96-1A6BF3880A90}"/>
                </a:ext>
              </a:extLst>
            </p:cNvPr>
            <p:cNvSpPr>
              <a:spLocks noChangeShapeType="1"/>
            </p:cNvSpPr>
            <p:nvPr/>
          </p:nvSpPr>
          <p:spPr bwMode="auto">
            <a:xfrm>
              <a:off x="2074863" y="2017713"/>
              <a:ext cx="228600"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794" name="Text Box 21">
              <a:extLst>
                <a:ext uri="{FF2B5EF4-FFF2-40B4-BE49-F238E27FC236}">
                  <a16:creationId xmlns:a16="http://schemas.microsoft.com/office/drawing/2014/main" id="{4A3B9D97-1F57-4DB8-A680-522C97550C12}"/>
                </a:ext>
              </a:extLst>
            </p:cNvPr>
            <p:cNvSpPr txBox="1">
              <a:spLocks noChangeArrowheads="1"/>
            </p:cNvSpPr>
            <p:nvPr/>
          </p:nvSpPr>
          <p:spPr bwMode="auto">
            <a:xfrm>
              <a:off x="1447800" y="1981200"/>
              <a:ext cx="1049338" cy="342900"/>
            </a:xfrm>
            <a:prstGeom prst="rect">
              <a:avLst/>
            </a:prstGeom>
            <a:noFill/>
            <a:ln w="22225">
              <a:noFill/>
              <a:miter lim="800000"/>
              <a:headEnd/>
              <a:tailEnd/>
            </a:ln>
          </p:spPr>
          <p:txBody>
            <a:bodyPr/>
            <a:lstStyle/>
            <a:p>
              <a:pPr eaLnBrk="1" hangingPunct="1">
                <a:defRPr/>
              </a:pPr>
              <a:r>
                <a:rPr lang="ru-RU" sz="1600" dirty="0">
                  <a:latin typeface="+mj-lt"/>
                </a:rPr>
                <a:t>CLK</a:t>
              </a:r>
            </a:p>
          </p:txBody>
        </p:sp>
        <p:sp>
          <p:nvSpPr>
            <p:cNvPr id="75795" name="Text Box 22">
              <a:extLst>
                <a:ext uri="{FF2B5EF4-FFF2-40B4-BE49-F238E27FC236}">
                  <a16:creationId xmlns:a16="http://schemas.microsoft.com/office/drawing/2014/main" id="{C6BBA00C-46DE-4B64-AC59-DDFBA74943EE}"/>
                </a:ext>
              </a:extLst>
            </p:cNvPr>
            <p:cNvSpPr txBox="1">
              <a:spLocks noChangeArrowheads="1"/>
            </p:cNvSpPr>
            <p:nvPr/>
          </p:nvSpPr>
          <p:spPr bwMode="auto">
            <a:xfrm>
              <a:off x="4246563" y="2170113"/>
              <a:ext cx="935037" cy="342900"/>
            </a:xfrm>
            <a:prstGeom prst="rect">
              <a:avLst/>
            </a:prstGeom>
            <a:noFill/>
            <a:ln w="22225">
              <a:noFill/>
              <a:miter lim="800000"/>
              <a:headEnd/>
              <a:tailEnd/>
            </a:ln>
          </p:spPr>
          <p:txBody>
            <a:bodyPr/>
            <a:lstStyle/>
            <a:p>
              <a:pPr eaLnBrk="1" hangingPunct="1">
                <a:defRPr/>
              </a:pPr>
              <a:r>
                <a:rPr lang="ru-RU" sz="1600" dirty="0">
                  <a:latin typeface="+mj-lt"/>
                </a:rPr>
                <a:t>CLK</a:t>
              </a:r>
            </a:p>
          </p:txBody>
        </p:sp>
        <p:sp>
          <p:nvSpPr>
            <p:cNvPr id="75796" name="Line 23">
              <a:extLst>
                <a:ext uri="{FF2B5EF4-FFF2-40B4-BE49-F238E27FC236}">
                  <a16:creationId xmlns:a16="http://schemas.microsoft.com/office/drawing/2014/main" id="{E94262BD-67A1-44DF-822E-210435A1E08A}"/>
                </a:ext>
              </a:extLst>
            </p:cNvPr>
            <p:cNvSpPr>
              <a:spLocks noChangeShapeType="1"/>
            </p:cNvSpPr>
            <p:nvPr/>
          </p:nvSpPr>
          <p:spPr bwMode="auto">
            <a:xfrm>
              <a:off x="4294188" y="2062163"/>
              <a:ext cx="625475"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797" name="Line 24">
              <a:extLst>
                <a:ext uri="{FF2B5EF4-FFF2-40B4-BE49-F238E27FC236}">
                  <a16:creationId xmlns:a16="http://schemas.microsoft.com/office/drawing/2014/main" id="{A4894577-11A6-46F1-8FBB-1978705EB31F}"/>
                </a:ext>
              </a:extLst>
            </p:cNvPr>
            <p:cNvSpPr>
              <a:spLocks noChangeShapeType="1"/>
            </p:cNvSpPr>
            <p:nvPr/>
          </p:nvSpPr>
          <p:spPr bwMode="auto">
            <a:xfrm>
              <a:off x="4697413" y="2324100"/>
              <a:ext cx="228600"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798" name="Text Box 25">
              <a:extLst>
                <a:ext uri="{FF2B5EF4-FFF2-40B4-BE49-F238E27FC236}">
                  <a16:creationId xmlns:a16="http://schemas.microsoft.com/office/drawing/2014/main" id="{83B12051-FE5B-419C-9669-0946CE31D9D6}"/>
                </a:ext>
              </a:extLst>
            </p:cNvPr>
            <p:cNvSpPr txBox="1">
              <a:spLocks noChangeArrowheads="1"/>
            </p:cNvSpPr>
            <p:nvPr/>
          </p:nvSpPr>
          <p:spPr bwMode="auto">
            <a:xfrm>
              <a:off x="4117975" y="1746250"/>
              <a:ext cx="911225" cy="342900"/>
            </a:xfrm>
            <a:prstGeom prst="rect">
              <a:avLst/>
            </a:prstGeom>
            <a:noFill/>
            <a:ln w="22225">
              <a:noFill/>
              <a:miter lim="800000"/>
              <a:headEnd/>
              <a:tailEnd/>
            </a:ln>
          </p:spPr>
          <p:txBody>
            <a:bodyPr/>
            <a:lstStyle/>
            <a:p>
              <a:pPr eaLnBrk="1" hangingPunct="1">
                <a:defRPr/>
              </a:pPr>
              <a:r>
                <a:rPr lang="ru-RU" sz="1600" dirty="0">
                  <a:latin typeface="+mj-lt"/>
                </a:rPr>
                <a:t>Acc[0]</a:t>
              </a:r>
            </a:p>
          </p:txBody>
        </p:sp>
        <p:sp>
          <p:nvSpPr>
            <p:cNvPr id="75799" name="Rectangle 26">
              <a:extLst>
                <a:ext uri="{FF2B5EF4-FFF2-40B4-BE49-F238E27FC236}">
                  <a16:creationId xmlns:a16="http://schemas.microsoft.com/office/drawing/2014/main" id="{CA9FB1CB-739F-4B91-BC56-E99CAAB193C3}"/>
                </a:ext>
              </a:extLst>
            </p:cNvPr>
            <p:cNvSpPr>
              <a:spLocks noChangeArrowheads="1"/>
            </p:cNvSpPr>
            <p:nvPr/>
          </p:nvSpPr>
          <p:spPr bwMode="auto">
            <a:xfrm>
              <a:off x="2205038" y="4540250"/>
              <a:ext cx="1485900" cy="454025"/>
            </a:xfrm>
            <a:prstGeom prst="rect">
              <a:avLst/>
            </a:prstGeom>
            <a:solidFill>
              <a:schemeClr val="accent1">
                <a:lumMod val="40000"/>
                <a:lumOff val="60000"/>
              </a:schemeClr>
            </a:solidFill>
            <a:ln w="22225">
              <a:solidFill>
                <a:srgbClr val="000000"/>
              </a:solidFill>
              <a:miter lim="800000"/>
              <a:headEnd/>
              <a:tailEnd/>
            </a:ln>
          </p:spPr>
          <p:txBody>
            <a:bodyPr/>
            <a:lstStyle/>
            <a:p>
              <a:pPr eaLnBrk="1" hangingPunct="1">
                <a:defRPr/>
              </a:pPr>
              <a:r>
                <a:rPr lang="ru-RU" sz="1600" dirty="0">
                  <a:latin typeface="+mj-lt"/>
                </a:rPr>
                <a:t>ACC  </a:t>
              </a:r>
            </a:p>
          </p:txBody>
        </p:sp>
        <p:sp>
          <p:nvSpPr>
            <p:cNvPr id="75800" name="Line 27">
              <a:extLst>
                <a:ext uri="{FF2B5EF4-FFF2-40B4-BE49-F238E27FC236}">
                  <a16:creationId xmlns:a16="http://schemas.microsoft.com/office/drawing/2014/main" id="{05ACB0C4-F4FC-413F-BD8C-56840D8846D3}"/>
                </a:ext>
              </a:extLst>
            </p:cNvPr>
            <p:cNvSpPr>
              <a:spLocks noChangeShapeType="1"/>
            </p:cNvSpPr>
            <p:nvPr/>
          </p:nvSpPr>
          <p:spPr bwMode="auto">
            <a:xfrm>
              <a:off x="2286000" y="3821113"/>
              <a:ext cx="585788"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01" name="Line 28">
              <a:extLst>
                <a:ext uri="{FF2B5EF4-FFF2-40B4-BE49-F238E27FC236}">
                  <a16:creationId xmlns:a16="http://schemas.microsoft.com/office/drawing/2014/main" id="{D16BDAE2-12D3-4FA2-9C53-CD9F98CE146A}"/>
                </a:ext>
              </a:extLst>
            </p:cNvPr>
            <p:cNvSpPr>
              <a:spLocks noChangeShapeType="1"/>
            </p:cNvSpPr>
            <p:nvPr/>
          </p:nvSpPr>
          <p:spPr bwMode="auto">
            <a:xfrm>
              <a:off x="2867025" y="3821113"/>
              <a:ext cx="114300" cy="11430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02" name="Line 29">
              <a:extLst>
                <a:ext uri="{FF2B5EF4-FFF2-40B4-BE49-F238E27FC236}">
                  <a16:creationId xmlns:a16="http://schemas.microsoft.com/office/drawing/2014/main" id="{591A0EC7-3123-4E22-A270-BD39A9341AE5}"/>
                </a:ext>
              </a:extLst>
            </p:cNvPr>
            <p:cNvSpPr>
              <a:spLocks noChangeShapeType="1"/>
            </p:cNvSpPr>
            <p:nvPr/>
          </p:nvSpPr>
          <p:spPr bwMode="auto">
            <a:xfrm flipH="1">
              <a:off x="2973388" y="3814763"/>
              <a:ext cx="127000" cy="119062"/>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03" name="Line 30">
              <a:extLst>
                <a:ext uri="{FF2B5EF4-FFF2-40B4-BE49-F238E27FC236}">
                  <a16:creationId xmlns:a16="http://schemas.microsoft.com/office/drawing/2014/main" id="{52B71750-0700-45BA-9C68-FCF9A5A58763}"/>
                </a:ext>
              </a:extLst>
            </p:cNvPr>
            <p:cNvSpPr>
              <a:spLocks noChangeShapeType="1"/>
            </p:cNvSpPr>
            <p:nvPr/>
          </p:nvSpPr>
          <p:spPr bwMode="auto">
            <a:xfrm>
              <a:off x="3100388" y="3814763"/>
              <a:ext cx="587375"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04" name="Line 31">
              <a:extLst>
                <a:ext uri="{FF2B5EF4-FFF2-40B4-BE49-F238E27FC236}">
                  <a16:creationId xmlns:a16="http://schemas.microsoft.com/office/drawing/2014/main" id="{E308017F-19E7-451D-8FD9-D20F898524C9}"/>
                </a:ext>
              </a:extLst>
            </p:cNvPr>
            <p:cNvSpPr>
              <a:spLocks noChangeShapeType="1"/>
            </p:cNvSpPr>
            <p:nvPr/>
          </p:nvSpPr>
          <p:spPr bwMode="auto">
            <a:xfrm>
              <a:off x="2574925" y="4210050"/>
              <a:ext cx="766763"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05" name="Line 32">
              <a:extLst>
                <a:ext uri="{FF2B5EF4-FFF2-40B4-BE49-F238E27FC236}">
                  <a16:creationId xmlns:a16="http://schemas.microsoft.com/office/drawing/2014/main" id="{8394D2B7-7DF0-4BE9-8213-2C5E478CDC4E}"/>
                </a:ext>
              </a:extLst>
            </p:cNvPr>
            <p:cNvSpPr>
              <a:spLocks noChangeShapeType="1"/>
            </p:cNvSpPr>
            <p:nvPr/>
          </p:nvSpPr>
          <p:spPr bwMode="auto">
            <a:xfrm>
              <a:off x="2276475" y="3821113"/>
              <a:ext cx="300038" cy="384175"/>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06" name="Line 33">
              <a:extLst>
                <a:ext uri="{FF2B5EF4-FFF2-40B4-BE49-F238E27FC236}">
                  <a16:creationId xmlns:a16="http://schemas.microsoft.com/office/drawing/2014/main" id="{A6C94125-D1C4-4B99-AEDE-8C48C5C1B83D}"/>
                </a:ext>
              </a:extLst>
            </p:cNvPr>
            <p:cNvSpPr>
              <a:spLocks noChangeShapeType="1"/>
            </p:cNvSpPr>
            <p:nvPr/>
          </p:nvSpPr>
          <p:spPr bwMode="auto">
            <a:xfrm flipH="1">
              <a:off x="3343275" y="3819525"/>
              <a:ext cx="344488" cy="385763"/>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07" name="Rectangle 34">
              <a:extLst>
                <a:ext uri="{FF2B5EF4-FFF2-40B4-BE49-F238E27FC236}">
                  <a16:creationId xmlns:a16="http://schemas.microsoft.com/office/drawing/2014/main" id="{0ED0CEAB-8A4A-4BAF-BC06-22E22D5B26C9}"/>
                </a:ext>
              </a:extLst>
            </p:cNvPr>
            <p:cNvSpPr>
              <a:spLocks noChangeArrowheads="1"/>
            </p:cNvSpPr>
            <p:nvPr/>
          </p:nvSpPr>
          <p:spPr bwMode="auto">
            <a:xfrm>
              <a:off x="5248275" y="3648075"/>
              <a:ext cx="914400" cy="307975"/>
            </a:xfrm>
            <a:prstGeom prst="rect">
              <a:avLst/>
            </a:prstGeom>
            <a:solidFill>
              <a:schemeClr val="accent1">
                <a:lumMod val="60000"/>
                <a:lumOff val="40000"/>
              </a:schemeClr>
            </a:solidFill>
            <a:ln w="22225">
              <a:solidFill>
                <a:srgbClr val="000000"/>
              </a:solidFill>
              <a:miter lim="800000"/>
              <a:headEnd/>
              <a:tailEnd/>
            </a:ln>
          </p:spPr>
          <p:txBody>
            <a:bodyPr/>
            <a:lstStyle/>
            <a:p>
              <a:pPr algn="ctr" eaLnBrk="1" hangingPunct="1">
                <a:defRPr/>
              </a:pPr>
              <a:r>
                <a:rPr lang="ru-RU" sz="1600" dirty="0">
                  <a:latin typeface="+mj-lt"/>
                </a:rPr>
                <a:t>CT</a:t>
              </a:r>
            </a:p>
          </p:txBody>
        </p:sp>
        <p:sp>
          <p:nvSpPr>
            <p:cNvPr id="75808" name="Line 35">
              <a:extLst>
                <a:ext uri="{FF2B5EF4-FFF2-40B4-BE49-F238E27FC236}">
                  <a16:creationId xmlns:a16="http://schemas.microsoft.com/office/drawing/2014/main" id="{D18F886D-E54A-4E8C-B518-89D49BB753FF}"/>
                </a:ext>
              </a:extLst>
            </p:cNvPr>
            <p:cNvSpPr>
              <a:spLocks noChangeShapeType="1"/>
            </p:cNvSpPr>
            <p:nvPr/>
          </p:nvSpPr>
          <p:spPr bwMode="auto">
            <a:xfrm flipH="1">
              <a:off x="3390900" y="3046413"/>
              <a:ext cx="0" cy="766762"/>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09" name="Line 36">
              <a:extLst>
                <a:ext uri="{FF2B5EF4-FFF2-40B4-BE49-F238E27FC236}">
                  <a16:creationId xmlns:a16="http://schemas.microsoft.com/office/drawing/2014/main" id="{677A6E6C-7B7A-49B8-AC13-025A3834D1D2}"/>
                </a:ext>
              </a:extLst>
            </p:cNvPr>
            <p:cNvSpPr>
              <a:spLocks noChangeShapeType="1"/>
            </p:cNvSpPr>
            <p:nvPr/>
          </p:nvSpPr>
          <p:spPr bwMode="auto">
            <a:xfrm flipV="1">
              <a:off x="2532063" y="3560763"/>
              <a:ext cx="96837" cy="96837"/>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10" name="Line 37">
              <a:extLst>
                <a:ext uri="{FF2B5EF4-FFF2-40B4-BE49-F238E27FC236}">
                  <a16:creationId xmlns:a16="http://schemas.microsoft.com/office/drawing/2014/main" id="{57A071C0-5DB0-4129-B66A-91F377BAB269}"/>
                </a:ext>
              </a:extLst>
            </p:cNvPr>
            <p:cNvSpPr>
              <a:spLocks noChangeShapeType="1"/>
            </p:cNvSpPr>
            <p:nvPr/>
          </p:nvSpPr>
          <p:spPr bwMode="auto">
            <a:xfrm flipV="1">
              <a:off x="3338513" y="3560763"/>
              <a:ext cx="96837" cy="96837"/>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11" name="Text Box 38">
              <a:extLst>
                <a:ext uri="{FF2B5EF4-FFF2-40B4-BE49-F238E27FC236}">
                  <a16:creationId xmlns:a16="http://schemas.microsoft.com/office/drawing/2014/main" id="{DE4CD438-D02A-4C12-BA57-48DF1032492B}"/>
                </a:ext>
              </a:extLst>
            </p:cNvPr>
            <p:cNvSpPr txBox="1">
              <a:spLocks noChangeArrowheads="1"/>
            </p:cNvSpPr>
            <p:nvPr/>
          </p:nvSpPr>
          <p:spPr bwMode="auto">
            <a:xfrm>
              <a:off x="2752725" y="3924300"/>
              <a:ext cx="571500" cy="342900"/>
            </a:xfrm>
            <a:prstGeom prst="rect">
              <a:avLst/>
            </a:prstGeom>
            <a:noFill/>
            <a:ln w="22225">
              <a:noFill/>
              <a:miter lim="800000"/>
              <a:headEnd/>
              <a:tailEnd/>
            </a:ln>
          </p:spPr>
          <p:txBody>
            <a:bodyPr/>
            <a:lstStyle/>
            <a:p>
              <a:pPr eaLnBrk="1" hangingPunct="1">
                <a:defRPr/>
              </a:pPr>
              <a:r>
                <a:rPr lang="ru-RU" sz="1600" dirty="0">
                  <a:latin typeface="+mj-lt"/>
                </a:rPr>
                <a:t>SM</a:t>
              </a:r>
            </a:p>
          </p:txBody>
        </p:sp>
        <p:sp>
          <p:nvSpPr>
            <p:cNvPr id="75812" name="Line 39">
              <a:extLst>
                <a:ext uri="{FF2B5EF4-FFF2-40B4-BE49-F238E27FC236}">
                  <a16:creationId xmlns:a16="http://schemas.microsoft.com/office/drawing/2014/main" id="{FE091C84-F341-4A5C-A036-09A6E3B48EE8}"/>
                </a:ext>
              </a:extLst>
            </p:cNvPr>
            <p:cNvSpPr>
              <a:spLocks noChangeShapeType="1"/>
            </p:cNvSpPr>
            <p:nvPr/>
          </p:nvSpPr>
          <p:spPr bwMode="auto">
            <a:xfrm>
              <a:off x="2947988" y="4203700"/>
              <a:ext cx="0" cy="338138"/>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13" name="Line 40">
              <a:extLst>
                <a:ext uri="{FF2B5EF4-FFF2-40B4-BE49-F238E27FC236}">
                  <a16:creationId xmlns:a16="http://schemas.microsoft.com/office/drawing/2014/main" id="{4634F656-C1B6-460A-9156-9A8893030F1B}"/>
                </a:ext>
              </a:extLst>
            </p:cNvPr>
            <p:cNvSpPr>
              <a:spLocks noChangeShapeType="1"/>
            </p:cNvSpPr>
            <p:nvPr/>
          </p:nvSpPr>
          <p:spPr bwMode="auto">
            <a:xfrm flipV="1">
              <a:off x="2905125" y="4259263"/>
              <a:ext cx="96838" cy="96837"/>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14" name="Line 41">
              <a:extLst>
                <a:ext uri="{FF2B5EF4-FFF2-40B4-BE49-F238E27FC236}">
                  <a16:creationId xmlns:a16="http://schemas.microsoft.com/office/drawing/2014/main" id="{55A693CC-78FD-4A08-9DCE-EF3FBC49FEA8}"/>
                </a:ext>
              </a:extLst>
            </p:cNvPr>
            <p:cNvSpPr>
              <a:spLocks noChangeShapeType="1"/>
            </p:cNvSpPr>
            <p:nvPr/>
          </p:nvSpPr>
          <p:spPr bwMode="auto">
            <a:xfrm>
              <a:off x="2913063" y="4994275"/>
              <a:ext cx="0" cy="22860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15" name="Line 42">
              <a:extLst>
                <a:ext uri="{FF2B5EF4-FFF2-40B4-BE49-F238E27FC236}">
                  <a16:creationId xmlns:a16="http://schemas.microsoft.com/office/drawing/2014/main" id="{DC7C1C70-83D2-4575-8DCA-EC640DC6444C}"/>
                </a:ext>
              </a:extLst>
            </p:cNvPr>
            <p:cNvSpPr>
              <a:spLocks noChangeShapeType="1"/>
            </p:cNvSpPr>
            <p:nvPr/>
          </p:nvSpPr>
          <p:spPr bwMode="auto">
            <a:xfrm>
              <a:off x="1962150" y="5229225"/>
              <a:ext cx="954088"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16" name="Line 43">
              <a:extLst>
                <a:ext uri="{FF2B5EF4-FFF2-40B4-BE49-F238E27FC236}">
                  <a16:creationId xmlns:a16="http://schemas.microsoft.com/office/drawing/2014/main" id="{57DD38F3-A63F-4DC1-87D4-F3CDC166D5A3}"/>
                </a:ext>
              </a:extLst>
            </p:cNvPr>
            <p:cNvSpPr>
              <a:spLocks noChangeShapeType="1"/>
            </p:cNvSpPr>
            <p:nvPr/>
          </p:nvSpPr>
          <p:spPr bwMode="auto">
            <a:xfrm flipV="1">
              <a:off x="1960563" y="3503613"/>
              <a:ext cx="1587" cy="172085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17" name="Line 44">
              <a:extLst>
                <a:ext uri="{FF2B5EF4-FFF2-40B4-BE49-F238E27FC236}">
                  <a16:creationId xmlns:a16="http://schemas.microsoft.com/office/drawing/2014/main" id="{6231788E-5AE6-434C-A33C-57368C138ACA}"/>
                </a:ext>
              </a:extLst>
            </p:cNvPr>
            <p:cNvSpPr>
              <a:spLocks noChangeShapeType="1"/>
            </p:cNvSpPr>
            <p:nvPr/>
          </p:nvSpPr>
          <p:spPr bwMode="auto">
            <a:xfrm>
              <a:off x="2590800" y="3503613"/>
              <a:ext cx="0" cy="32385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18" name="Line 45">
              <a:extLst>
                <a:ext uri="{FF2B5EF4-FFF2-40B4-BE49-F238E27FC236}">
                  <a16:creationId xmlns:a16="http://schemas.microsoft.com/office/drawing/2014/main" id="{AEA26145-D9AF-42CE-8176-9C0424052694}"/>
                </a:ext>
              </a:extLst>
            </p:cNvPr>
            <p:cNvSpPr>
              <a:spLocks noChangeShapeType="1"/>
            </p:cNvSpPr>
            <p:nvPr/>
          </p:nvSpPr>
          <p:spPr bwMode="auto">
            <a:xfrm>
              <a:off x="1962150" y="3503613"/>
              <a:ext cx="630238"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19" name="Line 46">
              <a:extLst>
                <a:ext uri="{FF2B5EF4-FFF2-40B4-BE49-F238E27FC236}">
                  <a16:creationId xmlns:a16="http://schemas.microsoft.com/office/drawing/2014/main" id="{C2C33D92-21AC-4963-A8C6-23175E24706C}"/>
                </a:ext>
              </a:extLst>
            </p:cNvPr>
            <p:cNvSpPr>
              <a:spLocks noChangeShapeType="1"/>
            </p:cNvSpPr>
            <p:nvPr/>
          </p:nvSpPr>
          <p:spPr bwMode="auto">
            <a:xfrm flipV="1">
              <a:off x="5476875" y="3952875"/>
              <a:ext cx="0" cy="34290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20" name="Text Box 47">
              <a:extLst>
                <a:ext uri="{FF2B5EF4-FFF2-40B4-BE49-F238E27FC236}">
                  <a16:creationId xmlns:a16="http://schemas.microsoft.com/office/drawing/2014/main" id="{E5556F07-905B-4399-B455-A8858A0461FF}"/>
                </a:ext>
              </a:extLst>
            </p:cNvPr>
            <p:cNvSpPr txBox="1">
              <a:spLocks noChangeArrowheads="1"/>
            </p:cNvSpPr>
            <p:nvPr/>
          </p:nvSpPr>
          <p:spPr bwMode="auto">
            <a:xfrm>
              <a:off x="5848350" y="3762375"/>
              <a:ext cx="457200" cy="342900"/>
            </a:xfrm>
            <a:prstGeom prst="rect">
              <a:avLst/>
            </a:prstGeom>
            <a:noFill/>
            <a:ln w="22225">
              <a:noFill/>
              <a:miter lim="800000"/>
              <a:headEnd/>
              <a:tailEnd/>
            </a:ln>
          </p:spPr>
          <p:txBody>
            <a:bodyPr/>
            <a:lstStyle/>
            <a:p>
              <a:pPr eaLnBrk="1" hangingPunct="1">
                <a:defRPr/>
              </a:pPr>
              <a:r>
                <a:rPr lang="ru-RU" sz="1600" dirty="0">
                  <a:latin typeface="+mj-lt"/>
                </a:rPr>
                <a:t>-</a:t>
              </a:r>
            </a:p>
          </p:txBody>
        </p:sp>
        <p:sp>
          <p:nvSpPr>
            <p:cNvPr id="75821" name="Line 48">
              <a:extLst>
                <a:ext uri="{FF2B5EF4-FFF2-40B4-BE49-F238E27FC236}">
                  <a16:creationId xmlns:a16="http://schemas.microsoft.com/office/drawing/2014/main" id="{A7300C94-EBEB-446C-BE7C-8BE7BC7BD55B}"/>
                </a:ext>
              </a:extLst>
            </p:cNvPr>
            <p:cNvSpPr>
              <a:spLocks noChangeShapeType="1"/>
            </p:cNvSpPr>
            <p:nvPr/>
          </p:nvSpPr>
          <p:spPr bwMode="auto">
            <a:xfrm flipV="1">
              <a:off x="5957888" y="3937000"/>
              <a:ext cx="0" cy="34290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22" name="Line 49">
              <a:extLst>
                <a:ext uri="{FF2B5EF4-FFF2-40B4-BE49-F238E27FC236}">
                  <a16:creationId xmlns:a16="http://schemas.microsoft.com/office/drawing/2014/main" id="{55642B3F-8D29-44AF-9CCD-9D0D9BDE1177}"/>
                </a:ext>
              </a:extLst>
            </p:cNvPr>
            <p:cNvSpPr>
              <a:spLocks noChangeShapeType="1"/>
            </p:cNvSpPr>
            <p:nvPr/>
          </p:nvSpPr>
          <p:spPr bwMode="auto">
            <a:xfrm flipV="1">
              <a:off x="5419725" y="4105275"/>
              <a:ext cx="96838" cy="96838"/>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23" name="Text Box 50">
              <a:extLst>
                <a:ext uri="{FF2B5EF4-FFF2-40B4-BE49-F238E27FC236}">
                  <a16:creationId xmlns:a16="http://schemas.microsoft.com/office/drawing/2014/main" id="{1C28C32F-4032-4340-B35B-127626CAAB1D}"/>
                </a:ext>
              </a:extLst>
            </p:cNvPr>
            <p:cNvSpPr txBox="1">
              <a:spLocks noChangeArrowheads="1"/>
            </p:cNvSpPr>
            <p:nvPr/>
          </p:nvSpPr>
          <p:spPr bwMode="auto">
            <a:xfrm>
              <a:off x="5505450" y="4024313"/>
              <a:ext cx="342900" cy="261937"/>
            </a:xfrm>
            <a:prstGeom prst="rect">
              <a:avLst/>
            </a:prstGeom>
            <a:noFill/>
            <a:ln w="22225">
              <a:noFill/>
              <a:miter lim="800000"/>
              <a:headEnd/>
              <a:tailEnd/>
            </a:ln>
          </p:spPr>
          <p:txBody>
            <a:bodyPr/>
            <a:lstStyle/>
            <a:p>
              <a:pPr eaLnBrk="1" hangingPunct="1">
                <a:defRPr/>
              </a:pPr>
              <a:r>
                <a:rPr lang="ru-RU" sz="1600" dirty="0">
                  <a:latin typeface="+mj-lt"/>
                </a:rPr>
                <a:t>n</a:t>
              </a:r>
            </a:p>
          </p:txBody>
        </p:sp>
        <p:sp>
          <p:nvSpPr>
            <p:cNvPr id="75824" name="Text Box 51">
              <a:extLst>
                <a:ext uri="{FF2B5EF4-FFF2-40B4-BE49-F238E27FC236}">
                  <a16:creationId xmlns:a16="http://schemas.microsoft.com/office/drawing/2014/main" id="{AB45F189-6DD9-4F5E-8DF2-B56BAA648442}"/>
                </a:ext>
              </a:extLst>
            </p:cNvPr>
            <p:cNvSpPr txBox="1">
              <a:spLocks noChangeArrowheads="1"/>
            </p:cNvSpPr>
            <p:nvPr/>
          </p:nvSpPr>
          <p:spPr bwMode="auto">
            <a:xfrm>
              <a:off x="2905125" y="5008563"/>
              <a:ext cx="800100" cy="342900"/>
            </a:xfrm>
            <a:prstGeom prst="rect">
              <a:avLst/>
            </a:prstGeom>
            <a:noFill/>
            <a:ln w="22225">
              <a:noFill/>
              <a:miter lim="800000"/>
              <a:headEnd/>
              <a:tailEnd/>
            </a:ln>
          </p:spPr>
          <p:txBody>
            <a:bodyPr/>
            <a:lstStyle/>
            <a:p>
              <a:pPr eaLnBrk="1" hangingPunct="1">
                <a:defRPr/>
              </a:pPr>
              <a:r>
                <a:rPr lang="ru-RU" sz="1600" dirty="0">
                  <a:latin typeface="+mj-lt"/>
                </a:rPr>
                <a:t>n+1 bit</a:t>
              </a:r>
            </a:p>
          </p:txBody>
        </p:sp>
        <p:sp>
          <p:nvSpPr>
            <p:cNvPr id="75825" name="Line 52">
              <a:extLst>
                <a:ext uri="{FF2B5EF4-FFF2-40B4-BE49-F238E27FC236}">
                  <a16:creationId xmlns:a16="http://schemas.microsoft.com/office/drawing/2014/main" id="{68F0F23A-C159-42A7-91E1-DF0AF47D1C9E}"/>
                </a:ext>
              </a:extLst>
            </p:cNvPr>
            <p:cNvSpPr>
              <a:spLocks noChangeShapeType="1"/>
            </p:cNvSpPr>
            <p:nvPr/>
          </p:nvSpPr>
          <p:spPr bwMode="auto">
            <a:xfrm flipH="1">
              <a:off x="2343150" y="4046538"/>
              <a:ext cx="114300"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26" name="Line 53">
              <a:extLst>
                <a:ext uri="{FF2B5EF4-FFF2-40B4-BE49-F238E27FC236}">
                  <a16:creationId xmlns:a16="http://schemas.microsoft.com/office/drawing/2014/main" id="{BB85BE06-D136-4389-902D-EB32EE526426}"/>
                </a:ext>
              </a:extLst>
            </p:cNvPr>
            <p:cNvSpPr>
              <a:spLocks noChangeShapeType="1"/>
            </p:cNvSpPr>
            <p:nvPr/>
          </p:nvSpPr>
          <p:spPr bwMode="auto">
            <a:xfrm>
              <a:off x="2332038" y="4046538"/>
              <a:ext cx="0" cy="492125"/>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27" name="Text Box 54">
              <a:extLst>
                <a:ext uri="{FF2B5EF4-FFF2-40B4-BE49-F238E27FC236}">
                  <a16:creationId xmlns:a16="http://schemas.microsoft.com/office/drawing/2014/main" id="{B0EA2F64-2AAE-4857-BE89-481AB1B1CBE8}"/>
                </a:ext>
              </a:extLst>
            </p:cNvPr>
            <p:cNvSpPr txBox="1">
              <a:spLocks noChangeArrowheads="1"/>
            </p:cNvSpPr>
            <p:nvPr/>
          </p:nvSpPr>
          <p:spPr bwMode="auto">
            <a:xfrm>
              <a:off x="2989263" y="4183063"/>
              <a:ext cx="342900" cy="342900"/>
            </a:xfrm>
            <a:prstGeom prst="rect">
              <a:avLst/>
            </a:prstGeom>
            <a:noFill/>
            <a:ln w="22225">
              <a:noFill/>
              <a:miter lim="800000"/>
              <a:headEnd/>
              <a:tailEnd/>
            </a:ln>
          </p:spPr>
          <p:txBody>
            <a:bodyPr/>
            <a:lstStyle/>
            <a:p>
              <a:pPr eaLnBrk="1" hangingPunct="1">
                <a:defRPr/>
              </a:pPr>
              <a:r>
                <a:rPr lang="ru-RU" sz="1600" dirty="0">
                  <a:latin typeface="+mj-lt"/>
                </a:rPr>
                <a:t>n </a:t>
              </a:r>
            </a:p>
          </p:txBody>
        </p:sp>
        <p:sp>
          <p:nvSpPr>
            <p:cNvPr id="75828" name="Line 55">
              <a:extLst>
                <a:ext uri="{FF2B5EF4-FFF2-40B4-BE49-F238E27FC236}">
                  <a16:creationId xmlns:a16="http://schemas.microsoft.com/office/drawing/2014/main" id="{28EC8B9D-5168-4EA5-BEBB-1BCC03B37B3A}"/>
                </a:ext>
              </a:extLst>
            </p:cNvPr>
            <p:cNvSpPr>
              <a:spLocks noChangeShapeType="1"/>
            </p:cNvSpPr>
            <p:nvPr/>
          </p:nvSpPr>
          <p:spPr bwMode="auto">
            <a:xfrm>
              <a:off x="3692525" y="4770438"/>
              <a:ext cx="593725"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29" name="Line 56">
              <a:extLst>
                <a:ext uri="{FF2B5EF4-FFF2-40B4-BE49-F238E27FC236}">
                  <a16:creationId xmlns:a16="http://schemas.microsoft.com/office/drawing/2014/main" id="{5DF24A90-C714-45B4-B3F0-692A7A5B9C19}"/>
                </a:ext>
              </a:extLst>
            </p:cNvPr>
            <p:cNvSpPr>
              <a:spLocks noChangeShapeType="1"/>
            </p:cNvSpPr>
            <p:nvPr/>
          </p:nvSpPr>
          <p:spPr bwMode="auto">
            <a:xfrm>
              <a:off x="2989263" y="2132013"/>
              <a:ext cx="0" cy="56515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30" name="Text Box 57">
              <a:extLst>
                <a:ext uri="{FF2B5EF4-FFF2-40B4-BE49-F238E27FC236}">
                  <a16:creationId xmlns:a16="http://schemas.microsoft.com/office/drawing/2014/main" id="{8E1FDE27-4FCE-4758-95DE-9F9A2C147599}"/>
                </a:ext>
              </a:extLst>
            </p:cNvPr>
            <p:cNvSpPr txBox="1">
              <a:spLocks noChangeArrowheads="1"/>
            </p:cNvSpPr>
            <p:nvPr/>
          </p:nvSpPr>
          <p:spPr bwMode="auto">
            <a:xfrm>
              <a:off x="1846263" y="2474913"/>
              <a:ext cx="571500" cy="503237"/>
            </a:xfrm>
            <a:prstGeom prst="rect">
              <a:avLst/>
            </a:prstGeom>
            <a:noFill/>
            <a:ln w="22225">
              <a:noFill/>
              <a:miter lim="800000"/>
              <a:headEnd/>
              <a:tailEnd/>
            </a:ln>
          </p:spPr>
          <p:txBody>
            <a:bodyPr/>
            <a:lstStyle/>
            <a:p>
              <a:pPr eaLnBrk="1" hangingPunct="1">
                <a:defRPr/>
              </a:pPr>
              <a:endParaRPr lang="ru-RU" sz="1600" dirty="0">
                <a:latin typeface="+mj-lt"/>
              </a:endParaRPr>
            </a:p>
          </p:txBody>
        </p:sp>
        <p:sp>
          <p:nvSpPr>
            <p:cNvPr id="75831" name="AutoShape 58">
              <a:extLst>
                <a:ext uri="{FF2B5EF4-FFF2-40B4-BE49-F238E27FC236}">
                  <a16:creationId xmlns:a16="http://schemas.microsoft.com/office/drawing/2014/main" id="{BE4105FD-BE3A-478B-B6D2-035025575FE0}"/>
                </a:ext>
              </a:extLst>
            </p:cNvPr>
            <p:cNvSpPr>
              <a:spLocks noChangeArrowheads="1"/>
            </p:cNvSpPr>
            <p:nvPr/>
          </p:nvSpPr>
          <p:spPr bwMode="auto">
            <a:xfrm>
              <a:off x="2717800" y="2698750"/>
              <a:ext cx="1238250" cy="342900"/>
            </a:xfrm>
            <a:custGeom>
              <a:avLst/>
              <a:gdLst>
                <a:gd name="T0" fmla="*/ 1083469 w 21600"/>
                <a:gd name="T1" fmla="*/ 171450 h 21600"/>
                <a:gd name="T2" fmla="*/ 619125 w 21600"/>
                <a:gd name="T3" fmla="*/ 342900 h 21600"/>
                <a:gd name="T4" fmla="*/ 154781 w 21600"/>
                <a:gd name="T5" fmla="*/ 171450 h 21600"/>
                <a:gd name="T6" fmla="*/ 619125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rgbClr val="FFFFFF"/>
            </a:solidFill>
            <a:ln w="22225">
              <a:solidFill>
                <a:srgbClr val="000000"/>
              </a:solidFill>
              <a:miter lim="800000"/>
              <a:headEnd/>
              <a:tailEnd/>
            </a:ln>
          </p:spPr>
          <p:txBody>
            <a:bodyPr/>
            <a:lstStyle/>
            <a:p>
              <a:pPr eaLnBrk="1" hangingPunct="1">
                <a:defRPr/>
              </a:pPr>
              <a:r>
                <a:rPr lang="ru-RU" sz="1600" dirty="0">
                  <a:latin typeface="+mj-lt"/>
                </a:rPr>
                <a:t>  </a:t>
              </a:r>
              <a:r>
                <a:rPr lang="ru-RU" sz="1400" dirty="0">
                  <a:latin typeface="+mj-lt"/>
                </a:rPr>
                <a:t>MUX</a:t>
              </a:r>
            </a:p>
          </p:txBody>
        </p:sp>
        <p:sp>
          <p:nvSpPr>
            <p:cNvPr id="75832" name="Text Box 59">
              <a:extLst>
                <a:ext uri="{FF2B5EF4-FFF2-40B4-BE49-F238E27FC236}">
                  <a16:creationId xmlns:a16="http://schemas.microsoft.com/office/drawing/2014/main" id="{F17CD22B-D88D-4E12-9F64-467C52540B77}"/>
                </a:ext>
              </a:extLst>
            </p:cNvPr>
            <p:cNvSpPr txBox="1">
              <a:spLocks noChangeArrowheads="1"/>
            </p:cNvSpPr>
            <p:nvPr/>
          </p:nvSpPr>
          <p:spPr bwMode="auto">
            <a:xfrm>
              <a:off x="3594100" y="2655888"/>
              <a:ext cx="342900" cy="266700"/>
            </a:xfrm>
            <a:prstGeom prst="rect">
              <a:avLst/>
            </a:prstGeom>
            <a:noFill/>
            <a:ln w="22225">
              <a:noFill/>
              <a:miter lim="800000"/>
              <a:headEnd/>
              <a:tailEnd/>
            </a:ln>
          </p:spPr>
          <p:txBody>
            <a:bodyPr/>
            <a:lstStyle/>
            <a:p>
              <a:pPr eaLnBrk="1" hangingPunct="1">
                <a:defRPr/>
              </a:pPr>
              <a:r>
                <a:rPr lang="ru-RU" sz="1400" dirty="0">
                  <a:latin typeface="+mj-lt"/>
                </a:rPr>
                <a:t>0</a:t>
              </a:r>
            </a:p>
          </p:txBody>
        </p:sp>
        <p:sp>
          <p:nvSpPr>
            <p:cNvPr id="75833" name="Line 60">
              <a:extLst>
                <a:ext uri="{FF2B5EF4-FFF2-40B4-BE49-F238E27FC236}">
                  <a16:creationId xmlns:a16="http://schemas.microsoft.com/office/drawing/2014/main" id="{11A6ABA5-543A-4687-B9E7-274C4650020D}"/>
                </a:ext>
              </a:extLst>
            </p:cNvPr>
            <p:cNvSpPr>
              <a:spLocks noChangeShapeType="1"/>
            </p:cNvSpPr>
            <p:nvPr/>
          </p:nvSpPr>
          <p:spPr bwMode="auto">
            <a:xfrm flipV="1">
              <a:off x="2932113" y="2436813"/>
              <a:ext cx="96837" cy="96837"/>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34" name="Line 61">
              <a:extLst>
                <a:ext uri="{FF2B5EF4-FFF2-40B4-BE49-F238E27FC236}">
                  <a16:creationId xmlns:a16="http://schemas.microsoft.com/office/drawing/2014/main" id="{AA293611-89E7-4CE3-ACC4-4031DB0ED658}"/>
                </a:ext>
              </a:extLst>
            </p:cNvPr>
            <p:cNvSpPr>
              <a:spLocks noChangeShapeType="1"/>
            </p:cNvSpPr>
            <p:nvPr/>
          </p:nvSpPr>
          <p:spPr bwMode="auto">
            <a:xfrm>
              <a:off x="3751263" y="2398713"/>
              <a:ext cx="0" cy="301625"/>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35" name="Line 62">
              <a:extLst>
                <a:ext uri="{FF2B5EF4-FFF2-40B4-BE49-F238E27FC236}">
                  <a16:creationId xmlns:a16="http://schemas.microsoft.com/office/drawing/2014/main" id="{C361A5C7-0DEF-4F81-8C3A-B81ED449D957}"/>
                </a:ext>
              </a:extLst>
            </p:cNvPr>
            <p:cNvSpPr>
              <a:spLocks noChangeShapeType="1"/>
            </p:cNvSpPr>
            <p:nvPr/>
          </p:nvSpPr>
          <p:spPr bwMode="auto">
            <a:xfrm flipV="1">
              <a:off x="3698875" y="2455863"/>
              <a:ext cx="96838" cy="96837"/>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36" name="Text Box 63">
              <a:extLst>
                <a:ext uri="{FF2B5EF4-FFF2-40B4-BE49-F238E27FC236}">
                  <a16:creationId xmlns:a16="http://schemas.microsoft.com/office/drawing/2014/main" id="{8CA39C45-9C5E-49E7-AE99-2D70ABA19236}"/>
                </a:ext>
              </a:extLst>
            </p:cNvPr>
            <p:cNvSpPr txBox="1">
              <a:spLocks noChangeArrowheads="1"/>
            </p:cNvSpPr>
            <p:nvPr/>
          </p:nvSpPr>
          <p:spPr bwMode="auto">
            <a:xfrm>
              <a:off x="2794000" y="2636838"/>
              <a:ext cx="342900" cy="266700"/>
            </a:xfrm>
            <a:prstGeom prst="rect">
              <a:avLst/>
            </a:prstGeom>
            <a:noFill/>
            <a:ln w="22225">
              <a:noFill/>
              <a:miter lim="800000"/>
              <a:headEnd/>
              <a:tailEnd/>
            </a:ln>
          </p:spPr>
          <p:txBody>
            <a:bodyPr/>
            <a:lstStyle/>
            <a:p>
              <a:pPr eaLnBrk="1" hangingPunct="1">
                <a:defRPr/>
              </a:pPr>
              <a:r>
                <a:rPr lang="ru-RU" sz="1400" dirty="0">
                  <a:latin typeface="+mj-lt"/>
                </a:rPr>
                <a:t> 1                                                            </a:t>
              </a:r>
            </a:p>
          </p:txBody>
        </p:sp>
        <p:sp>
          <p:nvSpPr>
            <p:cNvPr id="75837" name="Line 64">
              <a:extLst>
                <a:ext uri="{FF2B5EF4-FFF2-40B4-BE49-F238E27FC236}">
                  <a16:creationId xmlns:a16="http://schemas.microsoft.com/office/drawing/2014/main" id="{C650B0F4-1764-4211-A6EA-EEC4484853A4}"/>
                </a:ext>
              </a:extLst>
            </p:cNvPr>
            <p:cNvSpPr>
              <a:spLocks noChangeShapeType="1"/>
            </p:cNvSpPr>
            <p:nvPr/>
          </p:nvSpPr>
          <p:spPr bwMode="auto">
            <a:xfrm>
              <a:off x="6418263" y="2474913"/>
              <a:ext cx="0" cy="420687"/>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38" name="Line 65">
              <a:extLst>
                <a:ext uri="{FF2B5EF4-FFF2-40B4-BE49-F238E27FC236}">
                  <a16:creationId xmlns:a16="http://schemas.microsoft.com/office/drawing/2014/main" id="{11DAEA9D-8939-4BCC-B534-3FC71ADE0F7F}"/>
                </a:ext>
              </a:extLst>
            </p:cNvPr>
            <p:cNvSpPr>
              <a:spLocks noChangeShapeType="1"/>
            </p:cNvSpPr>
            <p:nvPr/>
          </p:nvSpPr>
          <p:spPr bwMode="auto">
            <a:xfrm>
              <a:off x="3684588" y="2390775"/>
              <a:ext cx="114300"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39" name="Line 66">
              <a:extLst>
                <a:ext uri="{FF2B5EF4-FFF2-40B4-BE49-F238E27FC236}">
                  <a16:creationId xmlns:a16="http://schemas.microsoft.com/office/drawing/2014/main" id="{92A5BEB4-6B21-48F3-8232-124E751667BE}"/>
                </a:ext>
              </a:extLst>
            </p:cNvPr>
            <p:cNvSpPr>
              <a:spLocks noChangeShapeType="1"/>
            </p:cNvSpPr>
            <p:nvPr/>
          </p:nvSpPr>
          <p:spPr bwMode="auto">
            <a:xfrm flipV="1">
              <a:off x="4294188" y="2065338"/>
              <a:ext cx="0" cy="269875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40" name="Line 67">
              <a:extLst>
                <a:ext uri="{FF2B5EF4-FFF2-40B4-BE49-F238E27FC236}">
                  <a16:creationId xmlns:a16="http://schemas.microsoft.com/office/drawing/2014/main" id="{7DB8EA1D-6F67-4594-8259-D35679F2EB6E}"/>
                </a:ext>
              </a:extLst>
            </p:cNvPr>
            <p:cNvSpPr>
              <a:spLocks noChangeShapeType="1"/>
            </p:cNvSpPr>
            <p:nvPr/>
          </p:nvSpPr>
          <p:spPr bwMode="auto">
            <a:xfrm>
              <a:off x="1731963" y="4646613"/>
              <a:ext cx="457200"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41" name="Text Box 68">
              <a:extLst>
                <a:ext uri="{FF2B5EF4-FFF2-40B4-BE49-F238E27FC236}">
                  <a16:creationId xmlns:a16="http://schemas.microsoft.com/office/drawing/2014/main" id="{99ABB833-E04E-4320-BCA9-BAE82D78BFC0}"/>
                </a:ext>
              </a:extLst>
            </p:cNvPr>
            <p:cNvSpPr txBox="1">
              <a:spLocks noChangeArrowheads="1"/>
            </p:cNvSpPr>
            <p:nvPr/>
          </p:nvSpPr>
          <p:spPr bwMode="auto">
            <a:xfrm>
              <a:off x="760413" y="4741863"/>
              <a:ext cx="1144587" cy="385762"/>
            </a:xfrm>
            <a:prstGeom prst="rect">
              <a:avLst/>
            </a:prstGeom>
            <a:noFill/>
            <a:ln w="22225">
              <a:noFill/>
              <a:miter lim="800000"/>
              <a:headEnd/>
              <a:tailEnd/>
            </a:ln>
          </p:spPr>
          <p:txBody>
            <a:bodyPr/>
            <a:lstStyle/>
            <a:p>
              <a:pPr eaLnBrk="1" hangingPunct="1">
                <a:defRPr/>
              </a:pPr>
              <a:r>
                <a:rPr lang="ru-RU" sz="1600" dirty="0">
                  <a:latin typeface="+mj-lt"/>
                </a:rPr>
                <a:t>Y1:Reset</a:t>
              </a:r>
            </a:p>
          </p:txBody>
        </p:sp>
        <p:sp>
          <p:nvSpPr>
            <p:cNvPr id="75842" name="Line 69">
              <a:extLst>
                <a:ext uri="{FF2B5EF4-FFF2-40B4-BE49-F238E27FC236}">
                  <a16:creationId xmlns:a16="http://schemas.microsoft.com/office/drawing/2014/main" id="{569E0AAF-508F-4669-8CF0-6872776D87B7}"/>
                </a:ext>
              </a:extLst>
            </p:cNvPr>
            <p:cNvSpPr>
              <a:spLocks noChangeShapeType="1"/>
            </p:cNvSpPr>
            <p:nvPr/>
          </p:nvSpPr>
          <p:spPr bwMode="auto">
            <a:xfrm flipH="1" flipV="1">
              <a:off x="3810000" y="2890838"/>
              <a:ext cx="2611438"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43" name="Line 70">
              <a:extLst>
                <a:ext uri="{FF2B5EF4-FFF2-40B4-BE49-F238E27FC236}">
                  <a16:creationId xmlns:a16="http://schemas.microsoft.com/office/drawing/2014/main" id="{20961096-500F-4A5E-A589-D3BB5CD5073A}"/>
                </a:ext>
              </a:extLst>
            </p:cNvPr>
            <p:cNvSpPr>
              <a:spLocks noChangeShapeType="1"/>
            </p:cNvSpPr>
            <p:nvPr/>
          </p:nvSpPr>
          <p:spPr bwMode="auto">
            <a:xfrm flipV="1">
              <a:off x="5160963" y="2474913"/>
              <a:ext cx="0" cy="22860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44" name="Text Box 71">
              <a:extLst>
                <a:ext uri="{FF2B5EF4-FFF2-40B4-BE49-F238E27FC236}">
                  <a16:creationId xmlns:a16="http://schemas.microsoft.com/office/drawing/2014/main" id="{E893D3D2-DC70-4999-9B80-CAD3F6FB5433}"/>
                </a:ext>
              </a:extLst>
            </p:cNvPr>
            <p:cNvSpPr txBox="1">
              <a:spLocks noChangeArrowheads="1"/>
            </p:cNvSpPr>
            <p:nvPr/>
          </p:nvSpPr>
          <p:spPr bwMode="auto">
            <a:xfrm>
              <a:off x="5081588" y="2490788"/>
              <a:ext cx="1524000" cy="457200"/>
            </a:xfrm>
            <a:prstGeom prst="rect">
              <a:avLst/>
            </a:prstGeom>
            <a:noFill/>
            <a:ln w="22225">
              <a:noFill/>
              <a:miter lim="800000"/>
              <a:headEnd/>
              <a:tailEnd/>
            </a:ln>
          </p:spPr>
          <p:txBody>
            <a:bodyPr/>
            <a:lstStyle/>
            <a:p>
              <a:pPr eaLnBrk="1" hangingPunct="1">
                <a:defRPr/>
              </a:pPr>
              <a:r>
                <a:rPr lang="ru-RU" sz="1600" dirty="0">
                  <a:latin typeface="+mj-lt"/>
                </a:rPr>
                <a:t>Y3:Shift</a:t>
              </a:r>
              <a:r>
                <a:rPr lang="en-US" sz="1600" dirty="0">
                  <a:latin typeface="+mj-lt"/>
                </a:rPr>
                <a:t> </a:t>
              </a:r>
              <a:r>
                <a:rPr lang="ru-RU" sz="1600" dirty="0">
                  <a:latin typeface="+mj-lt"/>
                </a:rPr>
                <a:t>right</a:t>
              </a:r>
            </a:p>
          </p:txBody>
        </p:sp>
        <p:sp>
          <p:nvSpPr>
            <p:cNvPr id="75845" name="Line 72">
              <a:extLst>
                <a:ext uri="{FF2B5EF4-FFF2-40B4-BE49-F238E27FC236}">
                  <a16:creationId xmlns:a16="http://schemas.microsoft.com/office/drawing/2014/main" id="{46C33AE6-08AF-4B8D-86F1-7E921360A93A}"/>
                </a:ext>
              </a:extLst>
            </p:cNvPr>
            <p:cNvSpPr>
              <a:spLocks noChangeShapeType="1"/>
            </p:cNvSpPr>
            <p:nvPr/>
          </p:nvSpPr>
          <p:spPr bwMode="auto">
            <a:xfrm>
              <a:off x="1731963" y="4884738"/>
              <a:ext cx="457200"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46" name="Text Box 73">
              <a:extLst>
                <a:ext uri="{FF2B5EF4-FFF2-40B4-BE49-F238E27FC236}">
                  <a16:creationId xmlns:a16="http://schemas.microsoft.com/office/drawing/2014/main" id="{CEB58010-4C64-4FF3-ABD1-A715411C4E88}"/>
                </a:ext>
              </a:extLst>
            </p:cNvPr>
            <p:cNvSpPr txBox="1">
              <a:spLocks noChangeArrowheads="1"/>
            </p:cNvSpPr>
            <p:nvPr/>
          </p:nvSpPr>
          <p:spPr bwMode="auto">
            <a:xfrm>
              <a:off x="688975" y="4303713"/>
              <a:ext cx="1468438" cy="500062"/>
            </a:xfrm>
            <a:prstGeom prst="rect">
              <a:avLst/>
            </a:prstGeom>
            <a:noFill/>
            <a:ln w="22225">
              <a:noFill/>
              <a:miter lim="800000"/>
              <a:headEnd/>
              <a:tailEnd/>
            </a:ln>
          </p:spPr>
          <p:txBody>
            <a:bodyPr/>
            <a:lstStyle/>
            <a:p>
              <a:pPr eaLnBrk="1" hangingPunct="1">
                <a:defRPr/>
              </a:pPr>
              <a:r>
                <a:rPr lang="ru-RU" sz="1600" dirty="0">
                  <a:latin typeface="+mj-lt"/>
                </a:rPr>
                <a:t>Y2:ACC=SM (Load)</a:t>
              </a:r>
            </a:p>
          </p:txBody>
        </p:sp>
        <p:grpSp>
          <p:nvGrpSpPr>
            <p:cNvPr id="75848" name="Group 74">
              <a:extLst>
                <a:ext uri="{FF2B5EF4-FFF2-40B4-BE49-F238E27FC236}">
                  <a16:creationId xmlns:a16="http://schemas.microsoft.com/office/drawing/2014/main" id="{695D1A9D-472A-D29C-C493-8278464E15C3}"/>
                </a:ext>
              </a:extLst>
            </p:cNvPr>
            <p:cNvGrpSpPr>
              <a:grpSpLocks/>
            </p:cNvGrpSpPr>
            <p:nvPr/>
          </p:nvGrpSpPr>
          <p:grpSpPr bwMode="auto">
            <a:xfrm>
              <a:off x="6303963" y="3198813"/>
              <a:ext cx="428625" cy="381000"/>
              <a:chOff x="338" y="9954"/>
              <a:chExt cx="676" cy="601"/>
            </a:xfrm>
          </p:grpSpPr>
          <p:sp>
            <p:nvSpPr>
              <p:cNvPr id="75875" name="AutoShape 75">
                <a:extLst>
                  <a:ext uri="{FF2B5EF4-FFF2-40B4-BE49-F238E27FC236}">
                    <a16:creationId xmlns:a16="http://schemas.microsoft.com/office/drawing/2014/main" id="{49C5D253-F1E1-4CF6-86C8-E44EADF50436}"/>
                  </a:ext>
                </a:extLst>
              </p:cNvPr>
              <p:cNvSpPr>
                <a:spLocks noChangeArrowheads="1"/>
              </p:cNvSpPr>
              <p:nvPr/>
            </p:nvSpPr>
            <p:spPr bwMode="auto">
              <a:xfrm flipH="1">
                <a:off x="338" y="9954"/>
                <a:ext cx="541" cy="601"/>
              </a:xfrm>
              <a:prstGeom prst="moon">
                <a:avLst>
                  <a:gd name="adj" fmla="val 84819"/>
                </a:avLst>
              </a:prstGeom>
              <a:noFill/>
              <a:ln w="22225">
                <a:solidFill>
                  <a:srgbClr val="000000"/>
                </a:solidFill>
                <a:miter lim="800000"/>
                <a:headEnd/>
                <a:tailEnd/>
              </a:ln>
              <a:effectLst/>
            </p:spPr>
            <p:txBody>
              <a:bodyPr anchor="ctr"/>
              <a:lstStyle/>
              <a:p>
                <a:pPr eaLnBrk="1" hangingPunct="1">
                  <a:defRPr/>
                </a:pPr>
                <a:endParaRPr lang="ru-RU">
                  <a:latin typeface="+mj-lt"/>
                  <a:cs typeface="Arial" charset="0"/>
                </a:endParaRPr>
              </a:p>
            </p:txBody>
          </p:sp>
          <p:sp>
            <p:nvSpPr>
              <p:cNvPr id="75876" name="Oval 76">
                <a:extLst>
                  <a:ext uri="{FF2B5EF4-FFF2-40B4-BE49-F238E27FC236}">
                    <a16:creationId xmlns:a16="http://schemas.microsoft.com/office/drawing/2014/main" id="{C7204E34-5175-42A4-9C61-6EF1F2BF60EF}"/>
                  </a:ext>
                </a:extLst>
              </p:cNvPr>
              <p:cNvSpPr>
                <a:spLocks noChangeArrowheads="1"/>
              </p:cNvSpPr>
              <p:nvPr/>
            </p:nvSpPr>
            <p:spPr bwMode="auto">
              <a:xfrm>
                <a:off x="879" y="10209"/>
                <a:ext cx="135" cy="135"/>
              </a:xfrm>
              <a:prstGeom prst="ellipse">
                <a:avLst/>
              </a:prstGeom>
              <a:solidFill>
                <a:srgbClr val="FFFFFF"/>
              </a:solidFill>
              <a:ln w="22225">
                <a:solidFill>
                  <a:srgbClr val="000000"/>
                </a:solidFill>
                <a:round/>
                <a:headEnd/>
                <a:tailEnd/>
              </a:ln>
            </p:spPr>
            <p:txBody>
              <a:bodyPr/>
              <a:lstStyle/>
              <a:p>
                <a:pPr eaLnBrk="1" hangingPunct="1">
                  <a:defRPr/>
                </a:pPr>
                <a:endParaRPr lang="ru-RU">
                  <a:latin typeface="+mj-lt"/>
                  <a:cs typeface="Arial" charset="0"/>
                </a:endParaRPr>
              </a:p>
            </p:txBody>
          </p:sp>
        </p:grpSp>
        <p:sp>
          <p:nvSpPr>
            <p:cNvPr id="3" name="Line 77">
              <a:extLst>
                <a:ext uri="{FF2B5EF4-FFF2-40B4-BE49-F238E27FC236}">
                  <a16:creationId xmlns:a16="http://schemas.microsoft.com/office/drawing/2014/main" id="{4326A950-D238-46C3-939A-8DDCCF83DBDD}"/>
                </a:ext>
              </a:extLst>
            </p:cNvPr>
            <p:cNvSpPr>
              <a:spLocks noChangeShapeType="1"/>
            </p:cNvSpPr>
            <p:nvPr/>
          </p:nvSpPr>
          <p:spPr bwMode="auto">
            <a:xfrm flipV="1">
              <a:off x="5389563" y="3294063"/>
              <a:ext cx="0" cy="34290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49" name="Line 78">
              <a:extLst>
                <a:ext uri="{FF2B5EF4-FFF2-40B4-BE49-F238E27FC236}">
                  <a16:creationId xmlns:a16="http://schemas.microsoft.com/office/drawing/2014/main" id="{067025F9-DB3C-443A-9EE6-632831DEC436}"/>
                </a:ext>
              </a:extLst>
            </p:cNvPr>
            <p:cNvSpPr>
              <a:spLocks noChangeShapeType="1"/>
            </p:cNvSpPr>
            <p:nvPr/>
          </p:nvSpPr>
          <p:spPr bwMode="auto">
            <a:xfrm>
              <a:off x="5389563" y="3294063"/>
              <a:ext cx="950912"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50" name="Line 79">
              <a:extLst>
                <a:ext uri="{FF2B5EF4-FFF2-40B4-BE49-F238E27FC236}">
                  <a16:creationId xmlns:a16="http://schemas.microsoft.com/office/drawing/2014/main" id="{AFC7C600-28BA-487A-98BB-9E338BC12D6E}"/>
                </a:ext>
              </a:extLst>
            </p:cNvPr>
            <p:cNvSpPr>
              <a:spLocks noChangeShapeType="1"/>
            </p:cNvSpPr>
            <p:nvPr/>
          </p:nvSpPr>
          <p:spPr bwMode="auto">
            <a:xfrm flipV="1">
              <a:off x="5961063" y="3476625"/>
              <a:ext cx="0" cy="161925"/>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51" name="Line 80">
              <a:extLst>
                <a:ext uri="{FF2B5EF4-FFF2-40B4-BE49-F238E27FC236}">
                  <a16:creationId xmlns:a16="http://schemas.microsoft.com/office/drawing/2014/main" id="{2DD922D3-88A3-4784-A2C2-2E703085968B}"/>
                </a:ext>
              </a:extLst>
            </p:cNvPr>
            <p:cNvSpPr>
              <a:spLocks noChangeShapeType="1"/>
            </p:cNvSpPr>
            <p:nvPr/>
          </p:nvSpPr>
          <p:spPr bwMode="auto">
            <a:xfrm>
              <a:off x="5961063" y="3475038"/>
              <a:ext cx="377825"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52" name="Line 81">
              <a:extLst>
                <a:ext uri="{FF2B5EF4-FFF2-40B4-BE49-F238E27FC236}">
                  <a16:creationId xmlns:a16="http://schemas.microsoft.com/office/drawing/2014/main" id="{93B6F701-C6DC-4A64-9C1C-4BA810713C0C}"/>
                </a:ext>
              </a:extLst>
            </p:cNvPr>
            <p:cNvSpPr>
              <a:spLocks noChangeShapeType="1"/>
            </p:cNvSpPr>
            <p:nvPr/>
          </p:nvSpPr>
          <p:spPr bwMode="auto">
            <a:xfrm>
              <a:off x="6732588" y="3398838"/>
              <a:ext cx="228600" cy="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53" name="Text Box 82">
              <a:extLst>
                <a:ext uri="{FF2B5EF4-FFF2-40B4-BE49-F238E27FC236}">
                  <a16:creationId xmlns:a16="http://schemas.microsoft.com/office/drawing/2014/main" id="{C9689ED2-6C4B-4E13-BB8C-C61B7F63CB00}"/>
                </a:ext>
              </a:extLst>
            </p:cNvPr>
            <p:cNvSpPr txBox="1">
              <a:spLocks noChangeArrowheads="1"/>
            </p:cNvSpPr>
            <p:nvPr/>
          </p:nvSpPr>
          <p:spPr bwMode="auto">
            <a:xfrm>
              <a:off x="6580188" y="3106738"/>
              <a:ext cx="658812" cy="342900"/>
            </a:xfrm>
            <a:prstGeom prst="rect">
              <a:avLst/>
            </a:prstGeom>
            <a:noFill/>
            <a:ln w="22225">
              <a:noFill/>
              <a:miter lim="800000"/>
              <a:headEnd/>
              <a:tailEnd/>
            </a:ln>
          </p:spPr>
          <p:txBody>
            <a:bodyPr/>
            <a:lstStyle/>
            <a:p>
              <a:pPr eaLnBrk="1" hangingPunct="1">
                <a:defRPr/>
              </a:pPr>
              <a:r>
                <a:rPr lang="ru-RU" sz="1600" dirty="0">
                  <a:latin typeface="+mj-lt"/>
                </a:rPr>
                <a:t>X2</a:t>
              </a:r>
            </a:p>
          </p:txBody>
        </p:sp>
        <p:sp>
          <p:nvSpPr>
            <p:cNvPr id="75854" name="Rectangle 83">
              <a:extLst>
                <a:ext uri="{FF2B5EF4-FFF2-40B4-BE49-F238E27FC236}">
                  <a16:creationId xmlns:a16="http://schemas.microsoft.com/office/drawing/2014/main" id="{131282BF-3D76-49E4-81BB-A71153D1B73D}"/>
                </a:ext>
              </a:extLst>
            </p:cNvPr>
            <p:cNvSpPr>
              <a:spLocks noChangeArrowheads="1"/>
            </p:cNvSpPr>
            <p:nvPr/>
          </p:nvSpPr>
          <p:spPr bwMode="auto">
            <a:xfrm>
              <a:off x="5389563" y="4579938"/>
              <a:ext cx="800100" cy="1023937"/>
            </a:xfrm>
            <a:prstGeom prst="rect">
              <a:avLst/>
            </a:prstGeom>
            <a:solidFill>
              <a:schemeClr val="bg1">
                <a:lumMod val="75000"/>
              </a:schemeClr>
            </a:solidFill>
            <a:ln w="22225">
              <a:solidFill>
                <a:srgbClr val="000000"/>
              </a:solidFill>
              <a:miter lim="800000"/>
              <a:headEnd/>
              <a:tailEnd/>
            </a:ln>
          </p:spPr>
          <p:txBody>
            <a:bodyPr/>
            <a:lstStyle/>
            <a:p>
              <a:pPr eaLnBrk="1" hangingPunct="1">
                <a:defRPr/>
              </a:pPr>
              <a:r>
                <a:rPr lang="ru-RU" sz="1600" dirty="0">
                  <a:latin typeface="+mj-lt"/>
                </a:rPr>
                <a:t>FSM</a:t>
              </a:r>
            </a:p>
          </p:txBody>
        </p:sp>
        <p:sp>
          <p:nvSpPr>
            <p:cNvPr id="75855" name="Text Box 84">
              <a:extLst>
                <a:ext uri="{FF2B5EF4-FFF2-40B4-BE49-F238E27FC236}">
                  <a16:creationId xmlns:a16="http://schemas.microsoft.com/office/drawing/2014/main" id="{8A1C14FA-B98B-4489-84FD-369F354D7AC3}"/>
                </a:ext>
              </a:extLst>
            </p:cNvPr>
            <p:cNvSpPr txBox="1">
              <a:spLocks noChangeArrowheads="1"/>
            </p:cNvSpPr>
            <p:nvPr/>
          </p:nvSpPr>
          <p:spPr bwMode="auto">
            <a:xfrm>
              <a:off x="4648200" y="4224338"/>
              <a:ext cx="1049338" cy="342900"/>
            </a:xfrm>
            <a:prstGeom prst="rect">
              <a:avLst/>
            </a:prstGeom>
            <a:noFill/>
            <a:ln w="22225">
              <a:noFill/>
              <a:miter lim="800000"/>
              <a:headEnd/>
              <a:tailEnd/>
            </a:ln>
          </p:spPr>
          <p:txBody>
            <a:bodyPr/>
            <a:lstStyle/>
            <a:p>
              <a:pPr eaLnBrk="1" hangingPunct="1">
                <a:defRPr/>
              </a:pPr>
              <a:r>
                <a:rPr lang="ru-RU" sz="1600" dirty="0">
                  <a:latin typeface="+mj-lt"/>
                </a:rPr>
                <a:t>Y1:Load</a:t>
              </a:r>
            </a:p>
          </p:txBody>
        </p:sp>
        <p:sp>
          <p:nvSpPr>
            <p:cNvPr id="75856" name="Line 85">
              <a:extLst>
                <a:ext uri="{FF2B5EF4-FFF2-40B4-BE49-F238E27FC236}">
                  <a16:creationId xmlns:a16="http://schemas.microsoft.com/office/drawing/2014/main" id="{39BDF293-13F7-4C46-8D84-C16090F4E3A3}"/>
                </a:ext>
              </a:extLst>
            </p:cNvPr>
            <p:cNvSpPr>
              <a:spLocks noChangeShapeType="1"/>
            </p:cNvSpPr>
            <p:nvPr/>
          </p:nvSpPr>
          <p:spPr bwMode="auto">
            <a:xfrm flipH="1">
              <a:off x="6189663" y="4989513"/>
              <a:ext cx="457200"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57" name="Line 86">
              <a:extLst>
                <a:ext uri="{FF2B5EF4-FFF2-40B4-BE49-F238E27FC236}">
                  <a16:creationId xmlns:a16="http://schemas.microsoft.com/office/drawing/2014/main" id="{2C33BE71-E024-4BD9-ADCF-0096CB7EEA94}"/>
                </a:ext>
              </a:extLst>
            </p:cNvPr>
            <p:cNvSpPr>
              <a:spLocks noChangeShapeType="1"/>
            </p:cNvSpPr>
            <p:nvPr/>
          </p:nvSpPr>
          <p:spPr bwMode="auto">
            <a:xfrm flipH="1">
              <a:off x="6170613" y="4760913"/>
              <a:ext cx="777875"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58" name="Text Box 87">
              <a:extLst>
                <a:ext uri="{FF2B5EF4-FFF2-40B4-BE49-F238E27FC236}">
                  <a16:creationId xmlns:a16="http://schemas.microsoft.com/office/drawing/2014/main" id="{B2818D63-8017-4E8F-9E3A-AA2F1ACC3B3D}"/>
                </a:ext>
              </a:extLst>
            </p:cNvPr>
            <p:cNvSpPr txBox="1">
              <a:spLocks noChangeArrowheads="1"/>
            </p:cNvSpPr>
            <p:nvPr/>
          </p:nvSpPr>
          <p:spPr bwMode="auto">
            <a:xfrm>
              <a:off x="6646863" y="4875213"/>
              <a:ext cx="1277937" cy="660400"/>
            </a:xfrm>
            <a:prstGeom prst="rect">
              <a:avLst/>
            </a:prstGeom>
            <a:noFill/>
            <a:ln w="22225">
              <a:noFill/>
              <a:miter lim="800000"/>
              <a:headEnd/>
              <a:tailEnd/>
            </a:ln>
          </p:spPr>
          <p:txBody>
            <a:bodyPr/>
            <a:lstStyle/>
            <a:p>
              <a:pPr eaLnBrk="1" hangingPunct="1">
                <a:defRPr/>
              </a:pPr>
              <a:r>
                <a:rPr lang="ru-RU" sz="1600" dirty="0">
                  <a:latin typeface="+mj-lt"/>
                </a:rPr>
                <a:t>X1</a:t>
              </a:r>
            </a:p>
            <a:p>
              <a:pPr eaLnBrk="1" hangingPunct="1">
                <a:defRPr/>
              </a:pPr>
              <a:r>
                <a:rPr lang="ru-RU" sz="1600" dirty="0">
                  <a:latin typeface="+mj-lt"/>
                </a:rPr>
                <a:t>(multiply)</a:t>
              </a:r>
            </a:p>
          </p:txBody>
        </p:sp>
        <p:sp>
          <p:nvSpPr>
            <p:cNvPr id="75859" name="Line 88">
              <a:extLst>
                <a:ext uri="{FF2B5EF4-FFF2-40B4-BE49-F238E27FC236}">
                  <a16:creationId xmlns:a16="http://schemas.microsoft.com/office/drawing/2014/main" id="{41122B5A-6C1A-48B8-AF7F-A59B6824F99C}"/>
                </a:ext>
              </a:extLst>
            </p:cNvPr>
            <p:cNvSpPr>
              <a:spLocks noChangeShapeType="1"/>
            </p:cNvSpPr>
            <p:nvPr/>
          </p:nvSpPr>
          <p:spPr bwMode="auto">
            <a:xfrm flipH="1">
              <a:off x="5075238" y="4681538"/>
              <a:ext cx="301625"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60" name="Line 89">
              <a:extLst>
                <a:ext uri="{FF2B5EF4-FFF2-40B4-BE49-F238E27FC236}">
                  <a16:creationId xmlns:a16="http://schemas.microsoft.com/office/drawing/2014/main" id="{ADE9D201-E042-4B11-A120-C4634C296A8F}"/>
                </a:ext>
              </a:extLst>
            </p:cNvPr>
            <p:cNvSpPr>
              <a:spLocks noChangeShapeType="1"/>
            </p:cNvSpPr>
            <p:nvPr/>
          </p:nvSpPr>
          <p:spPr bwMode="auto">
            <a:xfrm flipH="1">
              <a:off x="5075238" y="4875213"/>
              <a:ext cx="301625"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61" name="Line 90">
              <a:extLst>
                <a:ext uri="{FF2B5EF4-FFF2-40B4-BE49-F238E27FC236}">
                  <a16:creationId xmlns:a16="http://schemas.microsoft.com/office/drawing/2014/main" id="{A9A6C06A-60EE-40F2-BC15-2917829EECD7}"/>
                </a:ext>
              </a:extLst>
            </p:cNvPr>
            <p:cNvSpPr>
              <a:spLocks noChangeShapeType="1"/>
            </p:cNvSpPr>
            <p:nvPr/>
          </p:nvSpPr>
          <p:spPr bwMode="auto">
            <a:xfrm flipH="1">
              <a:off x="5084763" y="5056188"/>
              <a:ext cx="301625"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62" name="Text Box 91">
              <a:extLst>
                <a:ext uri="{FF2B5EF4-FFF2-40B4-BE49-F238E27FC236}">
                  <a16:creationId xmlns:a16="http://schemas.microsoft.com/office/drawing/2014/main" id="{CC1E93BE-C9A6-41E5-96EC-374AB47441A7}"/>
                </a:ext>
              </a:extLst>
            </p:cNvPr>
            <p:cNvSpPr txBox="1">
              <a:spLocks noChangeArrowheads="1"/>
            </p:cNvSpPr>
            <p:nvPr/>
          </p:nvSpPr>
          <p:spPr bwMode="auto">
            <a:xfrm>
              <a:off x="4703763" y="4530725"/>
              <a:ext cx="457200" cy="342900"/>
            </a:xfrm>
            <a:prstGeom prst="rect">
              <a:avLst/>
            </a:prstGeom>
            <a:noFill/>
            <a:ln w="22225">
              <a:noFill/>
              <a:miter lim="800000"/>
              <a:headEnd/>
              <a:tailEnd/>
            </a:ln>
          </p:spPr>
          <p:txBody>
            <a:bodyPr/>
            <a:lstStyle/>
            <a:p>
              <a:pPr eaLnBrk="1" hangingPunct="1">
                <a:defRPr/>
              </a:pPr>
              <a:r>
                <a:rPr lang="ru-RU" sz="1600" dirty="0">
                  <a:latin typeface="+mj-lt"/>
                </a:rPr>
                <a:t>Y1</a:t>
              </a:r>
            </a:p>
          </p:txBody>
        </p:sp>
        <p:sp>
          <p:nvSpPr>
            <p:cNvPr id="75863" name="Text Box 92">
              <a:extLst>
                <a:ext uri="{FF2B5EF4-FFF2-40B4-BE49-F238E27FC236}">
                  <a16:creationId xmlns:a16="http://schemas.microsoft.com/office/drawing/2014/main" id="{171F0515-3108-4087-988F-418182CAEB4D}"/>
                </a:ext>
              </a:extLst>
            </p:cNvPr>
            <p:cNvSpPr txBox="1">
              <a:spLocks noChangeArrowheads="1"/>
            </p:cNvSpPr>
            <p:nvPr/>
          </p:nvSpPr>
          <p:spPr bwMode="auto">
            <a:xfrm>
              <a:off x="4703763" y="4732338"/>
              <a:ext cx="457200" cy="342900"/>
            </a:xfrm>
            <a:prstGeom prst="rect">
              <a:avLst/>
            </a:prstGeom>
            <a:noFill/>
            <a:ln w="22225">
              <a:noFill/>
              <a:miter lim="800000"/>
              <a:headEnd/>
              <a:tailEnd/>
            </a:ln>
          </p:spPr>
          <p:txBody>
            <a:bodyPr/>
            <a:lstStyle/>
            <a:p>
              <a:pPr eaLnBrk="1" hangingPunct="1">
                <a:defRPr/>
              </a:pPr>
              <a:r>
                <a:rPr lang="ru-RU" sz="1600" dirty="0">
                  <a:latin typeface="+mj-lt"/>
                </a:rPr>
                <a:t>Y2</a:t>
              </a:r>
            </a:p>
          </p:txBody>
        </p:sp>
        <p:sp>
          <p:nvSpPr>
            <p:cNvPr id="75864" name="Text Box 93">
              <a:extLst>
                <a:ext uri="{FF2B5EF4-FFF2-40B4-BE49-F238E27FC236}">
                  <a16:creationId xmlns:a16="http://schemas.microsoft.com/office/drawing/2014/main" id="{1B9B7518-FA15-4DAF-B812-AEB1DD28DB6D}"/>
                </a:ext>
              </a:extLst>
            </p:cNvPr>
            <p:cNvSpPr txBox="1">
              <a:spLocks noChangeArrowheads="1"/>
            </p:cNvSpPr>
            <p:nvPr/>
          </p:nvSpPr>
          <p:spPr bwMode="auto">
            <a:xfrm>
              <a:off x="4703763" y="4922838"/>
              <a:ext cx="457200" cy="342900"/>
            </a:xfrm>
            <a:prstGeom prst="rect">
              <a:avLst/>
            </a:prstGeom>
            <a:noFill/>
            <a:ln w="22225">
              <a:noFill/>
              <a:miter lim="800000"/>
              <a:headEnd/>
              <a:tailEnd/>
            </a:ln>
          </p:spPr>
          <p:txBody>
            <a:bodyPr/>
            <a:lstStyle/>
            <a:p>
              <a:pPr eaLnBrk="1" hangingPunct="1">
                <a:defRPr/>
              </a:pPr>
              <a:r>
                <a:rPr lang="ru-RU" sz="1600" dirty="0">
                  <a:latin typeface="+mj-lt"/>
                </a:rPr>
                <a:t>Y3</a:t>
              </a:r>
            </a:p>
          </p:txBody>
        </p:sp>
        <p:sp>
          <p:nvSpPr>
            <p:cNvPr id="75865" name="Text Box 94">
              <a:extLst>
                <a:ext uri="{FF2B5EF4-FFF2-40B4-BE49-F238E27FC236}">
                  <a16:creationId xmlns:a16="http://schemas.microsoft.com/office/drawing/2014/main" id="{DEB9A3F2-F650-4DB5-B98D-56953FDB01D2}"/>
                </a:ext>
              </a:extLst>
            </p:cNvPr>
            <p:cNvSpPr txBox="1">
              <a:spLocks noChangeArrowheads="1"/>
            </p:cNvSpPr>
            <p:nvPr/>
          </p:nvSpPr>
          <p:spPr bwMode="auto">
            <a:xfrm>
              <a:off x="2312988" y="4181475"/>
              <a:ext cx="561975" cy="342900"/>
            </a:xfrm>
            <a:prstGeom prst="rect">
              <a:avLst/>
            </a:prstGeom>
            <a:noFill/>
            <a:ln w="22225">
              <a:noFill/>
              <a:miter lim="800000"/>
              <a:headEnd/>
              <a:tailEnd/>
            </a:ln>
          </p:spPr>
          <p:txBody>
            <a:bodyPr/>
            <a:lstStyle/>
            <a:p>
              <a:pPr eaLnBrk="1" hangingPunct="1">
                <a:defRPr/>
              </a:pPr>
              <a:r>
                <a:rPr lang="ru-RU" sz="1600" dirty="0">
                  <a:latin typeface="+mj-lt"/>
                </a:rPr>
                <a:t>1bit</a:t>
              </a:r>
            </a:p>
          </p:txBody>
        </p:sp>
        <p:sp>
          <p:nvSpPr>
            <p:cNvPr id="75866" name="Line 95">
              <a:extLst>
                <a:ext uri="{FF2B5EF4-FFF2-40B4-BE49-F238E27FC236}">
                  <a16:creationId xmlns:a16="http://schemas.microsoft.com/office/drawing/2014/main" id="{CACCD2CE-18C0-4490-9AB3-82CC74E83391}"/>
                </a:ext>
              </a:extLst>
            </p:cNvPr>
            <p:cNvSpPr>
              <a:spLocks noChangeShapeType="1"/>
            </p:cNvSpPr>
            <p:nvPr/>
          </p:nvSpPr>
          <p:spPr bwMode="auto">
            <a:xfrm flipH="1">
              <a:off x="5084763" y="5413375"/>
              <a:ext cx="301625" cy="0"/>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67" name="Text Box 96">
              <a:extLst>
                <a:ext uri="{FF2B5EF4-FFF2-40B4-BE49-F238E27FC236}">
                  <a16:creationId xmlns:a16="http://schemas.microsoft.com/office/drawing/2014/main" id="{27BC98B1-52DE-4F8A-8ADC-2DFF17D7FACC}"/>
                </a:ext>
              </a:extLst>
            </p:cNvPr>
            <p:cNvSpPr txBox="1">
              <a:spLocks noChangeArrowheads="1"/>
            </p:cNvSpPr>
            <p:nvPr/>
          </p:nvSpPr>
          <p:spPr bwMode="auto">
            <a:xfrm>
              <a:off x="4408488" y="5241925"/>
              <a:ext cx="1039812" cy="342900"/>
            </a:xfrm>
            <a:prstGeom prst="rect">
              <a:avLst/>
            </a:prstGeom>
            <a:noFill/>
            <a:ln w="22225">
              <a:noFill/>
              <a:miter lim="800000"/>
              <a:headEnd/>
              <a:tailEnd/>
            </a:ln>
          </p:spPr>
          <p:txBody>
            <a:bodyPr/>
            <a:lstStyle/>
            <a:p>
              <a:pPr eaLnBrk="1" hangingPunct="1">
                <a:defRPr/>
              </a:pPr>
              <a:r>
                <a:rPr lang="ru-RU" sz="1600" dirty="0">
                  <a:latin typeface="+mj-lt"/>
                </a:rPr>
                <a:t>Ready</a:t>
              </a:r>
            </a:p>
          </p:txBody>
        </p:sp>
        <p:sp>
          <p:nvSpPr>
            <p:cNvPr id="75868" name="Text Box 97">
              <a:extLst>
                <a:ext uri="{FF2B5EF4-FFF2-40B4-BE49-F238E27FC236}">
                  <a16:creationId xmlns:a16="http://schemas.microsoft.com/office/drawing/2014/main" id="{ADC32777-07E4-4025-AB66-677FDF48EA61}"/>
                </a:ext>
              </a:extLst>
            </p:cNvPr>
            <p:cNvSpPr txBox="1">
              <a:spLocks noChangeArrowheads="1"/>
            </p:cNvSpPr>
            <p:nvPr/>
          </p:nvSpPr>
          <p:spPr bwMode="auto">
            <a:xfrm>
              <a:off x="5486400" y="4214813"/>
              <a:ext cx="1925638" cy="342900"/>
            </a:xfrm>
            <a:prstGeom prst="rect">
              <a:avLst/>
            </a:prstGeom>
            <a:noFill/>
            <a:ln w="22225">
              <a:noFill/>
              <a:miter lim="800000"/>
              <a:headEnd/>
              <a:tailEnd/>
            </a:ln>
          </p:spPr>
          <p:txBody>
            <a:bodyPr/>
            <a:lstStyle/>
            <a:p>
              <a:pPr eaLnBrk="1" hangingPunct="1">
                <a:defRPr/>
              </a:pPr>
              <a:r>
                <a:rPr lang="ru-RU" sz="1600" dirty="0">
                  <a:latin typeface="+mj-lt"/>
                </a:rPr>
                <a:t>Y3:Decrement</a:t>
              </a:r>
            </a:p>
          </p:txBody>
        </p:sp>
        <p:sp>
          <p:nvSpPr>
            <p:cNvPr id="75869" name="Text Box 98">
              <a:extLst>
                <a:ext uri="{FF2B5EF4-FFF2-40B4-BE49-F238E27FC236}">
                  <a16:creationId xmlns:a16="http://schemas.microsoft.com/office/drawing/2014/main" id="{41188009-57E9-4085-991C-CDB4F3D7FB1B}"/>
                </a:ext>
              </a:extLst>
            </p:cNvPr>
            <p:cNvSpPr txBox="1">
              <a:spLocks noChangeArrowheads="1"/>
            </p:cNvSpPr>
            <p:nvPr/>
          </p:nvSpPr>
          <p:spPr bwMode="auto">
            <a:xfrm>
              <a:off x="1689100" y="5243513"/>
              <a:ext cx="1430338" cy="457200"/>
            </a:xfrm>
            <a:prstGeom prst="rect">
              <a:avLst/>
            </a:prstGeom>
            <a:noFill/>
            <a:ln w="22225">
              <a:noFill/>
              <a:miter lim="800000"/>
              <a:headEnd/>
              <a:tailEnd/>
            </a:ln>
          </p:spPr>
          <p:txBody>
            <a:bodyPr/>
            <a:lstStyle/>
            <a:p>
              <a:pPr eaLnBrk="1" hangingPunct="1">
                <a:defRPr/>
              </a:pPr>
              <a:r>
                <a:rPr lang="ru-RU" sz="1600" dirty="0">
                  <a:latin typeface="+mj-lt"/>
                </a:rPr>
                <a:t>Y3:Shift</a:t>
              </a:r>
              <a:br>
                <a:rPr lang="ru-RU" sz="1600" dirty="0">
                  <a:latin typeface="+mj-lt"/>
                </a:rPr>
              </a:br>
              <a:r>
                <a:rPr lang="ru-RU" sz="1600" dirty="0">
                  <a:latin typeface="+mj-lt"/>
                </a:rPr>
                <a:t>right</a:t>
              </a:r>
            </a:p>
          </p:txBody>
        </p:sp>
        <p:sp>
          <p:nvSpPr>
            <p:cNvPr id="75870" name="Line 99">
              <a:extLst>
                <a:ext uri="{FF2B5EF4-FFF2-40B4-BE49-F238E27FC236}">
                  <a16:creationId xmlns:a16="http://schemas.microsoft.com/office/drawing/2014/main" id="{3A0DA43B-577E-4B12-8AE7-F28774B441F0}"/>
                </a:ext>
              </a:extLst>
            </p:cNvPr>
            <p:cNvSpPr>
              <a:spLocks noChangeShapeType="1"/>
            </p:cNvSpPr>
            <p:nvPr/>
          </p:nvSpPr>
          <p:spPr bwMode="auto">
            <a:xfrm flipV="1">
              <a:off x="2417763" y="4995863"/>
              <a:ext cx="0" cy="157162"/>
            </a:xfrm>
            <a:prstGeom prst="line">
              <a:avLst/>
            </a:prstGeom>
            <a:noFill/>
            <a:ln w="22225">
              <a:solidFill>
                <a:srgbClr val="000000"/>
              </a:solidFill>
              <a:round/>
              <a:headEnd/>
              <a:tailEnd type="triangle" w="med" len="med"/>
            </a:ln>
          </p:spPr>
          <p:txBody>
            <a:bodyPr/>
            <a:lstStyle/>
            <a:p>
              <a:pPr eaLnBrk="1" hangingPunct="1">
                <a:defRPr/>
              </a:pPr>
              <a:endParaRPr lang="en-US">
                <a:latin typeface="+mj-lt"/>
                <a:cs typeface="Arial" charset="0"/>
              </a:endParaRPr>
            </a:p>
          </p:txBody>
        </p:sp>
        <p:sp>
          <p:nvSpPr>
            <p:cNvPr id="75871" name="Line 100">
              <a:extLst>
                <a:ext uri="{FF2B5EF4-FFF2-40B4-BE49-F238E27FC236}">
                  <a16:creationId xmlns:a16="http://schemas.microsoft.com/office/drawing/2014/main" id="{035F33A8-354E-4E55-A1D1-DF76540FC5CC}"/>
                </a:ext>
              </a:extLst>
            </p:cNvPr>
            <p:cNvSpPr>
              <a:spLocks noChangeShapeType="1"/>
            </p:cNvSpPr>
            <p:nvPr/>
          </p:nvSpPr>
          <p:spPr bwMode="auto">
            <a:xfrm>
              <a:off x="6961188" y="3402013"/>
              <a:ext cx="0" cy="1352550"/>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72" name="Line 101">
              <a:extLst>
                <a:ext uri="{FF2B5EF4-FFF2-40B4-BE49-F238E27FC236}">
                  <a16:creationId xmlns:a16="http://schemas.microsoft.com/office/drawing/2014/main" id="{0996285E-AFB1-4FD8-8F64-DA3C2CF2B932}"/>
                </a:ext>
              </a:extLst>
            </p:cNvPr>
            <p:cNvSpPr>
              <a:spLocks noChangeShapeType="1"/>
            </p:cNvSpPr>
            <p:nvPr/>
          </p:nvSpPr>
          <p:spPr bwMode="auto">
            <a:xfrm flipV="1">
              <a:off x="2862263" y="5043488"/>
              <a:ext cx="96837" cy="98425"/>
            </a:xfrm>
            <a:prstGeom prst="line">
              <a:avLst/>
            </a:prstGeom>
            <a:noFill/>
            <a:ln w="22225">
              <a:solidFill>
                <a:srgbClr val="000000"/>
              </a:solidFill>
              <a:round/>
              <a:headEnd/>
              <a:tailEnd/>
            </a:ln>
          </p:spPr>
          <p:txBody>
            <a:bodyPr/>
            <a:lstStyle/>
            <a:p>
              <a:pPr eaLnBrk="1" hangingPunct="1">
                <a:defRPr/>
              </a:pPr>
              <a:endParaRPr lang="en-US">
                <a:latin typeface="+mj-lt"/>
                <a:cs typeface="Arial" charset="0"/>
              </a:endParaRPr>
            </a:p>
          </p:txBody>
        </p:sp>
        <p:sp>
          <p:nvSpPr>
            <p:cNvPr id="75873" name="Text Box 102">
              <a:extLst>
                <a:ext uri="{FF2B5EF4-FFF2-40B4-BE49-F238E27FC236}">
                  <a16:creationId xmlns:a16="http://schemas.microsoft.com/office/drawing/2014/main" id="{E3B4915D-2387-4963-BA61-0D1810C9BD0C}"/>
                </a:ext>
              </a:extLst>
            </p:cNvPr>
            <p:cNvSpPr txBox="1">
              <a:spLocks noChangeArrowheads="1"/>
            </p:cNvSpPr>
            <p:nvPr/>
          </p:nvSpPr>
          <p:spPr bwMode="auto">
            <a:xfrm>
              <a:off x="6265863" y="4506913"/>
              <a:ext cx="685800" cy="342900"/>
            </a:xfrm>
            <a:prstGeom prst="rect">
              <a:avLst/>
            </a:prstGeom>
            <a:noFill/>
            <a:ln w="22225">
              <a:noFill/>
              <a:miter lim="800000"/>
              <a:headEnd/>
              <a:tailEnd/>
            </a:ln>
          </p:spPr>
          <p:txBody>
            <a:bodyPr/>
            <a:lstStyle/>
            <a:p>
              <a:pPr eaLnBrk="1" hangingPunct="1">
                <a:defRPr/>
              </a:pPr>
              <a:r>
                <a:rPr lang="ru-RU" sz="1600" dirty="0">
                  <a:latin typeface="+mj-lt"/>
                </a:rPr>
                <a:t>Done</a:t>
              </a:r>
            </a:p>
          </p:txBody>
        </p:sp>
        <p:sp>
          <p:nvSpPr>
            <p:cNvPr id="75874" name="Text Box 103">
              <a:extLst>
                <a:ext uri="{FF2B5EF4-FFF2-40B4-BE49-F238E27FC236}">
                  <a16:creationId xmlns:a16="http://schemas.microsoft.com/office/drawing/2014/main" id="{6E0216BA-2061-48AB-9795-1A61556F8830}"/>
                </a:ext>
              </a:extLst>
            </p:cNvPr>
            <p:cNvSpPr txBox="1">
              <a:spLocks noChangeArrowheads="1"/>
            </p:cNvSpPr>
            <p:nvPr/>
          </p:nvSpPr>
          <p:spPr bwMode="auto">
            <a:xfrm>
              <a:off x="4584700" y="5464175"/>
              <a:ext cx="811213" cy="342900"/>
            </a:xfrm>
            <a:prstGeom prst="rect">
              <a:avLst/>
            </a:prstGeom>
            <a:noFill/>
            <a:ln w="22225">
              <a:noFill/>
              <a:miter lim="800000"/>
              <a:headEnd/>
              <a:tailEnd/>
            </a:ln>
          </p:spPr>
          <p:txBody>
            <a:bodyPr/>
            <a:lstStyle/>
            <a:p>
              <a:pPr eaLnBrk="1" hangingPunct="1">
                <a:defRPr/>
              </a:pPr>
              <a:r>
                <a:rPr lang="ru-RU" sz="1600" dirty="0">
                  <a:latin typeface="+mj-lt"/>
                </a:rPr>
                <a:t>(Y4)</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4">
            <a:extLst>
              <a:ext uri="{FF2B5EF4-FFF2-40B4-BE49-F238E27FC236}">
                <a16:creationId xmlns:a16="http://schemas.microsoft.com/office/drawing/2014/main" id="{404CEE3A-D01E-B7DD-30DB-20026AEFE655}"/>
              </a:ext>
            </a:extLst>
          </p:cNvPr>
          <p:cNvSpPr>
            <a:spLocks noGrp="1" noChangeArrowheads="1"/>
          </p:cNvSpPr>
          <p:nvPr>
            <p:ph type="title"/>
          </p:nvPr>
        </p:nvSpPr>
        <p:spPr/>
        <p:txBody>
          <a:bodyPr/>
          <a:lstStyle/>
          <a:p>
            <a:r>
              <a:rPr lang="en-US" altLang="en-US"/>
              <a:t>RTL Verilog Description (Declarations)</a:t>
            </a:r>
            <a:endParaRPr lang="ru-RU" altLang="en-US"/>
          </a:p>
        </p:txBody>
      </p:sp>
      <p:sp>
        <p:nvSpPr>
          <p:cNvPr id="77827" name="Content Placeholder 3">
            <a:extLst>
              <a:ext uri="{FF2B5EF4-FFF2-40B4-BE49-F238E27FC236}">
                <a16:creationId xmlns:a16="http://schemas.microsoft.com/office/drawing/2014/main" id="{A5CB5B5F-F6A1-42D6-A347-29B8D81052C8}"/>
              </a:ext>
            </a:extLst>
          </p:cNvPr>
          <p:cNvSpPr>
            <a:spLocks noGrp="1"/>
          </p:cNvSpPr>
          <p:nvPr>
            <p:ph type="body" sz="quarter" idx="13"/>
          </p:nvPr>
        </p:nvSpPr>
        <p:spPr>
          <a:solidFill>
            <a:schemeClr val="accent1">
              <a:lumMod val="20000"/>
              <a:lumOff val="80000"/>
            </a:schemeClr>
          </a:solidFill>
        </p:spPr>
        <p:txBody>
          <a:bodyPr/>
          <a:lstStyle/>
          <a:p>
            <a:pPr marL="0" indent="0">
              <a:buNone/>
            </a:pPr>
            <a:r>
              <a:rPr lang="en-US" dirty="0"/>
              <a:t>module </a:t>
            </a:r>
            <a:r>
              <a:rPr lang="en-US" dirty="0" err="1"/>
              <a:t>shift_right_multiplier</a:t>
            </a:r>
            <a:r>
              <a:rPr lang="en-US" dirty="0"/>
              <a:t>(</a:t>
            </a:r>
            <a:r>
              <a:rPr lang="en-US" dirty="0" err="1"/>
              <a:t>clk,reset</a:t>
            </a:r>
            <a:r>
              <a:rPr lang="en-US" dirty="0"/>
              <a:t>, A, B, production, </a:t>
            </a:r>
            <a:r>
              <a:rPr lang="en-US" dirty="0" err="1"/>
              <a:t>multiply,ready</a:t>
            </a:r>
            <a:r>
              <a:rPr lang="en-US" dirty="0"/>
              <a:t>);</a:t>
            </a:r>
          </a:p>
          <a:p>
            <a:pPr marL="0" indent="0">
              <a:buNone/>
            </a:pPr>
            <a:r>
              <a:rPr lang="en-US" dirty="0"/>
              <a:t>parameter n=16, </a:t>
            </a:r>
            <a:r>
              <a:rPr lang="en-US" dirty="0" err="1"/>
              <a:t>logn</a:t>
            </a:r>
            <a:r>
              <a:rPr lang="en-US" dirty="0"/>
              <a:t>=4;</a:t>
            </a:r>
          </a:p>
          <a:p>
            <a:pPr marL="0" indent="0">
              <a:buNone/>
            </a:pPr>
            <a:r>
              <a:rPr lang="en-US" dirty="0"/>
              <a:t>input </a:t>
            </a:r>
            <a:r>
              <a:rPr lang="en-US" dirty="0" err="1"/>
              <a:t>clk,reset,multiply</a:t>
            </a:r>
            <a:r>
              <a:rPr lang="en-US" dirty="0"/>
              <a:t>;</a:t>
            </a:r>
          </a:p>
          <a:p>
            <a:pPr marL="0" indent="0">
              <a:buNone/>
            </a:pPr>
            <a:r>
              <a:rPr lang="en-US" dirty="0"/>
              <a:t>input [n-1:0] A,B;</a:t>
            </a:r>
          </a:p>
          <a:p>
            <a:pPr marL="0" indent="0">
              <a:buNone/>
            </a:pPr>
            <a:r>
              <a:rPr lang="en-US" dirty="0"/>
              <a:t>output [2*n-1:0] production;</a:t>
            </a:r>
          </a:p>
          <a:p>
            <a:pPr marL="0" indent="0">
              <a:buNone/>
            </a:pPr>
            <a:r>
              <a:rPr lang="en-US" dirty="0"/>
              <a:t>output   ready;</a:t>
            </a:r>
          </a:p>
          <a:p>
            <a:pPr marL="0" indent="0">
              <a:buNone/>
            </a:pPr>
            <a:r>
              <a:rPr lang="en-US" dirty="0" err="1"/>
              <a:t>reg</a:t>
            </a:r>
            <a:r>
              <a:rPr lang="en-US" dirty="0"/>
              <a:t> [n-1:0] </a:t>
            </a:r>
            <a:r>
              <a:rPr lang="en-US" dirty="0" err="1"/>
              <a:t>ra,rb,mux_out</a:t>
            </a:r>
            <a:r>
              <a:rPr lang="en-US" dirty="0"/>
              <a:t>;</a:t>
            </a:r>
            <a:endParaRPr lang="pt-BR" dirty="0"/>
          </a:p>
          <a:p>
            <a:pPr marL="0" indent="0">
              <a:buNone/>
            </a:pPr>
            <a:r>
              <a:rPr lang="pt-BR" dirty="0"/>
              <a:t>reg [n:0] acc;</a:t>
            </a:r>
            <a:endParaRPr lang="en-US" dirty="0"/>
          </a:p>
        </p:txBody>
      </p:sp>
      <p:sp>
        <p:nvSpPr>
          <p:cNvPr id="4" name="TextBox 3">
            <a:extLst>
              <a:ext uri="{FF2B5EF4-FFF2-40B4-BE49-F238E27FC236}">
                <a16:creationId xmlns:a16="http://schemas.microsoft.com/office/drawing/2014/main" id="{37B23C99-B749-4ED2-A969-27FCEF1D5A65}"/>
              </a:ext>
            </a:extLst>
          </p:cNvPr>
          <p:cNvSpPr txBox="1"/>
          <p:nvPr/>
        </p:nvSpPr>
        <p:spPr>
          <a:xfrm>
            <a:off x="6626225" y="2365376"/>
            <a:ext cx="3733800" cy="2892425"/>
          </a:xfrm>
          <a:prstGeom prst="rect">
            <a:avLst/>
          </a:prstGeom>
          <a:solidFill>
            <a:schemeClr val="accent1">
              <a:lumMod val="20000"/>
              <a:lumOff val="80000"/>
            </a:schemeClr>
          </a:solidFill>
        </p:spPr>
        <p:txBody>
          <a:bodyPr>
            <a:spAutoFit/>
          </a:bodyPr>
          <a:lstStyle/>
          <a:p>
            <a:pPr>
              <a:spcBef>
                <a:spcPts val="400"/>
              </a:spcBef>
              <a:defRPr/>
            </a:pPr>
            <a:r>
              <a:rPr lang="pt-BR" dirty="0">
                <a:solidFill>
                  <a:srgbClr val="0000FF"/>
                </a:solidFill>
                <a:latin typeface="Arial" charset="0"/>
                <a:cs typeface="Arial" charset="0"/>
              </a:rPr>
              <a:t>wire</a:t>
            </a:r>
            <a:r>
              <a:rPr lang="pt-BR" dirty="0">
                <a:latin typeface="Arial" charset="0"/>
                <a:cs typeface="Arial" charset="0"/>
              </a:rPr>
              <a:t> [n-1:0] sum;</a:t>
            </a:r>
            <a:endParaRPr lang="en-US" dirty="0">
              <a:latin typeface="Arial" charset="0"/>
              <a:cs typeface="Arial" charset="0"/>
            </a:endParaRPr>
          </a:p>
          <a:p>
            <a:pPr>
              <a:spcBef>
                <a:spcPts val="400"/>
              </a:spcBef>
              <a:defRPr/>
            </a:pPr>
            <a:r>
              <a:rPr lang="en-US" dirty="0">
                <a:solidFill>
                  <a:srgbClr val="0000FF"/>
                </a:solidFill>
                <a:latin typeface="Arial" charset="0"/>
                <a:cs typeface="Arial" charset="0"/>
              </a:rPr>
              <a:t>wire</a:t>
            </a:r>
            <a:r>
              <a:rPr lang="en-US" dirty="0">
                <a:latin typeface="Arial" charset="0"/>
                <a:cs typeface="Arial" charset="0"/>
              </a:rPr>
              <a:t> </a:t>
            </a:r>
            <a:r>
              <a:rPr lang="en-US" dirty="0" err="1">
                <a:latin typeface="Arial" charset="0"/>
                <a:cs typeface="Arial" charset="0"/>
              </a:rPr>
              <a:t>cout</a:t>
            </a:r>
            <a:r>
              <a:rPr lang="en-US" dirty="0">
                <a:latin typeface="Arial" charset="0"/>
                <a:cs typeface="Arial" charset="0"/>
              </a:rPr>
              <a:t>;</a:t>
            </a:r>
          </a:p>
          <a:p>
            <a:pPr>
              <a:spcBef>
                <a:spcPts val="400"/>
              </a:spcBef>
              <a:defRPr/>
            </a:pPr>
            <a:r>
              <a:rPr lang="en-US" dirty="0" err="1">
                <a:solidFill>
                  <a:srgbClr val="0000FF"/>
                </a:solidFill>
                <a:latin typeface="Arial" charset="0"/>
                <a:cs typeface="Arial" charset="0"/>
              </a:rPr>
              <a:t>reg</a:t>
            </a:r>
            <a:r>
              <a:rPr lang="en-US" dirty="0">
                <a:latin typeface="Arial" charset="0"/>
                <a:cs typeface="Arial" charset="0"/>
              </a:rPr>
              <a:t> [logn:0] counter;</a:t>
            </a:r>
            <a:endParaRPr lang="es-ES_tradnl" dirty="0">
              <a:latin typeface="Arial" charset="0"/>
              <a:cs typeface="Arial" charset="0"/>
            </a:endParaRPr>
          </a:p>
          <a:p>
            <a:pPr>
              <a:spcBef>
                <a:spcPts val="400"/>
              </a:spcBef>
              <a:defRPr/>
            </a:pPr>
            <a:r>
              <a:rPr lang="es-ES_tradnl" dirty="0" err="1">
                <a:solidFill>
                  <a:srgbClr val="0000FF"/>
                </a:solidFill>
                <a:latin typeface="Arial" charset="0"/>
                <a:cs typeface="Arial" charset="0"/>
              </a:rPr>
              <a:t>wire</a:t>
            </a:r>
            <a:r>
              <a:rPr lang="es-ES_tradnl" dirty="0">
                <a:latin typeface="Arial" charset="0"/>
                <a:cs typeface="Arial" charset="0"/>
              </a:rPr>
              <a:t> y1,y2,y3,done;</a:t>
            </a:r>
            <a:endParaRPr lang="en-US" dirty="0">
              <a:latin typeface="Arial" charset="0"/>
              <a:cs typeface="Arial" charset="0"/>
            </a:endParaRPr>
          </a:p>
          <a:p>
            <a:pPr>
              <a:spcBef>
                <a:spcPts val="400"/>
              </a:spcBef>
              <a:defRPr/>
            </a:pPr>
            <a:r>
              <a:rPr lang="en-US" dirty="0">
                <a:solidFill>
                  <a:srgbClr val="0000FF"/>
                </a:solidFill>
                <a:latin typeface="Arial" charset="0"/>
                <a:cs typeface="Arial" charset="0"/>
              </a:rPr>
              <a:t>parameter</a:t>
            </a:r>
            <a:r>
              <a:rPr lang="en-US" dirty="0">
                <a:latin typeface="Arial" charset="0"/>
                <a:cs typeface="Arial" charset="0"/>
              </a:rPr>
              <a:t> S0=3'b000, S1=3'b001, S2=3'b010, S3=3'b011, S4=3'b100;</a:t>
            </a:r>
          </a:p>
          <a:p>
            <a:pPr>
              <a:spcBef>
                <a:spcPts val="400"/>
              </a:spcBef>
              <a:defRPr/>
            </a:pPr>
            <a:r>
              <a:rPr lang="en-US" dirty="0" err="1">
                <a:solidFill>
                  <a:srgbClr val="0000FF"/>
                </a:solidFill>
                <a:latin typeface="Arial" charset="0"/>
                <a:cs typeface="Arial" charset="0"/>
              </a:rPr>
              <a:t>reg</a:t>
            </a:r>
            <a:r>
              <a:rPr lang="en-US" dirty="0">
                <a:latin typeface="Arial" charset="0"/>
                <a:cs typeface="Arial" charset="0"/>
              </a:rPr>
              <a:t> [2:0] state, </a:t>
            </a:r>
            <a:r>
              <a:rPr lang="en-US" dirty="0" err="1">
                <a:latin typeface="Arial" charset="0"/>
                <a:cs typeface="Arial" charset="0"/>
              </a:rPr>
              <a:t>next_state</a:t>
            </a:r>
            <a:r>
              <a:rPr lang="en-US" dirty="0">
                <a:latin typeface="Arial" charset="0"/>
                <a:cs typeface="Arial" charset="0"/>
              </a:rPr>
              <a:t>;</a:t>
            </a:r>
            <a:endParaRPr lang="ru-RU" dirty="0">
              <a:latin typeface="Arial" charset="0"/>
              <a:cs typeface="Arial" charset="0"/>
            </a:endParaRPr>
          </a:p>
          <a:p>
            <a:pPr>
              <a:spcBef>
                <a:spcPts val="400"/>
              </a:spcBef>
              <a:defRPr/>
            </a:pPr>
            <a:endParaRPr lang="en-GB" dirty="0">
              <a:latin typeface="Arial" charset="0"/>
              <a:cs typeface="Arial" charset="0"/>
            </a:endParaRPr>
          </a:p>
        </p:txBody>
      </p:sp>
      <p:sp>
        <p:nvSpPr>
          <p:cNvPr id="76805" name="Right Arrow 4">
            <a:extLst>
              <a:ext uri="{FF2B5EF4-FFF2-40B4-BE49-F238E27FC236}">
                <a16:creationId xmlns:a16="http://schemas.microsoft.com/office/drawing/2014/main" id="{87B94F23-F0C9-7635-25A4-57660AD8CF58}"/>
              </a:ext>
            </a:extLst>
          </p:cNvPr>
          <p:cNvSpPr>
            <a:spLocks noChangeArrowheads="1"/>
          </p:cNvSpPr>
          <p:nvPr/>
        </p:nvSpPr>
        <p:spPr bwMode="auto">
          <a:xfrm>
            <a:off x="6016625" y="3505201"/>
            <a:ext cx="533400" cy="365125"/>
          </a:xfrm>
          <a:prstGeom prst="rightArrow">
            <a:avLst>
              <a:gd name="adj1" fmla="val 50000"/>
              <a:gd name="adj2" fmla="val 50089"/>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4">
            <a:extLst>
              <a:ext uri="{FF2B5EF4-FFF2-40B4-BE49-F238E27FC236}">
                <a16:creationId xmlns:a16="http://schemas.microsoft.com/office/drawing/2014/main" id="{53EB1360-ABFD-0D18-62B5-AF89FB30455E}"/>
              </a:ext>
            </a:extLst>
          </p:cNvPr>
          <p:cNvSpPr>
            <a:spLocks noGrp="1" noChangeArrowheads="1"/>
          </p:cNvSpPr>
          <p:nvPr>
            <p:ph type="title"/>
          </p:nvPr>
        </p:nvSpPr>
        <p:spPr/>
        <p:txBody>
          <a:bodyPr/>
          <a:lstStyle/>
          <a:p>
            <a:r>
              <a:rPr lang="en-US" altLang="en-US"/>
              <a:t>Moore FSM Description</a:t>
            </a:r>
            <a:endParaRPr lang="ru-RU" altLang="en-US"/>
          </a:p>
        </p:txBody>
      </p:sp>
      <p:sp>
        <p:nvSpPr>
          <p:cNvPr id="78851" name="Content Placeholder 3">
            <a:extLst>
              <a:ext uri="{FF2B5EF4-FFF2-40B4-BE49-F238E27FC236}">
                <a16:creationId xmlns:a16="http://schemas.microsoft.com/office/drawing/2014/main" id="{DC254772-1CA3-4000-A5DF-C5B8368FE847}"/>
              </a:ext>
            </a:extLst>
          </p:cNvPr>
          <p:cNvSpPr>
            <a:spLocks noGrp="1"/>
          </p:cNvSpPr>
          <p:nvPr>
            <p:ph type="body" sz="quarter" idx="13"/>
          </p:nvPr>
        </p:nvSpPr>
        <p:spPr>
          <a:solidFill>
            <a:schemeClr val="accent1">
              <a:lumMod val="20000"/>
              <a:lumOff val="80000"/>
            </a:schemeClr>
          </a:solidFill>
        </p:spPr>
        <p:txBody>
          <a:bodyPr/>
          <a:lstStyle/>
          <a:p>
            <a:pPr marL="0" indent="0">
              <a:buNone/>
            </a:pPr>
            <a:r>
              <a:rPr lang="en-US" sz="1800" dirty="0"/>
              <a:t>//</a:t>
            </a:r>
            <a:r>
              <a:rPr lang="en-US" sz="1800" dirty="0" err="1"/>
              <a:t>fsm_register</a:t>
            </a:r>
            <a:endParaRPr lang="en-US" sz="1800" dirty="0"/>
          </a:p>
          <a:p>
            <a:pPr marL="0" indent="0">
              <a:buNone/>
            </a:pPr>
            <a:r>
              <a:rPr lang="en-US" sz="1800" dirty="0"/>
              <a:t>always@(</a:t>
            </a:r>
            <a:r>
              <a:rPr lang="en-US" sz="1800" dirty="0" err="1"/>
              <a:t>posedge</a:t>
            </a:r>
            <a:r>
              <a:rPr lang="en-US" sz="1800" dirty="0"/>
              <a:t> </a:t>
            </a:r>
            <a:r>
              <a:rPr lang="en-US" sz="1800" dirty="0" err="1"/>
              <a:t>clk</a:t>
            </a:r>
            <a:r>
              <a:rPr lang="en-US" sz="1800" dirty="0"/>
              <a:t> or </a:t>
            </a:r>
            <a:r>
              <a:rPr lang="en-US" sz="1800" dirty="0" err="1"/>
              <a:t>negedge</a:t>
            </a:r>
            <a:r>
              <a:rPr lang="en-US" sz="1800" dirty="0"/>
              <a:t> reset)</a:t>
            </a:r>
          </a:p>
          <a:p>
            <a:pPr marL="0" indent="0">
              <a:buNone/>
            </a:pPr>
            <a:r>
              <a:rPr lang="en-US" sz="1800" dirty="0"/>
              <a:t>	if(!reset) state&lt;=S0;</a:t>
            </a:r>
          </a:p>
          <a:p>
            <a:pPr marL="0" indent="0">
              <a:buNone/>
            </a:pPr>
            <a:r>
              <a:rPr lang="en-US" sz="1800" dirty="0"/>
              <a:t>	else state&lt;=</a:t>
            </a:r>
            <a:r>
              <a:rPr lang="en-US" sz="1800" dirty="0" err="1"/>
              <a:t>next_state</a:t>
            </a:r>
            <a:r>
              <a:rPr lang="en-US" sz="1800" dirty="0"/>
              <a:t>;</a:t>
            </a:r>
          </a:p>
          <a:p>
            <a:pPr marL="0" indent="0">
              <a:buNone/>
            </a:pPr>
            <a:r>
              <a:rPr lang="en-US" sz="1800" dirty="0"/>
              <a:t>	//</a:t>
            </a:r>
            <a:r>
              <a:rPr lang="en-US" sz="1800" dirty="0" err="1"/>
              <a:t>fsm_next_state</a:t>
            </a:r>
            <a:r>
              <a:rPr lang="en-US" sz="1800" dirty="0"/>
              <a:t> logic</a:t>
            </a:r>
          </a:p>
          <a:p>
            <a:pPr marL="0" indent="0">
              <a:buNone/>
            </a:pPr>
            <a:r>
              <a:rPr lang="en-US" sz="1800" dirty="0"/>
              <a:t>always @(*)</a:t>
            </a:r>
          </a:p>
          <a:p>
            <a:pPr marL="0" indent="0">
              <a:buNone/>
            </a:pPr>
            <a:r>
              <a:rPr lang="en-US" sz="1800" dirty="0"/>
              <a:t>	case(state)</a:t>
            </a:r>
          </a:p>
          <a:p>
            <a:pPr marL="0" indent="0">
              <a:buNone/>
            </a:pPr>
            <a:r>
              <a:rPr lang="en-US" sz="1800" dirty="0"/>
              <a:t>	S0: if (multiply) </a:t>
            </a:r>
            <a:r>
              <a:rPr lang="en-US" sz="1800" dirty="0" err="1"/>
              <a:t>next_state</a:t>
            </a:r>
            <a:r>
              <a:rPr lang="en-US" sz="1800" dirty="0"/>
              <a:t>=S1; </a:t>
            </a:r>
          </a:p>
          <a:p>
            <a:pPr marL="0" indent="0">
              <a:buNone/>
            </a:pPr>
            <a:r>
              <a:rPr lang="en-US" sz="1800" dirty="0"/>
              <a:t>        else </a:t>
            </a:r>
            <a:r>
              <a:rPr lang="en-US" sz="1800" dirty="0" err="1"/>
              <a:t>next_state</a:t>
            </a:r>
            <a:r>
              <a:rPr lang="en-US" sz="1800" dirty="0"/>
              <a:t>=S0;</a:t>
            </a:r>
          </a:p>
          <a:p>
            <a:pPr marL="0" indent="0">
              <a:buNone/>
            </a:pPr>
            <a:r>
              <a:rPr lang="en-US" sz="1800" dirty="0"/>
              <a:t>	S1: </a:t>
            </a:r>
            <a:r>
              <a:rPr lang="en-US" sz="1800" dirty="0" err="1"/>
              <a:t>next_state</a:t>
            </a:r>
            <a:r>
              <a:rPr lang="en-US" sz="1800" dirty="0"/>
              <a:t>=S2;</a:t>
            </a:r>
          </a:p>
          <a:p>
            <a:pPr marL="0" indent="0">
              <a:buNone/>
            </a:pPr>
            <a:r>
              <a:rPr lang="en-US" sz="1800" dirty="0"/>
              <a:t>	S2: </a:t>
            </a:r>
            <a:r>
              <a:rPr lang="en-US" sz="1800" dirty="0" err="1"/>
              <a:t>next_state</a:t>
            </a:r>
            <a:r>
              <a:rPr lang="en-US" sz="1800" dirty="0"/>
              <a:t>=S3;</a:t>
            </a:r>
          </a:p>
          <a:p>
            <a:pPr marL="0" indent="0">
              <a:buNone/>
            </a:pPr>
            <a:endParaRPr lang="en-US" sz="1800" dirty="0"/>
          </a:p>
        </p:txBody>
      </p:sp>
      <p:sp>
        <p:nvSpPr>
          <p:cNvPr id="6" name="TextBox 5">
            <a:extLst>
              <a:ext uri="{FF2B5EF4-FFF2-40B4-BE49-F238E27FC236}">
                <a16:creationId xmlns:a16="http://schemas.microsoft.com/office/drawing/2014/main" id="{FB928F51-D0A1-48C0-808B-037FEDA249D4}"/>
              </a:ext>
            </a:extLst>
          </p:cNvPr>
          <p:cNvSpPr txBox="1"/>
          <p:nvPr/>
        </p:nvSpPr>
        <p:spPr>
          <a:xfrm>
            <a:off x="6992938" y="1843089"/>
            <a:ext cx="3352800" cy="3652837"/>
          </a:xfrm>
          <a:prstGeom prst="rect">
            <a:avLst/>
          </a:prstGeom>
          <a:solidFill>
            <a:schemeClr val="accent1">
              <a:lumMod val="20000"/>
              <a:lumOff val="80000"/>
            </a:schemeClr>
          </a:solidFill>
        </p:spPr>
        <p:txBody>
          <a:bodyPr>
            <a:spAutoFit/>
          </a:bodyPr>
          <a:lstStyle/>
          <a:p>
            <a:pPr>
              <a:spcBef>
                <a:spcPts val="400"/>
              </a:spcBef>
              <a:defRPr/>
            </a:pPr>
            <a:r>
              <a:rPr lang="en-US" dirty="0">
                <a:latin typeface="Arial" charset="0"/>
                <a:cs typeface="Arial" charset="0"/>
              </a:rPr>
              <a:t>S3: </a:t>
            </a:r>
            <a:r>
              <a:rPr lang="en-US" dirty="0" err="1">
                <a:latin typeface="Arial" charset="0"/>
                <a:cs typeface="Arial" charset="0"/>
              </a:rPr>
              <a:t>next_state</a:t>
            </a:r>
            <a:r>
              <a:rPr lang="en-US" dirty="0">
                <a:latin typeface="Arial" charset="0"/>
                <a:cs typeface="Arial" charset="0"/>
              </a:rPr>
              <a:t>=done?S4:S2;</a:t>
            </a:r>
          </a:p>
          <a:p>
            <a:pPr>
              <a:spcBef>
                <a:spcPts val="400"/>
              </a:spcBef>
              <a:defRPr/>
            </a:pPr>
            <a:r>
              <a:rPr lang="en-US" dirty="0">
                <a:latin typeface="Arial" charset="0"/>
                <a:cs typeface="Arial" charset="0"/>
              </a:rPr>
              <a:t>S4: </a:t>
            </a:r>
            <a:r>
              <a:rPr lang="en-US" dirty="0">
                <a:solidFill>
                  <a:srgbClr val="0000FF"/>
                </a:solidFill>
                <a:latin typeface="Arial" charset="0"/>
                <a:cs typeface="Arial" charset="0"/>
              </a:rPr>
              <a:t>if</a:t>
            </a:r>
            <a:r>
              <a:rPr lang="en-US" dirty="0">
                <a:latin typeface="Arial" charset="0"/>
                <a:cs typeface="Arial" charset="0"/>
              </a:rPr>
              <a:t> (multiply) </a:t>
            </a:r>
            <a:r>
              <a:rPr lang="en-US" dirty="0" err="1">
                <a:latin typeface="Arial" charset="0"/>
                <a:cs typeface="Arial" charset="0"/>
              </a:rPr>
              <a:t>next_state</a:t>
            </a:r>
            <a:r>
              <a:rPr lang="en-US" dirty="0">
                <a:latin typeface="Arial" charset="0"/>
                <a:cs typeface="Arial" charset="0"/>
              </a:rPr>
              <a:t>=S4;</a:t>
            </a:r>
          </a:p>
          <a:p>
            <a:pPr>
              <a:spcBef>
                <a:spcPts val="400"/>
              </a:spcBef>
              <a:defRPr/>
            </a:pPr>
            <a:r>
              <a:rPr lang="en-US" dirty="0">
                <a:latin typeface="Arial" charset="0"/>
                <a:cs typeface="Arial" charset="0"/>
              </a:rPr>
              <a:t> </a:t>
            </a:r>
            <a:r>
              <a:rPr lang="en-US" dirty="0">
                <a:solidFill>
                  <a:srgbClr val="0000FF"/>
                </a:solidFill>
                <a:latin typeface="Arial" charset="0"/>
                <a:cs typeface="Arial" charset="0"/>
              </a:rPr>
              <a:t>else </a:t>
            </a:r>
            <a:r>
              <a:rPr lang="en-US" dirty="0" err="1">
                <a:latin typeface="Arial" charset="0"/>
                <a:cs typeface="Arial" charset="0"/>
              </a:rPr>
              <a:t>next_state</a:t>
            </a:r>
            <a:r>
              <a:rPr lang="en-US" dirty="0">
                <a:latin typeface="Arial" charset="0"/>
                <a:cs typeface="Arial" charset="0"/>
              </a:rPr>
              <a:t>=S0;</a:t>
            </a:r>
          </a:p>
          <a:p>
            <a:pPr>
              <a:spcBef>
                <a:spcPts val="400"/>
              </a:spcBef>
              <a:defRPr/>
            </a:pPr>
            <a:r>
              <a:rPr lang="en-US" dirty="0" err="1">
                <a:solidFill>
                  <a:srgbClr val="0000FF"/>
                </a:solidFill>
                <a:latin typeface="Arial" charset="0"/>
                <a:cs typeface="Arial" charset="0"/>
              </a:rPr>
              <a:t>default:</a:t>
            </a:r>
            <a:r>
              <a:rPr lang="en-US" dirty="0" err="1">
                <a:latin typeface="Arial" charset="0"/>
                <a:cs typeface="Arial" charset="0"/>
              </a:rPr>
              <a:t>next_state</a:t>
            </a:r>
            <a:r>
              <a:rPr lang="en-US" dirty="0">
                <a:latin typeface="Arial" charset="0"/>
                <a:cs typeface="Arial" charset="0"/>
              </a:rPr>
              <a:t>=S0;</a:t>
            </a:r>
          </a:p>
          <a:p>
            <a:pPr>
              <a:spcBef>
                <a:spcPts val="400"/>
              </a:spcBef>
              <a:defRPr/>
            </a:pPr>
            <a:r>
              <a:rPr lang="en-US" dirty="0" err="1">
                <a:solidFill>
                  <a:srgbClr val="0000FF"/>
                </a:solidFill>
                <a:latin typeface="Arial" charset="0"/>
                <a:cs typeface="Arial" charset="0"/>
              </a:rPr>
              <a:t>endcase</a:t>
            </a:r>
            <a:endParaRPr lang="ru-RU" dirty="0">
              <a:solidFill>
                <a:srgbClr val="0000FF"/>
              </a:solidFill>
              <a:latin typeface="Arial" charset="0"/>
              <a:cs typeface="Arial" charset="0"/>
            </a:endParaRPr>
          </a:p>
          <a:p>
            <a:pPr>
              <a:spcBef>
                <a:spcPts val="400"/>
              </a:spcBef>
              <a:defRPr/>
            </a:pPr>
            <a:r>
              <a:rPr lang="en-US" dirty="0">
                <a:latin typeface="Arial" charset="0"/>
                <a:cs typeface="Arial" charset="0"/>
              </a:rPr>
              <a:t>//</a:t>
            </a:r>
            <a:r>
              <a:rPr lang="en-US" dirty="0" err="1">
                <a:latin typeface="Arial" charset="0"/>
                <a:cs typeface="Arial" charset="0"/>
              </a:rPr>
              <a:t>output_logic</a:t>
            </a:r>
            <a:r>
              <a:rPr lang="en-US" dirty="0">
                <a:latin typeface="Arial" charset="0"/>
                <a:cs typeface="Arial" charset="0"/>
              </a:rPr>
              <a:t>;</a:t>
            </a:r>
          </a:p>
          <a:p>
            <a:pPr>
              <a:spcBef>
                <a:spcPts val="400"/>
              </a:spcBef>
              <a:defRPr/>
            </a:pPr>
            <a:r>
              <a:rPr lang="en-US" dirty="0">
                <a:solidFill>
                  <a:srgbClr val="0000FF"/>
                </a:solidFill>
                <a:latin typeface="Arial" charset="0"/>
                <a:cs typeface="Arial" charset="0"/>
              </a:rPr>
              <a:t>assign</a:t>
            </a:r>
            <a:r>
              <a:rPr lang="en-US" dirty="0">
                <a:latin typeface="Arial" charset="0"/>
                <a:cs typeface="Arial" charset="0"/>
              </a:rPr>
              <a:t>  y1=(state==S1);</a:t>
            </a:r>
          </a:p>
          <a:p>
            <a:pPr>
              <a:spcBef>
                <a:spcPts val="400"/>
              </a:spcBef>
              <a:defRPr/>
            </a:pPr>
            <a:r>
              <a:rPr lang="en-US" dirty="0">
                <a:solidFill>
                  <a:srgbClr val="0000FF"/>
                </a:solidFill>
                <a:latin typeface="Arial" charset="0"/>
                <a:cs typeface="Arial" charset="0"/>
              </a:rPr>
              <a:t>assign  </a:t>
            </a:r>
            <a:r>
              <a:rPr lang="en-US" dirty="0">
                <a:latin typeface="Arial" charset="0"/>
                <a:cs typeface="Arial" charset="0"/>
              </a:rPr>
              <a:t>y2=(state==S2);</a:t>
            </a:r>
          </a:p>
          <a:p>
            <a:pPr>
              <a:spcBef>
                <a:spcPts val="400"/>
              </a:spcBef>
              <a:defRPr/>
            </a:pPr>
            <a:r>
              <a:rPr lang="en-US" dirty="0">
                <a:solidFill>
                  <a:srgbClr val="0000FF"/>
                </a:solidFill>
                <a:latin typeface="Arial" charset="0"/>
                <a:cs typeface="Arial" charset="0"/>
              </a:rPr>
              <a:t>assign</a:t>
            </a:r>
            <a:r>
              <a:rPr lang="en-US" dirty="0">
                <a:latin typeface="Arial" charset="0"/>
                <a:cs typeface="Arial" charset="0"/>
              </a:rPr>
              <a:t>  y3=(state==S3);</a:t>
            </a:r>
          </a:p>
          <a:p>
            <a:pPr>
              <a:spcBef>
                <a:spcPts val="400"/>
              </a:spcBef>
              <a:defRPr/>
            </a:pPr>
            <a:r>
              <a:rPr lang="en-US" dirty="0">
                <a:solidFill>
                  <a:srgbClr val="0000FF"/>
                </a:solidFill>
                <a:latin typeface="Arial" charset="0"/>
                <a:cs typeface="Arial" charset="0"/>
              </a:rPr>
              <a:t>assign</a:t>
            </a:r>
            <a:r>
              <a:rPr lang="en-US" dirty="0">
                <a:latin typeface="Arial" charset="0"/>
                <a:cs typeface="Arial" charset="0"/>
              </a:rPr>
              <a:t> done=(state==S4);</a:t>
            </a:r>
          </a:p>
          <a:p>
            <a:pPr>
              <a:spcBef>
                <a:spcPts val="400"/>
              </a:spcBef>
              <a:defRPr/>
            </a:pPr>
            <a:endParaRPr lang="en-GB" dirty="0">
              <a:latin typeface="Arial" charset="0"/>
              <a:cs typeface="Arial" charset="0"/>
            </a:endParaRPr>
          </a:p>
        </p:txBody>
      </p:sp>
      <p:sp>
        <p:nvSpPr>
          <p:cNvPr id="77829" name="Right Arrow 6">
            <a:extLst>
              <a:ext uri="{FF2B5EF4-FFF2-40B4-BE49-F238E27FC236}">
                <a16:creationId xmlns:a16="http://schemas.microsoft.com/office/drawing/2014/main" id="{B5DAD32C-9FF4-8FD1-B949-D985CAD9D63D}"/>
              </a:ext>
            </a:extLst>
          </p:cNvPr>
          <p:cNvSpPr>
            <a:spLocks noChangeArrowheads="1"/>
          </p:cNvSpPr>
          <p:nvPr/>
        </p:nvSpPr>
        <p:spPr bwMode="auto">
          <a:xfrm>
            <a:off x="6367463" y="3743326"/>
            <a:ext cx="533400" cy="365125"/>
          </a:xfrm>
          <a:prstGeom prst="rightArrow">
            <a:avLst>
              <a:gd name="adj1" fmla="val 50000"/>
              <a:gd name="adj2" fmla="val 50089"/>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4">
            <a:extLst>
              <a:ext uri="{FF2B5EF4-FFF2-40B4-BE49-F238E27FC236}">
                <a16:creationId xmlns:a16="http://schemas.microsoft.com/office/drawing/2014/main" id="{EE440639-C485-EE3F-3278-71D12D4B83B9}"/>
              </a:ext>
            </a:extLst>
          </p:cNvPr>
          <p:cNvSpPr>
            <a:spLocks noGrp="1" noChangeArrowheads="1"/>
          </p:cNvSpPr>
          <p:nvPr>
            <p:ph type="title"/>
          </p:nvPr>
        </p:nvSpPr>
        <p:spPr/>
        <p:txBody>
          <a:bodyPr/>
          <a:lstStyle/>
          <a:p>
            <a:r>
              <a:rPr lang="en-US" altLang="en-US"/>
              <a:t>RA, RB, acc, Multiplexer</a:t>
            </a:r>
            <a:endParaRPr lang="ru-RU" altLang="en-US"/>
          </a:p>
        </p:txBody>
      </p:sp>
      <p:sp>
        <p:nvSpPr>
          <p:cNvPr id="80899" name="Content Placeholder 3">
            <a:extLst>
              <a:ext uri="{FF2B5EF4-FFF2-40B4-BE49-F238E27FC236}">
                <a16:creationId xmlns:a16="http://schemas.microsoft.com/office/drawing/2014/main" id="{61DAD38D-8767-4F4F-AC6E-6A382F995AB0}"/>
              </a:ext>
            </a:extLst>
          </p:cNvPr>
          <p:cNvSpPr>
            <a:spLocks noGrp="1"/>
          </p:cNvSpPr>
          <p:nvPr>
            <p:ph type="body" sz="quarter" idx="13"/>
          </p:nvPr>
        </p:nvSpPr>
        <p:spPr>
          <a:solidFill>
            <a:schemeClr val="accent1">
              <a:lumMod val="20000"/>
              <a:lumOff val="80000"/>
            </a:schemeClr>
          </a:solidFill>
        </p:spPr>
        <p:txBody>
          <a:bodyPr/>
          <a:lstStyle/>
          <a:p>
            <a:pPr marL="0" indent="0">
              <a:buNone/>
            </a:pPr>
            <a:r>
              <a:rPr lang="en-US" sz="1800" dirty="0"/>
              <a:t>//</a:t>
            </a:r>
            <a:r>
              <a:rPr lang="en-US" sz="1800" dirty="0" err="1"/>
              <a:t>Register_A</a:t>
            </a:r>
            <a:endParaRPr lang="en-US" sz="1800" dirty="0"/>
          </a:p>
          <a:p>
            <a:pPr marL="0" indent="0">
              <a:buNone/>
            </a:pPr>
            <a:r>
              <a:rPr lang="en-US" sz="1800" dirty="0"/>
              <a:t>always @(</a:t>
            </a:r>
            <a:r>
              <a:rPr lang="en-US" sz="1800" dirty="0" err="1"/>
              <a:t>posedge</a:t>
            </a:r>
            <a:r>
              <a:rPr lang="en-US" sz="1800" dirty="0"/>
              <a:t> </a:t>
            </a:r>
            <a:r>
              <a:rPr lang="en-US" sz="1800" dirty="0" err="1"/>
              <a:t>clk</a:t>
            </a:r>
            <a:r>
              <a:rPr lang="en-US" sz="1800" dirty="0"/>
              <a:t>)</a:t>
            </a:r>
          </a:p>
          <a:p>
            <a:pPr marL="0" indent="0">
              <a:buNone/>
            </a:pPr>
            <a:r>
              <a:rPr lang="en-US" sz="1800" dirty="0"/>
              <a:t>	if(y1) </a:t>
            </a:r>
            <a:r>
              <a:rPr lang="en-US" sz="1800" dirty="0" err="1"/>
              <a:t>ra</a:t>
            </a:r>
            <a:r>
              <a:rPr lang="en-US" sz="1800" dirty="0"/>
              <a:t>&lt;=A;</a:t>
            </a:r>
          </a:p>
          <a:p>
            <a:pPr marL="0" indent="0">
              <a:buNone/>
            </a:pPr>
            <a:r>
              <a:rPr lang="en-US" sz="1800" dirty="0"/>
              <a:t>	else </a:t>
            </a:r>
            <a:r>
              <a:rPr lang="en-US" sz="1800" dirty="0" err="1"/>
              <a:t>ra</a:t>
            </a:r>
            <a:r>
              <a:rPr lang="en-US" sz="1800" dirty="0"/>
              <a:t>&lt;=</a:t>
            </a:r>
            <a:r>
              <a:rPr lang="en-US" sz="1800" dirty="0" err="1"/>
              <a:t>ra</a:t>
            </a:r>
            <a:r>
              <a:rPr lang="en-US" sz="1800" dirty="0"/>
              <a:t>;</a:t>
            </a:r>
          </a:p>
          <a:p>
            <a:pPr marL="0" indent="0">
              <a:buNone/>
            </a:pPr>
            <a:r>
              <a:rPr lang="en-US" sz="1800" dirty="0"/>
              <a:t>		//</a:t>
            </a:r>
            <a:r>
              <a:rPr lang="en-US" sz="1800" dirty="0" err="1"/>
              <a:t>Register_B</a:t>
            </a:r>
            <a:endParaRPr lang="en-US" sz="1800" dirty="0"/>
          </a:p>
          <a:p>
            <a:pPr marL="0" indent="0">
              <a:buNone/>
            </a:pPr>
            <a:r>
              <a:rPr lang="en-US" sz="1800" dirty="0"/>
              <a:t>always@(</a:t>
            </a:r>
            <a:r>
              <a:rPr lang="en-US" sz="1800" dirty="0" err="1"/>
              <a:t>posedge</a:t>
            </a:r>
            <a:r>
              <a:rPr lang="en-US" sz="1800" dirty="0"/>
              <a:t> </a:t>
            </a:r>
            <a:r>
              <a:rPr lang="en-US" sz="1800" dirty="0" err="1"/>
              <a:t>clk</a:t>
            </a:r>
            <a:r>
              <a:rPr lang="en-US" sz="1800" dirty="0"/>
              <a:t>)</a:t>
            </a:r>
          </a:p>
          <a:p>
            <a:pPr marL="0" indent="0">
              <a:buNone/>
            </a:pPr>
            <a:r>
              <a:rPr lang="en-US" sz="1800" dirty="0"/>
              <a:t>	begin</a:t>
            </a:r>
          </a:p>
          <a:p>
            <a:pPr marL="0" indent="0">
              <a:buNone/>
            </a:pPr>
            <a:r>
              <a:rPr lang="en-US" sz="1800" dirty="0"/>
              <a:t>	if(y1) </a:t>
            </a:r>
            <a:r>
              <a:rPr lang="en-US" sz="1800" dirty="0" err="1"/>
              <a:t>rb</a:t>
            </a:r>
            <a:r>
              <a:rPr lang="en-US" sz="1800" dirty="0"/>
              <a:t>&lt;=B;</a:t>
            </a:r>
          </a:p>
          <a:p>
            <a:pPr marL="0" indent="0">
              <a:buNone/>
            </a:pPr>
            <a:r>
              <a:rPr lang="en-US" sz="1800" dirty="0"/>
              <a:t>	else if(y3)</a:t>
            </a:r>
          </a:p>
          <a:p>
            <a:pPr marL="0" indent="0">
              <a:buNone/>
            </a:pPr>
            <a:r>
              <a:rPr lang="en-US" sz="1800" dirty="0"/>
              <a:t> </a:t>
            </a:r>
            <a:r>
              <a:rPr lang="en-US" sz="1800" dirty="0" err="1"/>
              <a:t>rb</a:t>
            </a:r>
            <a:r>
              <a:rPr lang="en-US" sz="1800" dirty="0"/>
              <a:t>&lt;={acc[0], </a:t>
            </a:r>
            <a:r>
              <a:rPr lang="en-US" sz="1800" dirty="0" err="1"/>
              <a:t>rb</a:t>
            </a:r>
            <a:r>
              <a:rPr lang="en-US" sz="1800" dirty="0"/>
              <a:t>[n-1:1]};</a:t>
            </a:r>
          </a:p>
          <a:p>
            <a:pPr marL="0" indent="0">
              <a:buNone/>
            </a:pPr>
            <a:r>
              <a:rPr lang="en-US" sz="1800" dirty="0"/>
              <a:t>	else </a:t>
            </a:r>
            <a:r>
              <a:rPr lang="en-US" sz="1800" dirty="0" err="1"/>
              <a:t>rb</a:t>
            </a:r>
            <a:r>
              <a:rPr lang="en-US" sz="1800" dirty="0"/>
              <a:t>&lt;=</a:t>
            </a:r>
            <a:r>
              <a:rPr lang="en-US" sz="1800" dirty="0" err="1"/>
              <a:t>rb</a:t>
            </a:r>
            <a:r>
              <a:rPr lang="en-US" sz="1800" dirty="0"/>
              <a:t>;</a:t>
            </a:r>
          </a:p>
          <a:p>
            <a:pPr marL="0" indent="0">
              <a:buNone/>
            </a:pPr>
            <a:r>
              <a:rPr lang="en-US" sz="1800" dirty="0"/>
              <a:t>	end</a:t>
            </a:r>
            <a:endParaRPr lang="ru-RU" sz="1800" dirty="0"/>
          </a:p>
          <a:p>
            <a:pPr marL="0" indent="0">
              <a:buNone/>
            </a:pPr>
            <a:endParaRPr lang="en-US" sz="1800" dirty="0"/>
          </a:p>
        </p:txBody>
      </p:sp>
      <p:sp>
        <p:nvSpPr>
          <p:cNvPr id="4" name="Content Placeholder 3">
            <a:extLst>
              <a:ext uri="{FF2B5EF4-FFF2-40B4-BE49-F238E27FC236}">
                <a16:creationId xmlns:a16="http://schemas.microsoft.com/office/drawing/2014/main" id="{018499F0-CBAF-428A-85AB-7A012A64ED7B}"/>
              </a:ext>
            </a:extLst>
          </p:cNvPr>
          <p:cNvSpPr txBox="1">
            <a:spLocks/>
          </p:cNvSpPr>
          <p:nvPr/>
        </p:nvSpPr>
        <p:spPr bwMode="auto">
          <a:xfrm>
            <a:off x="6324600" y="1600201"/>
            <a:ext cx="3886200" cy="4022725"/>
          </a:xfrm>
          <a:prstGeom prst="rect">
            <a:avLst/>
          </a:prstGeom>
          <a:solidFill>
            <a:schemeClr val="accent1">
              <a:lumMod val="20000"/>
              <a:lumOff val="80000"/>
            </a:schemeClr>
          </a:solidFill>
          <a:ln w="9525">
            <a:noFill/>
            <a:miter lim="800000"/>
            <a:headEnd/>
            <a:tailEnd/>
          </a:ln>
        </p:spPr>
        <p:txBody>
          <a:bodyPr/>
          <a:lstStyle/>
          <a:p>
            <a:pPr marL="342900" indent="-342900">
              <a:spcBef>
                <a:spcPct val="20000"/>
              </a:spcBef>
              <a:buClr>
                <a:schemeClr val="accent1"/>
              </a:buClr>
              <a:buSzPct val="65000"/>
              <a:defRPr/>
            </a:pPr>
            <a:r>
              <a:rPr lang="en-US" kern="0" dirty="0"/>
              <a:t>//Accumulator</a:t>
            </a:r>
          </a:p>
          <a:p>
            <a:pPr marL="342900" indent="-342900">
              <a:spcBef>
                <a:spcPct val="20000"/>
              </a:spcBef>
              <a:buClr>
                <a:schemeClr val="accent1"/>
              </a:buClr>
              <a:buSzPct val="65000"/>
              <a:defRPr/>
            </a:pPr>
            <a:r>
              <a:rPr lang="en-US" kern="0" dirty="0">
                <a:solidFill>
                  <a:srgbClr val="0000FF"/>
                </a:solidFill>
              </a:rPr>
              <a:t>always</a:t>
            </a:r>
            <a:r>
              <a:rPr lang="en-US" kern="0" dirty="0"/>
              <a:t> @(</a:t>
            </a:r>
            <a:r>
              <a:rPr lang="en-US" kern="0" dirty="0" err="1"/>
              <a:t>posedge</a:t>
            </a:r>
            <a:r>
              <a:rPr lang="en-US" kern="0" dirty="0"/>
              <a:t> </a:t>
            </a:r>
            <a:r>
              <a:rPr lang="en-US" kern="0" dirty="0" err="1"/>
              <a:t>clk</a:t>
            </a:r>
            <a:r>
              <a:rPr lang="en-US" kern="0" dirty="0"/>
              <a:t>)</a:t>
            </a:r>
          </a:p>
          <a:p>
            <a:pPr marL="342900" indent="-342900">
              <a:spcBef>
                <a:spcPct val="20000"/>
              </a:spcBef>
              <a:buClr>
                <a:schemeClr val="accent1"/>
              </a:buClr>
              <a:buSzPct val="65000"/>
              <a:defRPr/>
            </a:pPr>
            <a:r>
              <a:rPr lang="en-US" kern="0" dirty="0"/>
              <a:t>	</a:t>
            </a:r>
            <a:r>
              <a:rPr lang="en-US" kern="0" dirty="0">
                <a:solidFill>
                  <a:srgbClr val="0000FF"/>
                </a:solidFill>
              </a:rPr>
              <a:t>begin</a:t>
            </a:r>
            <a:r>
              <a:rPr lang="en-US" kern="0" dirty="0"/>
              <a:t> if(y1) acc&lt;=0;</a:t>
            </a:r>
          </a:p>
          <a:p>
            <a:pPr marL="342900" indent="-342900">
              <a:spcBef>
                <a:spcPct val="20000"/>
              </a:spcBef>
              <a:buClr>
                <a:schemeClr val="accent1"/>
              </a:buClr>
              <a:buSzPct val="65000"/>
              <a:defRPr/>
            </a:pPr>
            <a:r>
              <a:rPr lang="en-US" kern="0" dirty="0"/>
              <a:t>	</a:t>
            </a:r>
            <a:r>
              <a:rPr lang="en-US" kern="0" dirty="0">
                <a:solidFill>
                  <a:srgbClr val="0000FF"/>
                </a:solidFill>
              </a:rPr>
              <a:t>else</a:t>
            </a:r>
            <a:r>
              <a:rPr lang="en-US" kern="0" dirty="0"/>
              <a:t> if(y2) acc&lt;={</a:t>
            </a:r>
            <a:r>
              <a:rPr lang="en-US" kern="0" dirty="0" err="1"/>
              <a:t>cout</a:t>
            </a:r>
            <a:r>
              <a:rPr lang="en-US" kern="0" dirty="0"/>
              <a:t>, sum};</a:t>
            </a:r>
          </a:p>
          <a:p>
            <a:pPr marL="342900" indent="-342900">
              <a:spcBef>
                <a:spcPct val="20000"/>
              </a:spcBef>
              <a:buClr>
                <a:schemeClr val="accent1"/>
              </a:buClr>
              <a:buSzPct val="65000"/>
              <a:defRPr/>
            </a:pPr>
            <a:r>
              <a:rPr lang="en-US" kern="0" dirty="0"/>
              <a:t>	</a:t>
            </a:r>
            <a:r>
              <a:rPr lang="en-US" kern="0" dirty="0">
                <a:solidFill>
                  <a:srgbClr val="0000FF"/>
                </a:solidFill>
              </a:rPr>
              <a:t>else</a:t>
            </a:r>
            <a:r>
              <a:rPr lang="en-US" kern="0" dirty="0"/>
              <a:t> if(y3) acc&lt;={1'b0,acc[n:1]};</a:t>
            </a:r>
          </a:p>
          <a:p>
            <a:pPr marL="342900" indent="-342900">
              <a:spcBef>
                <a:spcPct val="20000"/>
              </a:spcBef>
              <a:buClr>
                <a:schemeClr val="accent1"/>
              </a:buClr>
              <a:buSzPct val="65000"/>
              <a:defRPr/>
            </a:pPr>
            <a:r>
              <a:rPr lang="en-US" kern="0" dirty="0"/>
              <a:t>	</a:t>
            </a:r>
            <a:r>
              <a:rPr lang="en-US" kern="0" dirty="0">
                <a:solidFill>
                  <a:srgbClr val="0000FF"/>
                </a:solidFill>
              </a:rPr>
              <a:t>else</a:t>
            </a:r>
            <a:r>
              <a:rPr lang="en-US" kern="0" dirty="0"/>
              <a:t> acc&lt;=acc;</a:t>
            </a:r>
          </a:p>
          <a:p>
            <a:pPr marL="342900" indent="-342900">
              <a:spcBef>
                <a:spcPct val="20000"/>
              </a:spcBef>
              <a:buClr>
                <a:schemeClr val="accent1"/>
              </a:buClr>
              <a:buSzPct val="65000"/>
              <a:defRPr/>
            </a:pPr>
            <a:r>
              <a:rPr lang="en-US" kern="0" dirty="0"/>
              <a:t>	</a:t>
            </a:r>
            <a:r>
              <a:rPr lang="en-US" kern="0" dirty="0">
                <a:solidFill>
                  <a:srgbClr val="0000FF"/>
                </a:solidFill>
              </a:rPr>
              <a:t>end</a:t>
            </a:r>
          </a:p>
          <a:p>
            <a:pPr marL="342900" indent="-342900">
              <a:spcBef>
                <a:spcPct val="20000"/>
              </a:spcBef>
              <a:buClr>
                <a:schemeClr val="accent1"/>
              </a:buClr>
              <a:buSzPct val="65000"/>
              <a:defRPr/>
            </a:pPr>
            <a:r>
              <a:rPr lang="en-US" kern="0" dirty="0"/>
              <a:t>		//Multiplexer</a:t>
            </a:r>
          </a:p>
          <a:p>
            <a:pPr marL="342900" indent="-342900">
              <a:spcBef>
                <a:spcPct val="20000"/>
              </a:spcBef>
              <a:buClr>
                <a:schemeClr val="accent1"/>
              </a:buClr>
              <a:buSzPct val="65000"/>
              <a:defRPr/>
            </a:pPr>
            <a:r>
              <a:rPr lang="en-US" kern="0" dirty="0">
                <a:solidFill>
                  <a:srgbClr val="0000FF"/>
                </a:solidFill>
              </a:rPr>
              <a:t>always</a:t>
            </a:r>
            <a:r>
              <a:rPr lang="en-US" kern="0" dirty="0"/>
              <a:t> @(</a:t>
            </a:r>
            <a:r>
              <a:rPr lang="en-US" kern="0" dirty="0" err="1"/>
              <a:t>rb</a:t>
            </a:r>
            <a:r>
              <a:rPr lang="en-US" kern="0" dirty="0"/>
              <a:t>,</a:t>
            </a:r>
            <a:r>
              <a:rPr lang="en-US" kern="0" dirty="0" err="1"/>
              <a:t>ra</a:t>
            </a:r>
            <a:r>
              <a:rPr lang="en-US" kern="0" dirty="0"/>
              <a:t>)</a:t>
            </a:r>
          </a:p>
          <a:p>
            <a:pPr marL="342900" indent="-342900">
              <a:spcBef>
                <a:spcPct val="20000"/>
              </a:spcBef>
              <a:buClr>
                <a:schemeClr val="accent1"/>
              </a:buClr>
              <a:buSzPct val="65000"/>
              <a:defRPr/>
            </a:pPr>
            <a:r>
              <a:rPr lang="en-US" kern="0" dirty="0"/>
              <a:t>	</a:t>
            </a:r>
            <a:r>
              <a:rPr lang="en-US" kern="0" dirty="0" err="1"/>
              <a:t>mux_out</a:t>
            </a:r>
            <a:r>
              <a:rPr lang="en-US" kern="0" dirty="0"/>
              <a:t>=</a:t>
            </a:r>
            <a:r>
              <a:rPr lang="en-US" kern="0" dirty="0" err="1"/>
              <a:t>rb</a:t>
            </a:r>
            <a:r>
              <a:rPr lang="en-US" kern="0" dirty="0"/>
              <a:t>[0]? ra:8'b0;</a:t>
            </a:r>
          </a:p>
          <a:p>
            <a:pPr marL="342900" indent="-342900">
              <a:spcBef>
                <a:spcPct val="20000"/>
              </a:spcBef>
              <a:buClr>
                <a:schemeClr val="accent1"/>
              </a:buClr>
              <a:buSzPct val="65000"/>
              <a:defRPr/>
            </a:pPr>
            <a:r>
              <a:rPr lang="en-US" kern="0" dirty="0"/>
              <a:t>			</a:t>
            </a:r>
            <a:endParaRPr lang="ru-RU" kern="0" dirty="0"/>
          </a:p>
          <a:p>
            <a:pPr marL="342900" indent="-342900">
              <a:spcBef>
                <a:spcPct val="20000"/>
              </a:spcBef>
              <a:buClr>
                <a:schemeClr val="accent1"/>
              </a:buClr>
              <a:buSzPct val="65000"/>
              <a:defRPr/>
            </a:pPr>
            <a:endParaRPr lang="en-US" kern="0" dirty="0"/>
          </a:p>
        </p:txBody>
      </p:sp>
      <p:sp>
        <p:nvSpPr>
          <p:cNvPr id="78853" name="Right Arrow 4">
            <a:extLst>
              <a:ext uri="{FF2B5EF4-FFF2-40B4-BE49-F238E27FC236}">
                <a16:creationId xmlns:a16="http://schemas.microsoft.com/office/drawing/2014/main" id="{5C4F1EC4-1C24-5A6B-B28A-8C80AC41DECE}"/>
              </a:ext>
            </a:extLst>
          </p:cNvPr>
          <p:cNvSpPr>
            <a:spLocks noChangeArrowheads="1"/>
          </p:cNvSpPr>
          <p:nvPr/>
        </p:nvSpPr>
        <p:spPr bwMode="auto">
          <a:xfrm>
            <a:off x="5672138" y="3429001"/>
            <a:ext cx="533400" cy="365125"/>
          </a:xfrm>
          <a:prstGeom prst="rightArrow">
            <a:avLst>
              <a:gd name="adj1" fmla="val 50000"/>
              <a:gd name="adj2" fmla="val 50089"/>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4">
            <a:extLst>
              <a:ext uri="{FF2B5EF4-FFF2-40B4-BE49-F238E27FC236}">
                <a16:creationId xmlns:a16="http://schemas.microsoft.com/office/drawing/2014/main" id="{7D038788-E703-CFBF-4B42-0735E9FE49A5}"/>
              </a:ext>
            </a:extLst>
          </p:cNvPr>
          <p:cNvSpPr>
            <a:spLocks noGrp="1" noChangeArrowheads="1"/>
          </p:cNvSpPr>
          <p:nvPr>
            <p:ph type="title"/>
          </p:nvPr>
        </p:nvSpPr>
        <p:spPr/>
        <p:txBody>
          <a:bodyPr/>
          <a:lstStyle/>
          <a:p>
            <a:r>
              <a:rPr lang="en-US" altLang="en-US"/>
              <a:t>Counter, Adder</a:t>
            </a:r>
            <a:endParaRPr lang="ru-RU" altLang="en-US"/>
          </a:p>
        </p:txBody>
      </p:sp>
      <p:sp>
        <p:nvSpPr>
          <p:cNvPr id="82947" name="Content Placeholder 3">
            <a:extLst>
              <a:ext uri="{FF2B5EF4-FFF2-40B4-BE49-F238E27FC236}">
                <a16:creationId xmlns:a16="http://schemas.microsoft.com/office/drawing/2014/main" id="{0B850919-D66F-41CB-BCA7-F6EB79E6BFBB}"/>
              </a:ext>
            </a:extLst>
          </p:cNvPr>
          <p:cNvSpPr>
            <a:spLocks noGrp="1"/>
          </p:cNvSpPr>
          <p:nvPr>
            <p:ph type="body" sz="quarter" idx="10"/>
          </p:nvPr>
        </p:nvSpPr>
        <p:spPr>
          <a:solidFill>
            <a:schemeClr val="accent1">
              <a:lumMod val="20000"/>
              <a:lumOff val="80000"/>
            </a:schemeClr>
          </a:solidFill>
        </p:spPr>
        <p:txBody>
          <a:bodyPr/>
          <a:lstStyle/>
          <a:p>
            <a:pPr marL="0" indent="0">
              <a:buNone/>
            </a:pPr>
            <a:r>
              <a:rPr lang="en-US" sz="1400" dirty="0"/>
              <a:t>	//Counter</a:t>
            </a:r>
          </a:p>
          <a:p>
            <a:pPr marL="0" indent="0">
              <a:buNone/>
            </a:pPr>
            <a:r>
              <a:rPr lang="en-US" sz="1400" dirty="0"/>
              <a:t>always @(</a:t>
            </a:r>
            <a:r>
              <a:rPr lang="en-US" sz="1400" dirty="0" err="1"/>
              <a:t>posedge</a:t>
            </a:r>
            <a:r>
              <a:rPr lang="en-US" sz="1400" dirty="0"/>
              <a:t> </a:t>
            </a:r>
            <a:r>
              <a:rPr lang="en-US" sz="1400" dirty="0" err="1"/>
              <a:t>clk</a:t>
            </a:r>
            <a:r>
              <a:rPr lang="en-US" sz="1400" dirty="0"/>
              <a:t>)</a:t>
            </a:r>
          </a:p>
          <a:p>
            <a:pPr marL="0" indent="0">
              <a:buNone/>
            </a:pPr>
            <a:r>
              <a:rPr lang="en-US" sz="1400" dirty="0"/>
              <a:t>		if(y1) counter&lt;= n;</a:t>
            </a:r>
          </a:p>
          <a:p>
            <a:pPr marL="0" indent="0">
              <a:buNone/>
            </a:pPr>
            <a:r>
              <a:rPr lang="en-US" sz="1400" dirty="0"/>
              <a:t>	else if(y3) counter&lt;=counter-1;</a:t>
            </a:r>
          </a:p>
          <a:p>
            <a:pPr marL="0" indent="0">
              <a:buNone/>
            </a:pPr>
            <a:r>
              <a:rPr lang="en-US" sz="1400" dirty="0"/>
              <a:t>	else counter&lt;=counter;</a:t>
            </a:r>
          </a:p>
          <a:p>
            <a:pPr marL="0" indent="0">
              <a:buNone/>
            </a:pPr>
            <a:r>
              <a:rPr lang="en-US" sz="1400" dirty="0"/>
              <a:t>		always @ (counter)</a:t>
            </a:r>
          </a:p>
          <a:p>
            <a:pPr marL="0" indent="0">
              <a:buNone/>
            </a:pPr>
            <a:r>
              <a:rPr lang="en-US" sz="1400" dirty="0"/>
              <a:t>   		if (counter==0)</a:t>
            </a:r>
          </a:p>
          <a:p>
            <a:pPr marL="0" indent="0">
              <a:buNone/>
            </a:pPr>
            <a:r>
              <a:rPr lang="en-US" sz="1400" dirty="0"/>
              <a:t>		done = 1'b1;</a:t>
            </a:r>
          </a:p>
          <a:p>
            <a:pPr marL="0" indent="0">
              <a:buNone/>
            </a:pPr>
            <a:r>
              <a:rPr lang="en-US" sz="1400" dirty="0"/>
              <a:t>		else </a:t>
            </a:r>
          </a:p>
          <a:p>
            <a:pPr marL="0" indent="0">
              <a:buNone/>
            </a:pPr>
            <a:r>
              <a:rPr lang="en-US" sz="1400" dirty="0"/>
              <a:t>		done = 1'b0; </a:t>
            </a:r>
          </a:p>
          <a:p>
            <a:pPr marL="0" indent="0">
              <a:buNone/>
            </a:pPr>
            <a:r>
              <a:rPr lang="en-US" sz="1400" dirty="0"/>
              <a:t>	// Adder       </a:t>
            </a:r>
          </a:p>
          <a:p>
            <a:pPr marL="0" indent="0">
              <a:buNone/>
            </a:pPr>
            <a:r>
              <a:rPr lang="en-US" sz="1400" dirty="0"/>
              <a:t>		assign {</a:t>
            </a:r>
            <a:r>
              <a:rPr lang="en-US" sz="1400" dirty="0" err="1"/>
              <a:t>cout</a:t>
            </a:r>
            <a:r>
              <a:rPr lang="en-US" sz="1400" dirty="0"/>
              <a:t>, sum}=</a:t>
            </a:r>
            <a:r>
              <a:rPr lang="en-US" sz="1400" dirty="0" err="1"/>
              <a:t>mux_out+acc</a:t>
            </a:r>
            <a:r>
              <a:rPr lang="en-US" sz="1400" dirty="0"/>
              <a:t>;</a:t>
            </a:r>
          </a:p>
          <a:p>
            <a:pPr marL="0" indent="0">
              <a:buNone/>
            </a:pPr>
            <a:r>
              <a:rPr lang="en-US" sz="1400" dirty="0"/>
              <a:t>		assign production = {acc[n-1:0], </a:t>
            </a:r>
            <a:r>
              <a:rPr lang="en-US" sz="1400" dirty="0" err="1"/>
              <a:t>rb</a:t>
            </a:r>
            <a:r>
              <a:rPr lang="en-US" sz="1400" dirty="0"/>
              <a:t>};</a:t>
            </a:r>
          </a:p>
          <a:p>
            <a:pPr marL="0" indent="0">
              <a:buNone/>
            </a:pPr>
            <a:r>
              <a:rPr lang="en-US" sz="1400" dirty="0"/>
              <a:t>	</a:t>
            </a:r>
            <a:r>
              <a:rPr lang="en-US" sz="1400" dirty="0" err="1"/>
              <a:t>endmodule</a:t>
            </a:r>
            <a:endParaRPr lang="ru-RU" sz="1400" dirty="0"/>
          </a:p>
          <a:p>
            <a:pPr marL="0" indent="0">
              <a:buNone/>
            </a:pP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4">
            <a:extLst>
              <a:ext uri="{FF2B5EF4-FFF2-40B4-BE49-F238E27FC236}">
                <a16:creationId xmlns:a16="http://schemas.microsoft.com/office/drawing/2014/main" id="{862A4C59-7DF1-1DE6-56F4-F06098DDD33D}"/>
              </a:ext>
            </a:extLst>
          </p:cNvPr>
          <p:cNvSpPr>
            <a:spLocks noGrp="1" noChangeArrowheads="1"/>
          </p:cNvSpPr>
          <p:nvPr>
            <p:ph type="title"/>
          </p:nvPr>
        </p:nvSpPr>
        <p:spPr/>
        <p:txBody>
          <a:bodyPr/>
          <a:lstStyle/>
          <a:p>
            <a:r>
              <a:rPr lang="en-US" altLang="en-US"/>
              <a:t>Multiplying Unit 2</a:t>
            </a:r>
            <a:endParaRPr lang="ru-RU" altLang="en-US"/>
          </a:p>
        </p:txBody>
      </p:sp>
      <p:grpSp>
        <p:nvGrpSpPr>
          <p:cNvPr id="80899" name="Group 54">
            <a:extLst>
              <a:ext uri="{FF2B5EF4-FFF2-40B4-BE49-F238E27FC236}">
                <a16:creationId xmlns:a16="http://schemas.microsoft.com/office/drawing/2014/main" id="{4C45FEF3-DB94-9028-54E2-2F79F1059DFB}"/>
              </a:ext>
            </a:extLst>
          </p:cNvPr>
          <p:cNvGrpSpPr>
            <a:grpSpLocks/>
          </p:cNvGrpSpPr>
          <p:nvPr/>
        </p:nvGrpSpPr>
        <p:grpSpPr bwMode="auto">
          <a:xfrm>
            <a:off x="2049464" y="1003300"/>
            <a:ext cx="7864475" cy="4787900"/>
            <a:chOff x="525463" y="1003050"/>
            <a:chExt cx="8113712" cy="4788150"/>
          </a:xfrm>
        </p:grpSpPr>
        <p:sp>
          <p:nvSpPr>
            <p:cNvPr id="80900" name="Line 6">
              <a:extLst>
                <a:ext uri="{FF2B5EF4-FFF2-40B4-BE49-F238E27FC236}">
                  <a16:creationId xmlns:a16="http://schemas.microsoft.com/office/drawing/2014/main" id="{93B88CAB-4D9B-D92E-AF0E-9F213820B53F}"/>
                </a:ext>
              </a:extLst>
            </p:cNvPr>
            <p:cNvSpPr>
              <a:spLocks noChangeShapeType="1"/>
            </p:cNvSpPr>
            <p:nvPr/>
          </p:nvSpPr>
          <p:spPr bwMode="auto">
            <a:xfrm>
              <a:off x="3117851" y="5199519"/>
              <a:ext cx="0" cy="591681"/>
            </a:xfrm>
            <a:prstGeom prst="line">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3973" name="Rectangle 7">
              <a:extLst>
                <a:ext uri="{FF2B5EF4-FFF2-40B4-BE49-F238E27FC236}">
                  <a16:creationId xmlns:a16="http://schemas.microsoft.com/office/drawing/2014/main" id="{375C631E-A5CB-42BA-8D5A-9D8D79052E79}"/>
                </a:ext>
              </a:extLst>
            </p:cNvPr>
            <p:cNvSpPr>
              <a:spLocks noChangeArrowheads="1"/>
            </p:cNvSpPr>
            <p:nvPr/>
          </p:nvSpPr>
          <p:spPr bwMode="auto">
            <a:xfrm>
              <a:off x="1172398" y="1787316"/>
              <a:ext cx="3457418" cy="422297"/>
            </a:xfrm>
            <a:prstGeom prst="rect">
              <a:avLst/>
            </a:prstGeom>
            <a:solidFill>
              <a:schemeClr val="accent1">
                <a:lumMod val="60000"/>
                <a:lumOff val="40000"/>
              </a:schemeClr>
            </a:solidFill>
            <a:ln w="34925">
              <a:solidFill>
                <a:schemeClr val="tx1"/>
              </a:solidFill>
              <a:miter lim="800000"/>
              <a:headEnd/>
              <a:tailEnd/>
            </a:ln>
          </p:spPr>
          <p:txBody>
            <a:bodyPr wrap="none" anchor="ctr"/>
            <a:lstStyle/>
            <a:p>
              <a:pPr algn="ctr" eaLnBrk="1" hangingPunct="1">
                <a:defRPr/>
              </a:pPr>
              <a:r>
                <a:rPr lang="en-US" dirty="0">
                  <a:latin typeface="Arial" charset="0"/>
                  <a:cs typeface="Arial" charset="0"/>
                </a:rPr>
                <a:t>                       RA</a:t>
              </a:r>
              <a:endParaRPr lang="ru-RU" dirty="0">
                <a:latin typeface="Arial" charset="0"/>
                <a:cs typeface="Arial" charset="0"/>
              </a:endParaRPr>
            </a:p>
          </p:txBody>
        </p:sp>
        <p:sp>
          <p:nvSpPr>
            <p:cNvPr id="80902" name="Line 8">
              <a:extLst>
                <a:ext uri="{FF2B5EF4-FFF2-40B4-BE49-F238E27FC236}">
                  <a16:creationId xmlns:a16="http://schemas.microsoft.com/office/drawing/2014/main" id="{35CB5955-2465-26AC-B31F-D6C994651CE1}"/>
                </a:ext>
              </a:extLst>
            </p:cNvPr>
            <p:cNvSpPr>
              <a:spLocks noChangeShapeType="1"/>
            </p:cNvSpPr>
            <p:nvPr/>
          </p:nvSpPr>
          <p:spPr bwMode="auto">
            <a:xfrm>
              <a:off x="2901951" y="1798611"/>
              <a:ext cx="0" cy="403484"/>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3975" name="Rectangle 9">
              <a:extLst>
                <a:ext uri="{FF2B5EF4-FFF2-40B4-BE49-F238E27FC236}">
                  <a16:creationId xmlns:a16="http://schemas.microsoft.com/office/drawing/2014/main" id="{C29C9489-C9F3-4F27-B60C-F99E571B33C5}"/>
                </a:ext>
              </a:extLst>
            </p:cNvPr>
            <p:cNvSpPr>
              <a:spLocks noChangeArrowheads="1"/>
            </p:cNvSpPr>
            <p:nvPr/>
          </p:nvSpPr>
          <p:spPr bwMode="auto">
            <a:xfrm>
              <a:off x="5361916" y="1777790"/>
              <a:ext cx="2016145" cy="420710"/>
            </a:xfrm>
            <a:prstGeom prst="rect">
              <a:avLst/>
            </a:prstGeom>
            <a:solidFill>
              <a:schemeClr val="accent1">
                <a:lumMod val="60000"/>
                <a:lumOff val="40000"/>
              </a:schemeClr>
            </a:solidFill>
            <a:ln w="34925">
              <a:solidFill>
                <a:schemeClr val="tx1"/>
              </a:solidFill>
              <a:miter lim="800000"/>
              <a:headEnd/>
              <a:tailEnd/>
            </a:ln>
          </p:spPr>
          <p:txBody>
            <a:bodyPr wrap="none" anchor="ctr"/>
            <a:lstStyle/>
            <a:p>
              <a:pPr algn="ctr" eaLnBrk="1" hangingPunct="1">
                <a:defRPr/>
              </a:pPr>
              <a:r>
                <a:rPr lang="en-US">
                  <a:latin typeface="Arial" charset="0"/>
                  <a:cs typeface="Arial" charset="0"/>
                </a:rPr>
                <a:t>RB</a:t>
              </a:r>
              <a:endParaRPr lang="ru-RU">
                <a:latin typeface="Arial" charset="0"/>
                <a:cs typeface="Arial" charset="0"/>
              </a:endParaRPr>
            </a:p>
          </p:txBody>
        </p:sp>
        <p:sp>
          <p:nvSpPr>
            <p:cNvPr id="80904" name="Line 10">
              <a:extLst>
                <a:ext uri="{FF2B5EF4-FFF2-40B4-BE49-F238E27FC236}">
                  <a16:creationId xmlns:a16="http://schemas.microsoft.com/office/drawing/2014/main" id="{CF469198-72A6-CBBF-CEAB-59E98233D397}"/>
                </a:ext>
              </a:extLst>
            </p:cNvPr>
            <p:cNvSpPr>
              <a:spLocks noChangeShapeType="1"/>
            </p:cNvSpPr>
            <p:nvPr/>
          </p:nvSpPr>
          <p:spPr bwMode="auto">
            <a:xfrm>
              <a:off x="3448051" y="1349504"/>
              <a:ext cx="0" cy="400632"/>
            </a:xfrm>
            <a:prstGeom prst="line">
              <a:avLst/>
            </a:prstGeom>
            <a:noFill/>
            <a:ln w="349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0905" name="Line 11">
              <a:extLst>
                <a:ext uri="{FF2B5EF4-FFF2-40B4-BE49-F238E27FC236}">
                  <a16:creationId xmlns:a16="http://schemas.microsoft.com/office/drawing/2014/main" id="{1E087377-FB9D-CF22-4CE4-C9A9460EFB7E}"/>
                </a:ext>
              </a:extLst>
            </p:cNvPr>
            <p:cNvSpPr>
              <a:spLocks noChangeShapeType="1"/>
            </p:cNvSpPr>
            <p:nvPr/>
          </p:nvSpPr>
          <p:spPr bwMode="auto">
            <a:xfrm>
              <a:off x="6351588" y="1333821"/>
              <a:ext cx="0" cy="433424"/>
            </a:xfrm>
            <a:prstGeom prst="line">
              <a:avLst/>
            </a:prstGeom>
            <a:noFill/>
            <a:ln w="349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0906" name="Line 12">
              <a:extLst>
                <a:ext uri="{FF2B5EF4-FFF2-40B4-BE49-F238E27FC236}">
                  <a16:creationId xmlns:a16="http://schemas.microsoft.com/office/drawing/2014/main" id="{47E85895-9B73-013C-446B-D0E8E3612C80}"/>
                </a:ext>
              </a:extLst>
            </p:cNvPr>
            <p:cNvSpPr>
              <a:spLocks noChangeShapeType="1"/>
            </p:cNvSpPr>
            <p:nvPr/>
          </p:nvSpPr>
          <p:spPr bwMode="auto">
            <a:xfrm flipH="1">
              <a:off x="1317626" y="1928353"/>
              <a:ext cx="287338" cy="0"/>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07" name="Line 13">
              <a:extLst>
                <a:ext uri="{FF2B5EF4-FFF2-40B4-BE49-F238E27FC236}">
                  <a16:creationId xmlns:a16="http://schemas.microsoft.com/office/drawing/2014/main" id="{6BC32AE3-A03D-DD16-F4E2-25A64D99D3F5}"/>
                </a:ext>
              </a:extLst>
            </p:cNvPr>
            <p:cNvSpPr>
              <a:spLocks noChangeShapeType="1"/>
            </p:cNvSpPr>
            <p:nvPr/>
          </p:nvSpPr>
          <p:spPr bwMode="auto">
            <a:xfrm>
              <a:off x="6862763" y="1928353"/>
              <a:ext cx="287338" cy="0"/>
            </a:xfrm>
            <a:prstGeom prst="line">
              <a:avLst/>
            </a:prstGeom>
            <a:noFill/>
            <a:ln w="349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0908" name="Line 19">
              <a:extLst>
                <a:ext uri="{FF2B5EF4-FFF2-40B4-BE49-F238E27FC236}">
                  <a16:creationId xmlns:a16="http://schemas.microsoft.com/office/drawing/2014/main" id="{9B9B210A-5DCD-39F2-27D8-C57A78631138}"/>
                </a:ext>
              </a:extLst>
            </p:cNvPr>
            <p:cNvSpPr>
              <a:spLocks noChangeShapeType="1"/>
            </p:cNvSpPr>
            <p:nvPr/>
          </p:nvSpPr>
          <p:spPr bwMode="auto">
            <a:xfrm>
              <a:off x="1173163" y="3721030"/>
              <a:ext cx="1722438" cy="0"/>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09" name="Line 20">
              <a:extLst>
                <a:ext uri="{FF2B5EF4-FFF2-40B4-BE49-F238E27FC236}">
                  <a16:creationId xmlns:a16="http://schemas.microsoft.com/office/drawing/2014/main" id="{9660378C-D690-F2D0-3850-189B9DD4D746}"/>
                </a:ext>
              </a:extLst>
            </p:cNvPr>
            <p:cNvSpPr>
              <a:spLocks noChangeShapeType="1"/>
            </p:cNvSpPr>
            <p:nvPr/>
          </p:nvSpPr>
          <p:spPr bwMode="auto">
            <a:xfrm>
              <a:off x="2884488" y="3712475"/>
              <a:ext cx="233363" cy="255207"/>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0" name="Line 21">
              <a:extLst>
                <a:ext uri="{FF2B5EF4-FFF2-40B4-BE49-F238E27FC236}">
                  <a16:creationId xmlns:a16="http://schemas.microsoft.com/office/drawing/2014/main" id="{3A49ADE8-847D-5BBA-4F12-D8909A2B9BEF}"/>
                </a:ext>
              </a:extLst>
            </p:cNvPr>
            <p:cNvSpPr>
              <a:spLocks noChangeShapeType="1"/>
            </p:cNvSpPr>
            <p:nvPr/>
          </p:nvSpPr>
          <p:spPr bwMode="auto">
            <a:xfrm rot="2761019">
              <a:off x="3174737" y="3673406"/>
              <a:ext cx="51327" cy="319088"/>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1" name="Line 22">
              <a:extLst>
                <a:ext uri="{FF2B5EF4-FFF2-40B4-BE49-F238E27FC236}">
                  <a16:creationId xmlns:a16="http://schemas.microsoft.com/office/drawing/2014/main" id="{8C89BEA5-E3C6-F182-1604-5E80F72B5F4E}"/>
                </a:ext>
              </a:extLst>
            </p:cNvPr>
            <p:cNvSpPr>
              <a:spLocks noChangeShapeType="1"/>
            </p:cNvSpPr>
            <p:nvPr/>
          </p:nvSpPr>
          <p:spPr bwMode="auto">
            <a:xfrm>
              <a:off x="3287713" y="3713901"/>
              <a:ext cx="1722438" cy="0"/>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2" name="Line 23">
              <a:extLst>
                <a:ext uri="{FF2B5EF4-FFF2-40B4-BE49-F238E27FC236}">
                  <a16:creationId xmlns:a16="http://schemas.microsoft.com/office/drawing/2014/main" id="{D5CD1CF5-4359-CC1B-0378-05D02DD75152}"/>
                </a:ext>
              </a:extLst>
            </p:cNvPr>
            <p:cNvSpPr>
              <a:spLocks noChangeShapeType="1"/>
            </p:cNvSpPr>
            <p:nvPr/>
          </p:nvSpPr>
          <p:spPr bwMode="auto">
            <a:xfrm>
              <a:off x="1173163" y="3735287"/>
              <a:ext cx="611188" cy="594532"/>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3" name="Line 24">
              <a:extLst>
                <a:ext uri="{FF2B5EF4-FFF2-40B4-BE49-F238E27FC236}">
                  <a16:creationId xmlns:a16="http://schemas.microsoft.com/office/drawing/2014/main" id="{B1041F01-C879-3FE3-7656-7A01D620CD45}"/>
                </a:ext>
              </a:extLst>
            </p:cNvPr>
            <p:cNvSpPr>
              <a:spLocks noChangeShapeType="1"/>
            </p:cNvSpPr>
            <p:nvPr/>
          </p:nvSpPr>
          <p:spPr bwMode="auto">
            <a:xfrm flipH="1">
              <a:off x="4413251" y="3703921"/>
              <a:ext cx="587375" cy="631602"/>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4" name="Line 25">
              <a:extLst>
                <a:ext uri="{FF2B5EF4-FFF2-40B4-BE49-F238E27FC236}">
                  <a16:creationId xmlns:a16="http://schemas.microsoft.com/office/drawing/2014/main" id="{89DB134C-F7B3-F10B-58B9-D6F72273F5E1}"/>
                </a:ext>
              </a:extLst>
            </p:cNvPr>
            <p:cNvSpPr>
              <a:spLocks noChangeShapeType="1"/>
            </p:cNvSpPr>
            <p:nvPr/>
          </p:nvSpPr>
          <p:spPr bwMode="auto">
            <a:xfrm>
              <a:off x="1771651" y="4339800"/>
              <a:ext cx="2662238" cy="0"/>
            </a:xfrm>
            <a:prstGeom prst="line">
              <a:avLst/>
            </a:prstGeom>
            <a:noFill/>
            <a:ln w="349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15" name="Text Box 26">
              <a:extLst>
                <a:ext uri="{FF2B5EF4-FFF2-40B4-BE49-F238E27FC236}">
                  <a16:creationId xmlns:a16="http://schemas.microsoft.com/office/drawing/2014/main" id="{C98E9824-3D8E-6BD0-683F-8B70C0594F9F}"/>
                </a:ext>
              </a:extLst>
            </p:cNvPr>
            <p:cNvSpPr txBox="1">
              <a:spLocks noChangeArrowheads="1"/>
            </p:cNvSpPr>
            <p:nvPr/>
          </p:nvSpPr>
          <p:spPr bwMode="auto">
            <a:xfrm>
              <a:off x="2273301" y="3912078"/>
              <a:ext cx="1712913" cy="410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49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SM</a:t>
              </a:r>
            </a:p>
          </p:txBody>
        </p:sp>
        <p:sp>
          <p:nvSpPr>
            <p:cNvPr id="80916" name="Line 27">
              <a:extLst>
                <a:ext uri="{FF2B5EF4-FFF2-40B4-BE49-F238E27FC236}">
                  <a16:creationId xmlns:a16="http://schemas.microsoft.com/office/drawing/2014/main" id="{270110BD-A4A8-86E3-734D-EB48A60B6B22}"/>
                </a:ext>
              </a:extLst>
            </p:cNvPr>
            <p:cNvSpPr>
              <a:spLocks noChangeShapeType="1"/>
            </p:cNvSpPr>
            <p:nvPr/>
          </p:nvSpPr>
          <p:spPr bwMode="auto">
            <a:xfrm>
              <a:off x="3189288" y="2198305"/>
              <a:ext cx="0" cy="512064"/>
            </a:xfrm>
            <a:prstGeom prst="line">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0917" name="Line 28">
              <a:extLst>
                <a:ext uri="{FF2B5EF4-FFF2-40B4-BE49-F238E27FC236}">
                  <a16:creationId xmlns:a16="http://schemas.microsoft.com/office/drawing/2014/main" id="{B7B296BB-9F93-834C-7ACC-2E46E19614E0}"/>
                </a:ext>
              </a:extLst>
            </p:cNvPr>
            <p:cNvSpPr>
              <a:spLocks noChangeShapeType="1"/>
            </p:cNvSpPr>
            <p:nvPr/>
          </p:nvSpPr>
          <p:spPr bwMode="auto">
            <a:xfrm>
              <a:off x="4341813" y="2356093"/>
              <a:ext cx="0" cy="365760"/>
            </a:xfrm>
            <a:prstGeom prst="line">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0918" name="Line 30">
              <a:extLst>
                <a:ext uri="{FF2B5EF4-FFF2-40B4-BE49-F238E27FC236}">
                  <a16:creationId xmlns:a16="http://schemas.microsoft.com/office/drawing/2014/main" id="{0F307C9E-33A6-FB72-4765-61EC497DE5CB}"/>
                </a:ext>
              </a:extLst>
            </p:cNvPr>
            <p:cNvSpPr>
              <a:spLocks noChangeShapeType="1"/>
            </p:cNvSpPr>
            <p:nvPr/>
          </p:nvSpPr>
          <p:spPr bwMode="auto">
            <a:xfrm>
              <a:off x="3836988" y="3237705"/>
              <a:ext cx="0" cy="456236"/>
            </a:xfrm>
            <a:prstGeom prst="line">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0919" name="Line 31">
              <a:extLst>
                <a:ext uri="{FF2B5EF4-FFF2-40B4-BE49-F238E27FC236}">
                  <a16:creationId xmlns:a16="http://schemas.microsoft.com/office/drawing/2014/main" id="{1992A449-127D-E0EC-2B80-78C030B29CC1}"/>
                </a:ext>
              </a:extLst>
            </p:cNvPr>
            <p:cNvSpPr>
              <a:spLocks noChangeShapeType="1"/>
            </p:cNvSpPr>
            <p:nvPr/>
          </p:nvSpPr>
          <p:spPr bwMode="auto">
            <a:xfrm>
              <a:off x="3117851" y="4348354"/>
              <a:ext cx="0" cy="422018"/>
            </a:xfrm>
            <a:prstGeom prst="line">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3994" name="Rectangle 32">
              <a:extLst>
                <a:ext uri="{FF2B5EF4-FFF2-40B4-BE49-F238E27FC236}">
                  <a16:creationId xmlns:a16="http://schemas.microsoft.com/office/drawing/2014/main" id="{7BB964DD-7F94-4F12-A9A1-75503FB745D7}"/>
                </a:ext>
              </a:extLst>
            </p:cNvPr>
            <p:cNvSpPr>
              <a:spLocks noChangeArrowheads="1"/>
            </p:cNvSpPr>
            <p:nvPr/>
          </p:nvSpPr>
          <p:spPr bwMode="auto">
            <a:xfrm>
              <a:off x="1390227" y="4778322"/>
              <a:ext cx="3455780" cy="422297"/>
            </a:xfrm>
            <a:prstGeom prst="rect">
              <a:avLst/>
            </a:prstGeom>
            <a:solidFill>
              <a:schemeClr val="accent1">
                <a:lumMod val="60000"/>
                <a:lumOff val="40000"/>
              </a:schemeClr>
            </a:solidFill>
            <a:ln w="34925">
              <a:solidFill>
                <a:schemeClr val="tx1"/>
              </a:solidFill>
              <a:miter lim="800000"/>
              <a:headEnd/>
              <a:tailEnd/>
            </a:ln>
          </p:spPr>
          <p:txBody>
            <a:bodyPr wrap="none" anchor="ctr"/>
            <a:lstStyle/>
            <a:p>
              <a:pPr algn="ctr" eaLnBrk="1" hangingPunct="1">
                <a:defRPr/>
              </a:pPr>
              <a:r>
                <a:rPr lang="en-US" dirty="0">
                  <a:latin typeface="Arial" charset="0"/>
                  <a:cs typeface="Arial" charset="0"/>
                </a:rPr>
                <a:t>Acc</a:t>
              </a:r>
              <a:endParaRPr lang="ru-RU" dirty="0">
                <a:latin typeface="Arial" charset="0"/>
                <a:cs typeface="Arial" charset="0"/>
              </a:endParaRPr>
            </a:p>
          </p:txBody>
        </p:sp>
        <p:sp>
          <p:nvSpPr>
            <p:cNvPr id="80921" name="Line 33">
              <a:extLst>
                <a:ext uri="{FF2B5EF4-FFF2-40B4-BE49-F238E27FC236}">
                  <a16:creationId xmlns:a16="http://schemas.microsoft.com/office/drawing/2014/main" id="{C245BAC3-2BA1-8086-BC07-5DF31A2EFA14}"/>
                </a:ext>
              </a:extLst>
            </p:cNvPr>
            <p:cNvSpPr>
              <a:spLocks noChangeShapeType="1"/>
            </p:cNvSpPr>
            <p:nvPr/>
          </p:nvSpPr>
          <p:spPr bwMode="auto">
            <a:xfrm flipV="1">
              <a:off x="3041651" y="4495205"/>
              <a:ext cx="146050" cy="869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2" name="Line 34">
              <a:extLst>
                <a:ext uri="{FF2B5EF4-FFF2-40B4-BE49-F238E27FC236}">
                  <a16:creationId xmlns:a16="http://schemas.microsoft.com/office/drawing/2014/main" id="{28665A46-2CCB-1652-520E-F7B746C8BF4D}"/>
                </a:ext>
              </a:extLst>
            </p:cNvPr>
            <p:cNvSpPr>
              <a:spLocks noChangeShapeType="1"/>
            </p:cNvSpPr>
            <p:nvPr/>
          </p:nvSpPr>
          <p:spPr bwMode="auto">
            <a:xfrm flipV="1">
              <a:off x="3375026" y="1533424"/>
              <a:ext cx="146050" cy="228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3" name="Line 35">
              <a:extLst>
                <a:ext uri="{FF2B5EF4-FFF2-40B4-BE49-F238E27FC236}">
                  <a16:creationId xmlns:a16="http://schemas.microsoft.com/office/drawing/2014/main" id="{8C3DD369-9A99-D496-AE73-D56396D967B0}"/>
                </a:ext>
              </a:extLst>
            </p:cNvPr>
            <p:cNvSpPr>
              <a:spLocks noChangeShapeType="1"/>
            </p:cNvSpPr>
            <p:nvPr/>
          </p:nvSpPr>
          <p:spPr bwMode="auto">
            <a:xfrm flipV="1">
              <a:off x="6278563" y="1450731"/>
              <a:ext cx="146050" cy="88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4" name="Line 36">
              <a:extLst>
                <a:ext uri="{FF2B5EF4-FFF2-40B4-BE49-F238E27FC236}">
                  <a16:creationId xmlns:a16="http://schemas.microsoft.com/office/drawing/2014/main" id="{F7C61526-D7F5-98CF-3887-DDEDDC14635B}"/>
                </a:ext>
              </a:extLst>
            </p:cNvPr>
            <p:cNvSpPr>
              <a:spLocks noChangeShapeType="1"/>
            </p:cNvSpPr>
            <p:nvPr/>
          </p:nvSpPr>
          <p:spPr bwMode="auto">
            <a:xfrm flipV="1">
              <a:off x="3124138" y="2416931"/>
              <a:ext cx="146050" cy="88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5" name="Line 37">
              <a:extLst>
                <a:ext uri="{FF2B5EF4-FFF2-40B4-BE49-F238E27FC236}">
                  <a16:creationId xmlns:a16="http://schemas.microsoft.com/office/drawing/2014/main" id="{D11C0B80-815D-0B97-DBCD-7EC9C30E7D96}"/>
                </a:ext>
              </a:extLst>
            </p:cNvPr>
            <p:cNvSpPr>
              <a:spLocks noChangeShapeType="1"/>
            </p:cNvSpPr>
            <p:nvPr/>
          </p:nvSpPr>
          <p:spPr bwMode="auto">
            <a:xfrm flipV="1">
              <a:off x="4274313" y="2478725"/>
              <a:ext cx="146050" cy="8697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6" name="Text Box 38">
              <a:extLst>
                <a:ext uri="{FF2B5EF4-FFF2-40B4-BE49-F238E27FC236}">
                  <a16:creationId xmlns:a16="http://schemas.microsoft.com/office/drawing/2014/main" id="{2528FA4F-0A0F-516C-A2C0-2B3688F92EA6}"/>
                </a:ext>
              </a:extLst>
            </p:cNvPr>
            <p:cNvSpPr txBox="1">
              <a:spLocks noChangeArrowheads="1"/>
            </p:cNvSpPr>
            <p:nvPr/>
          </p:nvSpPr>
          <p:spPr bwMode="auto">
            <a:xfrm>
              <a:off x="4479926" y="2271956"/>
              <a:ext cx="525463" cy="36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0</a:t>
              </a:r>
              <a:endParaRPr lang="ru-RU" altLang="en-US" sz="1800"/>
            </a:p>
          </p:txBody>
        </p:sp>
        <p:sp>
          <p:nvSpPr>
            <p:cNvPr id="80927" name="Line 39">
              <a:extLst>
                <a:ext uri="{FF2B5EF4-FFF2-40B4-BE49-F238E27FC236}">
                  <a16:creationId xmlns:a16="http://schemas.microsoft.com/office/drawing/2014/main" id="{15FA9E79-5254-8D26-B1D0-8B8F70833A3D}"/>
                </a:ext>
              </a:extLst>
            </p:cNvPr>
            <p:cNvSpPr>
              <a:spLocks noChangeShapeType="1"/>
            </p:cNvSpPr>
            <p:nvPr/>
          </p:nvSpPr>
          <p:spPr bwMode="auto">
            <a:xfrm flipV="1">
              <a:off x="3041651" y="5359202"/>
              <a:ext cx="146050" cy="883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28" name="Line 40">
              <a:extLst>
                <a:ext uri="{FF2B5EF4-FFF2-40B4-BE49-F238E27FC236}">
                  <a16:creationId xmlns:a16="http://schemas.microsoft.com/office/drawing/2014/main" id="{000D2FAA-55A0-8689-D3EA-7CA3A4381A50}"/>
                </a:ext>
              </a:extLst>
            </p:cNvPr>
            <p:cNvSpPr>
              <a:spLocks noChangeShapeType="1"/>
            </p:cNvSpPr>
            <p:nvPr/>
          </p:nvSpPr>
          <p:spPr bwMode="auto">
            <a:xfrm flipH="1">
              <a:off x="525463" y="5510330"/>
              <a:ext cx="2592388" cy="0"/>
            </a:xfrm>
            <a:prstGeom prst="line">
              <a:avLst/>
            </a:prstGeom>
            <a:noFill/>
            <a:ln w="317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en-US"/>
            </a:p>
          </p:txBody>
        </p:sp>
        <p:sp>
          <p:nvSpPr>
            <p:cNvPr id="80929" name="Line 41">
              <a:extLst>
                <a:ext uri="{FF2B5EF4-FFF2-40B4-BE49-F238E27FC236}">
                  <a16:creationId xmlns:a16="http://schemas.microsoft.com/office/drawing/2014/main" id="{EC90AFB6-9CAB-1420-5AF0-350F4B3CBB82}"/>
                </a:ext>
              </a:extLst>
            </p:cNvPr>
            <p:cNvSpPr>
              <a:spLocks noChangeShapeType="1"/>
            </p:cNvSpPr>
            <p:nvPr/>
          </p:nvSpPr>
          <p:spPr bwMode="auto">
            <a:xfrm flipV="1">
              <a:off x="525463" y="3289031"/>
              <a:ext cx="0" cy="2212744"/>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30" name="Line 42">
              <a:extLst>
                <a:ext uri="{FF2B5EF4-FFF2-40B4-BE49-F238E27FC236}">
                  <a16:creationId xmlns:a16="http://schemas.microsoft.com/office/drawing/2014/main" id="{98F1CBE6-BAB2-8BEA-BC58-1FF0D3E148B2}"/>
                </a:ext>
              </a:extLst>
            </p:cNvPr>
            <p:cNvSpPr>
              <a:spLocks noChangeShapeType="1"/>
            </p:cNvSpPr>
            <p:nvPr/>
          </p:nvSpPr>
          <p:spPr bwMode="auto">
            <a:xfrm>
              <a:off x="525463" y="3289031"/>
              <a:ext cx="1655763"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31" name="Line 43">
              <a:extLst>
                <a:ext uri="{FF2B5EF4-FFF2-40B4-BE49-F238E27FC236}">
                  <a16:creationId xmlns:a16="http://schemas.microsoft.com/office/drawing/2014/main" id="{3EB5B208-20F2-8A5F-ADE7-F30086B0C0D9}"/>
                </a:ext>
              </a:extLst>
            </p:cNvPr>
            <p:cNvSpPr>
              <a:spLocks noChangeShapeType="1"/>
            </p:cNvSpPr>
            <p:nvPr/>
          </p:nvSpPr>
          <p:spPr bwMode="auto">
            <a:xfrm>
              <a:off x="2195513" y="3279051"/>
              <a:ext cx="0" cy="420592"/>
            </a:xfrm>
            <a:prstGeom prst="line">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0932" name="Line 44">
              <a:extLst>
                <a:ext uri="{FF2B5EF4-FFF2-40B4-BE49-F238E27FC236}">
                  <a16:creationId xmlns:a16="http://schemas.microsoft.com/office/drawing/2014/main" id="{3C75C273-3DF0-F9FC-0054-2EC4A430A1AC}"/>
                </a:ext>
              </a:extLst>
            </p:cNvPr>
            <p:cNvSpPr>
              <a:spLocks noChangeShapeType="1"/>
            </p:cNvSpPr>
            <p:nvPr/>
          </p:nvSpPr>
          <p:spPr bwMode="auto">
            <a:xfrm>
              <a:off x="7161976" y="2185005"/>
              <a:ext cx="0" cy="82296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0933" name="Line 45">
              <a:extLst>
                <a:ext uri="{FF2B5EF4-FFF2-40B4-BE49-F238E27FC236}">
                  <a16:creationId xmlns:a16="http://schemas.microsoft.com/office/drawing/2014/main" id="{A7089AB3-1D7C-C8FA-5799-88A291E437E7}"/>
                </a:ext>
              </a:extLst>
            </p:cNvPr>
            <p:cNvSpPr>
              <a:spLocks noChangeShapeType="1"/>
            </p:cNvSpPr>
            <p:nvPr/>
          </p:nvSpPr>
          <p:spPr bwMode="auto">
            <a:xfrm flipH="1">
              <a:off x="4648450" y="2992478"/>
              <a:ext cx="2514600" cy="0"/>
            </a:xfrm>
            <a:prstGeom prst="line">
              <a:avLst/>
            </a:prstGeom>
            <a:noFill/>
            <a:ln w="3175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80934" name="Text Box 47">
              <a:extLst>
                <a:ext uri="{FF2B5EF4-FFF2-40B4-BE49-F238E27FC236}">
                  <a16:creationId xmlns:a16="http://schemas.microsoft.com/office/drawing/2014/main" id="{7C753932-E82B-9AA0-016C-A4743378EC63}"/>
                </a:ext>
              </a:extLst>
            </p:cNvPr>
            <p:cNvSpPr txBox="1">
              <a:spLocks noChangeArrowheads="1"/>
            </p:cNvSpPr>
            <p:nvPr/>
          </p:nvSpPr>
          <p:spPr bwMode="auto">
            <a:xfrm>
              <a:off x="3871913" y="1333821"/>
              <a:ext cx="457200" cy="36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endParaRPr lang="ru-RU" altLang="en-US" sz="1800"/>
            </a:p>
          </p:txBody>
        </p:sp>
        <p:sp>
          <p:nvSpPr>
            <p:cNvPr id="80935" name="Text Box 48">
              <a:extLst>
                <a:ext uri="{FF2B5EF4-FFF2-40B4-BE49-F238E27FC236}">
                  <a16:creationId xmlns:a16="http://schemas.microsoft.com/office/drawing/2014/main" id="{899BE263-2B17-4E3C-6CEC-2739033EE887}"/>
                </a:ext>
              </a:extLst>
            </p:cNvPr>
            <p:cNvSpPr txBox="1">
              <a:spLocks noChangeArrowheads="1"/>
            </p:cNvSpPr>
            <p:nvPr/>
          </p:nvSpPr>
          <p:spPr bwMode="auto">
            <a:xfrm>
              <a:off x="5181600" y="4038600"/>
              <a:ext cx="3457575" cy="1200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The structure of multiplying unit with the shift of multiplier to the right and multiplicand to the left</a:t>
              </a:r>
              <a:endParaRPr lang="ru-RU" altLang="en-US" sz="1800"/>
            </a:p>
          </p:txBody>
        </p:sp>
        <p:sp>
          <p:nvSpPr>
            <p:cNvPr id="80936" name="Text Box 49">
              <a:extLst>
                <a:ext uri="{FF2B5EF4-FFF2-40B4-BE49-F238E27FC236}">
                  <a16:creationId xmlns:a16="http://schemas.microsoft.com/office/drawing/2014/main" id="{E519F1D0-F8C1-A533-3597-D53791F15203}"/>
                </a:ext>
              </a:extLst>
            </p:cNvPr>
            <p:cNvSpPr txBox="1">
              <a:spLocks noChangeArrowheads="1"/>
            </p:cNvSpPr>
            <p:nvPr/>
          </p:nvSpPr>
          <p:spPr bwMode="auto">
            <a:xfrm>
              <a:off x="3333751" y="1003050"/>
              <a:ext cx="576263" cy="36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a:t>
              </a:r>
              <a:endParaRPr lang="ru-RU" altLang="en-US" sz="1800"/>
            </a:p>
          </p:txBody>
        </p:sp>
        <p:sp>
          <p:nvSpPr>
            <p:cNvPr id="80937" name="Text Box 50">
              <a:extLst>
                <a:ext uri="{FF2B5EF4-FFF2-40B4-BE49-F238E27FC236}">
                  <a16:creationId xmlns:a16="http://schemas.microsoft.com/office/drawing/2014/main" id="{EA5A4E74-28DB-9BC4-4AD1-8E429E757FD6}"/>
                </a:ext>
              </a:extLst>
            </p:cNvPr>
            <p:cNvSpPr txBox="1">
              <a:spLocks noChangeArrowheads="1"/>
            </p:cNvSpPr>
            <p:nvPr/>
          </p:nvSpPr>
          <p:spPr bwMode="auto">
            <a:xfrm>
              <a:off x="6142038" y="1003050"/>
              <a:ext cx="576263" cy="36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B</a:t>
              </a:r>
              <a:endParaRPr lang="ru-RU" altLang="en-US" sz="1800"/>
            </a:p>
          </p:txBody>
        </p:sp>
        <p:sp>
          <p:nvSpPr>
            <p:cNvPr id="80938" name="Text Box 51">
              <a:extLst>
                <a:ext uri="{FF2B5EF4-FFF2-40B4-BE49-F238E27FC236}">
                  <a16:creationId xmlns:a16="http://schemas.microsoft.com/office/drawing/2014/main" id="{B48E14B4-0F5F-DAFF-0D14-1C9885CBCF07}"/>
                </a:ext>
              </a:extLst>
            </p:cNvPr>
            <p:cNvSpPr txBox="1">
              <a:spLocks noChangeArrowheads="1"/>
            </p:cNvSpPr>
            <p:nvPr/>
          </p:nvSpPr>
          <p:spPr bwMode="auto">
            <a:xfrm>
              <a:off x="2181226" y="2253422"/>
              <a:ext cx="960438" cy="369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2n bit</a:t>
              </a:r>
              <a:endParaRPr lang="ru-RU" altLang="en-US" sz="1800"/>
            </a:p>
          </p:txBody>
        </p:sp>
        <p:sp>
          <p:nvSpPr>
            <p:cNvPr id="80939" name="Text Box 52">
              <a:extLst>
                <a:ext uri="{FF2B5EF4-FFF2-40B4-BE49-F238E27FC236}">
                  <a16:creationId xmlns:a16="http://schemas.microsoft.com/office/drawing/2014/main" id="{B1AA8D01-0363-7CA9-E4CA-70E8A426346E}"/>
                </a:ext>
              </a:extLst>
            </p:cNvPr>
            <p:cNvSpPr txBox="1">
              <a:spLocks noChangeArrowheads="1"/>
            </p:cNvSpPr>
            <p:nvPr/>
          </p:nvSpPr>
          <p:spPr bwMode="auto">
            <a:xfrm>
              <a:off x="3189288" y="5305024"/>
              <a:ext cx="960438" cy="33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2n bit</a:t>
              </a:r>
              <a:endParaRPr lang="ru-RU" altLang="en-US" sz="1600" b="1"/>
            </a:p>
          </p:txBody>
        </p:sp>
        <p:sp>
          <p:nvSpPr>
            <p:cNvPr id="80940" name="Text Box 53">
              <a:extLst>
                <a:ext uri="{FF2B5EF4-FFF2-40B4-BE49-F238E27FC236}">
                  <a16:creationId xmlns:a16="http://schemas.microsoft.com/office/drawing/2014/main" id="{1A5EA09F-491E-4BFF-7566-DDFEA8E2644F}"/>
                </a:ext>
              </a:extLst>
            </p:cNvPr>
            <p:cNvSpPr txBox="1">
              <a:spLocks noChangeArrowheads="1"/>
            </p:cNvSpPr>
            <p:nvPr/>
          </p:nvSpPr>
          <p:spPr bwMode="auto">
            <a:xfrm>
              <a:off x="3176588" y="4365463"/>
              <a:ext cx="960438" cy="33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2n bit</a:t>
              </a:r>
              <a:endParaRPr lang="ru-RU" altLang="en-US" sz="1600" b="1"/>
            </a:p>
          </p:txBody>
        </p:sp>
        <p:sp>
          <p:nvSpPr>
            <p:cNvPr id="80941" name="Text Box 54">
              <a:extLst>
                <a:ext uri="{FF2B5EF4-FFF2-40B4-BE49-F238E27FC236}">
                  <a16:creationId xmlns:a16="http://schemas.microsoft.com/office/drawing/2014/main" id="{833D4F2D-81F6-0D52-8ED4-B517A4AEC004}"/>
                </a:ext>
              </a:extLst>
            </p:cNvPr>
            <p:cNvSpPr txBox="1">
              <a:spLocks noChangeArrowheads="1"/>
            </p:cNvSpPr>
            <p:nvPr/>
          </p:nvSpPr>
          <p:spPr bwMode="auto">
            <a:xfrm>
              <a:off x="5997576" y="2166452"/>
              <a:ext cx="960438" cy="33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b="1"/>
                <a:t>n bit</a:t>
              </a:r>
              <a:endParaRPr lang="ru-RU" altLang="en-US" sz="1600" b="1"/>
            </a:p>
          </p:txBody>
        </p:sp>
        <p:sp>
          <p:nvSpPr>
            <p:cNvPr id="53" name="Trapezoid 52">
              <a:extLst>
                <a:ext uri="{FF2B5EF4-FFF2-40B4-BE49-F238E27FC236}">
                  <a16:creationId xmlns:a16="http://schemas.microsoft.com/office/drawing/2014/main" id="{F9BDEC61-7732-425D-966D-1629D32B41FF}"/>
                </a:ext>
              </a:extLst>
            </p:cNvPr>
            <p:cNvSpPr/>
            <p:nvPr/>
          </p:nvSpPr>
          <p:spPr bwMode="auto">
            <a:xfrm rot="10800000">
              <a:off x="2877359" y="2727165"/>
              <a:ext cx="1919514" cy="531841"/>
            </a:xfrm>
            <a:prstGeom prst="trapezoid">
              <a:avLst>
                <a:gd name="adj" fmla="val 60622"/>
              </a:avLst>
            </a:prstGeom>
            <a:solidFill>
              <a:schemeClr val="accent1">
                <a:lumMod val="60000"/>
                <a:lumOff val="40000"/>
              </a:schemeClr>
            </a:solidFill>
            <a:ln w="28575" cap="flat" cmpd="sng" algn="ctr">
              <a:solidFill>
                <a:schemeClr val="tx1"/>
              </a:solidFill>
              <a:prstDash val="solid"/>
              <a:round/>
              <a:headEnd type="none" w="med" len="med"/>
              <a:tailEnd type="none" w="med" len="med"/>
            </a:ln>
            <a:effectLst/>
          </p:spPr>
          <p:txBody>
            <a:bodyPr anchor="ctr"/>
            <a:lstStyle/>
            <a:p>
              <a:pPr eaLnBrk="1" hangingPunct="1">
                <a:defRPr/>
              </a:pPr>
              <a:endParaRPr lang="en-GB" dirty="0">
                <a:latin typeface="Arial" charset="0"/>
                <a:cs typeface="Arial" charset="0"/>
              </a:endParaRPr>
            </a:p>
          </p:txBody>
        </p:sp>
        <p:sp>
          <p:nvSpPr>
            <p:cNvPr id="80943" name="Text Box 53">
              <a:extLst>
                <a:ext uri="{FF2B5EF4-FFF2-40B4-BE49-F238E27FC236}">
                  <a16:creationId xmlns:a16="http://schemas.microsoft.com/office/drawing/2014/main" id="{BFC2B7B0-3CD3-F652-93E8-9EF725ECA277}"/>
                </a:ext>
              </a:extLst>
            </p:cNvPr>
            <p:cNvSpPr txBox="1">
              <a:spLocks noChangeArrowheads="1"/>
            </p:cNvSpPr>
            <p:nvPr/>
          </p:nvSpPr>
          <p:spPr bwMode="auto">
            <a:xfrm>
              <a:off x="3276600" y="2819400"/>
              <a:ext cx="10366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800"/>
                <a:t>MUX</a:t>
              </a:r>
              <a:endParaRPr lang="ru-RU" altLang="en-US" sz="1800"/>
            </a:p>
          </p:txBody>
        </p:sp>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4">
            <a:extLst>
              <a:ext uri="{FF2B5EF4-FFF2-40B4-BE49-F238E27FC236}">
                <a16:creationId xmlns:a16="http://schemas.microsoft.com/office/drawing/2014/main" id="{E9AB3CE1-F4F3-7CC7-5110-6D3B7E159D3A}"/>
              </a:ext>
            </a:extLst>
          </p:cNvPr>
          <p:cNvSpPr>
            <a:spLocks noGrp="1" noChangeArrowheads="1"/>
          </p:cNvSpPr>
          <p:nvPr>
            <p:ph type="title"/>
          </p:nvPr>
        </p:nvSpPr>
        <p:spPr/>
        <p:txBody>
          <a:bodyPr/>
          <a:lstStyle/>
          <a:p>
            <a:r>
              <a:rPr lang="en-US" altLang="en-US"/>
              <a:t>Multiplying Algorithm</a:t>
            </a:r>
            <a:endParaRPr lang="ru-RU" altLang="en-US"/>
          </a:p>
        </p:txBody>
      </p:sp>
      <p:grpSp>
        <p:nvGrpSpPr>
          <p:cNvPr id="81923" name="Group 1">
            <a:extLst>
              <a:ext uri="{FF2B5EF4-FFF2-40B4-BE49-F238E27FC236}">
                <a16:creationId xmlns:a16="http://schemas.microsoft.com/office/drawing/2014/main" id="{EF6CB0AF-6719-AC07-7EB4-C75B71D3699E}"/>
              </a:ext>
            </a:extLst>
          </p:cNvPr>
          <p:cNvGrpSpPr>
            <a:grpSpLocks/>
          </p:cNvGrpSpPr>
          <p:nvPr/>
        </p:nvGrpSpPr>
        <p:grpSpPr bwMode="auto">
          <a:xfrm>
            <a:off x="2865439" y="1425575"/>
            <a:ext cx="6461125" cy="4267200"/>
            <a:chOff x="914400" y="1066800"/>
            <a:chExt cx="6461125" cy="4267200"/>
          </a:xfrm>
        </p:grpSpPr>
        <p:sp>
          <p:nvSpPr>
            <p:cNvPr id="84996" name="Oval 6">
              <a:extLst>
                <a:ext uri="{FF2B5EF4-FFF2-40B4-BE49-F238E27FC236}">
                  <a16:creationId xmlns:a16="http://schemas.microsoft.com/office/drawing/2014/main" id="{CD5D395A-9325-411A-8C76-8E9B8653AAB5}"/>
                </a:ext>
              </a:extLst>
            </p:cNvPr>
            <p:cNvSpPr>
              <a:spLocks noChangeArrowheads="1"/>
            </p:cNvSpPr>
            <p:nvPr/>
          </p:nvSpPr>
          <p:spPr bwMode="auto">
            <a:xfrm>
              <a:off x="1338262" y="1066800"/>
              <a:ext cx="1427163" cy="387350"/>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1600">
                  <a:latin typeface="Arial" charset="0"/>
                  <a:cs typeface="Arial" charset="0"/>
                </a:rPr>
                <a:t>Start</a:t>
              </a:r>
            </a:p>
            <a:p>
              <a:pPr>
                <a:defRPr/>
              </a:pPr>
              <a:endParaRPr lang="en-US" sz="1600">
                <a:latin typeface="Arial" charset="0"/>
                <a:cs typeface="Arial" charset="0"/>
              </a:endParaRPr>
            </a:p>
          </p:txBody>
        </p:sp>
        <p:sp>
          <p:nvSpPr>
            <p:cNvPr id="84998" name="AutoShape 7">
              <a:extLst>
                <a:ext uri="{FF2B5EF4-FFF2-40B4-BE49-F238E27FC236}">
                  <a16:creationId xmlns:a16="http://schemas.microsoft.com/office/drawing/2014/main" id="{A17108CE-3A69-4DD2-BF07-33AC0C045775}"/>
                </a:ext>
              </a:extLst>
            </p:cNvPr>
            <p:cNvSpPr>
              <a:spLocks noChangeArrowheads="1"/>
            </p:cNvSpPr>
            <p:nvPr/>
          </p:nvSpPr>
          <p:spPr bwMode="auto">
            <a:xfrm>
              <a:off x="914400" y="1755775"/>
              <a:ext cx="2239962" cy="703263"/>
            </a:xfrm>
            <a:prstGeom prst="flowChartDecision">
              <a:avLst/>
            </a:prstGeom>
            <a:solidFill>
              <a:schemeClr val="accent1">
                <a:lumMod val="40000"/>
                <a:lumOff val="60000"/>
              </a:schemeClr>
            </a:solidFill>
            <a:ln w="22225">
              <a:solidFill>
                <a:srgbClr val="000000"/>
              </a:solidFill>
              <a:miter lim="800000"/>
              <a:headEnd/>
              <a:tailEnd/>
            </a:ln>
          </p:spPr>
          <p:txBody>
            <a:bodyPr/>
            <a:lstStyle/>
            <a:p>
              <a:pPr>
                <a:defRPr/>
              </a:pPr>
              <a:r>
                <a:rPr lang="en-US" sz="1600" dirty="0">
                  <a:latin typeface="Arial" charset="0"/>
                  <a:cs typeface="Arial" charset="0"/>
                </a:rPr>
                <a:t>Multiply?</a:t>
              </a:r>
            </a:p>
            <a:p>
              <a:pPr>
                <a:defRPr/>
              </a:pPr>
              <a:endParaRPr lang="en-US" sz="1600" dirty="0">
                <a:latin typeface="Arial" charset="0"/>
                <a:cs typeface="Arial" charset="0"/>
              </a:endParaRPr>
            </a:p>
          </p:txBody>
        </p:sp>
        <p:sp>
          <p:nvSpPr>
            <p:cNvPr id="81926" name="Line 8">
              <a:extLst>
                <a:ext uri="{FF2B5EF4-FFF2-40B4-BE49-F238E27FC236}">
                  <a16:creationId xmlns:a16="http://schemas.microsoft.com/office/drawing/2014/main" id="{FDB51033-9BF9-86F7-D3D1-7D9F461048CA}"/>
                </a:ext>
              </a:extLst>
            </p:cNvPr>
            <p:cNvSpPr>
              <a:spLocks noChangeShapeType="1"/>
            </p:cNvSpPr>
            <p:nvPr/>
          </p:nvSpPr>
          <p:spPr bwMode="auto">
            <a:xfrm>
              <a:off x="2047875" y="1465263"/>
              <a:ext cx="0" cy="290512"/>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1927" name="Line 9">
              <a:extLst>
                <a:ext uri="{FF2B5EF4-FFF2-40B4-BE49-F238E27FC236}">
                  <a16:creationId xmlns:a16="http://schemas.microsoft.com/office/drawing/2014/main" id="{2098716E-7E00-8DAC-5756-9C7F463B187E}"/>
                </a:ext>
              </a:extLst>
            </p:cNvPr>
            <p:cNvSpPr>
              <a:spLocks noChangeShapeType="1"/>
            </p:cNvSpPr>
            <p:nvPr/>
          </p:nvSpPr>
          <p:spPr bwMode="auto">
            <a:xfrm>
              <a:off x="3155950" y="2108200"/>
              <a:ext cx="26828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28" name="Line 10">
              <a:extLst>
                <a:ext uri="{FF2B5EF4-FFF2-40B4-BE49-F238E27FC236}">
                  <a16:creationId xmlns:a16="http://schemas.microsoft.com/office/drawing/2014/main" id="{AB071DCC-6E92-AEFC-4402-2F146D026BE5}"/>
                </a:ext>
              </a:extLst>
            </p:cNvPr>
            <p:cNvSpPr>
              <a:spLocks noChangeShapeType="1"/>
            </p:cNvSpPr>
            <p:nvPr/>
          </p:nvSpPr>
          <p:spPr bwMode="auto">
            <a:xfrm flipV="1">
              <a:off x="3413125" y="1558925"/>
              <a:ext cx="0" cy="55086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29" name="Line 11">
              <a:extLst>
                <a:ext uri="{FF2B5EF4-FFF2-40B4-BE49-F238E27FC236}">
                  <a16:creationId xmlns:a16="http://schemas.microsoft.com/office/drawing/2014/main" id="{5E4A9251-04CD-29A5-43A6-6ACDBA9F1FFE}"/>
                </a:ext>
              </a:extLst>
            </p:cNvPr>
            <p:cNvSpPr>
              <a:spLocks noChangeShapeType="1"/>
            </p:cNvSpPr>
            <p:nvPr/>
          </p:nvSpPr>
          <p:spPr bwMode="auto">
            <a:xfrm flipH="1">
              <a:off x="2047875" y="1571625"/>
              <a:ext cx="1350963"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1930" name="Line 12">
              <a:extLst>
                <a:ext uri="{FF2B5EF4-FFF2-40B4-BE49-F238E27FC236}">
                  <a16:creationId xmlns:a16="http://schemas.microsoft.com/office/drawing/2014/main" id="{B39FEC51-CB2D-103A-A161-9DCED10D6EB9}"/>
                </a:ext>
              </a:extLst>
            </p:cNvPr>
            <p:cNvSpPr>
              <a:spLocks noChangeShapeType="1"/>
            </p:cNvSpPr>
            <p:nvPr/>
          </p:nvSpPr>
          <p:spPr bwMode="auto">
            <a:xfrm>
              <a:off x="2043113" y="2447925"/>
              <a:ext cx="0" cy="328613"/>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5004" name="Rectangle 13">
              <a:extLst>
                <a:ext uri="{FF2B5EF4-FFF2-40B4-BE49-F238E27FC236}">
                  <a16:creationId xmlns:a16="http://schemas.microsoft.com/office/drawing/2014/main" id="{80AE96BB-4360-4F4D-98AA-7302528F8819}"/>
                </a:ext>
              </a:extLst>
            </p:cNvPr>
            <p:cNvSpPr>
              <a:spLocks noChangeArrowheads="1"/>
            </p:cNvSpPr>
            <p:nvPr/>
          </p:nvSpPr>
          <p:spPr bwMode="auto">
            <a:xfrm>
              <a:off x="1008062" y="2797175"/>
              <a:ext cx="2230438" cy="654050"/>
            </a:xfrm>
            <a:prstGeom prst="rect">
              <a:avLst/>
            </a:prstGeom>
            <a:solidFill>
              <a:schemeClr val="accent1">
                <a:lumMod val="40000"/>
                <a:lumOff val="60000"/>
              </a:schemeClr>
            </a:solidFill>
            <a:ln w="22225">
              <a:solidFill>
                <a:srgbClr val="000000"/>
              </a:solidFill>
              <a:miter lim="800000"/>
              <a:headEnd/>
              <a:tailEnd/>
            </a:ln>
          </p:spPr>
          <p:txBody>
            <a:bodyPr/>
            <a:lstStyle/>
            <a:p>
              <a:pPr>
                <a:defRPr/>
              </a:pPr>
              <a:r>
                <a:rPr lang="en-US" sz="1600" dirty="0">
                  <a:latin typeface="Arial" charset="0"/>
                  <a:cs typeface="Arial" charset="0"/>
                </a:rPr>
                <a:t>RA= A; RB=B; CT=n;  Acc=0; Ready=0;</a:t>
              </a:r>
            </a:p>
            <a:p>
              <a:pPr algn="ctr">
                <a:defRPr/>
              </a:pPr>
              <a:endParaRPr lang="en-US" sz="1600" dirty="0">
                <a:latin typeface="Arial" charset="0"/>
                <a:cs typeface="Arial" charset="0"/>
              </a:endParaRPr>
            </a:p>
          </p:txBody>
        </p:sp>
        <p:sp>
          <p:nvSpPr>
            <p:cNvPr id="81932" name="Text Box 16">
              <a:extLst>
                <a:ext uri="{FF2B5EF4-FFF2-40B4-BE49-F238E27FC236}">
                  <a16:creationId xmlns:a16="http://schemas.microsoft.com/office/drawing/2014/main" id="{C4F8B815-3023-DF54-0EEF-A463C7E5572B}"/>
                </a:ext>
              </a:extLst>
            </p:cNvPr>
            <p:cNvSpPr txBox="1">
              <a:spLocks noChangeArrowheads="1"/>
            </p:cNvSpPr>
            <p:nvPr/>
          </p:nvSpPr>
          <p:spPr bwMode="auto">
            <a:xfrm>
              <a:off x="2244725" y="2411413"/>
              <a:ext cx="1012825" cy="27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400"/>
                <a:t>Yes</a:t>
              </a:r>
            </a:p>
            <a:p>
              <a:endParaRPr lang="en-US" altLang="en-US" sz="1400"/>
            </a:p>
          </p:txBody>
        </p:sp>
        <p:sp>
          <p:nvSpPr>
            <p:cNvPr id="81933" name="Line 19">
              <a:extLst>
                <a:ext uri="{FF2B5EF4-FFF2-40B4-BE49-F238E27FC236}">
                  <a16:creationId xmlns:a16="http://schemas.microsoft.com/office/drawing/2014/main" id="{BC6AA847-8FA2-CEDC-15CF-1DA08AFBEF06}"/>
                </a:ext>
              </a:extLst>
            </p:cNvPr>
            <p:cNvSpPr>
              <a:spLocks noChangeShapeType="1"/>
            </p:cNvSpPr>
            <p:nvPr/>
          </p:nvSpPr>
          <p:spPr bwMode="auto">
            <a:xfrm>
              <a:off x="2089150" y="4648200"/>
              <a:ext cx="0" cy="327025"/>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5007" name="AutoShape 14">
              <a:extLst>
                <a:ext uri="{FF2B5EF4-FFF2-40B4-BE49-F238E27FC236}">
                  <a16:creationId xmlns:a16="http://schemas.microsoft.com/office/drawing/2014/main" id="{C6AFB225-78BC-4853-91C1-DE5F13CFDD48}"/>
                </a:ext>
              </a:extLst>
            </p:cNvPr>
            <p:cNvSpPr>
              <a:spLocks noChangeArrowheads="1"/>
            </p:cNvSpPr>
            <p:nvPr/>
          </p:nvSpPr>
          <p:spPr bwMode="auto">
            <a:xfrm>
              <a:off x="1079500" y="3770313"/>
              <a:ext cx="2022475" cy="882650"/>
            </a:xfrm>
            <a:prstGeom prst="flowChartDecision">
              <a:avLst/>
            </a:prstGeom>
            <a:solidFill>
              <a:schemeClr val="accent1">
                <a:lumMod val="40000"/>
                <a:lumOff val="60000"/>
              </a:schemeClr>
            </a:solidFill>
            <a:ln w="22225">
              <a:solidFill>
                <a:srgbClr val="000000"/>
              </a:solidFill>
              <a:miter lim="800000"/>
              <a:headEnd/>
              <a:tailEnd/>
            </a:ln>
          </p:spPr>
          <p:txBody>
            <a:bodyPr/>
            <a:lstStyle/>
            <a:p>
              <a:pPr>
                <a:defRPr/>
              </a:pPr>
              <a:endParaRPr lang="ru-RU" sz="1600">
                <a:latin typeface="Arial" charset="0"/>
                <a:cs typeface="Arial" charset="0"/>
              </a:endParaRPr>
            </a:p>
          </p:txBody>
        </p:sp>
        <p:sp>
          <p:nvSpPr>
            <p:cNvPr id="81935" name="Line 15">
              <a:extLst>
                <a:ext uri="{FF2B5EF4-FFF2-40B4-BE49-F238E27FC236}">
                  <a16:creationId xmlns:a16="http://schemas.microsoft.com/office/drawing/2014/main" id="{7D4AF340-B488-E994-3BD1-96FA07B7247B}"/>
                </a:ext>
              </a:extLst>
            </p:cNvPr>
            <p:cNvSpPr>
              <a:spLocks noChangeShapeType="1"/>
            </p:cNvSpPr>
            <p:nvPr/>
          </p:nvSpPr>
          <p:spPr bwMode="auto">
            <a:xfrm>
              <a:off x="3117850" y="4211638"/>
              <a:ext cx="741363" cy="0"/>
            </a:xfrm>
            <a:prstGeom prst="line">
              <a:avLst/>
            </a:prstGeom>
            <a:noFill/>
            <a:ln w="22225">
              <a:solidFill>
                <a:srgbClr val="000000"/>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81936" name="Text Box 17">
              <a:extLst>
                <a:ext uri="{FF2B5EF4-FFF2-40B4-BE49-F238E27FC236}">
                  <a16:creationId xmlns:a16="http://schemas.microsoft.com/office/drawing/2014/main" id="{4FC8AE38-1523-2DBA-436D-782CF71B8DDB}"/>
                </a:ext>
              </a:extLst>
            </p:cNvPr>
            <p:cNvSpPr txBox="1">
              <a:spLocks noChangeArrowheads="1"/>
            </p:cNvSpPr>
            <p:nvPr/>
          </p:nvSpPr>
          <p:spPr bwMode="auto">
            <a:xfrm>
              <a:off x="2876550" y="1790700"/>
              <a:ext cx="669925"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a:t>No</a:t>
              </a:r>
            </a:p>
            <a:p>
              <a:endParaRPr lang="en-US" altLang="en-US" sz="1600"/>
            </a:p>
          </p:txBody>
        </p:sp>
        <p:sp>
          <p:nvSpPr>
            <p:cNvPr id="81937" name="Line 20">
              <a:extLst>
                <a:ext uri="{FF2B5EF4-FFF2-40B4-BE49-F238E27FC236}">
                  <a16:creationId xmlns:a16="http://schemas.microsoft.com/office/drawing/2014/main" id="{DF6D6DDF-701F-E57E-BE7D-E0DE3FCFA089}"/>
                </a:ext>
              </a:extLst>
            </p:cNvPr>
            <p:cNvSpPr>
              <a:spLocks noChangeShapeType="1"/>
            </p:cNvSpPr>
            <p:nvPr/>
          </p:nvSpPr>
          <p:spPr bwMode="auto">
            <a:xfrm>
              <a:off x="5732463" y="2174875"/>
              <a:ext cx="0" cy="43180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5011" name="Text Box 23">
              <a:extLst>
                <a:ext uri="{FF2B5EF4-FFF2-40B4-BE49-F238E27FC236}">
                  <a16:creationId xmlns:a16="http://schemas.microsoft.com/office/drawing/2014/main" id="{DAF7A071-52BA-4137-BBAE-E4CFB0853A46}"/>
                </a:ext>
              </a:extLst>
            </p:cNvPr>
            <p:cNvSpPr txBox="1">
              <a:spLocks noChangeArrowheads="1"/>
            </p:cNvSpPr>
            <p:nvPr/>
          </p:nvSpPr>
          <p:spPr bwMode="auto">
            <a:xfrm>
              <a:off x="4511675" y="2617788"/>
              <a:ext cx="2446337" cy="650875"/>
            </a:xfrm>
            <a:prstGeom prst="rect">
              <a:avLst/>
            </a:prstGeom>
            <a:solidFill>
              <a:schemeClr val="accent1">
                <a:lumMod val="40000"/>
                <a:lumOff val="60000"/>
              </a:schemeClr>
            </a:solidFill>
            <a:ln w="22225">
              <a:solidFill>
                <a:srgbClr val="000000"/>
              </a:solidFill>
              <a:miter lim="800000"/>
              <a:headEnd/>
              <a:tailEnd/>
            </a:ln>
          </p:spPr>
          <p:txBody>
            <a:bodyPr/>
            <a:lstStyle/>
            <a:p>
              <a:pPr algn="ctr">
                <a:defRPr/>
              </a:pPr>
              <a:r>
                <a:rPr lang="en-US" sz="1600" dirty="0">
                  <a:latin typeface="Arial" charset="0"/>
                  <a:cs typeface="Arial" charset="0"/>
                </a:rPr>
                <a:t>Acc=SM; Shift Left RA;</a:t>
              </a:r>
            </a:p>
            <a:p>
              <a:pPr algn="ctr">
                <a:defRPr/>
              </a:pPr>
              <a:r>
                <a:rPr lang="en-US" sz="1600" dirty="0">
                  <a:latin typeface="Arial" charset="0"/>
                  <a:cs typeface="Arial" charset="0"/>
                </a:rPr>
                <a:t>Shift Right RB</a:t>
              </a:r>
            </a:p>
          </p:txBody>
        </p:sp>
        <p:sp>
          <p:nvSpPr>
            <p:cNvPr id="81939" name="Line 24">
              <a:extLst>
                <a:ext uri="{FF2B5EF4-FFF2-40B4-BE49-F238E27FC236}">
                  <a16:creationId xmlns:a16="http://schemas.microsoft.com/office/drawing/2014/main" id="{28285A49-6523-78B8-3334-699CECD50BDC}"/>
                </a:ext>
              </a:extLst>
            </p:cNvPr>
            <p:cNvSpPr>
              <a:spLocks noChangeShapeType="1"/>
            </p:cNvSpPr>
            <p:nvPr/>
          </p:nvSpPr>
          <p:spPr bwMode="auto">
            <a:xfrm>
              <a:off x="5800725" y="3273425"/>
              <a:ext cx="0" cy="344488"/>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5013" name="AutoShape 25">
              <a:extLst>
                <a:ext uri="{FF2B5EF4-FFF2-40B4-BE49-F238E27FC236}">
                  <a16:creationId xmlns:a16="http://schemas.microsoft.com/office/drawing/2014/main" id="{95CEF15B-45D9-4881-AC78-36D6FCEA9809}"/>
                </a:ext>
              </a:extLst>
            </p:cNvPr>
            <p:cNvSpPr>
              <a:spLocks noChangeArrowheads="1"/>
            </p:cNvSpPr>
            <p:nvPr/>
          </p:nvSpPr>
          <p:spPr bwMode="auto">
            <a:xfrm>
              <a:off x="4802187" y="3636963"/>
              <a:ext cx="2024063" cy="654050"/>
            </a:xfrm>
            <a:prstGeom prst="flowChartDecision">
              <a:avLst/>
            </a:prstGeom>
            <a:solidFill>
              <a:schemeClr val="accent1">
                <a:lumMod val="40000"/>
                <a:lumOff val="60000"/>
              </a:schemeClr>
            </a:solidFill>
            <a:ln w="22225">
              <a:solidFill>
                <a:srgbClr val="000000"/>
              </a:solidFill>
              <a:miter lim="800000"/>
              <a:headEnd/>
              <a:tailEnd/>
            </a:ln>
          </p:spPr>
          <p:txBody>
            <a:bodyPr/>
            <a:lstStyle/>
            <a:p>
              <a:pPr>
                <a:defRPr/>
              </a:pPr>
              <a:r>
                <a:rPr lang="en-US" sz="1600">
                  <a:latin typeface="Arial" charset="0"/>
                  <a:cs typeface="Arial" charset="0"/>
                </a:rPr>
                <a:t>(RB)=0?</a:t>
              </a:r>
            </a:p>
          </p:txBody>
        </p:sp>
        <p:sp>
          <p:nvSpPr>
            <p:cNvPr id="81941" name="Line 26">
              <a:extLst>
                <a:ext uri="{FF2B5EF4-FFF2-40B4-BE49-F238E27FC236}">
                  <a16:creationId xmlns:a16="http://schemas.microsoft.com/office/drawing/2014/main" id="{18A50E97-B5D4-3FF5-AAC6-CC6CB4B03C6C}"/>
                </a:ext>
              </a:extLst>
            </p:cNvPr>
            <p:cNvSpPr>
              <a:spLocks noChangeShapeType="1"/>
            </p:cNvSpPr>
            <p:nvPr/>
          </p:nvSpPr>
          <p:spPr bwMode="auto">
            <a:xfrm flipH="1">
              <a:off x="2066925" y="4738688"/>
              <a:ext cx="3748088" cy="0"/>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1942" name="Text Box 30">
              <a:extLst>
                <a:ext uri="{FF2B5EF4-FFF2-40B4-BE49-F238E27FC236}">
                  <a16:creationId xmlns:a16="http://schemas.microsoft.com/office/drawing/2014/main" id="{31D4E0C0-BE46-F976-8861-6FD15F91D507}"/>
                </a:ext>
              </a:extLst>
            </p:cNvPr>
            <p:cNvSpPr txBox="1">
              <a:spLocks noChangeArrowheads="1"/>
            </p:cNvSpPr>
            <p:nvPr/>
          </p:nvSpPr>
          <p:spPr bwMode="auto">
            <a:xfrm>
              <a:off x="4267200" y="3581400"/>
              <a:ext cx="738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a:t>Yes</a:t>
              </a:r>
            </a:p>
          </p:txBody>
        </p:sp>
        <p:sp>
          <p:nvSpPr>
            <p:cNvPr id="81943" name="Text Box 31">
              <a:extLst>
                <a:ext uri="{FF2B5EF4-FFF2-40B4-BE49-F238E27FC236}">
                  <a16:creationId xmlns:a16="http://schemas.microsoft.com/office/drawing/2014/main" id="{B8ACD3A1-34CF-0D08-C4B7-354A7E9A6491}"/>
                </a:ext>
              </a:extLst>
            </p:cNvPr>
            <p:cNvSpPr txBox="1">
              <a:spLocks noChangeArrowheads="1"/>
            </p:cNvSpPr>
            <p:nvPr/>
          </p:nvSpPr>
          <p:spPr bwMode="auto">
            <a:xfrm>
              <a:off x="6477000" y="3505200"/>
              <a:ext cx="669925"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a:t>No</a:t>
              </a:r>
            </a:p>
            <a:p>
              <a:endParaRPr lang="en-US" altLang="en-US" sz="1600"/>
            </a:p>
          </p:txBody>
        </p:sp>
        <p:sp>
          <p:nvSpPr>
            <p:cNvPr id="81944" name="Line 32">
              <a:extLst>
                <a:ext uri="{FF2B5EF4-FFF2-40B4-BE49-F238E27FC236}">
                  <a16:creationId xmlns:a16="http://schemas.microsoft.com/office/drawing/2014/main" id="{E36FB172-CC0B-7848-D884-A6E46D784D5A}"/>
                </a:ext>
              </a:extLst>
            </p:cNvPr>
            <p:cNvSpPr>
              <a:spLocks noChangeShapeType="1"/>
            </p:cNvSpPr>
            <p:nvPr/>
          </p:nvSpPr>
          <p:spPr bwMode="auto">
            <a:xfrm flipV="1">
              <a:off x="6781800" y="3951288"/>
              <a:ext cx="59372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45" name="Line 33">
              <a:extLst>
                <a:ext uri="{FF2B5EF4-FFF2-40B4-BE49-F238E27FC236}">
                  <a16:creationId xmlns:a16="http://schemas.microsoft.com/office/drawing/2014/main" id="{DEEF5DDE-9CAA-72B4-CC4A-5034C2F3BFD4}"/>
                </a:ext>
              </a:extLst>
            </p:cNvPr>
            <p:cNvSpPr>
              <a:spLocks noChangeShapeType="1"/>
            </p:cNvSpPr>
            <p:nvPr/>
          </p:nvSpPr>
          <p:spPr bwMode="auto">
            <a:xfrm flipV="1">
              <a:off x="7361238" y="2201863"/>
              <a:ext cx="0" cy="173831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46" name="Line 34">
              <a:extLst>
                <a:ext uri="{FF2B5EF4-FFF2-40B4-BE49-F238E27FC236}">
                  <a16:creationId xmlns:a16="http://schemas.microsoft.com/office/drawing/2014/main" id="{8F13BBD4-B2B7-618F-44C6-8B8F6EB38CCD}"/>
                </a:ext>
              </a:extLst>
            </p:cNvPr>
            <p:cNvSpPr>
              <a:spLocks noChangeShapeType="1"/>
            </p:cNvSpPr>
            <p:nvPr/>
          </p:nvSpPr>
          <p:spPr bwMode="auto">
            <a:xfrm flipH="1" flipV="1">
              <a:off x="5764213" y="2190750"/>
              <a:ext cx="1581150" cy="3175"/>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1947" name="Text Box 37">
              <a:extLst>
                <a:ext uri="{FF2B5EF4-FFF2-40B4-BE49-F238E27FC236}">
                  <a16:creationId xmlns:a16="http://schemas.microsoft.com/office/drawing/2014/main" id="{AEABE199-FC9E-08D6-26F6-B7219120A2FA}"/>
                </a:ext>
              </a:extLst>
            </p:cNvPr>
            <p:cNvSpPr txBox="1">
              <a:spLocks noChangeArrowheads="1"/>
            </p:cNvSpPr>
            <p:nvPr/>
          </p:nvSpPr>
          <p:spPr bwMode="auto">
            <a:xfrm>
              <a:off x="1108075" y="4046538"/>
              <a:ext cx="2243138" cy="34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(RА) or (RB) =0?</a:t>
              </a:r>
              <a:endParaRPr lang="ru-RU" altLang="en-US" sz="1600"/>
            </a:p>
          </p:txBody>
        </p:sp>
        <p:sp>
          <p:nvSpPr>
            <p:cNvPr id="81948" name="Text Box 17">
              <a:extLst>
                <a:ext uri="{FF2B5EF4-FFF2-40B4-BE49-F238E27FC236}">
                  <a16:creationId xmlns:a16="http://schemas.microsoft.com/office/drawing/2014/main" id="{33028BE2-7D04-5C43-F7FC-60D99457561E}"/>
                </a:ext>
              </a:extLst>
            </p:cNvPr>
            <p:cNvSpPr txBox="1">
              <a:spLocks noChangeArrowheads="1"/>
            </p:cNvSpPr>
            <p:nvPr/>
          </p:nvSpPr>
          <p:spPr bwMode="auto">
            <a:xfrm>
              <a:off x="3082925" y="3813175"/>
              <a:ext cx="668338" cy="22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a:t>No</a:t>
              </a:r>
            </a:p>
            <a:p>
              <a:endParaRPr lang="en-US" altLang="en-US" sz="1600"/>
            </a:p>
          </p:txBody>
        </p:sp>
        <p:sp>
          <p:nvSpPr>
            <p:cNvPr id="81949" name="Line 12">
              <a:extLst>
                <a:ext uri="{FF2B5EF4-FFF2-40B4-BE49-F238E27FC236}">
                  <a16:creationId xmlns:a16="http://schemas.microsoft.com/office/drawing/2014/main" id="{52EE61DA-26A4-DD3C-F643-B75A72CD3CE7}"/>
                </a:ext>
              </a:extLst>
            </p:cNvPr>
            <p:cNvSpPr>
              <a:spLocks noChangeShapeType="1"/>
            </p:cNvSpPr>
            <p:nvPr/>
          </p:nvSpPr>
          <p:spPr bwMode="auto">
            <a:xfrm>
              <a:off x="2089150" y="3457575"/>
              <a:ext cx="0" cy="327025"/>
            </a:xfrm>
            <a:prstGeom prst="line">
              <a:avLst/>
            </a:prstGeom>
            <a:noFill/>
            <a:ln w="22225">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5023" name="Oval 6">
              <a:extLst>
                <a:ext uri="{FF2B5EF4-FFF2-40B4-BE49-F238E27FC236}">
                  <a16:creationId xmlns:a16="http://schemas.microsoft.com/office/drawing/2014/main" id="{39345F19-DD22-4055-98C5-822DC70E5CFC}"/>
                </a:ext>
              </a:extLst>
            </p:cNvPr>
            <p:cNvSpPr>
              <a:spLocks noChangeArrowheads="1"/>
            </p:cNvSpPr>
            <p:nvPr/>
          </p:nvSpPr>
          <p:spPr bwMode="auto">
            <a:xfrm>
              <a:off x="1381125" y="4946650"/>
              <a:ext cx="1427162" cy="387350"/>
            </a:xfrm>
            <a:prstGeom prst="ellipse">
              <a:avLst/>
            </a:prstGeom>
            <a:solidFill>
              <a:schemeClr val="accent1">
                <a:lumMod val="40000"/>
                <a:lumOff val="60000"/>
              </a:schemeClr>
            </a:solidFill>
            <a:ln w="22225">
              <a:solidFill>
                <a:srgbClr val="000000"/>
              </a:solidFill>
              <a:round/>
              <a:headEnd/>
              <a:tailEnd/>
            </a:ln>
          </p:spPr>
          <p:txBody>
            <a:bodyPr/>
            <a:lstStyle/>
            <a:p>
              <a:pPr algn="ctr">
                <a:defRPr/>
              </a:pPr>
              <a:r>
                <a:rPr lang="en-US" sz="1600">
                  <a:latin typeface="Arial" charset="0"/>
                  <a:cs typeface="Arial" charset="0"/>
                </a:rPr>
                <a:t>End</a:t>
              </a:r>
            </a:p>
            <a:p>
              <a:pPr>
                <a:defRPr/>
              </a:pPr>
              <a:endParaRPr lang="en-US" sz="1600">
                <a:latin typeface="Arial" charset="0"/>
                <a:cs typeface="Arial" charset="0"/>
              </a:endParaRPr>
            </a:p>
          </p:txBody>
        </p:sp>
        <p:sp>
          <p:nvSpPr>
            <p:cNvPr id="81951" name="Line 35">
              <a:extLst>
                <a:ext uri="{FF2B5EF4-FFF2-40B4-BE49-F238E27FC236}">
                  <a16:creationId xmlns:a16="http://schemas.microsoft.com/office/drawing/2014/main" id="{74DC4641-2CDB-6B8B-06A3-D60B9F373984}"/>
                </a:ext>
              </a:extLst>
            </p:cNvPr>
            <p:cNvSpPr>
              <a:spLocks noChangeShapeType="1"/>
            </p:cNvSpPr>
            <p:nvPr/>
          </p:nvSpPr>
          <p:spPr bwMode="auto">
            <a:xfrm flipV="1">
              <a:off x="3871913" y="2192338"/>
              <a:ext cx="0" cy="20097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1952" name="Line 36">
              <a:extLst>
                <a:ext uri="{FF2B5EF4-FFF2-40B4-BE49-F238E27FC236}">
                  <a16:creationId xmlns:a16="http://schemas.microsoft.com/office/drawing/2014/main" id="{B446F340-99D3-CE41-4206-35A41DDE79EE}"/>
                </a:ext>
              </a:extLst>
            </p:cNvPr>
            <p:cNvSpPr>
              <a:spLocks noChangeShapeType="1"/>
            </p:cNvSpPr>
            <p:nvPr/>
          </p:nvSpPr>
          <p:spPr bwMode="auto">
            <a:xfrm>
              <a:off x="3862388" y="2187575"/>
              <a:ext cx="1858962" cy="0"/>
            </a:xfrm>
            <a:prstGeom prst="line">
              <a:avLst/>
            </a:prstGeom>
            <a:noFill/>
            <a:ln w="22225">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1953" name="Line 39">
              <a:extLst>
                <a:ext uri="{FF2B5EF4-FFF2-40B4-BE49-F238E27FC236}">
                  <a16:creationId xmlns:a16="http://schemas.microsoft.com/office/drawing/2014/main" id="{B1040501-09BD-E3C2-607D-3E087AA6E924}"/>
                </a:ext>
              </a:extLst>
            </p:cNvPr>
            <p:cNvSpPr>
              <a:spLocks noChangeShapeType="1"/>
            </p:cNvSpPr>
            <p:nvPr/>
          </p:nvSpPr>
          <p:spPr bwMode="auto">
            <a:xfrm>
              <a:off x="5832475" y="4278313"/>
              <a:ext cx="0" cy="4572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a:extLst>
              <a:ext uri="{FF2B5EF4-FFF2-40B4-BE49-F238E27FC236}">
                <a16:creationId xmlns:a16="http://schemas.microsoft.com/office/drawing/2014/main" id="{B67FBAE9-A86A-CA2A-18B2-945DA21DDF30}"/>
              </a:ext>
            </a:extLst>
          </p:cNvPr>
          <p:cNvSpPr>
            <a:spLocks noGrp="1" noChangeArrowheads="1"/>
          </p:cNvSpPr>
          <p:nvPr>
            <p:ph type="title"/>
          </p:nvPr>
        </p:nvSpPr>
        <p:spPr/>
        <p:txBody>
          <a:bodyPr/>
          <a:lstStyle/>
          <a:p>
            <a:r>
              <a:rPr lang="en-US" altLang="en-US"/>
              <a:t>Example</a:t>
            </a:r>
          </a:p>
        </p:txBody>
      </p:sp>
      <p:graphicFrame>
        <p:nvGraphicFramePr>
          <p:cNvPr id="4" name="Table 3">
            <a:extLst>
              <a:ext uri="{FF2B5EF4-FFF2-40B4-BE49-F238E27FC236}">
                <a16:creationId xmlns:a16="http://schemas.microsoft.com/office/drawing/2014/main" id="{1F34AE12-737F-420E-95E5-7C8FE2ACC661}"/>
              </a:ext>
            </a:extLst>
          </p:cNvPr>
          <p:cNvGraphicFramePr>
            <a:graphicFrameLocks noGrp="1"/>
          </p:cNvGraphicFramePr>
          <p:nvPr/>
        </p:nvGraphicFramePr>
        <p:xfrm>
          <a:off x="2247900" y="2743200"/>
          <a:ext cx="7696200" cy="2908554"/>
        </p:xfrm>
        <a:graphic>
          <a:graphicData uri="http://schemas.openxmlformats.org/drawingml/2006/table">
            <a:tbl>
              <a:tblPr firstRow="1" firstCol="1" bandRow="1">
                <a:tableStyleId>{3C2FFA5D-87B4-456A-9821-1D502468CF0F}</a:tableStyleId>
              </a:tblPr>
              <a:tblGrid>
                <a:gridCol w="26670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3124200">
                  <a:extLst>
                    <a:ext uri="{9D8B030D-6E8A-4147-A177-3AD203B41FA5}">
                      <a16:colId xmlns:a16="http://schemas.microsoft.com/office/drawing/2014/main" val="20002"/>
                    </a:ext>
                  </a:extLst>
                </a:gridCol>
              </a:tblGrid>
              <a:tr h="264414">
                <a:tc>
                  <a:txBody>
                    <a:bodyPr/>
                    <a:lstStyle/>
                    <a:p>
                      <a:pPr marL="90170" marR="0" algn="ctr">
                        <a:lnSpc>
                          <a:spcPct val="115000"/>
                        </a:lnSpc>
                        <a:spcBef>
                          <a:spcPts val="0"/>
                        </a:spcBef>
                        <a:spcAft>
                          <a:spcPts val="0"/>
                        </a:spcAft>
                        <a:tabLst>
                          <a:tab pos="90170" algn="l"/>
                        </a:tabLst>
                      </a:pPr>
                      <a:r>
                        <a:rPr lang="en-GB" sz="1400" dirty="0">
                          <a:effectLst/>
                        </a:rPr>
                        <a:t>RA</a:t>
                      </a:r>
                      <a:endParaRPr lang="en-US" sz="1400" dirty="0">
                        <a:effectLst/>
                        <a:latin typeface="+mj-lt"/>
                        <a:ea typeface="Times New Roman"/>
                        <a:cs typeface="Arial" panose="020B0604020202020204" pitchFamily="34" charset="0"/>
                      </a:endParaRPr>
                    </a:p>
                  </a:txBody>
                  <a:tcPr marL="68580" marR="68580" marT="0" marB="0"/>
                </a:tc>
                <a:tc>
                  <a:txBody>
                    <a:bodyPr/>
                    <a:lstStyle/>
                    <a:p>
                      <a:pPr marL="90170" marR="0" algn="ctr">
                        <a:lnSpc>
                          <a:spcPct val="115000"/>
                        </a:lnSpc>
                        <a:spcBef>
                          <a:spcPts val="0"/>
                        </a:spcBef>
                        <a:spcAft>
                          <a:spcPts val="0"/>
                        </a:spcAft>
                        <a:tabLst>
                          <a:tab pos="90170" algn="l"/>
                        </a:tabLst>
                      </a:pPr>
                      <a:r>
                        <a:rPr lang="en-GB" sz="1400" dirty="0">
                          <a:effectLst/>
                        </a:rPr>
                        <a:t>RB</a:t>
                      </a:r>
                      <a:endParaRPr lang="en-US" sz="1400" dirty="0">
                        <a:effectLst/>
                        <a:latin typeface="+mj-lt"/>
                        <a:ea typeface="Times New Roman"/>
                        <a:cs typeface="Arial" panose="020B0604020202020204" pitchFamily="34" charset="0"/>
                      </a:endParaRPr>
                    </a:p>
                  </a:txBody>
                  <a:tcPr marL="68580" marR="68580" marT="0" marB="0"/>
                </a:tc>
                <a:tc>
                  <a:txBody>
                    <a:bodyPr/>
                    <a:lstStyle/>
                    <a:p>
                      <a:pPr marL="90170" marR="0" algn="ctr">
                        <a:lnSpc>
                          <a:spcPct val="115000"/>
                        </a:lnSpc>
                        <a:spcBef>
                          <a:spcPts val="0"/>
                        </a:spcBef>
                        <a:spcAft>
                          <a:spcPts val="0"/>
                        </a:spcAft>
                        <a:tabLst>
                          <a:tab pos="90170" algn="l"/>
                        </a:tabLst>
                      </a:pPr>
                      <a:r>
                        <a:rPr lang="en-GB" sz="1400" dirty="0" err="1">
                          <a:effectLst/>
                        </a:rPr>
                        <a:t>Acc</a:t>
                      </a:r>
                      <a:endParaRPr lang="en-US" sz="1400" dirty="0">
                        <a:effectLst/>
                        <a:latin typeface="+mj-lt"/>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0"/>
                  </a:ext>
                </a:extLst>
              </a:tr>
              <a:tr h="528828">
                <a:tc>
                  <a:txBody>
                    <a:bodyPr/>
                    <a:lstStyle/>
                    <a:p>
                      <a:pPr marL="90170" marR="0" algn="ctr">
                        <a:lnSpc>
                          <a:spcPct val="115000"/>
                        </a:lnSpc>
                        <a:spcBef>
                          <a:spcPts val="0"/>
                        </a:spcBef>
                        <a:spcAft>
                          <a:spcPts val="0"/>
                        </a:spcAft>
                        <a:tabLst>
                          <a:tab pos="90170" algn="l"/>
                        </a:tabLst>
                      </a:pPr>
                      <a:endParaRPr lang="en-US" sz="1400" b="1" dirty="0">
                        <a:effectLst/>
                      </a:endParaRPr>
                    </a:p>
                    <a:p>
                      <a:pPr marL="90170" marR="0" algn="ctr">
                        <a:lnSpc>
                          <a:spcPct val="115000"/>
                        </a:lnSpc>
                        <a:spcBef>
                          <a:spcPts val="0"/>
                        </a:spcBef>
                        <a:spcAft>
                          <a:spcPts val="0"/>
                        </a:spcAft>
                        <a:tabLst>
                          <a:tab pos="90170" algn="l"/>
                        </a:tabLst>
                      </a:pPr>
                      <a:r>
                        <a:rPr lang="en-US" sz="1400" b="1" dirty="0">
                          <a:effectLst/>
                        </a:rPr>
                        <a:t>0 0 0 0 0 0 0 0 1 </a:t>
                      </a:r>
                      <a:r>
                        <a:rPr lang="ru-RU" sz="1400" b="1" dirty="0">
                          <a:effectLst/>
                        </a:rPr>
                        <a:t>0</a:t>
                      </a:r>
                      <a:r>
                        <a:rPr lang="en-US" sz="1400" b="1" dirty="0">
                          <a:effectLst/>
                        </a:rPr>
                        <a:t> 1 </a:t>
                      </a:r>
                      <a:r>
                        <a:rPr lang="ru-RU" sz="1400" b="1" dirty="0">
                          <a:effectLst/>
                        </a:rPr>
                        <a:t>0 1</a:t>
                      </a:r>
                      <a:r>
                        <a:rPr lang="en-US" sz="1400" b="1" dirty="0">
                          <a:effectLst/>
                        </a:rPr>
                        <a:t> </a:t>
                      </a:r>
                      <a:r>
                        <a:rPr lang="ru-RU" sz="1400" b="1" dirty="0">
                          <a:effectLst/>
                        </a:rPr>
                        <a:t>1</a:t>
                      </a:r>
                      <a:r>
                        <a:rPr lang="en-US" sz="1400" b="1" dirty="0">
                          <a:effectLst/>
                        </a:rPr>
                        <a:t> </a:t>
                      </a:r>
                      <a:r>
                        <a:rPr lang="ru-RU" sz="1400" b="1" dirty="0">
                          <a:effectLst/>
                        </a:rPr>
                        <a:t>0</a:t>
                      </a:r>
                      <a:r>
                        <a:rPr lang="en-US" sz="1400" b="1" dirty="0">
                          <a:effectLst/>
                        </a:rPr>
                        <a:t> </a:t>
                      </a:r>
                      <a:r>
                        <a:rPr lang="ru-RU" sz="1400" b="1" dirty="0">
                          <a:effectLst/>
                        </a:rPr>
                        <a:t>1</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algn="ctr">
                        <a:lnSpc>
                          <a:spcPct val="100000"/>
                        </a:lnSpc>
                        <a:spcBef>
                          <a:spcPts val="0"/>
                        </a:spcBef>
                        <a:spcAft>
                          <a:spcPts val="0"/>
                        </a:spcAft>
                        <a:tabLst>
                          <a:tab pos="90170" algn="l"/>
                        </a:tabLst>
                      </a:pPr>
                      <a:endParaRPr lang="en-US" sz="1400" b="1" dirty="0">
                        <a:effectLst/>
                      </a:endParaRPr>
                    </a:p>
                    <a:p>
                      <a:pPr marL="90170" marR="0" algn="ctr">
                        <a:lnSpc>
                          <a:spcPct val="100000"/>
                        </a:lnSpc>
                        <a:spcBef>
                          <a:spcPts val="0"/>
                        </a:spcBef>
                        <a:spcAft>
                          <a:spcPts val="0"/>
                        </a:spcAft>
                        <a:tabLst>
                          <a:tab pos="90170" algn="l"/>
                        </a:tabLst>
                      </a:pPr>
                      <a:r>
                        <a:rPr lang="en-US" sz="1400" b="1" dirty="0">
                          <a:effectLst/>
                        </a:rPr>
                        <a:t>0  0  0 </a:t>
                      </a:r>
                      <a:r>
                        <a:rPr lang="en-US" sz="1400" b="1" baseline="0" dirty="0">
                          <a:effectLst/>
                        </a:rPr>
                        <a:t> </a:t>
                      </a:r>
                      <a:r>
                        <a:rPr lang="en-US" sz="1400" b="1" dirty="0">
                          <a:effectLst/>
                        </a:rPr>
                        <a:t>0  </a:t>
                      </a:r>
                      <a:r>
                        <a:rPr lang="ru-RU" sz="1400" b="1" dirty="0">
                          <a:effectLst/>
                        </a:rPr>
                        <a:t>0</a:t>
                      </a:r>
                      <a:r>
                        <a:rPr lang="en-US" sz="1400" b="1" dirty="0">
                          <a:effectLst/>
                        </a:rPr>
                        <a:t> 1 </a:t>
                      </a:r>
                      <a:r>
                        <a:rPr lang="ru-RU" sz="1400" b="1" dirty="0">
                          <a:effectLst/>
                        </a:rPr>
                        <a:t>1</a:t>
                      </a:r>
                      <a:r>
                        <a:rPr lang="en-US" sz="1400" b="1" dirty="0">
                          <a:effectLst/>
                        </a:rPr>
                        <a:t> </a:t>
                      </a:r>
                      <a:r>
                        <a:rPr lang="ru-RU" sz="1400" b="1" dirty="0">
                          <a:effectLst/>
                        </a:rPr>
                        <a:t>0</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a:lnSpc>
                          <a:spcPct val="100000"/>
                        </a:lnSpc>
                        <a:spcBef>
                          <a:spcPts val="0"/>
                        </a:spcBef>
                        <a:spcAft>
                          <a:spcPts val="0"/>
                        </a:spcAft>
                        <a:tabLst>
                          <a:tab pos="90170" algn="l"/>
                        </a:tabLst>
                      </a:pPr>
                      <a:r>
                        <a:rPr lang="en-US" sz="1400" b="1" dirty="0">
                          <a:effectLst/>
                        </a:rPr>
                        <a:t>  </a:t>
                      </a:r>
                      <a:r>
                        <a:rPr lang="hy-AM" sz="1400" b="1" dirty="0">
                          <a:effectLst/>
                        </a:rPr>
                        <a:t>    </a:t>
                      </a:r>
                      <a:r>
                        <a:rPr lang="ru-RU" sz="1400" b="1" dirty="0">
                          <a:effectLst/>
                        </a:rPr>
                        <a:t> </a:t>
                      </a:r>
                      <a:endParaRPr lang="en-US" sz="1400" b="1" dirty="0">
                        <a:effectLst/>
                      </a:endParaRPr>
                    </a:p>
                    <a:p>
                      <a:pPr marL="90170" marR="0">
                        <a:lnSpc>
                          <a:spcPct val="100000"/>
                        </a:lnSpc>
                        <a:spcBef>
                          <a:spcPts val="0"/>
                        </a:spcBef>
                        <a:spcAft>
                          <a:spcPts val="0"/>
                        </a:spcAft>
                        <a:tabLst>
                          <a:tab pos="90170" algn="l"/>
                        </a:tabLst>
                      </a:pPr>
                      <a:r>
                        <a:rPr lang="en-US" sz="1400" b="1" dirty="0">
                          <a:effectLst/>
                        </a:rPr>
                        <a:t>     </a:t>
                      </a:r>
                      <a:r>
                        <a:rPr lang="ru-RU" sz="1400" b="1" dirty="0">
                          <a:effectLst/>
                        </a:rPr>
                        <a:t>0</a:t>
                      </a:r>
                      <a:r>
                        <a:rPr lang="en-US" sz="1400" b="1" dirty="0">
                          <a:effectLst/>
                        </a:rPr>
                        <a:t> </a:t>
                      </a:r>
                      <a:r>
                        <a:rPr lang="ru-RU" sz="1400" b="1" dirty="0">
                          <a:effectLst/>
                        </a:rPr>
                        <a:t>0</a:t>
                      </a:r>
                      <a:r>
                        <a:rPr lang="en-US" sz="1400" b="1" dirty="0">
                          <a:effectLst/>
                        </a:rPr>
                        <a:t> </a:t>
                      </a:r>
                      <a:r>
                        <a:rPr lang="ru-RU" sz="1400" b="1" dirty="0">
                          <a:effectLst/>
                        </a:rPr>
                        <a:t>0 0</a:t>
                      </a:r>
                      <a:r>
                        <a:rPr lang="en-US" sz="1400" b="1" dirty="0">
                          <a:effectLst/>
                        </a:rPr>
                        <a:t> </a:t>
                      </a:r>
                      <a:r>
                        <a:rPr lang="ru-RU" sz="1400" b="1" dirty="0">
                          <a:effectLst/>
                        </a:rPr>
                        <a:t>0</a:t>
                      </a:r>
                      <a:r>
                        <a:rPr lang="en-US" sz="1400" b="1" dirty="0">
                          <a:effectLst/>
                        </a:rPr>
                        <a:t> </a:t>
                      </a:r>
                      <a:r>
                        <a:rPr lang="ru-RU" sz="1400" b="1" dirty="0">
                          <a:effectLst/>
                        </a:rPr>
                        <a:t>0</a:t>
                      </a:r>
                      <a:r>
                        <a:rPr lang="en-US" sz="1400" b="1" dirty="0">
                          <a:effectLst/>
                        </a:rPr>
                        <a:t> </a:t>
                      </a:r>
                      <a:r>
                        <a:rPr lang="ru-RU" sz="1400" b="1" dirty="0">
                          <a:effectLst/>
                        </a:rPr>
                        <a:t>0</a:t>
                      </a:r>
                      <a:r>
                        <a:rPr lang="en-US" sz="1400" b="1" dirty="0">
                          <a:effectLst/>
                        </a:rPr>
                        <a:t> 0 0 0 0 0 0 0 0</a:t>
                      </a:r>
                      <a:endParaRPr lang="en-US" sz="1400" b="1" dirty="0">
                        <a:effectLst/>
                        <a:latin typeface="+mj-lt"/>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1"/>
                  </a:ext>
                </a:extLst>
              </a:tr>
              <a:tr h="793242">
                <a:tc>
                  <a:txBody>
                    <a:bodyPr/>
                    <a:lstStyle/>
                    <a:p>
                      <a:pPr marL="90170" marR="0" algn="ctr">
                        <a:lnSpc>
                          <a:spcPct val="115000"/>
                        </a:lnSpc>
                        <a:spcBef>
                          <a:spcPts val="0"/>
                        </a:spcBef>
                        <a:spcAft>
                          <a:spcPts val="0"/>
                        </a:spcAft>
                        <a:tabLst>
                          <a:tab pos="90170" algn="l"/>
                        </a:tabLst>
                      </a:pPr>
                      <a:endParaRPr lang="en-GB" sz="1400" b="1" dirty="0">
                        <a:effectLst/>
                      </a:endParaRPr>
                    </a:p>
                    <a:p>
                      <a:pPr marL="90170" marR="0" algn="ctr">
                        <a:lnSpc>
                          <a:spcPct val="115000"/>
                        </a:lnSpc>
                        <a:spcBef>
                          <a:spcPts val="0"/>
                        </a:spcBef>
                        <a:spcAft>
                          <a:spcPts val="0"/>
                        </a:spcAft>
                        <a:tabLst>
                          <a:tab pos="90170" algn="l"/>
                        </a:tabLst>
                      </a:pPr>
                      <a:r>
                        <a:rPr lang="en-GB" sz="1400" b="1" dirty="0">
                          <a:effectLst/>
                        </a:rPr>
                        <a:t>0 0 0 0 0 0 0 </a:t>
                      </a:r>
                      <a:r>
                        <a:rPr lang="ru-RU" sz="1400" b="1" dirty="0">
                          <a:effectLst/>
                        </a:rPr>
                        <a:t>1</a:t>
                      </a:r>
                      <a:r>
                        <a:rPr lang="en-GB" sz="1400" b="1" dirty="0">
                          <a:effectLst/>
                        </a:rPr>
                        <a:t> 0 </a:t>
                      </a:r>
                      <a:r>
                        <a:rPr lang="ru-RU" sz="1400" b="1" dirty="0">
                          <a:effectLst/>
                        </a:rPr>
                        <a:t>1</a:t>
                      </a:r>
                      <a:r>
                        <a:rPr lang="en-GB" sz="1400" b="1" dirty="0">
                          <a:effectLst/>
                        </a:rPr>
                        <a:t> 0 1 1 0 1 0</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algn="ctr">
                        <a:lnSpc>
                          <a:spcPct val="115000"/>
                        </a:lnSpc>
                        <a:spcBef>
                          <a:spcPts val="0"/>
                        </a:spcBef>
                        <a:spcAft>
                          <a:spcPts val="0"/>
                        </a:spcAft>
                        <a:tabLst>
                          <a:tab pos="90170" algn="l"/>
                        </a:tabLst>
                      </a:pPr>
                      <a:endParaRPr lang="en-US" sz="1400" b="1" dirty="0">
                        <a:effectLst/>
                      </a:endParaRPr>
                    </a:p>
                    <a:p>
                      <a:pPr marL="90170" marR="0" algn="ctr">
                        <a:lnSpc>
                          <a:spcPct val="115000"/>
                        </a:lnSpc>
                        <a:spcBef>
                          <a:spcPts val="0"/>
                        </a:spcBef>
                        <a:spcAft>
                          <a:spcPts val="0"/>
                        </a:spcAft>
                        <a:tabLst>
                          <a:tab pos="90170" algn="l"/>
                        </a:tabLst>
                      </a:pPr>
                      <a:r>
                        <a:rPr lang="en-US" sz="1400" b="1" dirty="0">
                          <a:effectLst/>
                        </a:rPr>
                        <a:t>0  0  0 </a:t>
                      </a:r>
                      <a:r>
                        <a:rPr lang="en-US" sz="1400" b="1" baseline="0" dirty="0">
                          <a:effectLst/>
                        </a:rPr>
                        <a:t> </a:t>
                      </a:r>
                      <a:r>
                        <a:rPr lang="en-US" sz="1400" b="1" dirty="0">
                          <a:effectLst/>
                        </a:rPr>
                        <a:t>0  </a:t>
                      </a:r>
                      <a:r>
                        <a:rPr lang="ru-RU" sz="1400" b="1" dirty="0">
                          <a:effectLst/>
                        </a:rPr>
                        <a:t>0</a:t>
                      </a:r>
                      <a:r>
                        <a:rPr lang="en-US" sz="1400" b="1" dirty="0">
                          <a:effectLst/>
                        </a:rPr>
                        <a:t>  0 </a:t>
                      </a:r>
                      <a:r>
                        <a:rPr lang="ru-RU" sz="1400" b="1" dirty="0">
                          <a:effectLst/>
                        </a:rPr>
                        <a:t>1</a:t>
                      </a:r>
                      <a:r>
                        <a:rPr lang="en-US" sz="1400" b="1" dirty="0">
                          <a:effectLst/>
                        </a:rPr>
                        <a:t> 1</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algn="ctr" rtl="1">
                        <a:lnSpc>
                          <a:spcPct val="115000"/>
                        </a:lnSpc>
                        <a:spcBef>
                          <a:spcPts val="0"/>
                        </a:spcBef>
                        <a:spcAft>
                          <a:spcPts val="0"/>
                        </a:spcAft>
                        <a:tabLst>
                          <a:tab pos="90170" algn="l"/>
                        </a:tabLst>
                      </a:pPr>
                      <a:r>
                        <a:rPr lang="en-GB" sz="1400" b="1" dirty="0">
                          <a:effectLst/>
                        </a:rPr>
                        <a:t> + 0 0 0 0 0 0 0 0 0 0 0 0 0 0 0 0</a:t>
                      </a:r>
                      <a:endParaRPr lang="en-US" sz="1400" b="1" dirty="0">
                        <a:effectLst/>
                      </a:endParaRPr>
                    </a:p>
                    <a:p>
                      <a:pPr marL="90170" marR="0">
                        <a:lnSpc>
                          <a:spcPct val="115000"/>
                        </a:lnSpc>
                        <a:spcBef>
                          <a:spcPts val="0"/>
                        </a:spcBef>
                        <a:spcAft>
                          <a:spcPts val="0"/>
                        </a:spcAft>
                        <a:tabLst>
                          <a:tab pos="90170" algn="l"/>
                        </a:tabLst>
                      </a:pPr>
                      <a:r>
                        <a:rPr lang="hy-AM" sz="1400" b="1" dirty="0">
                          <a:effectLst/>
                        </a:rPr>
                        <a:t>     </a:t>
                      </a:r>
                      <a:r>
                        <a:rPr lang="en-US" sz="1400" b="1" dirty="0">
                          <a:effectLst/>
                        </a:rPr>
                        <a:t> </a:t>
                      </a:r>
                      <a:r>
                        <a:rPr lang="en-US" sz="1400" b="1" u="sng" dirty="0">
                          <a:effectLst/>
                        </a:rPr>
                        <a:t>0 0 0 0 0 0 0 </a:t>
                      </a:r>
                      <a:r>
                        <a:rPr lang="ru-RU" sz="1400" b="1" u="sng" dirty="0">
                          <a:effectLst/>
                        </a:rPr>
                        <a:t>1</a:t>
                      </a:r>
                      <a:r>
                        <a:rPr lang="en-US" sz="1400" b="1" u="sng" dirty="0">
                          <a:effectLst/>
                        </a:rPr>
                        <a:t> 0 </a:t>
                      </a:r>
                      <a:r>
                        <a:rPr lang="ru-RU" sz="1400" b="1" u="sng" dirty="0">
                          <a:effectLst/>
                        </a:rPr>
                        <a:t>1</a:t>
                      </a:r>
                      <a:r>
                        <a:rPr lang="en-GB" sz="1400" b="1" u="sng" dirty="0">
                          <a:effectLst/>
                        </a:rPr>
                        <a:t> 0 1 1 0 1 0</a:t>
                      </a:r>
                      <a:endParaRPr lang="en-US" sz="1400" b="1" dirty="0">
                        <a:effectLst/>
                      </a:endParaRPr>
                    </a:p>
                    <a:p>
                      <a:pPr marL="90170" marR="0" algn="ctr">
                        <a:lnSpc>
                          <a:spcPct val="115000"/>
                        </a:lnSpc>
                        <a:spcBef>
                          <a:spcPts val="0"/>
                        </a:spcBef>
                        <a:spcAft>
                          <a:spcPts val="0"/>
                        </a:spcAft>
                        <a:tabLst>
                          <a:tab pos="90170" algn="l"/>
                        </a:tabLst>
                      </a:pPr>
                      <a:r>
                        <a:rPr lang="en-GB" sz="1400" b="1" dirty="0">
                          <a:effectLst/>
                        </a:rPr>
                        <a:t>0 0 0 0 0 0 0 </a:t>
                      </a:r>
                      <a:r>
                        <a:rPr lang="ru-RU" sz="1400" b="1" dirty="0">
                          <a:effectLst/>
                        </a:rPr>
                        <a:t>1</a:t>
                      </a:r>
                      <a:r>
                        <a:rPr lang="en-GB" sz="1400" b="1" dirty="0">
                          <a:effectLst/>
                        </a:rPr>
                        <a:t> 0 </a:t>
                      </a:r>
                      <a:r>
                        <a:rPr lang="ru-RU" sz="1400" b="1" dirty="0">
                          <a:effectLst/>
                        </a:rPr>
                        <a:t>1</a:t>
                      </a:r>
                      <a:r>
                        <a:rPr lang="en-GB" sz="1400" b="1" dirty="0">
                          <a:effectLst/>
                        </a:rPr>
                        <a:t> 0 1 1 0 1 0</a:t>
                      </a:r>
                      <a:endParaRPr lang="en-US" sz="1400" b="1" dirty="0">
                        <a:effectLst/>
                        <a:latin typeface="+mj-lt"/>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2"/>
                  </a:ext>
                </a:extLst>
              </a:tr>
              <a:tr h="793242">
                <a:tc>
                  <a:txBody>
                    <a:bodyPr/>
                    <a:lstStyle/>
                    <a:p>
                      <a:pPr marL="90170" marR="0" algn="ctr">
                        <a:lnSpc>
                          <a:spcPct val="115000"/>
                        </a:lnSpc>
                        <a:spcBef>
                          <a:spcPts val="0"/>
                        </a:spcBef>
                        <a:spcAft>
                          <a:spcPts val="0"/>
                        </a:spcAft>
                        <a:tabLst>
                          <a:tab pos="90170" algn="l"/>
                        </a:tabLst>
                      </a:pPr>
                      <a:endParaRPr lang="en-GB" sz="1400" b="1" dirty="0">
                        <a:effectLst/>
                      </a:endParaRPr>
                    </a:p>
                    <a:p>
                      <a:pPr marL="90170" marR="0" algn="ctr">
                        <a:lnSpc>
                          <a:spcPct val="115000"/>
                        </a:lnSpc>
                        <a:spcBef>
                          <a:spcPts val="0"/>
                        </a:spcBef>
                        <a:spcAft>
                          <a:spcPts val="0"/>
                        </a:spcAft>
                        <a:tabLst>
                          <a:tab pos="90170" algn="l"/>
                        </a:tabLst>
                      </a:pPr>
                      <a:r>
                        <a:rPr lang="en-GB" sz="1400" b="1" dirty="0">
                          <a:effectLst/>
                        </a:rPr>
                        <a:t>0 0 0 0 0 0 </a:t>
                      </a:r>
                      <a:r>
                        <a:rPr lang="ru-RU" sz="1400" b="1" dirty="0">
                          <a:effectLst/>
                        </a:rPr>
                        <a:t>1</a:t>
                      </a:r>
                      <a:r>
                        <a:rPr lang="en-GB" sz="1400" b="1" dirty="0">
                          <a:effectLst/>
                        </a:rPr>
                        <a:t> 0 </a:t>
                      </a:r>
                      <a:r>
                        <a:rPr lang="ru-RU" sz="1400" b="1" dirty="0">
                          <a:effectLst/>
                        </a:rPr>
                        <a:t>1</a:t>
                      </a:r>
                      <a:r>
                        <a:rPr lang="en-GB" sz="1400" b="1" dirty="0">
                          <a:effectLst/>
                        </a:rPr>
                        <a:t>  0 1 1 0 1 0 0</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indent="0" algn="ctr" defTabSz="914400" rtl="0" eaLnBrk="1" fontAlgn="auto" latinLnBrk="0" hangingPunct="1">
                        <a:lnSpc>
                          <a:spcPct val="115000"/>
                        </a:lnSpc>
                        <a:spcBef>
                          <a:spcPts val="0"/>
                        </a:spcBef>
                        <a:spcAft>
                          <a:spcPts val="0"/>
                        </a:spcAft>
                        <a:buClrTx/>
                        <a:buSzTx/>
                        <a:buFontTx/>
                        <a:buNone/>
                        <a:tabLst>
                          <a:tab pos="90170" algn="l"/>
                        </a:tabLst>
                        <a:defRPr/>
                      </a:pPr>
                      <a:endParaRPr lang="en-US" sz="1400" b="1" dirty="0">
                        <a:effectLst/>
                      </a:endParaRPr>
                    </a:p>
                    <a:p>
                      <a:pPr marL="90170" marR="0" indent="0" algn="ctr" defTabSz="914400" rtl="0" eaLnBrk="1" fontAlgn="auto" latinLnBrk="0" hangingPunct="1">
                        <a:lnSpc>
                          <a:spcPct val="115000"/>
                        </a:lnSpc>
                        <a:spcBef>
                          <a:spcPts val="0"/>
                        </a:spcBef>
                        <a:spcAft>
                          <a:spcPts val="0"/>
                        </a:spcAft>
                        <a:buClrTx/>
                        <a:buSzTx/>
                        <a:buFontTx/>
                        <a:buNone/>
                        <a:tabLst>
                          <a:tab pos="90170" algn="l"/>
                        </a:tabLst>
                        <a:defRPr/>
                      </a:pPr>
                      <a:r>
                        <a:rPr lang="en-US" sz="1400" b="1" dirty="0">
                          <a:effectLst/>
                        </a:rPr>
                        <a:t>0  0  0 </a:t>
                      </a:r>
                      <a:r>
                        <a:rPr lang="en-US" sz="1400" b="1" baseline="0" dirty="0">
                          <a:effectLst/>
                        </a:rPr>
                        <a:t> </a:t>
                      </a:r>
                      <a:r>
                        <a:rPr lang="en-US" sz="1400" b="1" dirty="0">
                          <a:effectLst/>
                        </a:rPr>
                        <a:t>0  </a:t>
                      </a:r>
                      <a:r>
                        <a:rPr lang="ru-RU" sz="1400" b="1" dirty="0">
                          <a:effectLst/>
                        </a:rPr>
                        <a:t>0</a:t>
                      </a:r>
                      <a:r>
                        <a:rPr lang="en-US" sz="1400" b="1" dirty="0">
                          <a:effectLst/>
                        </a:rPr>
                        <a:t>  0  0 1</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algn="ctr">
                        <a:lnSpc>
                          <a:spcPct val="115000"/>
                        </a:lnSpc>
                        <a:spcBef>
                          <a:spcPts val="0"/>
                        </a:spcBef>
                        <a:spcAft>
                          <a:spcPts val="0"/>
                        </a:spcAft>
                        <a:tabLst>
                          <a:tab pos="90170" algn="l"/>
                        </a:tabLst>
                      </a:pPr>
                      <a:r>
                        <a:rPr lang="en-GB" sz="1400" b="1" dirty="0">
                          <a:effectLst/>
                        </a:rPr>
                        <a:t>+ 0 0 0 0 0 0 0 </a:t>
                      </a:r>
                      <a:r>
                        <a:rPr lang="ru-RU" sz="1400" b="1" dirty="0">
                          <a:effectLst/>
                        </a:rPr>
                        <a:t>1</a:t>
                      </a:r>
                      <a:r>
                        <a:rPr lang="en-GB" sz="1400" b="1" dirty="0">
                          <a:effectLst/>
                        </a:rPr>
                        <a:t> 0 </a:t>
                      </a:r>
                      <a:r>
                        <a:rPr lang="ru-RU" sz="1400" b="1" dirty="0">
                          <a:effectLst/>
                        </a:rPr>
                        <a:t>1</a:t>
                      </a:r>
                      <a:r>
                        <a:rPr lang="en-GB" sz="1400" b="1" dirty="0">
                          <a:effectLst/>
                        </a:rPr>
                        <a:t> 0 1 1 0 1 0</a:t>
                      </a:r>
                      <a:endParaRPr lang="en-US" sz="1400" b="1" dirty="0">
                        <a:effectLst/>
                      </a:endParaRPr>
                    </a:p>
                    <a:p>
                      <a:pPr marL="90170" marR="0" algn="ctr">
                        <a:lnSpc>
                          <a:spcPct val="115000"/>
                        </a:lnSpc>
                        <a:spcBef>
                          <a:spcPts val="0"/>
                        </a:spcBef>
                        <a:spcAft>
                          <a:spcPts val="0"/>
                        </a:spcAft>
                        <a:tabLst>
                          <a:tab pos="90170" algn="l"/>
                        </a:tabLst>
                      </a:pPr>
                      <a:r>
                        <a:rPr lang="en-GB" sz="1400" b="1" u="none" dirty="0">
                          <a:effectLst/>
                        </a:rPr>
                        <a:t>  </a:t>
                      </a:r>
                      <a:r>
                        <a:rPr lang="en-GB" sz="1400" b="1" u="sng" dirty="0">
                          <a:effectLst/>
                        </a:rPr>
                        <a:t> 0 0 0 0 0 0 </a:t>
                      </a:r>
                      <a:r>
                        <a:rPr lang="ru-RU" sz="1400" b="1" u="sng" dirty="0">
                          <a:effectLst/>
                        </a:rPr>
                        <a:t>1</a:t>
                      </a:r>
                      <a:r>
                        <a:rPr lang="en-GB" sz="1400" b="1" u="sng" dirty="0">
                          <a:effectLst/>
                        </a:rPr>
                        <a:t> 0 </a:t>
                      </a:r>
                      <a:r>
                        <a:rPr lang="ru-RU" sz="1400" b="1" u="sng" dirty="0">
                          <a:effectLst/>
                        </a:rPr>
                        <a:t>1</a:t>
                      </a:r>
                      <a:r>
                        <a:rPr lang="en-GB" sz="1400" b="1" u="sng" dirty="0">
                          <a:effectLst/>
                        </a:rPr>
                        <a:t> 0 1 1 0 1 0 0</a:t>
                      </a:r>
                      <a:endParaRPr lang="en-US" sz="1400" b="1" u="sng" dirty="0">
                        <a:effectLst/>
                      </a:endParaRPr>
                    </a:p>
                    <a:p>
                      <a:pPr marL="90170" marR="0" algn="ctr">
                        <a:lnSpc>
                          <a:spcPct val="115000"/>
                        </a:lnSpc>
                        <a:spcBef>
                          <a:spcPts val="0"/>
                        </a:spcBef>
                        <a:spcAft>
                          <a:spcPts val="0"/>
                        </a:spcAft>
                        <a:tabLst>
                          <a:tab pos="90170" algn="l"/>
                        </a:tabLst>
                      </a:pPr>
                      <a:r>
                        <a:rPr lang="en-GB" sz="1400" b="1" dirty="0">
                          <a:effectLst/>
                        </a:rPr>
                        <a:t>  </a:t>
                      </a:r>
                      <a:r>
                        <a:rPr lang="ru-RU" sz="1400" b="1" dirty="0">
                          <a:effectLst/>
                        </a:rPr>
                        <a:t> </a:t>
                      </a:r>
                      <a:r>
                        <a:rPr lang="en-GB" sz="1400" b="1" dirty="0">
                          <a:effectLst/>
                        </a:rPr>
                        <a:t>0 0 0 0 0 </a:t>
                      </a:r>
                      <a:r>
                        <a:rPr lang="ru-RU" sz="1400" b="1" dirty="0">
                          <a:effectLst/>
                        </a:rPr>
                        <a:t>1</a:t>
                      </a:r>
                      <a:r>
                        <a:rPr lang="en-GB" sz="1400" b="1" dirty="0">
                          <a:effectLst/>
                        </a:rPr>
                        <a:t> 0 0 0 </a:t>
                      </a:r>
                      <a:r>
                        <a:rPr lang="ru-RU" sz="1400" b="1" dirty="0">
                          <a:effectLst/>
                        </a:rPr>
                        <a:t>0</a:t>
                      </a:r>
                      <a:r>
                        <a:rPr lang="en-GB" sz="1400" b="1" dirty="0">
                          <a:effectLst/>
                        </a:rPr>
                        <a:t>  0 0 1 1 1 0</a:t>
                      </a:r>
                      <a:endParaRPr lang="en-US" sz="1400" b="1" dirty="0">
                        <a:effectLst/>
                        <a:latin typeface="+mj-lt"/>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3"/>
                  </a:ext>
                </a:extLst>
              </a:tr>
              <a:tr h="528828">
                <a:tc>
                  <a:txBody>
                    <a:bodyPr/>
                    <a:lstStyle/>
                    <a:p>
                      <a:pPr marL="90170" marR="0" algn="ctr">
                        <a:lnSpc>
                          <a:spcPct val="115000"/>
                        </a:lnSpc>
                        <a:spcBef>
                          <a:spcPts val="0"/>
                        </a:spcBef>
                        <a:spcAft>
                          <a:spcPts val="0"/>
                        </a:spcAft>
                        <a:tabLst>
                          <a:tab pos="90170" algn="l"/>
                        </a:tabLst>
                      </a:pPr>
                      <a:r>
                        <a:rPr lang="en-GB" sz="1400" b="1" dirty="0">
                          <a:effectLst/>
                        </a:rPr>
                        <a:t>0 0 0 0 0 1 0 1 0 1 1 0 1 0 0 0</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indent="0" algn="ctr" defTabSz="914400" rtl="0" eaLnBrk="1" fontAlgn="auto" latinLnBrk="0" hangingPunct="1">
                        <a:lnSpc>
                          <a:spcPct val="115000"/>
                        </a:lnSpc>
                        <a:spcBef>
                          <a:spcPts val="0"/>
                        </a:spcBef>
                        <a:spcAft>
                          <a:spcPts val="0"/>
                        </a:spcAft>
                        <a:buClrTx/>
                        <a:buSzTx/>
                        <a:buFontTx/>
                        <a:buNone/>
                        <a:tabLst>
                          <a:tab pos="90170" algn="l"/>
                        </a:tabLst>
                        <a:defRPr/>
                      </a:pPr>
                      <a:r>
                        <a:rPr lang="en-US" sz="1400" b="1" dirty="0">
                          <a:effectLst/>
                        </a:rPr>
                        <a:t>0  0  0 </a:t>
                      </a:r>
                      <a:r>
                        <a:rPr lang="en-US" sz="1400" b="1" baseline="0" dirty="0">
                          <a:effectLst/>
                        </a:rPr>
                        <a:t> </a:t>
                      </a:r>
                      <a:r>
                        <a:rPr lang="en-US" sz="1400" b="1" dirty="0">
                          <a:effectLst/>
                        </a:rPr>
                        <a:t>0  </a:t>
                      </a:r>
                      <a:r>
                        <a:rPr lang="ru-RU" sz="1400" b="1" dirty="0">
                          <a:effectLst/>
                        </a:rPr>
                        <a:t>0</a:t>
                      </a:r>
                      <a:r>
                        <a:rPr lang="en-US" sz="1400" b="1" dirty="0">
                          <a:effectLst/>
                        </a:rPr>
                        <a:t>  0  0 0</a:t>
                      </a:r>
                      <a:endParaRPr lang="en-US" sz="1400" b="1" dirty="0">
                        <a:effectLst/>
                        <a:latin typeface="+mj-lt"/>
                        <a:ea typeface="Times New Roman"/>
                        <a:cs typeface="Arial" panose="020B0604020202020204" pitchFamily="34" charset="0"/>
                      </a:endParaRPr>
                    </a:p>
                  </a:txBody>
                  <a:tcPr marL="68580" marR="68580" marT="0" marB="0"/>
                </a:tc>
                <a:tc>
                  <a:txBody>
                    <a:bodyPr/>
                    <a:lstStyle/>
                    <a:p>
                      <a:pPr marL="90170" marR="0" algn="ctr">
                        <a:lnSpc>
                          <a:spcPct val="115000"/>
                        </a:lnSpc>
                        <a:spcBef>
                          <a:spcPts val="0"/>
                        </a:spcBef>
                        <a:spcAft>
                          <a:spcPts val="0"/>
                        </a:spcAft>
                        <a:tabLst>
                          <a:tab pos="90170" algn="l"/>
                        </a:tabLst>
                      </a:pPr>
                      <a:r>
                        <a:rPr lang="en-GB" sz="1400" b="1" dirty="0">
                          <a:effectLst/>
                        </a:rPr>
                        <a:t>    0 0 0 0 0  </a:t>
                      </a:r>
                      <a:r>
                        <a:rPr lang="ru-RU" sz="1400" b="1" dirty="0">
                          <a:effectLst/>
                        </a:rPr>
                        <a:t>1</a:t>
                      </a:r>
                      <a:r>
                        <a:rPr lang="en-GB" sz="1400" b="1" dirty="0">
                          <a:effectLst/>
                        </a:rPr>
                        <a:t> 0 0 0  </a:t>
                      </a:r>
                      <a:r>
                        <a:rPr lang="ru-RU" sz="1400" b="1" dirty="0">
                          <a:effectLst/>
                        </a:rPr>
                        <a:t>0</a:t>
                      </a:r>
                      <a:r>
                        <a:rPr lang="en-GB" sz="1400" b="1" dirty="0">
                          <a:effectLst/>
                        </a:rPr>
                        <a:t>  0 0 1 1 1 0</a:t>
                      </a:r>
                      <a:endParaRPr lang="en-US" sz="1400" b="1" kern="1200" dirty="0">
                        <a:solidFill>
                          <a:schemeClr val="dk1"/>
                        </a:solidFill>
                        <a:effectLst/>
                        <a:latin typeface="+mn-lt"/>
                        <a:ea typeface="Times New Roman"/>
                        <a:cs typeface="Arial" panose="020B0604020202020204" pitchFamily="34" charset="0"/>
                      </a:endParaRPr>
                    </a:p>
                  </a:txBody>
                  <a:tcPr marL="68580" marR="68580" marT="0" marB="0"/>
                </a:tc>
                <a:extLst>
                  <a:ext uri="{0D108BD9-81ED-4DB2-BD59-A6C34878D82A}">
                    <a16:rowId xmlns:a16="http://schemas.microsoft.com/office/drawing/2014/main" val="10004"/>
                  </a:ext>
                </a:extLst>
              </a:tr>
            </a:tbl>
          </a:graphicData>
        </a:graphic>
      </p:graphicFrame>
      <p:sp>
        <p:nvSpPr>
          <p:cNvPr id="82948" name="TextBox 4">
            <a:extLst>
              <a:ext uri="{FF2B5EF4-FFF2-40B4-BE49-F238E27FC236}">
                <a16:creationId xmlns:a16="http://schemas.microsoft.com/office/drawing/2014/main" id="{359D4A12-B3A1-5472-313B-9B7162B663D1}"/>
              </a:ext>
            </a:extLst>
          </p:cNvPr>
          <p:cNvSpPr txBox="1">
            <a:spLocks noChangeArrowheads="1"/>
          </p:cNvSpPr>
          <p:nvPr/>
        </p:nvSpPr>
        <p:spPr bwMode="auto">
          <a:xfrm>
            <a:off x="2225675" y="2000251"/>
            <a:ext cx="7848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pt-BR" altLang="en-US" sz="1800"/>
              <a:t>C</a:t>
            </a:r>
            <a:r>
              <a:rPr lang="en-GB" altLang="en-US" sz="1800"/>
              <a:t> = </a:t>
            </a:r>
            <a:r>
              <a:rPr lang="pt-BR" altLang="en-US" sz="1800"/>
              <a:t>A</a:t>
            </a:r>
            <a:r>
              <a:rPr lang="ru-RU" altLang="en-US" sz="1800">
                <a:sym typeface="Symbol" panose="05050102010706020507" pitchFamily="18" charset="2"/>
              </a:rPr>
              <a:t></a:t>
            </a:r>
            <a:r>
              <a:rPr lang="pt-BR" altLang="en-US" sz="1800"/>
              <a:t>B</a:t>
            </a:r>
            <a:r>
              <a:rPr lang="en-GB" altLang="en-US" sz="1800"/>
              <a:t>;  </a:t>
            </a:r>
            <a:r>
              <a:rPr lang="pt-BR" altLang="en-US" sz="1800"/>
              <a:t>A</a:t>
            </a:r>
            <a:r>
              <a:rPr lang="en-GB" altLang="en-US" sz="1800"/>
              <a:t>= </a:t>
            </a:r>
            <a:r>
              <a:rPr lang="en-US" altLang="en-US" sz="1800" b="1"/>
              <a:t>1 </a:t>
            </a:r>
            <a:r>
              <a:rPr lang="ru-RU" altLang="en-US" sz="1800" b="1"/>
              <a:t>0</a:t>
            </a:r>
            <a:r>
              <a:rPr lang="en-US" altLang="en-US" sz="1800" b="1"/>
              <a:t> 1 </a:t>
            </a:r>
            <a:r>
              <a:rPr lang="ru-RU" altLang="en-US" sz="1800" b="1"/>
              <a:t>0 1</a:t>
            </a:r>
            <a:r>
              <a:rPr lang="en-US" altLang="en-US" sz="1800" b="1"/>
              <a:t> </a:t>
            </a:r>
            <a:r>
              <a:rPr lang="ru-RU" altLang="en-US" sz="1800" b="1"/>
              <a:t>1</a:t>
            </a:r>
            <a:r>
              <a:rPr lang="en-US" altLang="en-US" sz="1800" b="1"/>
              <a:t> </a:t>
            </a:r>
            <a:r>
              <a:rPr lang="ru-RU" altLang="en-US" sz="1800" b="1"/>
              <a:t>0</a:t>
            </a:r>
            <a:r>
              <a:rPr lang="en-US" altLang="en-US" sz="1800" b="1"/>
              <a:t> </a:t>
            </a:r>
            <a:r>
              <a:rPr lang="ru-RU" altLang="en-US" sz="1800" b="1"/>
              <a:t>1</a:t>
            </a:r>
            <a:r>
              <a:rPr lang="en-US" altLang="en-US" sz="1800" b="1"/>
              <a:t>;  </a:t>
            </a:r>
            <a:r>
              <a:rPr lang="pt-BR" altLang="en-US" sz="1800"/>
              <a:t>B</a:t>
            </a:r>
            <a:r>
              <a:rPr lang="en-GB" altLang="en-US" sz="1800"/>
              <a:t>= 0 0 0 0 0110;</a:t>
            </a:r>
            <a:r>
              <a:rPr lang="en-US" altLang="en-US" sz="1800"/>
              <a:t>                                                          </a:t>
            </a:r>
          </a:p>
          <a:p>
            <a:pPr eaLnBrk="1" hangingPunct="1"/>
            <a:endParaRPr lang="en-US" altLang="en-US" sz="180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a:extLst>
              <a:ext uri="{FF2B5EF4-FFF2-40B4-BE49-F238E27FC236}">
                <a16:creationId xmlns:a16="http://schemas.microsoft.com/office/drawing/2014/main" id="{D230727F-3932-1FD9-FFD9-A74071838233}"/>
              </a:ext>
            </a:extLst>
          </p:cNvPr>
          <p:cNvSpPr>
            <a:spLocks noGrp="1" noChangeArrowheads="1"/>
          </p:cNvSpPr>
          <p:nvPr>
            <p:ph type="title"/>
          </p:nvPr>
        </p:nvSpPr>
        <p:spPr/>
        <p:txBody>
          <a:bodyPr/>
          <a:lstStyle/>
          <a:p>
            <a:r>
              <a:rPr lang="en-US" altLang="en-US"/>
              <a:t>Behavioral  Description of Multiplier</a:t>
            </a:r>
            <a:endParaRPr lang="en-GB" altLang="en-US"/>
          </a:p>
        </p:txBody>
      </p:sp>
      <p:sp>
        <p:nvSpPr>
          <p:cNvPr id="83971" name="TextBox 2">
            <a:extLst>
              <a:ext uri="{FF2B5EF4-FFF2-40B4-BE49-F238E27FC236}">
                <a16:creationId xmlns:a16="http://schemas.microsoft.com/office/drawing/2014/main" id="{56326101-ED1A-FEB1-975D-F2EDB6AED853}"/>
              </a:ext>
            </a:extLst>
          </p:cNvPr>
          <p:cNvSpPr txBox="1">
            <a:spLocks noChangeArrowheads="1"/>
          </p:cNvSpPr>
          <p:nvPr/>
        </p:nvSpPr>
        <p:spPr bwMode="auto">
          <a:xfrm>
            <a:off x="1905000" y="1143000"/>
            <a:ext cx="6019800" cy="480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b="1"/>
              <a:t>module </a:t>
            </a:r>
            <a:r>
              <a:rPr lang="en-US" altLang="en-US" sz="1800"/>
              <a:t>multiplier_2(A,B,production,clk,multiply,ready);</a:t>
            </a:r>
            <a:endParaRPr lang="en-GB" altLang="en-US" sz="1800"/>
          </a:p>
          <a:p>
            <a:pPr eaLnBrk="1" hangingPunct="1"/>
            <a:r>
              <a:rPr lang="en-US" altLang="en-US" sz="1800" b="1"/>
              <a:t>	parameter </a:t>
            </a:r>
            <a:r>
              <a:rPr lang="en-US" altLang="en-US" sz="1800"/>
              <a:t>n=8;</a:t>
            </a:r>
            <a:endParaRPr lang="en-GB" altLang="en-US" sz="1800"/>
          </a:p>
          <a:p>
            <a:pPr eaLnBrk="1" hangingPunct="1"/>
            <a:r>
              <a:rPr lang="en-US" altLang="en-US" sz="1800" b="1"/>
              <a:t>input </a:t>
            </a:r>
            <a:r>
              <a:rPr lang="en-US" altLang="en-US" sz="1800"/>
              <a:t>clk, multiply;</a:t>
            </a:r>
            <a:endParaRPr lang="en-GB" altLang="en-US" sz="1800"/>
          </a:p>
          <a:p>
            <a:pPr eaLnBrk="1" hangingPunct="1"/>
            <a:r>
              <a:rPr lang="en-US" altLang="en-US" sz="1800" b="1"/>
              <a:t>input</a:t>
            </a:r>
            <a:r>
              <a:rPr lang="en-US" altLang="en-US" sz="1800"/>
              <a:t>[n-1:0] A,B; </a:t>
            </a:r>
          </a:p>
          <a:p>
            <a:pPr eaLnBrk="1" hangingPunct="1"/>
            <a:r>
              <a:rPr lang="en-US" altLang="en-US" sz="1800" b="1"/>
              <a:t>reg</a:t>
            </a:r>
            <a:r>
              <a:rPr lang="en-US" altLang="en-US" sz="1800"/>
              <a:t> [n+n-1:0] ra,rb;</a:t>
            </a:r>
            <a:endParaRPr lang="en-GB" altLang="en-US" sz="1800"/>
          </a:p>
          <a:p>
            <a:pPr eaLnBrk="1" hangingPunct="1"/>
            <a:r>
              <a:rPr lang="en-US" altLang="en-US" sz="1800" b="1"/>
              <a:t>reg </a:t>
            </a:r>
            <a:r>
              <a:rPr lang="en-US" altLang="en-US" sz="1800"/>
              <a:t>[n+n-1:0]ra,acc; </a:t>
            </a:r>
          </a:p>
          <a:p>
            <a:pPr eaLnBrk="1" hangingPunct="1"/>
            <a:r>
              <a:rPr lang="en-US" altLang="en-US" sz="1800" b="1"/>
              <a:t>output reg </a:t>
            </a:r>
            <a:r>
              <a:rPr lang="en-US" altLang="en-US" sz="1800"/>
              <a:t>ready;</a:t>
            </a:r>
          </a:p>
          <a:p>
            <a:pPr eaLnBrk="1" hangingPunct="1"/>
            <a:r>
              <a:rPr lang="en-US" altLang="en-US" sz="1800"/>
              <a:t> </a:t>
            </a:r>
            <a:r>
              <a:rPr lang="en-US" altLang="en-US" sz="1800" b="1"/>
              <a:t>output</a:t>
            </a:r>
            <a:r>
              <a:rPr lang="en-US" altLang="en-US" sz="1800"/>
              <a:t>[n+n-1:0] production;</a:t>
            </a:r>
            <a:endParaRPr lang="en-GB" altLang="en-US" sz="1800"/>
          </a:p>
          <a:p>
            <a:pPr eaLnBrk="1" hangingPunct="1"/>
            <a:r>
              <a:rPr lang="en-US" altLang="en-US" sz="1800" b="1"/>
              <a:t>	always</a:t>
            </a:r>
            <a:r>
              <a:rPr lang="en-US" altLang="en-US" sz="1800"/>
              <a:t> @(posedge multiply)</a:t>
            </a:r>
            <a:endParaRPr lang="en-GB" altLang="en-US" sz="1800"/>
          </a:p>
          <a:p>
            <a:pPr eaLnBrk="1" hangingPunct="1"/>
            <a:r>
              <a:rPr lang="en-US" altLang="en-US" sz="1800" b="1"/>
              <a:t>begin </a:t>
            </a:r>
            <a:r>
              <a:rPr lang="en-US" altLang="en-US" sz="1800"/>
              <a:t>ra=A; rb=B; ready=0;acc=0;</a:t>
            </a:r>
            <a:endParaRPr lang="en-GB" altLang="en-US" sz="1800"/>
          </a:p>
          <a:p>
            <a:pPr eaLnBrk="1" hangingPunct="1"/>
            <a:r>
              <a:rPr lang="en-US" altLang="en-US" sz="1800" b="1"/>
              <a:t>	while </a:t>
            </a:r>
            <a:r>
              <a:rPr lang="en-US" altLang="en-US" sz="1800"/>
              <a:t>(rb!=0)</a:t>
            </a:r>
            <a:endParaRPr lang="en-GB" altLang="en-US" sz="1800"/>
          </a:p>
          <a:p>
            <a:pPr eaLnBrk="1" hangingPunct="1"/>
            <a:r>
              <a:rPr lang="en-US" altLang="en-US" sz="1800" b="1"/>
              <a:t>	@(posedge </a:t>
            </a:r>
            <a:r>
              <a:rPr lang="en-US" altLang="en-US" sz="1800"/>
              <a:t>clk)</a:t>
            </a:r>
            <a:endParaRPr lang="en-GB" altLang="en-US" sz="1800"/>
          </a:p>
          <a:p>
            <a:pPr eaLnBrk="1" hangingPunct="1"/>
            <a:r>
              <a:rPr lang="en-US" altLang="en-US" sz="1800" b="1"/>
              <a:t>	begin if </a:t>
            </a:r>
            <a:r>
              <a:rPr lang="en-US" altLang="en-US" sz="1800"/>
              <a:t>rb[0] acc=acc+ra;</a:t>
            </a:r>
            <a:endParaRPr lang="en-GB" altLang="en-US" sz="1800"/>
          </a:p>
          <a:p>
            <a:pPr eaLnBrk="1" hangingPunct="1"/>
            <a:r>
              <a:rPr lang="en-US" altLang="en-US" sz="1800" b="1"/>
              <a:t>else </a:t>
            </a:r>
            <a:r>
              <a:rPr lang="en-US" altLang="en-US" sz="1800"/>
              <a:t>acc=acc;</a:t>
            </a:r>
            <a:endParaRPr lang="en-GB" altLang="en-US" sz="1800"/>
          </a:p>
          <a:p>
            <a:pPr eaLnBrk="1" hangingPunct="1"/>
            <a:r>
              <a:rPr lang="en-US" altLang="en-US" sz="1800"/>
              <a:t>ra=ra&lt;&lt;1; rb=rb&gt;&gt;1;</a:t>
            </a:r>
            <a:r>
              <a:rPr lang="en-US" altLang="en-US" sz="1800" b="1"/>
              <a:t>end</a:t>
            </a:r>
            <a:endParaRPr lang="en-GB" altLang="en-US" sz="1800"/>
          </a:p>
          <a:p>
            <a:pPr eaLnBrk="1" hangingPunct="1"/>
            <a:r>
              <a:rPr lang="en-US" altLang="en-US" sz="1800"/>
              <a:t>ready =1;     </a:t>
            </a:r>
            <a:r>
              <a:rPr lang="en-US" altLang="en-US" sz="1800" b="1"/>
              <a:t>assign </a:t>
            </a:r>
            <a:r>
              <a:rPr lang="en-US" altLang="en-US" sz="1800"/>
              <a:t>production=acc; </a:t>
            </a:r>
            <a:r>
              <a:rPr lang="en-US" altLang="en-US" sz="1800" b="1"/>
              <a:t>end</a:t>
            </a:r>
            <a:endParaRPr lang="en-GB" altLang="en-US" sz="1800" b="1"/>
          </a:p>
          <a:p>
            <a:pPr eaLnBrk="1" hangingPunct="1"/>
            <a:r>
              <a:rPr lang="en-US" altLang="en-US" sz="1800" b="1"/>
              <a:t>endmodule</a:t>
            </a:r>
            <a:endParaRPr lang="en-GB" altLang="en-US" sz="1800"/>
          </a:p>
        </p:txBody>
      </p:sp>
      <p:sp>
        <p:nvSpPr>
          <p:cNvPr id="5" name="TextBox 4">
            <a:extLst>
              <a:ext uri="{FF2B5EF4-FFF2-40B4-BE49-F238E27FC236}">
                <a16:creationId xmlns:a16="http://schemas.microsoft.com/office/drawing/2014/main" id="{8AF2911B-C6F6-4727-BCA4-F192C1F0B19D}"/>
              </a:ext>
            </a:extLst>
          </p:cNvPr>
          <p:cNvSpPr txBox="1"/>
          <p:nvPr/>
        </p:nvSpPr>
        <p:spPr>
          <a:xfrm>
            <a:off x="6985000" y="2881314"/>
            <a:ext cx="3276600" cy="1323975"/>
          </a:xfrm>
          <a:prstGeom prst="rect">
            <a:avLst/>
          </a:prstGeom>
          <a:solidFill>
            <a:schemeClr val="accent1">
              <a:lumMod val="20000"/>
              <a:lumOff val="80000"/>
            </a:schemeClr>
          </a:solidFill>
        </p:spPr>
        <p:txBody>
          <a:bodyPr>
            <a:spAutoFit/>
          </a:bodyPr>
          <a:lstStyle/>
          <a:p>
            <a:pPr eaLnBrk="1" hangingPunct="1">
              <a:defRPr/>
            </a:pPr>
            <a:r>
              <a:rPr lang="en-US" sz="2000" dirty="0">
                <a:latin typeface="Arial" charset="0"/>
                <a:cs typeface="Arial" charset="0"/>
              </a:rPr>
              <a:t>Behavioral description </a:t>
            </a:r>
            <a:r>
              <a:rPr lang="en-GB" sz="2000" dirty="0">
                <a:latin typeface="Arial" charset="0"/>
                <a:cs typeface="Arial" charset="0"/>
              </a:rPr>
              <a:t>can be used for simulation</a:t>
            </a:r>
            <a:br>
              <a:rPr lang="en-GB" sz="2000" dirty="0">
                <a:latin typeface="Arial" charset="0"/>
                <a:cs typeface="Arial" charset="0"/>
              </a:rPr>
            </a:br>
            <a:r>
              <a:rPr lang="en-GB" sz="2000" dirty="0">
                <a:latin typeface="Arial" charset="0"/>
                <a:cs typeface="Arial" charset="0"/>
              </a:rPr>
              <a:t> in order to test the device operation algorithm</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5">
            <a:extLst>
              <a:ext uri="{FF2B5EF4-FFF2-40B4-BE49-F238E27FC236}">
                <a16:creationId xmlns:a16="http://schemas.microsoft.com/office/drawing/2014/main" id="{740B391E-5F01-0BDA-3044-2AA3D860F3AB}"/>
              </a:ext>
            </a:extLst>
          </p:cNvPr>
          <p:cNvSpPr>
            <a:spLocks noGrp="1" noChangeArrowheads="1"/>
          </p:cNvSpPr>
          <p:nvPr>
            <p:ph type="title"/>
          </p:nvPr>
        </p:nvSpPr>
        <p:spPr/>
        <p:txBody>
          <a:bodyPr/>
          <a:lstStyle/>
          <a:p>
            <a:r>
              <a:rPr lang="en-US" altLang="en-US"/>
              <a:t>Integer Division (Unsigned)</a:t>
            </a:r>
          </a:p>
        </p:txBody>
      </p:sp>
      <p:sp>
        <p:nvSpPr>
          <p:cNvPr id="4" name="Content Placeholder 3">
            <a:extLst>
              <a:ext uri="{FF2B5EF4-FFF2-40B4-BE49-F238E27FC236}">
                <a16:creationId xmlns:a16="http://schemas.microsoft.com/office/drawing/2014/main" id="{C8048899-8382-434B-AAAD-37332C527859}"/>
              </a:ext>
            </a:extLst>
          </p:cNvPr>
          <p:cNvSpPr>
            <a:spLocks noGrp="1"/>
          </p:cNvSpPr>
          <p:nvPr>
            <p:ph type="body" sz="quarter" idx="10"/>
          </p:nvPr>
        </p:nvSpPr>
        <p:spPr/>
        <p:txBody>
          <a:bodyPr/>
          <a:lstStyle/>
          <a:p>
            <a:r>
              <a:rPr lang="en-US" dirty="0"/>
              <a:t>Division is more complex than multiplication</a:t>
            </a:r>
            <a:br>
              <a:rPr lang="en-US" dirty="0"/>
            </a:br>
            <a:r>
              <a:rPr lang="en-US" dirty="0"/>
              <a:t>Dividend = quotient </a:t>
            </a:r>
            <a:r>
              <a:rPr lang="en-US" dirty="0">
                <a:sym typeface="Symbol" pitchFamily="18" charset="2"/>
              </a:rPr>
              <a:t> divisor + remainder</a:t>
            </a:r>
            <a:br>
              <a:rPr lang="en-US" dirty="0">
                <a:sym typeface="Symbol" pitchFamily="18" charset="2"/>
              </a:rPr>
            </a:br>
            <a:r>
              <a:rPr lang="en-US" dirty="0"/>
              <a:t>If divisor&gt;dividend, quotient=0, remainder=dividend</a:t>
            </a:r>
          </a:p>
          <a:p>
            <a:r>
              <a:rPr lang="en-US" dirty="0"/>
              <a:t>Normalization of divisor and defining number of cycles of division:</a:t>
            </a:r>
          </a:p>
          <a:p>
            <a:pPr lvl="1"/>
            <a:r>
              <a:rPr lang="en-US" dirty="0"/>
              <a:t>Align leftmost 1 bit in the divisor with leftmost 1 bit in the dividend by shifting the divisor left and recording the number of shifts required to make this alignment.        k – the number of shifts, k+1 – the number of division cycles.</a:t>
            </a:r>
          </a:p>
          <a:p>
            <a:r>
              <a:rPr lang="en-US" dirty="0"/>
              <a:t>The definition of quotient</a:t>
            </a:r>
          </a:p>
          <a:p>
            <a:pPr lvl="1"/>
            <a:r>
              <a:rPr lang="en-US" dirty="0"/>
              <a:t>With restoring</a:t>
            </a:r>
          </a:p>
          <a:p>
            <a:pPr lvl="1"/>
            <a:r>
              <a:rPr lang="en-US" dirty="0"/>
              <a:t>Without </a:t>
            </a:r>
            <a:r>
              <a:rPr lang="ru-RU" dirty="0"/>
              <a:t> </a:t>
            </a:r>
            <a:r>
              <a:rPr lang="en-US" dirty="0"/>
              <a:t>restoring</a:t>
            </a:r>
          </a:p>
          <a:p>
            <a:r>
              <a:rPr lang="en-US" dirty="0"/>
              <a:t>The definition of remainder</a:t>
            </a:r>
            <a:br>
              <a:rPr lang="en-US" dirty="0"/>
            </a:br>
            <a:r>
              <a:rPr lang="en-US" dirty="0"/>
              <a:t>Dividend – A, divisor – B, quotient – Q.</a:t>
            </a:r>
          </a:p>
          <a:p>
            <a:endParaRPr lang="en-US"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4">
            <a:extLst>
              <a:ext uri="{FF2B5EF4-FFF2-40B4-BE49-F238E27FC236}">
                <a16:creationId xmlns:a16="http://schemas.microsoft.com/office/drawing/2014/main" id="{5FFBA547-C9FB-3646-B30F-83431F1400F4}"/>
              </a:ext>
            </a:extLst>
          </p:cNvPr>
          <p:cNvSpPr>
            <a:spLocks noGrp="1" noChangeArrowheads="1"/>
          </p:cNvSpPr>
          <p:nvPr>
            <p:ph type="title"/>
          </p:nvPr>
        </p:nvSpPr>
        <p:spPr/>
        <p:txBody>
          <a:bodyPr/>
          <a:lstStyle/>
          <a:p>
            <a:r>
              <a:rPr lang="en-US" altLang="en-US"/>
              <a:t>Restoring Division</a:t>
            </a:r>
          </a:p>
        </p:txBody>
      </p:sp>
      <p:sp>
        <p:nvSpPr>
          <p:cNvPr id="86019" name="Content Placeholder 3">
            <a:extLst>
              <a:ext uri="{FF2B5EF4-FFF2-40B4-BE49-F238E27FC236}">
                <a16:creationId xmlns:a16="http://schemas.microsoft.com/office/drawing/2014/main" id="{ACF892B0-19FF-189A-E99E-0E89E7772A1D}"/>
              </a:ext>
            </a:extLst>
          </p:cNvPr>
          <p:cNvSpPr>
            <a:spLocks noGrp="1" noChangeArrowheads="1"/>
          </p:cNvSpPr>
          <p:nvPr>
            <p:ph type="body" sz="quarter" idx="10"/>
          </p:nvPr>
        </p:nvSpPr>
        <p:spPr/>
        <p:txBody>
          <a:bodyPr/>
          <a:lstStyle/>
          <a:p>
            <a:r>
              <a:rPr lang="en-US" altLang="en-US"/>
              <a:t>The first remainder is dividend</a:t>
            </a:r>
          </a:p>
          <a:p>
            <a:pPr lvl="1"/>
            <a:r>
              <a:rPr lang="en-US" altLang="en-US"/>
              <a:t>Subtract divisor from remainder. Get Ri.</a:t>
            </a:r>
          </a:p>
          <a:p>
            <a:pPr lvl="1"/>
            <a:r>
              <a:rPr lang="en-US" altLang="en-US"/>
              <a:t>If result is positive</a:t>
            </a:r>
            <a:br>
              <a:rPr lang="en-US" altLang="en-US"/>
            </a:br>
            <a:r>
              <a:rPr lang="en-US" altLang="en-US"/>
              <a:t>the current digit of quotient is 1,</a:t>
            </a:r>
            <a:br>
              <a:rPr lang="en-US" altLang="en-US"/>
            </a:br>
            <a:r>
              <a:rPr lang="en-US" altLang="en-US"/>
              <a:t>otherwise</a:t>
            </a:r>
            <a:br>
              <a:rPr lang="en-US" altLang="en-US"/>
            </a:br>
            <a:r>
              <a:rPr lang="en-US" altLang="en-US"/>
              <a:t>the current digit is 0</a:t>
            </a:r>
          </a:p>
          <a:p>
            <a:pPr lvl="1"/>
            <a:r>
              <a:rPr lang="en-US" altLang="en-US"/>
              <a:t>Restore value by adding divisor to remainder:  Ri + B</a:t>
            </a:r>
          </a:p>
          <a:p>
            <a:pPr lvl="1"/>
            <a:r>
              <a:rPr lang="en-US" altLang="en-US"/>
              <a:t>Shift left remainder and quotient</a:t>
            </a:r>
            <a:r>
              <a:rPr lang="ru-RU" altLang="en-US"/>
              <a:t>: </a:t>
            </a:r>
            <a:r>
              <a:rPr lang="en-US" altLang="en-US"/>
              <a:t> 2(Ri+B)</a:t>
            </a:r>
          </a:p>
          <a:p>
            <a:pPr lvl="1"/>
            <a:r>
              <a:rPr lang="en-US" altLang="en-US"/>
              <a:t>Repeat k+1 times.</a:t>
            </a:r>
            <a:endParaRPr lang="ru-RU" altLang="en-US"/>
          </a:p>
          <a:p>
            <a:endParaRPr lang="en-US" alt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7">
            <a:extLst>
              <a:ext uri="{FF2B5EF4-FFF2-40B4-BE49-F238E27FC236}">
                <a16:creationId xmlns:a16="http://schemas.microsoft.com/office/drawing/2014/main" id="{AAFDEB2A-AD46-5ABD-B7C6-B7A06FCAD3A9}"/>
              </a:ext>
            </a:extLst>
          </p:cNvPr>
          <p:cNvSpPr>
            <a:spLocks noGrp="1" noChangeArrowheads="1"/>
          </p:cNvSpPr>
          <p:nvPr>
            <p:ph type="title"/>
          </p:nvPr>
        </p:nvSpPr>
        <p:spPr/>
        <p:txBody>
          <a:bodyPr/>
          <a:lstStyle/>
          <a:p>
            <a:r>
              <a:rPr lang="en-US" altLang="en-US"/>
              <a:t>Nonrestoring Division</a:t>
            </a:r>
          </a:p>
        </p:txBody>
      </p:sp>
      <p:sp>
        <p:nvSpPr>
          <p:cNvPr id="88067" name="Content Placeholder 3">
            <a:extLst>
              <a:ext uri="{FF2B5EF4-FFF2-40B4-BE49-F238E27FC236}">
                <a16:creationId xmlns:a16="http://schemas.microsoft.com/office/drawing/2014/main" id="{57C5B322-1458-A799-63B9-2C5BB416B91A}"/>
              </a:ext>
            </a:extLst>
          </p:cNvPr>
          <p:cNvSpPr>
            <a:spLocks noGrp="1" noChangeArrowheads="1"/>
          </p:cNvSpPr>
          <p:nvPr>
            <p:ph type="body" sz="quarter" idx="10"/>
          </p:nvPr>
        </p:nvSpPr>
        <p:spPr/>
        <p:txBody>
          <a:bodyPr/>
          <a:lstStyle/>
          <a:p>
            <a:r>
              <a:rPr lang="en-US" altLang="en-US"/>
              <a:t>The first remainder is dividend</a:t>
            </a:r>
          </a:p>
          <a:p>
            <a:pPr lvl="1"/>
            <a:r>
              <a:rPr lang="en-US" altLang="en-US"/>
              <a:t>Subtract normalized  divisor Bn from remainder. Get Ri.</a:t>
            </a:r>
          </a:p>
          <a:p>
            <a:pPr lvl="1"/>
            <a:r>
              <a:rPr lang="en-US" altLang="en-US"/>
              <a:t>If result is positive</a:t>
            </a:r>
            <a:br>
              <a:rPr lang="en-US" altLang="en-US"/>
            </a:br>
            <a:r>
              <a:rPr lang="en-US" altLang="en-US"/>
              <a:t>	the current digit of quotient is 1</a:t>
            </a:r>
            <a:br>
              <a:rPr lang="en-US" altLang="en-US"/>
            </a:br>
            <a:r>
              <a:rPr lang="en-US" altLang="en-US"/>
              <a:t>Otherwise</a:t>
            </a:r>
            <a:br>
              <a:rPr lang="en-US" altLang="en-US"/>
            </a:br>
            <a:r>
              <a:rPr lang="en-US" altLang="en-US"/>
              <a:t>	the current digit is 0</a:t>
            </a:r>
          </a:p>
          <a:p>
            <a:pPr lvl="1"/>
            <a:r>
              <a:rPr lang="en-US" altLang="en-US"/>
              <a:t>Arithmetical shift  right  divider (Bn/2)  and  left quotient.</a:t>
            </a:r>
          </a:p>
          <a:p>
            <a:pPr lvl="1"/>
            <a:r>
              <a:rPr lang="en-US" altLang="en-US"/>
              <a:t>If partial remainder (Ri) is positive</a:t>
            </a:r>
            <a:br>
              <a:rPr lang="en-US" altLang="en-US"/>
            </a:br>
            <a:r>
              <a:rPr lang="en-US" altLang="en-US"/>
              <a:t>	Subtract from Ri divisor  </a:t>
            </a:r>
            <a:r>
              <a:rPr lang="en-US" altLang="en-US">
                <a:sym typeface="Wingdings" panose="05000000000000000000" pitchFamily="2" charset="2"/>
              </a:rPr>
              <a:t></a:t>
            </a:r>
            <a:r>
              <a:rPr lang="en-US" altLang="en-US"/>
              <a:t>Ri+1=Ri –Bn/2</a:t>
            </a:r>
            <a:br>
              <a:rPr lang="en-US" altLang="en-US"/>
            </a:br>
            <a:r>
              <a:rPr lang="en-US" altLang="en-US"/>
              <a:t>Else add divisor to Ri.  </a:t>
            </a:r>
            <a:r>
              <a:rPr lang="en-US" altLang="en-US">
                <a:sym typeface="Wingdings" panose="05000000000000000000" pitchFamily="2" charset="2"/>
              </a:rPr>
              <a:t></a:t>
            </a:r>
            <a:r>
              <a:rPr lang="en-US" altLang="en-US"/>
              <a:t> Ri+1=Ri + Bn/2</a:t>
            </a:r>
          </a:p>
          <a:p>
            <a:pPr lvl="1"/>
            <a:r>
              <a:rPr lang="en-US" altLang="en-US"/>
              <a:t>Repeat K+1 times (go to 3)</a:t>
            </a:r>
          </a:p>
          <a:p>
            <a:r>
              <a:rPr lang="en-GB" altLang="en-US"/>
              <a:t>Rationale</a:t>
            </a:r>
            <a:r>
              <a:rPr lang="en-US" altLang="en-US"/>
              <a:t>: If Ri&lt;0 then,Ri+1 = (Ri + Bn) – Bn/2 = Ri +Bn –Bn/2 = Ri+Bn/2</a:t>
            </a:r>
            <a:endParaRPr lang="ru-RU"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itle 1">
            <a:extLst>
              <a:ext uri="{FF2B5EF4-FFF2-40B4-BE49-F238E27FC236}">
                <a16:creationId xmlns:a16="http://schemas.microsoft.com/office/drawing/2014/main" id="{ACD0D679-C3B3-A358-0B87-9E55E5FA2D1E}"/>
              </a:ext>
            </a:extLst>
          </p:cNvPr>
          <p:cNvSpPr>
            <a:spLocks noGrp="1" noChangeArrowheads="1"/>
          </p:cNvSpPr>
          <p:nvPr>
            <p:ph type="title"/>
          </p:nvPr>
        </p:nvSpPr>
        <p:spPr/>
        <p:txBody>
          <a:bodyPr/>
          <a:lstStyle/>
          <a:p>
            <a:r>
              <a:rPr lang="en-US" altLang="en-US"/>
              <a:t>Example</a:t>
            </a:r>
            <a:endParaRPr lang="en-GB" altLang="en-US"/>
          </a:p>
        </p:txBody>
      </p:sp>
      <p:graphicFrame>
        <p:nvGraphicFramePr>
          <p:cNvPr id="3" name="Table 2">
            <a:extLst>
              <a:ext uri="{FF2B5EF4-FFF2-40B4-BE49-F238E27FC236}">
                <a16:creationId xmlns:a16="http://schemas.microsoft.com/office/drawing/2014/main" id="{9965490E-D403-4ACF-802B-EFD5462D8399}"/>
              </a:ext>
            </a:extLst>
          </p:cNvPr>
          <p:cNvGraphicFramePr>
            <a:graphicFrameLocks noGrp="1"/>
          </p:cNvGraphicFramePr>
          <p:nvPr>
            <p:extLst>
              <p:ext uri="{D42A27DB-BD31-4B8C-83A1-F6EECF244321}">
                <p14:modId xmlns:p14="http://schemas.microsoft.com/office/powerpoint/2010/main" val="3386374155"/>
              </p:ext>
            </p:extLst>
          </p:nvPr>
        </p:nvGraphicFramePr>
        <p:xfrm>
          <a:off x="4659085" y="994457"/>
          <a:ext cx="5473700" cy="5481639"/>
        </p:xfrm>
        <a:graphic>
          <a:graphicData uri="http://schemas.openxmlformats.org/drawingml/2006/table">
            <a:tbl>
              <a:tblPr/>
              <a:tblGrid>
                <a:gridCol w="1319213">
                  <a:extLst>
                    <a:ext uri="{9D8B030D-6E8A-4147-A177-3AD203B41FA5}">
                      <a16:colId xmlns:a16="http://schemas.microsoft.com/office/drawing/2014/main" val="2928862058"/>
                    </a:ext>
                  </a:extLst>
                </a:gridCol>
                <a:gridCol w="1069975">
                  <a:extLst>
                    <a:ext uri="{9D8B030D-6E8A-4147-A177-3AD203B41FA5}">
                      <a16:colId xmlns:a16="http://schemas.microsoft.com/office/drawing/2014/main" val="3378136082"/>
                    </a:ext>
                  </a:extLst>
                </a:gridCol>
                <a:gridCol w="1060450">
                  <a:extLst>
                    <a:ext uri="{9D8B030D-6E8A-4147-A177-3AD203B41FA5}">
                      <a16:colId xmlns:a16="http://schemas.microsoft.com/office/drawing/2014/main" val="1038619717"/>
                    </a:ext>
                  </a:extLst>
                </a:gridCol>
                <a:gridCol w="1120775">
                  <a:extLst>
                    <a:ext uri="{9D8B030D-6E8A-4147-A177-3AD203B41FA5}">
                      <a16:colId xmlns:a16="http://schemas.microsoft.com/office/drawing/2014/main" val="2282520125"/>
                    </a:ext>
                  </a:extLst>
                </a:gridCol>
                <a:gridCol w="903287">
                  <a:extLst>
                    <a:ext uri="{9D8B030D-6E8A-4147-A177-3AD203B41FA5}">
                      <a16:colId xmlns:a16="http://schemas.microsoft.com/office/drawing/2014/main" val="3020066832"/>
                    </a:ext>
                  </a:extLst>
                </a:gridCol>
              </a:tblGrid>
              <a:tr h="209572">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Acc</a:t>
                      </a:r>
                      <a:endParaRPr kumimoji="0" lang="en-GB" altLang="en-US" sz="1100" b="0"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Rb_norm</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 </a:t>
                      </a:r>
                      <a:r>
                        <a:rPr kumimoji="0" lang="en-US" altLang="en-US" sz="11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Rb</a:t>
                      </a: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 norm</a:t>
                      </a:r>
                      <a:endParaRPr kumimoji="0" lang="en-GB" altLang="en-US" sz="1100" b="0"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hMerge="1">
                  <a:txBody>
                    <a:bodyPr/>
                    <a:lstStyle/>
                    <a:p>
                      <a:endParaRPr lang="en-US"/>
                    </a:p>
                  </a:txBody>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100" b="0"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Rc</a:t>
                      </a:r>
                      <a:endParaRPr kumimoji="0" lang="en-GB" altLang="en-US" sz="1100" b="0"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1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counter</a:t>
                      </a:r>
                      <a:endParaRPr kumimoji="0" lang="en-GB" altLang="en-US" sz="1100" b="0"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03140662"/>
                  </a:ext>
                </a:extLst>
              </a:tr>
              <a:tr h="47496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GB"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0111 0001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0110 0000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1010 0000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0000 0000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5</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846902691"/>
                  </a:ext>
                </a:extLst>
              </a:tr>
              <a:tr h="47496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 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0111 0001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 </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1010 0000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endPar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0000 0000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2">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endPar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80190494"/>
                  </a:ext>
                </a:extLst>
              </a:tr>
              <a:tr h="229577">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0001 0001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109975745"/>
                  </a:ext>
                </a:extLst>
              </a:tr>
              <a:tr h="72035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0001 0001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1101 0000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1110 0001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0011 0000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1101 0000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0000 0001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4</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94430712"/>
                  </a:ext>
                </a:extLst>
              </a:tr>
              <a:tr h="72035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1110 0001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0001 1000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1111 1001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0001 1000 </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1110 1000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0000 0010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3</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32845877"/>
                  </a:ext>
                </a:extLst>
              </a:tr>
              <a:tr h="72035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ru-RU" altLang="en-US"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1111 1001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0000 1100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ru-RU"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0000 0101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0000 1100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1111 0100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0000 0</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2</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770691022"/>
                  </a:ext>
                </a:extLst>
              </a:tr>
              <a:tr h="720356">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ru-RU" altLang="en-US"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a:t>
                      </a:r>
                      <a:r>
                        <a:rPr kumimoji="0" lang="ru-RU"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0000 0101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1111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101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1111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1111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0000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1111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101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0000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1001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06730608"/>
                  </a:ext>
                </a:extLst>
              </a:tr>
              <a:tr h="1211134">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GB"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ru-RU" altLang="en-US" sz="1400" b="1" i="0" u="none" strike="noStrike" cap="none" normalizeH="0" baseline="-25000" dirty="0">
                          <a:ln>
                            <a:noFill/>
                          </a:ln>
                          <a:solidFill>
                            <a:schemeClr val="tx1"/>
                          </a:solidFill>
                          <a:effectLst/>
                          <a:latin typeface="Arial" panose="020B0604020202020204" pitchFamily="34" charset="0"/>
                          <a:cs typeface="Arial" panose="020B0604020202020204" pitchFamily="34" charset="0"/>
                        </a:rPr>
                        <a:t>+</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1111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1111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en-US"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0000 </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a:t>
                      </a: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a:t>
                      </a:r>
                      <a:r>
                        <a:rPr kumimoji="0" lang="ru-RU"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0000 0101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endPar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endPar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000</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1 0010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Quoti</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е</a:t>
                      </a:r>
                      <a:r>
                        <a:rPr kumimoji="0" lang="en-US" altLang="en-US" sz="1400" b="1" i="0" u="none" strike="noStrike" cap="none" normalizeH="0" baseline="0" dirty="0" err="1">
                          <a:ln>
                            <a:noFill/>
                          </a:ln>
                          <a:solidFill>
                            <a:schemeClr val="tx1"/>
                          </a:solidFill>
                          <a:effectLst/>
                          <a:latin typeface="Arial" panose="020B0604020202020204" pitchFamily="34" charset="0"/>
                          <a:cs typeface="Arial" panose="020B0604020202020204" pitchFamily="34" charset="0"/>
                        </a:rPr>
                        <a:t>nt</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sng" strike="noStrike" cap="none" normalizeH="0" baseline="0" dirty="0">
                          <a:ln>
                            <a:noFill/>
                          </a:ln>
                          <a:solidFill>
                            <a:schemeClr val="tx1"/>
                          </a:solidFill>
                          <a:effectLst/>
                          <a:latin typeface="Arial" panose="020B0604020202020204" pitchFamily="34" charset="0"/>
                          <a:cs typeface="Arial" panose="020B0604020202020204" pitchFamily="34" charset="0"/>
                        </a:rPr>
                        <a:t>0</a:t>
                      </a: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 0000 0101</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p>
                      <a:pPr marL="0" marR="0" lvl="0" indent="0" algn="l" defTabSz="914400" rtl="0" eaLnBrk="1" fontAlgn="base" latinLnBrk="0" hangingPunct="1">
                        <a:lnSpc>
                          <a:spcPct val="115000"/>
                        </a:lnSpc>
                        <a:spcBef>
                          <a:spcPct val="0"/>
                        </a:spcBef>
                        <a:spcAft>
                          <a:spcPct val="0"/>
                        </a:spcAft>
                        <a:buClrTx/>
                        <a:buSzTx/>
                        <a:buFontTx/>
                        <a:buNone/>
                        <a:tabLst/>
                      </a:pPr>
                      <a:r>
                        <a:rPr kumimoji="0" lang="en-US"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Remainder</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accent1"/>
                        </a:buClr>
                        <a:buSzPct val="65000"/>
                        <a:buFont typeface="Wingdings" panose="05000000000000000000" pitchFamily="2" charset="2"/>
                        <a:defRPr sz="2600">
                          <a:solidFill>
                            <a:schemeClr val="tx1"/>
                          </a:solidFill>
                          <a:latin typeface="Arial" panose="020B0604020202020204" pitchFamily="34" charset="0"/>
                          <a:cs typeface="Arial" panose="020B0604020202020204" pitchFamily="34" charset="0"/>
                        </a:defRPr>
                      </a:lvl1pPr>
                      <a:lvl2pPr marL="742950" indent="-285750">
                        <a:spcBef>
                          <a:spcPct val="20000"/>
                        </a:spcBef>
                        <a:buClr>
                          <a:srgbClr val="000099"/>
                        </a:buClr>
                        <a:buSzPct val="60000"/>
                        <a:buFont typeface="Wingdings" panose="05000000000000000000" pitchFamily="2" charset="2"/>
                        <a:defRPr sz="2000">
                          <a:solidFill>
                            <a:schemeClr val="tx1"/>
                          </a:solidFill>
                          <a:latin typeface="Arial" panose="020B0604020202020204" pitchFamily="34" charset="0"/>
                          <a:cs typeface="Arial" panose="020B0604020202020204" pitchFamily="34" charset="0"/>
                        </a:defRPr>
                      </a:lvl2pPr>
                      <a:lvl3pPr marL="1143000" indent="-228600">
                        <a:spcBef>
                          <a:spcPct val="20000"/>
                        </a:spcBef>
                        <a:buClr>
                          <a:schemeClr val="accent1"/>
                        </a:buClr>
                        <a:buSzPct val="65000"/>
                        <a:buFont typeface="Wingdings" panose="05000000000000000000" pitchFamily="2" charset="2"/>
                        <a:defRPr>
                          <a:solidFill>
                            <a:schemeClr val="tx1"/>
                          </a:solidFill>
                          <a:latin typeface="Arial" panose="020B0604020202020204" pitchFamily="34" charset="0"/>
                          <a:cs typeface="Arial" panose="020B0604020202020204" pitchFamily="34" charset="0"/>
                        </a:defRPr>
                      </a:lvl3pPr>
                      <a:lvl4pPr marL="1600200" indent="-228600">
                        <a:spcBef>
                          <a:spcPct val="20000"/>
                        </a:spcBef>
                        <a:buClr>
                          <a:srgbClr val="000099"/>
                        </a:buClr>
                        <a:buSzPct val="70000"/>
                        <a:buFont typeface="Wingdings" panose="05000000000000000000" pitchFamily="2" charset="2"/>
                        <a:defRPr sz="1400">
                          <a:solidFill>
                            <a:schemeClr val="tx1"/>
                          </a:solidFill>
                          <a:latin typeface="Arial" panose="020B0604020202020204" pitchFamily="34" charset="0"/>
                          <a:cs typeface="Arial" panose="020B0604020202020204" pitchFamily="34" charset="0"/>
                        </a:defRPr>
                      </a:lvl4pPr>
                      <a:lvl5pPr marL="2057400" indent="-228600">
                        <a:spcBef>
                          <a:spcPct val="20000"/>
                        </a:spcBef>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1200">
                          <a:solidFill>
                            <a:schemeClr val="tx1"/>
                          </a:solidFill>
                          <a:latin typeface="Arial" panose="020B0604020202020204" pitchFamily="34" charset="0"/>
                          <a:cs typeface="Arial" panose="020B0604020202020204" pitchFamily="34" charset="0"/>
                        </a:defRPr>
                      </a:lvl9pPr>
                    </a:lstStyle>
                    <a:p>
                      <a:pPr marL="0" marR="0" lvl="0" indent="0" algn="l" defTabSz="914400" rtl="0" eaLnBrk="1" fontAlgn="base" latinLnBrk="0" hangingPunct="1">
                        <a:lnSpc>
                          <a:spcPct val="115000"/>
                        </a:lnSpc>
                        <a:spcBef>
                          <a:spcPct val="0"/>
                        </a:spcBef>
                        <a:spcAft>
                          <a:spcPct val="0"/>
                        </a:spcAft>
                        <a:buClrTx/>
                        <a:buSzTx/>
                        <a:buFontTx/>
                        <a:buNone/>
                        <a:tabLst/>
                      </a:pPr>
                      <a:r>
                        <a:rPr kumimoji="0" lang="ru-RU" altLang="en-US" sz="1400" b="1" i="0" u="none" strike="noStrike" cap="none" normalizeH="0" baseline="0" dirty="0">
                          <a:ln>
                            <a:noFill/>
                          </a:ln>
                          <a:solidFill>
                            <a:schemeClr val="tx1"/>
                          </a:solidFill>
                          <a:effectLst/>
                          <a:latin typeface="Arial" panose="020B0604020202020204" pitchFamily="34" charset="0"/>
                          <a:cs typeface="Arial" panose="020B0604020202020204" pitchFamily="34" charset="0"/>
                        </a:rPr>
                        <a:t>0</a:t>
                      </a:r>
                      <a:endParaRPr kumimoji="0" lang="en-GB" altLang="en-US" sz="1400" b="1" i="0" u="none" strike="noStrike" cap="none" normalizeH="0" baseline="0" dirty="0">
                        <a:ln>
                          <a:noFill/>
                        </a:ln>
                        <a:solidFill>
                          <a:schemeClr val="tx1"/>
                        </a:solidFill>
                        <a:effectLst/>
                        <a:latin typeface="Calibri" panose="020F0502020204030204" pitchFamily="34" charset="0"/>
                        <a:cs typeface="Arial" panose="020B0604020202020204" pitchFamily="34" charset="0"/>
                      </a:endParaRPr>
                    </a:p>
                  </a:txBody>
                  <a:tcPr marL="68580" marR="6858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77593274"/>
                  </a:ext>
                </a:extLst>
              </a:tr>
            </a:tbl>
          </a:graphicData>
        </a:graphic>
      </p:graphicFrame>
      <p:cxnSp>
        <p:nvCxnSpPr>
          <p:cNvPr id="89148" name="AutoShape 1">
            <a:extLst>
              <a:ext uri="{FF2B5EF4-FFF2-40B4-BE49-F238E27FC236}">
                <a16:creationId xmlns:a16="http://schemas.microsoft.com/office/drawing/2014/main" id="{A8DE8510-104B-C4EE-43D7-CBE7FDDB8483}"/>
              </a:ext>
            </a:extLst>
          </p:cNvPr>
          <p:cNvCxnSpPr>
            <a:cxnSpLocks noChangeShapeType="1"/>
          </p:cNvCxnSpPr>
          <p:nvPr/>
        </p:nvCxnSpPr>
        <p:spPr bwMode="auto">
          <a:xfrm>
            <a:off x="1579563" y="-6350"/>
            <a:ext cx="715962"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9149" name="AutoShape 2">
            <a:extLst>
              <a:ext uri="{FF2B5EF4-FFF2-40B4-BE49-F238E27FC236}">
                <a16:creationId xmlns:a16="http://schemas.microsoft.com/office/drawing/2014/main" id="{183E200F-988D-DF77-8BE0-C6B6F2E4CA14}"/>
              </a:ext>
            </a:extLst>
          </p:cNvPr>
          <p:cNvCxnSpPr>
            <a:cxnSpLocks noChangeShapeType="1"/>
          </p:cNvCxnSpPr>
          <p:nvPr/>
        </p:nvCxnSpPr>
        <p:spPr bwMode="auto">
          <a:xfrm>
            <a:off x="4800600" y="2474913"/>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9150" name="AutoShape 4">
            <a:extLst>
              <a:ext uri="{FF2B5EF4-FFF2-40B4-BE49-F238E27FC236}">
                <a16:creationId xmlns:a16="http://schemas.microsoft.com/office/drawing/2014/main" id="{5B0F6BF1-AA58-37D0-7D44-6D824785168A}"/>
              </a:ext>
            </a:extLst>
          </p:cNvPr>
          <p:cNvCxnSpPr>
            <a:cxnSpLocks noChangeShapeType="1"/>
          </p:cNvCxnSpPr>
          <p:nvPr/>
        </p:nvCxnSpPr>
        <p:spPr bwMode="auto">
          <a:xfrm>
            <a:off x="4800600" y="3236913"/>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9151" name="AutoShape 5">
            <a:extLst>
              <a:ext uri="{FF2B5EF4-FFF2-40B4-BE49-F238E27FC236}">
                <a16:creationId xmlns:a16="http://schemas.microsoft.com/office/drawing/2014/main" id="{BB3FCF71-86CE-6491-194C-52784147ECCC}"/>
              </a:ext>
            </a:extLst>
          </p:cNvPr>
          <p:cNvCxnSpPr>
            <a:cxnSpLocks noChangeShapeType="1"/>
          </p:cNvCxnSpPr>
          <p:nvPr/>
        </p:nvCxnSpPr>
        <p:spPr bwMode="auto">
          <a:xfrm>
            <a:off x="4748214" y="3957638"/>
            <a:ext cx="100647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9152" name="AutoShape 5">
            <a:extLst>
              <a:ext uri="{FF2B5EF4-FFF2-40B4-BE49-F238E27FC236}">
                <a16:creationId xmlns:a16="http://schemas.microsoft.com/office/drawing/2014/main" id="{DF2F84CE-084E-1B3B-019C-264590E01C74}"/>
              </a:ext>
            </a:extLst>
          </p:cNvPr>
          <p:cNvCxnSpPr>
            <a:cxnSpLocks noChangeShapeType="1"/>
          </p:cNvCxnSpPr>
          <p:nvPr/>
        </p:nvCxnSpPr>
        <p:spPr bwMode="auto">
          <a:xfrm>
            <a:off x="4805363" y="4684713"/>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89153" name="AutoShape 5">
            <a:extLst>
              <a:ext uri="{FF2B5EF4-FFF2-40B4-BE49-F238E27FC236}">
                <a16:creationId xmlns:a16="http://schemas.microsoft.com/office/drawing/2014/main" id="{55ACFD2C-8B63-7183-6E1D-5B19235DC070}"/>
              </a:ext>
            </a:extLst>
          </p:cNvPr>
          <p:cNvCxnSpPr>
            <a:cxnSpLocks noChangeShapeType="1"/>
          </p:cNvCxnSpPr>
          <p:nvPr/>
        </p:nvCxnSpPr>
        <p:spPr bwMode="auto">
          <a:xfrm>
            <a:off x="4800600" y="5446713"/>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89154" name="TextBox 11">
            <a:extLst>
              <a:ext uri="{FF2B5EF4-FFF2-40B4-BE49-F238E27FC236}">
                <a16:creationId xmlns:a16="http://schemas.microsoft.com/office/drawing/2014/main" id="{3FA2F554-F45B-BAED-E9A6-0B9BCA103065}"/>
              </a:ext>
            </a:extLst>
          </p:cNvPr>
          <p:cNvSpPr txBox="1">
            <a:spLocks noChangeArrowheads="1"/>
          </p:cNvSpPr>
          <p:nvPr/>
        </p:nvSpPr>
        <p:spPr bwMode="auto">
          <a:xfrm>
            <a:off x="1981200" y="1447801"/>
            <a:ext cx="25146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A=0111 0001,</a:t>
            </a:r>
          </a:p>
          <a:p>
            <a:pPr eaLnBrk="1" hangingPunct="1"/>
            <a:r>
              <a:rPr lang="en-US" altLang="en-US" sz="2000"/>
              <a:t>B=0000 0110;</a:t>
            </a:r>
          </a:p>
          <a:p>
            <a:pPr eaLnBrk="1" hangingPunct="1"/>
            <a:endParaRPr lang="en-US" altLang="en-US" sz="2000"/>
          </a:p>
          <a:p>
            <a:pPr eaLnBrk="1" hangingPunct="1"/>
            <a:r>
              <a:rPr lang="en-US" altLang="en-US" sz="2000"/>
              <a:t>k=4, n= k+1=5</a:t>
            </a:r>
            <a:endParaRPr lang="en-GB" altLang="en-US" sz="200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Title 1">
            <a:extLst>
              <a:ext uri="{FF2B5EF4-FFF2-40B4-BE49-F238E27FC236}">
                <a16:creationId xmlns:a16="http://schemas.microsoft.com/office/drawing/2014/main" id="{E04A629E-3BC7-53BC-C118-5EDC64D303DC}"/>
              </a:ext>
            </a:extLst>
          </p:cNvPr>
          <p:cNvSpPr>
            <a:spLocks noGrp="1" noChangeArrowheads="1"/>
          </p:cNvSpPr>
          <p:nvPr>
            <p:ph type="title"/>
          </p:nvPr>
        </p:nvSpPr>
        <p:spPr/>
        <p:txBody>
          <a:bodyPr/>
          <a:lstStyle/>
          <a:p>
            <a:r>
              <a:rPr lang="en-US" altLang="en-US"/>
              <a:t>Flow-Chart of Integer Division(Unsigned)</a:t>
            </a:r>
            <a:endParaRPr lang="en-GB" altLang="en-US"/>
          </a:p>
        </p:txBody>
      </p:sp>
      <p:grpSp>
        <p:nvGrpSpPr>
          <p:cNvPr id="90115" name="Group 135">
            <a:extLst>
              <a:ext uri="{FF2B5EF4-FFF2-40B4-BE49-F238E27FC236}">
                <a16:creationId xmlns:a16="http://schemas.microsoft.com/office/drawing/2014/main" id="{3131CE8E-B496-6FA3-32D8-DAB51A46EAC5}"/>
              </a:ext>
            </a:extLst>
          </p:cNvPr>
          <p:cNvGrpSpPr>
            <a:grpSpLocks/>
          </p:cNvGrpSpPr>
          <p:nvPr/>
        </p:nvGrpSpPr>
        <p:grpSpPr bwMode="auto">
          <a:xfrm>
            <a:off x="2251075" y="1066801"/>
            <a:ext cx="7537450" cy="4691063"/>
            <a:chOff x="464135" y="1066800"/>
            <a:chExt cx="7536865" cy="4691493"/>
          </a:xfrm>
        </p:grpSpPr>
        <p:sp>
          <p:nvSpPr>
            <p:cNvPr id="55" name="Oval 3">
              <a:extLst>
                <a:ext uri="{FF2B5EF4-FFF2-40B4-BE49-F238E27FC236}">
                  <a16:creationId xmlns:a16="http://schemas.microsoft.com/office/drawing/2014/main" id="{2A84B3A5-3F72-4DDB-80BB-F840EB710741}"/>
                </a:ext>
              </a:extLst>
            </p:cNvPr>
            <p:cNvSpPr>
              <a:spLocks noChangeArrowheads="1"/>
            </p:cNvSpPr>
            <p:nvPr/>
          </p:nvSpPr>
          <p:spPr bwMode="auto">
            <a:xfrm>
              <a:off x="3000763" y="1066800"/>
              <a:ext cx="1033383" cy="376272"/>
            </a:xfrm>
            <a:prstGeom prst="ellipse">
              <a:avLst/>
            </a:prstGeom>
            <a:solidFill>
              <a:srgbClr val="FFFFFF"/>
            </a:solidFill>
            <a:ln w="28575">
              <a:solidFill>
                <a:srgbClr val="000000"/>
              </a:solidFill>
              <a:round/>
              <a:headEnd/>
              <a:tailEnd/>
            </a:ln>
          </p:spPr>
          <p:txBody>
            <a:bodyPr/>
            <a:lstStyle/>
            <a:p>
              <a:pPr>
                <a:spcAft>
                  <a:spcPts val="1000"/>
                </a:spcAft>
                <a:defRPr/>
              </a:pPr>
              <a:r>
                <a:rPr lang="en-GB" sz="1200"/>
                <a:t>Begin</a:t>
              </a:r>
              <a:endParaRPr lang="en-US" sz="1200"/>
            </a:p>
          </p:txBody>
        </p:sp>
        <p:sp>
          <p:nvSpPr>
            <p:cNvPr id="58" name="AutoShape 4">
              <a:extLst>
                <a:ext uri="{FF2B5EF4-FFF2-40B4-BE49-F238E27FC236}">
                  <a16:creationId xmlns:a16="http://schemas.microsoft.com/office/drawing/2014/main" id="{9B5C90D2-0129-449C-BDA0-C0058ED8B2E7}"/>
                </a:ext>
              </a:extLst>
            </p:cNvPr>
            <p:cNvSpPr>
              <a:spLocks noChangeArrowheads="1"/>
            </p:cNvSpPr>
            <p:nvPr/>
          </p:nvSpPr>
          <p:spPr bwMode="auto">
            <a:xfrm>
              <a:off x="2978540" y="1632002"/>
              <a:ext cx="1095290" cy="420727"/>
            </a:xfrm>
            <a:prstGeom prst="diamond">
              <a:avLst/>
            </a:prstGeom>
            <a:solidFill>
              <a:srgbClr val="FFFFFF"/>
            </a:solidFill>
            <a:ln w="28575">
              <a:solidFill>
                <a:srgbClr val="000000"/>
              </a:solidFill>
              <a:miter lim="800000"/>
              <a:headEnd/>
              <a:tailEnd/>
            </a:ln>
          </p:spPr>
          <p:txBody>
            <a:bodyPr/>
            <a:lstStyle/>
            <a:p>
              <a:pPr eaLnBrk="1" hangingPunct="1">
                <a:defRPr/>
              </a:pPr>
              <a:endParaRPr lang="en-US" sz="1200" dirty="0"/>
            </a:p>
          </p:txBody>
        </p:sp>
        <p:sp>
          <p:nvSpPr>
            <p:cNvPr id="61" name="Text Box 5">
              <a:extLst>
                <a:ext uri="{FF2B5EF4-FFF2-40B4-BE49-F238E27FC236}">
                  <a16:creationId xmlns:a16="http://schemas.microsoft.com/office/drawing/2014/main" id="{09A6F0B1-75A5-4DA0-8FA7-1AD602E8B699}"/>
                </a:ext>
              </a:extLst>
            </p:cNvPr>
            <p:cNvSpPr txBox="1">
              <a:spLocks noChangeArrowheads="1"/>
            </p:cNvSpPr>
            <p:nvPr/>
          </p:nvSpPr>
          <p:spPr bwMode="auto">
            <a:xfrm>
              <a:off x="3096006" y="1698683"/>
              <a:ext cx="1027033" cy="354045"/>
            </a:xfrm>
            <a:prstGeom prst="rect">
              <a:avLst/>
            </a:prstGeom>
            <a:noFill/>
            <a:ln w="9525">
              <a:noFill/>
              <a:miter lim="800000"/>
              <a:headEnd/>
              <a:tailEnd/>
            </a:ln>
          </p:spPr>
          <p:txBody>
            <a:bodyPr/>
            <a:lstStyle/>
            <a:p>
              <a:pPr>
                <a:spcAft>
                  <a:spcPts val="1000"/>
                </a:spcAft>
                <a:defRPr/>
              </a:pPr>
              <a:r>
                <a:rPr lang="en-GB" sz="1200" dirty="0"/>
                <a:t>Division?</a:t>
              </a:r>
              <a:endParaRPr lang="en-US" sz="1200" dirty="0"/>
            </a:p>
          </p:txBody>
        </p:sp>
        <p:sp>
          <p:nvSpPr>
            <p:cNvPr id="63" name="Rectangle 6">
              <a:extLst>
                <a:ext uri="{FF2B5EF4-FFF2-40B4-BE49-F238E27FC236}">
                  <a16:creationId xmlns:a16="http://schemas.microsoft.com/office/drawing/2014/main" id="{A8B2D0A6-054C-42B8-9E4B-4A84757C4B16}"/>
                </a:ext>
              </a:extLst>
            </p:cNvPr>
            <p:cNvSpPr>
              <a:spLocks noChangeArrowheads="1"/>
            </p:cNvSpPr>
            <p:nvPr/>
          </p:nvSpPr>
          <p:spPr bwMode="auto">
            <a:xfrm>
              <a:off x="2249934" y="2297226"/>
              <a:ext cx="2366778" cy="490582"/>
            </a:xfrm>
            <a:prstGeom prst="rect">
              <a:avLst/>
            </a:prstGeom>
            <a:solidFill>
              <a:srgbClr val="FFFFFF"/>
            </a:solidFill>
            <a:ln w="28575">
              <a:solidFill>
                <a:srgbClr val="000000"/>
              </a:solidFill>
              <a:miter lim="800000"/>
              <a:headEnd/>
              <a:tailEnd/>
            </a:ln>
          </p:spPr>
          <p:txBody>
            <a:bodyPr/>
            <a:lstStyle/>
            <a:p>
              <a:pPr algn="ctr" eaLnBrk="1" hangingPunct="1">
                <a:defRPr/>
              </a:pPr>
              <a:r>
                <a:rPr lang="en-GB" sz="1200" dirty="0"/>
                <a:t>RB=B; Acc=A; RC=0;done=0</a:t>
              </a:r>
            </a:p>
            <a:p>
              <a:pPr algn="ctr">
                <a:spcAft>
                  <a:spcPts val="1000"/>
                </a:spcAft>
                <a:defRPr/>
              </a:pPr>
              <a:r>
                <a:rPr lang="en-GB" sz="1200" dirty="0"/>
                <a:t>k= </a:t>
              </a:r>
              <a:r>
                <a:rPr lang="en-GB" sz="1200" dirty="0" err="1"/>
                <a:t>LogA</a:t>
              </a:r>
              <a:r>
                <a:rPr lang="en-GB" sz="1200" dirty="0"/>
                <a:t>- </a:t>
              </a:r>
              <a:r>
                <a:rPr lang="en-GB" sz="1200" dirty="0" err="1"/>
                <a:t>LogB</a:t>
              </a:r>
              <a:endParaRPr lang="en-GB" sz="1200" dirty="0"/>
            </a:p>
            <a:p>
              <a:pPr>
                <a:spcAft>
                  <a:spcPts val="1000"/>
                </a:spcAft>
                <a:defRPr/>
              </a:pPr>
              <a:endParaRPr lang="en-GB" sz="1200" dirty="0"/>
            </a:p>
            <a:p>
              <a:pPr>
                <a:spcAft>
                  <a:spcPts val="1000"/>
                </a:spcAft>
                <a:defRPr/>
              </a:pPr>
              <a:r>
                <a:rPr lang="en-GB" sz="1200" dirty="0"/>
                <a:t>-</a:t>
              </a:r>
            </a:p>
            <a:p>
              <a:pPr eaLnBrk="1" hangingPunct="1">
                <a:defRPr/>
              </a:pPr>
              <a:endParaRPr lang="en-US" sz="1200" dirty="0"/>
            </a:p>
          </p:txBody>
        </p:sp>
        <p:cxnSp>
          <p:nvCxnSpPr>
            <p:cNvPr id="90120" name="AutoShape 7">
              <a:extLst>
                <a:ext uri="{FF2B5EF4-FFF2-40B4-BE49-F238E27FC236}">
                  <a16:creationId xmlns:a16="http://schemas.microsoft.com/office/drawing/2014/main" id="{13D2EEA4-B70C-56EC-B693-49C9F423CCE9}"/>
                </a:ext>
              </a:extLst>
            </p:cNvPr>
            <p:cNvCxnSpPr>
              <a:cxnSpLocks noChangeShapeType="1"/>
            </p:cNvCxnSpPr>
            <p:nvPr/>
          </p:nvCxnSpPr>
          <p:spPr bwMode="auto">
            <a:xfrm>
              <a:off x="3515520" y="1403371"/>
              <a:ext cx="0" cy="2284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0121" name="AutoShape 8">
              <a:extLst>
                <a:ext uri="{FF2B5EF4-FFF2-40B4-BE49-F238E27FC236}">
                  <a16:creationId xmlns:a16="http://schemas.microsoft.com/office/drawing/2014/main" id="{4030AFBD-612C-9C39-705D-8C51FE56A7BF}"/>
                </a:ext>
              </a:extLst>
            </p:cNvPr>
            <p:cNvCxnSpPr>
              <a:cxnSpLocks noChangeShapeType="1"/>
            </p:cNvCxnSpPr>
            <p:nvPr/>
          </p:nvCxnSpPr>
          <p:spPr bwMode="auto">
            <a:xfrm>
              <a:off x="3515520" y="2053394"/>
              <a:ext cx="0" cy="24273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9" name="AutoShape 9">
              <a:extLst>
                <a:ext uri="{FF2B5EF4-FFF2-40B4-BE49-F238E27FC236}">
                  <a16:creationId xmlns:a16="http://schemas.microsoft.com/office/drawing/2014/main" id="{A394FFCD-BEBC-42A5-84F1-43C13081B918}"/>
                </a:ext>
              </a:extLst>
            </p:cNvPr>
            <p:cNvSpPr>
              <a:spLocks noChangeArrowheads="1"/>
            </p:cNvSpPr>
            <p:nvPr/>
          </p:nvSpPr>
          <p:spPr bwMode="auto">
            <a:xfrm>
              <a:off x="4875456" y="2246421"/>
              <a:ext cx="1095290" cy="420726"/>
            </a:xfrm>
            <a:prstGeom prst="diamond">
              <a:avLst/>
            </a:prstGeom>
            <a:solidFill>
              <a:srgbClr val="FFFFFF"/>
            </a:solidFill>
            <a:ln w="28575">
              <a:solidFill>
                <a:srgbClr val="000000"/>
              </a:solidFill>
              <a:miter lim="800000"/>
              <a:headEnd/>
              <a:tailEnd/>
            </a:ln>
          </p:spPr>
          <p:txBody>
            <a:bodyPr/>
            <a:lstStyle/>
            <a:p>
              <a:pPr eaLnBrk="1" hangingPunct="1">
                <a:defRPr/>
              </a:pPr>
              <a:endParaRPr lang="en-US" sz="1200"/>
            </a:p>
          </p:txBody>
        </p:sp>
        <p:sp>
          <p:nvSpPr>
            <p:cNvPr id="71" name="Text Box 10">
              <a:extLst>
                <a:ext uri="{FF2B5EF4-FFF2-40B4-BE49-F238E27FC236}">
                  <a16:creationId xmlns:a16="http://schemas.microsoft.com/office/drawing/2014/main" id="{DC367F91-D493-47AF-A5F9-43C1966A1C2F}"/>
                </a:ext>
              </a:extLst>
            </p:cNvPr>
            <p:cNvSpPr txBox="1">
              <a:spLocks noChangeArrowheads="1"/>
            </p:cNvSpPr>
            <p:nvPr/>
          </p:nvSpPr>
          <p:spPr bwMode="auto">
            <a:xfrm>
              <a:off x="5183407" y="1852685"/>
              <a:ext cx="1136562" cy="354044"/>
            </a:xfrm>
            <a:prstGeom prst="rect">
              <a:avLst/>
            </a:prstGeom>
            <a:noFill/>
            <a:ln w="9525">
              <a:noFill/>
              <a:miter lim="800000"/>
              <a:headEnd/>
              <a:tailEnd/>
            </a:ln>
          </p:spPr>
          <p:txBody>
            <a:bodyPr/>
            <a:lstStyle/>
            <a:p>
              <a:pPr>
                <a:spcAft>
                  <a:spcPts val="1000"/>
                </a:spcAft>
                <a:defRPr/>
              </a:pPr>
              <a:r>
                <a:rPr lang="ru-RU" sz="1200" dirty="0"/>
                <a:t>  </a:t>
              </a:r>
              <a:r>
                <a:rPr lang="en-GB" sz="1200" dirty="0"/>
                <a:t>Acc&lt;</a:t>
              </a:r>
              <a:r>
                <a:rPr lang="en-GB" sz="1200" dirty="0" err="1"/>
                <a:t>Rb</a:t>
              </a:r>
              <a:r>
                <a:rPr lang="en-GB" sz="1200" dirty="0"/>
                <a:t>?</a:t>
              </a:r>
              <a:endParaRPr lang="en-US" sz="1200" dirty="0"/>
            </a:p>
          </p:txBody>
        </p:sp>
        <p:cxnSp>
          <p:nvCxnSpPr>
            <p:cNvPr id="90124" name="AutoShape 11">
              <a:extLst>
                <a:ext uri="{FF2B5EF4-FFF2-40B4-BE49-F238E27FC236}">
                  <a16:creationId xmlns:a16="http://schemas.microsoft.com/office/drawing/2014/main" id="{8D00A361-D662-ACAE-EFCF-4C4B41D306DD}"/>
                </a:ext>
              </a:extLst>
            </p:cNvPr>
            <p:cNvCxnSpPr>
              <a:cxnSpLocks noChangeShapeType="1"/>
            </p:cNvCxnSpPr>
            <p:nvPr/>
          </p:nvCxnSpPr>
          <p:spPr bwMode="auto">
            <a:xfrm>
              <a:off x="4062002" y="1842612"/>
              <a:ext cx="29761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0125" name="AutoShape 12">
              <a:extLst>
                <a:ext uri="{FF2B5EF4-FFF2-40B4-BE49-F238E27FC236}">
                  <a16:creationId xmlns:a16="http://schemas.microsoft.com/office/drawing/2014/main" id="{299C6063-8E14-7CDE-A9C2-4D6724F18EE5}"/>
                </a:ext>
              </a:extLst>
            </p:cNvPr>
            <p:cNvCxnSpPr>
              <a:cxnSpLocks noChangeShapeType="1"/>
            </p:cNvCxnSpPr>
            <p:nvPr/>
          </p:nvCxnSpPr>
          <p:spPr bwMode="auto">
            <a:xfrm>
              <a:off x="4359617" y="1502641"/>
              <a:ext cx="0" cy="33997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0126" name="AutoShape 13">
              <a:extLst>
                <a:ext uri="{FF2B5EF4-FFF2-40B4-BE49-F238E27FC236}">
                  <a16:creationId xmlns:a16="http://schemas.microsoft.com/office/drawing/2014/main" id="{F3FA963E-DFF2-9918-FE2D-44EF78862CDA}"/>
                </a:ext>
              </a:extLst>
            </p:cNvPr>
            <p:cNvCxnSpPr>
              <a:cxnSpLocks noChangeShapeType="1"/>
            </p:cNvCxnSpPr>
            <p:nvPr/>
          </p:nvCxnSpPr>
          <p:spPr bwMode="auto">
            <a:xfrm flipH="1">
              <a:off x="3515520" y="1502641"/>
              <a:ext cx="844097"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0" name="Text Box 14">
              <a:extLst>
                <a:ext uri="{FF2B5EF4-FFF2-40B4-BE49-F238E27FC236}">
                  <a16:creationId xmlns:a16="http://schemas.microsoft.com/office/drawing/2014/main" id="{9A07045F-CEC9-41F5-806E-A39BFD4833D2}"/>
                </a:ext>
              </a:extLst>
            </p:cNvPr>
            <p:cNvSpPr txBox="1">
              <a:spLocks noChangeArrowheads="1"/>
            </p:cNvSpPr>
            <p:nvPr/>
          </p:nvSpPr>
          <p:spPr bwMode="auto">
            <a:xfrm>
              <a:off x="4238917" y="1820932"/>
              <a:ext cx="1027033" cy="352457"/>
            </a:xfrm>
            <a:prstGeom prst="rect">
              <a:avLst/>
            </a:prstGeom>
            <a:noFill/>
            <a:ln w="9525">
              <a:noFill/>
              <a:miter lim="800000"/>
              <a:headEnd/>
              <a:tailEnd/>
            </a:ln>
          </p:spPr>
          <p:txBody>
            <a:bodyPr/>
            <a:lstStyle/>
            <a:p>
              <a:pPr>
                <a:spcAft>
                  <a:spcPts val="1000"/>
                </a:spcAft>
                <a:defRPr/>
              </a:pPr>
              <a:r>
                <a:rPr lang="en-GB" sz="1200" dirty="0"/>
                <a:t>No</a:t>
              </a:r>
              <a:endParaRPr lang="en-US" sz="1200" dirty="0"/>
            </a:p>
          </p:txBody>
        </p:sp>
        <p:sp>
          <p:nvSpPr>
            <p:cNvPr id="81" name="Text Box 15">
              <a:extLst>
                <a:ext uri="{FF2B5EF4-FFF2-40B4-BE49-F238E27FC236}">
                  <a16:creationId xmlns:a16="http://schemas.microsoft.com/office/drawing/2014/main" id="{B07598BF-00E0-43D9-BBDA-A437297B2E9B}"/>
                </a:ext>
              </a:extLst>
            </p:cNvPr>
            <p:cNvSpPr txBox="1">
              <a:spLocks noChangeArrowheads="1"/>
            </p:cNvSpPr>
            <p:nvPr/>
          </p:nvSpPr>
          <p:spPr bwMode="auto">
            <a:xfrm>
              <a:off x="3026161" y="1978109"/>
              <a:ext cx="1027033" cy="317529"/>
            </a:xfrm>
            <a:prstGeom prst="rect">
              <a:avLst/>
            </a:prstGeom>
            <a:noFill/>
            <a:ln w="9525">
              <a:noFill/>
              <a:miter lim="800000"/>
              <a:headEnd/>
              <a:tailEnd/>
            </a:ln>
          </p:spPr>
          <p:txBody>
            <a:bodyPr/>
            <a:lstStyle/>
            <a:p>
              <a:pPr>
                <a:spcAft>
                  <a:spcPts val="1000"/>
                </a:spcAft>
                <a:defRPr/>
              </a:pPr>
              <a:r>
                <a:rPr lang="en-GB" sz="1200" dirty="0"/>
                <a:t>Yes</a:t>
              </a:r>
              <a:endParaRPr lang="en-US" sz="1200" dirty="0"/>
            </a:p>
          </p:txBody>
        </p:sp>
        <p:cxnSp>
          <p:nvCxnSpPr>
            <p:cNvPr id="90129" name="AutoShape 16">
              <a:extLst>
                <a:ext uri="{FF2B5EF4-FFF2-40B4-BE49-F238E27FC236}">
                  <a16:creationId xmlns:a16="http://schemas.microsoft.com/office/drawing/2014/main" id="{D7303A2B-AB14-7B9D-EC2A-3ADDE1224AC9}"/>
                </a:ext>
              </a:extLst>
            </p:cNvPr>
            <p:cNvCxnSpPr>
              <a:cxnSpLocks noChangeShapeType="1"/>
            </p:cNvCxnSpPr>
            <p:nvPr/>
          </p:nvCxnSpPr>
          <p:spPr bwMode="auto">
            <a:xfrm flipH="1">
              <a:off x="5971138" y="2453199"/>
              <a:ext cx="413924" cy="0"/>
            </a:xfrm>
            <a:prstGeom prst="straightConnector1">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90130" name="AutoShape 17">
              <a:extLst>
                <a:ext uri="{FF2B5EF4-FFF2-40B4-BE49-F238E27FC236}">
                  <a16:creationId xmlns:a16="http://schemas.microsoft.com/office/drawing/2014/main" id="{37E80ABB-B69F-1298-0284-59568D0F77C4}"/>
                </a:ext>
              </a:extLst>
            </p:cNvPr>
            <p:cNvCxnSpPr>
              <a:cxnSpLocks noChangeShapeType="1"/>
            </p:cNvCxnSpPr>
            <p:nvPr/>
          </p:nvCxnSpPr>
          <p:spPr bwMode="auto">
            <a:xfrm>
              <a:off x="5425289" y="2679615"/>
              <a:ext cx="0" cy="23555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84" name="Text Box 18">
              <a:extLst>
                <a:ext uri="{FF2B5EF4-FFF2-40B4-BE49-F238E27FC236}">
                  <a16:creationId xmlns:a16="http://schemas.microsoft.com/office/drawing/2014/main" id="{3A7FFD43-5E65-41A1-9B64-0A81CED648DD}"/>
                </a:ext>
              </a:extLst>
            </p:cNvPr>
            <p:cNvSpPr txBox="1">
              <a:spLocks noChangeArrowheads="1"/>
            </p:cNvSpPr>
            <p:nvPr/>
          </p:nvSpPr>
          <p:spPr bwMode="auto">
            <a:xfrm>
              <a:off x="5888202" y="2165451"/>
              <a:ext cx="660349" cy="354045"/>
            </a:xfrm>
            <a:prstGeom prst="rect">
              <a:avLst/>
            </a:prstGeom>
            <a:noFill/>
            <a:ln w="9525">
              <a:noFill/>
              <a:miter lim="800000"/>
              <a:headEnd/>
              <a:tailEnd/>
            </a:ln>
          </p:spPr>
          <p:txBody>
            <a:bodyPr/>
            <a:lstStyle/>
            <a:p>
              <a:pPr>
                <a:spcAft>
                  <a:spcPts val="1000"/>
                </a:spcAft>
                <a:defRPr/>
              </a:pPr>
              <a:r>
                <a:rPr lang="en-GB" sz="1200" dirty="0"/>
                <a:t>Yes</a:t>
              </a:r>
              <a:endParaRPr lang="en-US" sz="1200" dirty="0"/>
            </a:p>
          </p:txBody>
        </p:sp>
        <p:sp>
          <p:nvSpPr>
            <p:cNvPr id="85" name="Text Box 19">
              <a:extLst>
                <a:ext uri="{FF2B5EF4-FFF2-40B4-BE49-F238E27FC236}">
                  <a16:creationId xmlns:a16="http://schemas.microsoft.com/office/drawing/2014/main" id="{B34570B2-9770-4D37-AE08-A316E94739B0}"/>
                </a:ext>
              </a:extLst>
            </p:cNvPr>
            <p:cNvSpPr txBox="1">
              <a:spLocks noChangeArrowheads="1"/>
            </p:cNvSpPr>
            <p:nvPr/>
          </p:nvSpPr>
          <p:spPr bwMode="auto">
            <a:xfrm>
              <a:off x="5496119" y="2636982"/>
              <a:ext cx="668286" cy="281013"/>
            </a:xfrm>
            <a:prstGeom prst="rect">
              <a:avLst/>
            </a:prstGeom>
            <a:noFill/>
            <a:ln w="9525">
              <a:noFill/>
              <a:miter lim="800000"/>
              <a:headEnd/>
              <a:tailEnd/>
            </a:ln>
          </p:spPr>
          <p:txBody>
            <a:bodyPr/>
            <a:lstStyle/>
            <a:p>
              <a:pPr>
                <a:spcAft>
                  <a:spcPts val="1000"/>
                </a:spcAft>
                <a:defRPr/>
              </a:pPr>
              <a:r>
                <a:rPr lang="en-GB" sz="1200" dirty="0"/>
                <a:t>No</a:t>
              </a:r>
              <a:endParaRPr lang="en-US" sz="1200" dirty="0"/>
            </a:p>
          </p:txBody>
        </p:sp>
        <p:sp>
          <p:nvSpPr>
            <p:cNvPr id="86" name="Rectangle 20">
              <a:extLst>
                <a:ext uri="{FF2B5EF4-FFF2-40B4-BE49-F238E27FC236}">
                  <a16:creationId xmlns:a16="http://schemas.microsoft.com/office/drawing/2014/main" id="{9778B79F-9F16-454B-95A9-2210FDCC2181}"/>
                </a:ext>
              </a:extLst>
            </p:cNvPr>
            <p:cNvSpPr>
              <a:spLocks noChangeArrowheads="1"/>
            </p:cNvSpPr>
            <p:nvPr/>
          </p:nvSpPr>
          <p:spPr bwMode="auto">
            <a:xfrm>
              <a:off x="2346764" y="3132327"/>
              <a:ext cx="2269949" cy="528685"/>
            </a:xfrm>
            <a:prstGeom prst="rect">
              <a:avLst/>
            </a:prstGeom>
            <a:solidFill>
              <a:srgbClr val="FFFFFF"/>
            </a:solidFill>
            <a:ln w="28575">
              <a:solidFill>
                <a:srgbClr val="000000"/>
              </a:solidFill>
              <a:miter lim="800000"/>
              <a:headEnd/>
              <a:tailEnd/>
            </a:ln>
          </p:spPr>
          <p:txBody>
            <a:bodyPr/>
            <a:lstStyle/>
            <a:p>
              <a:pPr algn="ctr" eaLnBrk="1" hangingPunct="1">
                <a:defRPr/>
              </a:pPr>
              <a:r>
                <a:rPr lang="en-GB" sz="1200" dirty="0"/>
                <a:t>RB</a:t>
              </a:r>
              <a:r>
                <a:rPr lang="en-GB" sz="1200" baseline="-25000" dirty="0"/>
                <a:t>N</a:t>
              </a:r>
              <a:r>
                <a:rPr lang="en-GB" sz="1200" dirty="0"/>
                <a:t>=</a:t>
              </a:r>
              <a:r>
                <a:rPr lang="en-GB" sz="1200" dirty="0" err="1"/>
                <a:t>Barrel_Shifter</a:t>
              </a:r>
              <a:endParaRPr lang="en-GB" sz="1200" dirty="0"/>
            </a:p>
            <a:p>
              <a:pPr algn="ctr" eaLnBrk="1" hangingPunct="1">
                <a:defRPr/>
              </a:pPr>
              <a:r>
                <a:rPr lang="en-GB" sz="1200" dirty="0"/>
                <a:t>(RB</a:t>
              </a:r>
              <a:r>
                <a:rPr lang="en-GB" sz="1200" baseline="-25000" dirty="0"/>
                <a:t>N</a:t>
              </a:r>
              <a:r>
                <a:rPr lang="en-GB" sz="1200" dirty="0"/>
                <a:t> = RB</a:t>
              </a:r>
              <a:r>
                <a:rPr lang="en-GB" sz="1200" baseline="-25000" dirty="0"/>
                <a:t>N</a:t>
              </a:r>
              <a:r>
                <a:rPr lang="en-GB" sz="1200" dirty="0"/>
                <a:t> &lt;&lt;k), </a:t>
              </a:r>
              <a:r>
                <a:rPr lang="en-GB" sz="1200" dirty="0" err="1"/>
                <a:t>Cnt</a:t>
              </a:r>
              <a:r>
                <a:rPr lang="en-GB" sz="1200" dirty="0"/>
                <a:t>=k+1</a:t>
              </a:r>
            </a:p>
            <a:p>
              <a:pPr algn="ctr" eaLnBrk="1" hangingPunct="1">
                <a:defRPr/>
              </a:pPr>
              <a:endParaRPr lang="en-GB" sz="1200" dirty="0"/>
            </a:p>
          </p:txBody>
        </p:sp>
        <p:cxnSp>
          <p:nvCxnSpPr>
            <p:cNvPr id="90134" name="AutoShape 21">
              <a:extLst>
                <a:ext uri="{FF2B5EF4-FFF2-40B4-BE49-F238E27FC236}">
                  <a16:creationId xmlns:a16="http://schemas.microsoft.com/office/drawing/2014/main" id="{A4B966D2-CA78-B042-DE6E-2A1999CE57F9}"/>
                </a:ext>
              </a:extLst>
            </p:cNvPr>
            <p:cNvCxnSpPr>
              <a:cxnSpLocks noChangeShapeType="1"/>
            </p:cNvCxnSpPr>
            <p:nvPr/>
          </p:nvCxnSpPr>
          <p:spPr bwMode="auto">
            <a:xfrm>
              <a:off x="3573613" y="3675052"/>
              <a:ext cx="0" cy="28421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8" name="Rectangle 22">
              <a:extLst>
                <a:ext uri="{FF2B5EF4-FFF2-40B4-BE49-F238E27FC236}">
                  <a16:creationId xmlns:a16="http://schemas.microsoft.com/office/drawing/2014/main" id="{B2F556A7-69BD-479B-8980-792B47E533B3}"/>
                </a:ext>
              </a:extLst>
            </p:cNvPr>
            <p:cNvSpPr>
              <a:spLocks noChangeArrowheads="1"/>
            </p:cNvSpPr>
            <p:nvPr/>
          </p:nvSpPr>
          <p:spPr bwMode="auto">
            <a:xfrm>
              <a:off x="2326128" y="3949964"/>
              <a:ext cx="2471545" cy="325468"/>
            </a:xfrm>
            <a:prstGeom prst="rect">
              <a:avLst/>
            </a:prstGeom>
            <a:solidFill>
              <a:srgbClr val="FFFFFF"/>
            </a:solidFill>
            <a:ln w="28575">
              <a:solidFill>
                <a:srgbClr val="000000"/>
              </a:solidFill>
              <a:miter lim="800000"/>
              <a:headEnd/>
              <a:tailEnd/>
            </a:ln>
          </p:spPr>
          <p:txBody>
            <a:bodyPr/>
            <a:lstStyle/>
            <a:p>
              <a:pPr algn="ctr">
                <a:spcAft>
                  <a:spcPts val="1000"/>
                </a:spcAft>
                <a:defRPr/>
              </a:pPr>
              <a:r>
                <a:rPr lang="en-GB" sz="1200"/>
                <a:t>Acc=Acc[n]?Acc+RB</a:t>
              </a:r>
              <a:r>
                <a:rPr lang="en-GB" sz="1200" baseline="-25000"/>
                <a:t>N</a:t>
              </a:r>
              <a:r>
                <a:rPr lang="en-GB" sz="1200"/>
                <a:t>:acc- RB</a:t>
              </a:r>
              <a:r>
                <a:rPr lang="en-GB" sz="1200" baseline="-25000"/>
                <a:t>N</a:t>
              </a:r>
              <a:endParaRPr lang="en-US" sz="1200"/>
            </a:p>
          </p:txBody>
        </p:sp>
        <p:cxnSp>
          <p:nvCxnSpPr>
            <p:cNvPr id="90136" name="AutoShape 23">
              <a:extLst>
                <a:ext uri="{FF2B5EF4-FFF2-40B4-BE49-F238E27FC236}">
                  <a16:creationId xmlns:a16="http://schemas.microsoft.com/office/drawing/2014/main" id="{28E0FF2E-876C-518E-F719-DCF01DC6129C}"/>
                </a:ext>
              </a:extLst>
            </p:cNvPr>
            <p:cNvCxnSpPr>
              <a:cxnSpLocks noChangeShapeType="1"/>
            </p:cNvCxnSpPr>
            <p:nvPr/>
          </p:nvCxnSpPr>
          <p:spPr bwMode="auto">
            <a:xfrm>
              <a:off x="3585808" y="4274759"/>
              <a:ext cx="0" cy="242739"/>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0" name="Rectangle 24">
              <a:extLst>
                <a:ext uri="{FF2B5EF4-FFF2-40B4-BE49-F238E27FC236}">
                  <a16:creationId xmlns:a16="http://schemas.microsoft.com/office/drawing/2014/main" id="{B58DD0AB-306B-4672-9B9B-2F1A214DB430}"/>
                </a:ext>
              </a:extLst>
            </p:cNvPr>
            <p:cNvSpPr>
              <a:spLocks noChangeArrowheads="1"/>
            </p:cNvSpPr>
            <p:nvPr/>
          </p:nvSpPr>
          <p:spPr bwMode="auto">
            <a:xfrm>
              <a:off x="2197550" y="4548507"/>
              <a:ext cx="2844579" cy="328642"/>
            </a:xfrm>
            <a:prstGeom prst="rect">
              <a:avLst/>
            </a:prstGeom>
            <a:solidFill>
              <a:srgbClr val="FFFFFF"/>
            </a:solidFill>
            <a:ln w="28575">
              <a:solidFill>
                <a:srgbClr val="000000"/>
              </a:solidFill>
              <a:miter lim="800000"/>
              <a:headEnd/>
              <a:tailEnd/>
            </a:ln>
          </p:spPr>
          <p:txBody>
            <a:bodyPr/>
            <a:lstStyle/>
            <a:p>
              <a:pPr algn="ctr">
                <a:spcAft>
                  <a:spcPts val="1000"/>
                </a:spcAft>
                <a:defRPr/>
              </a:pPr>
              <a:r>
                <a:rPr lang="en-GB" sz="1200" dirty="0"/>
                <a:t>RC={RC[n-1:0],~Acc[n]};  </a:t>
              </a:r>
              <a:r>
                <a:rPr lang="en-GB" sz="1200" dirty="0" err="1"/>
                <a:t>cnt</a:t>
              </a:r>
              <a:r>
                <a:rPr lang="en-GB" sz="1200" dirty="0"/>
                <a:t>=cnt-1;</a:t>
              </a:r>
              <a:endParaRPr lang="en-US" sz="1200" dirty="0"/>
            </a:p>
          </p:txBody>
        </p:sp>
        <p:cxnSp>
          <p:nvCxnSpPr>
            <p:cNvPr id="90138" name="AutoShape 25">
              <a:extLst>
                <a:ext uri="{FF2B5EF4-FFF2-40B4-BE49-F238E27FC236}">
                  <a16:creationId xmlns:a16="http://schemas.microsoft.com/office/drawing/2014/main" id="{D186C5E1-8BEC-7222-72F2-DC6553327860}"/>
                </a:ext>
              </a:extLst>
            </p:cNvPr>
            <p:cNvCxnSpPr>
              <a:cxnSpLocks noChangeShapeType="1"/>
            </p:cNvCxnSpPr>
            <p:nvPr/>
          </p:nvCxnSpPr>
          <p:spPr bwMode="auto">
            <a:xfrm>
              <a:off x="6461621" y="3791322"/>
              <a:ext cx="0" cy="1573484"/>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0139" name="AutoShape 26">
              <a:extLst>
                <a:ext uri="{FF2B5EF4-FFF2-40B4-BE49-F238E27FC236}">
                  <a16:creationId xmlns:a16="http://schemas.microsoft.com/office/drawing/2014/main" id="{CC5126DA-0696-4489-A74D-60087B11A47F}"/>
                </a:ext>
              </a:extLst>
            </p:cNvPr>
            <p:cNvCxnSpPr>
              <a:cxnSpLocks noChangeShapeType="1"/>
            </p:cNvCxnSpPr>
            <p:nvPr/>
          </p:nvCxnSpPr>
          <p:spPr bwMode="auto">
            <a:xfrm flipH="1">
              <a:off x="3556919" y="3783842"/>
              <a:ext cx="2911092"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0140" name="AutoShape 27">
              <a:extLst>
                <a:ext uri="{FF2B5EF4-FFF2-40B4-BE49-F238E27FC236}">
                  <a16:creationId xmlns:a16="http://schemas.microsoft.com/office/drawing/2014/main" id="{F92CDDC8-C3FD-0603-A282-A8086A314005}"/>
                </a:ext>
              </a:extLst>
            </p:cNvPr>
            <p:cNvCxnSpPr>
              <a:cxnSpLocks noChangeShapeType="1"/>
            </p:cNvCxnSpPr>
            <p:nvPr/>
          </p:nvCxnSpPr>
          <p:spPr bwMode="auto">
            <a:xfrm flipH="1">
              <a:off x="7140193" y="2715661"/>
              <a:ext cx="0" cy="118872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4" name="Text Box 28">
              <a:extLst>
                <a:ext uri="{FF2B5EF4-FFF2-40B4-BE49-F238E27FC236}">
                  <a16:creationId xmlns:a16="http://schemas.microsoft.com/office/drawing/2014/main" id="{D1ECCA2C-5BA5-490E-8222-7F5400B53C25}"/>
                </a:ext>
              </a:extLst>
            </p:cNvPr>
            <p:cNvSpPr txBox="1">
              <a:spLocks noChangeArrowheads="1"/>
            </p:cNvSpPr>
            <p:nvPr/>
          </p:nvSpPr>
          <p:spPr bwMode="auto">
            <a:xfrm>
              <a:off x="2591220" y="4953356"/>
              <a:ext cx="661937" cy="354045"/>
            </a:xfrm>
            <a:prstGeom prst="rect">
              <a:avLst/>
            </a:prstGeom>
            <a:noFill/>
            <a:ln w="9525">
              <a:noFill/>
              <a:miter lim="800000"/>
              <a:headEnd/>
              <a:tailEnd/>
            </a:ln>
          </p:spPr>
          <p:txBody>
            <a:bodyPr/>
            <a:lstStyle/>
            <a:p>
              <a:pPr>
                <a:spcAft>
                  <a:spcPts val="1000"/>
                </a:spcAft>
                <a:defRPr/>
              </a:pPr>
              <a:r>
                <a:rPr lang="en-GB" sz="1200" dirty="0"/>
                <a:t>Yes</a:t>
              </a:r>
              <a:endParaRPr lang="en-US" sz="1200" dirty="0"/>
            </a:p>
          </p:txBody>
        </p:sp>
        <p:sp>
          <p:nvSpPr>
            <p:cNvPr id="95" name="Text Box 29">
              <a:extLst>
                <a:ext uri="{FF2B5EF4-FFF2-40B4-BE49-F238E27FC236}">
                  <a16:creationId xmlns:a16="http://schemas.microsoft.com/office/drawing/2014/main" id="{454FABC5-64DF-4489-BC87-6EBD986E8406}"/>
                </a:ext>
              </a:extLst>
            </p:cNvPr>
            <p:cNvSpPr txBox="1">
              <a:spLocks noChangeArrowheads="1"/>
            </p:cNvSpPr>
            <p:nvPr/>
          </p:nvSpPr>
          <p:spPr bwMode="auto">
            <a:xfrm>
              <a:off x="4100816" y="5099420"/>
              <a:ext cx="666698" cy="281014"/>
            </a:xfrm>
            <a:prstGeom prst="rect">
              <a:avLst/>
            </a:prstGeom>
            <a:noFill/>
            <a:ln w="9525">
              <a:noFill/>
              <a:miter lim="800000"/>
              <a:headEnd/>
              <a:tailEnd/>
            </a:ln>
          </p:spPr>
          <p:txBody>
            <a:bodyPr/>
            <a:lstStyle/>
            <a:p>
              <a:pPr>
                <a:spcAft>
                  <a:spcPts val="1000"/>
                </a:spcAft>
                <a:defRPr/>
              </a:pPr>
              <a:r>
                <a:rPr lang="en-GB" sz="1200" dirty="0"/>
                <a:t>No</a:t>
              </a:r>
              <a:endParaRPr lang="en-US" sz="1200" dirty="0"/>
            </a:p>
          </p:txBody>
        </p:sp>
        <p:cxnSp>
          <p:nvCxnSpPr>
            <p:cNvPr id="90143" name="AutoShape 30">
              <a:extLst>
                <a:ext uri="{FF2B5EF4-FFF2-40B4-BE49-F238E27FC236}">
                  <a16:creationId xmlns:a16="http://schemas.microsoft.com/office/drawing/2014/main" id="{58AAE5A0-3A36-5B40-536A-45FD407FF117}"/>
                </a:ext>
              </a:extLst>
            </p:cNvPr>
            <p:cNvCxnSpPr>
              <a:cxnSpLocks noChangeShapeType="1"/>
            </p:cNvCxnSpPr>
            <p:nvPr/>
          </p:nvCxnSpPr>
          <p:spPr bwMode="auto">
            <a:xfrm flipH="1">
              <a:off x="4233684" y="5345424"/>
              <a:ext cx="413924" cy="0"/>
            </a:xfrm>
            <a:prstGeom prst="straightConnector1">
              <a:avLst/>
            </a:prstGeom>
            <a:noFill/>
            <a:ln w="28575">
              <a:solidFill>
                <a:srgbClr val="000000"/>
              </a:solidFill>
              <a:round/>
              <a:headEnd type="triangle" w="med" len="med"/>
              <a:tailEnd/>
            </a:ln>
            <a:extLst>
              <a:ext uri="{909E8E84-426E-40DD-AFC4-6F175D3DCCD1}">
                <a14:hiddenFill xmlns:a14="http://schemas.microsoft.com/office/drawing/2010/main">
                  <a:noFill/>
                </a14:hiddenFill>
              </a:ext>
            </a:extLst>
          </p:spPr>
        </p:cxnSp>
        <p:cxnSp>
          <p:nvCxnSpPr>
            <p:cNvPr id="90144" name="AutoShape 31">
              <a:extLst>
                <a:ext uri="{FF2B5EF4-FFF2-40B4-BE49-F238E27FC236}">
                  <a16:creationId xmlns:a16="http://schemas.microsoft.com/office/drawing/2014/main" id="{57E345D7-A825-4986-A1A7-FE0B0F74B6E6}"/>
                </a:ext>
              </a:extLst>
            </p:cNvPr>
            <p:cNvCxnSpPr>
              <a:cxnSpLocks noChangeShapeType="1"/>
            </p:cNvCxnSpPr>
            <p:nvPr/>
          </p:nvCxnSpPr>
          <p:spPr bwMode="auto">
            <a:xfrm>
              <a:off x="3606515" y="4889669"/>
              <a:ext cx="0" cy="22642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8" name="AutoShape 32">
              <a:extLst>
                <a:ext uri="{FF2B5EF4-FFF2-40B4-BE49-F238E27FC236}">
                  <a16:creationId xmlns:a16="http://schemas.microsoft.com/office/drawing/2014/main" id="{5296A815-5D24-4277-8DC4-9BA461D247EB}"/>
                </a:ext>
              </a:extLst>
            </p:cNvPr>
            <p:cNvSpPr>
              <a:spLocks noChangeArrowheads="1"/>
            </p:cNvSpPr>
            <p:nvPr/>
          </p:nvSpPr>
          <p:spPr bwMode="auto">
            <a:xfrm>
              <a:off x="3007113" y="5139111"/>
              <a:ext cx="1220693" cy="406437"/>
            </a:xfrm>
            <a:prstGeom prst="diamond">
              <a:avLst/>
            </a:prstGeom>
            <a:noFill/>
            <a:ln w="28575">
              <a:solidFill>
                <a:srgbClr val="000000"/>
              </a:solidFill>
              <a:miter lim="800000"/>
              <a:headEnd/>
              <a:tailEnd/>
            </a:ln>
          </p:spPr>
          <p:txBody>
            <a:bodyPr/>
            <a:lstStyle/>
            <a:p>
              <a:pPr eaLnBrk="1" hangingPunct="1">
                <a:defRPr/>
              </a:pPr>
              <a:endParaRPr lang="en-US" sz="1200"/>
            </a:p>
          </p:txBody>
        </p:sp>
        <p:sp>
          <p:nvSpPr>
            <p:cNvPr id="99" name="Text Box 33">
              <a:extLst>
                <a:ext uri="{FF2B5EF4-FFF2-40B4-BE49-F238E27FC236}">
                  <a16:creationId xmlns:a16="http://schemas.microsoft.com/office/drawing/2014/main" id="{D789DABF-CA61-4D0C-9C22-E8FCCCFE63BC}"/>
                </a:ext>
              </a:extLst>
            </p:cNvPr>
            <p:cNvSpPr txBox="1">
              <a:spLocks noChangeArrowheads="1"/>
            </p:cNvSpPr>
            <p:nvPr/>
          </p:nvSpPr>
          <p:spPr bwMode="auto">
            <a:xfrm>
              <a:off x="3208710" y="5194678"/>
              <a:ext cx="1027032" cy="352457"/>
            </a:xfrm>
            <a:prstGeom prst="rect">
              <a:avLst/>
            </a:prstGeom>
            <a:noFill/>
            <a:ln w="9525">
              <a:noFill/>
              <a:miter lim="800000"/>
              <a:headEnd/>
              <a:tailEnd/>
            </a:ln>
          </p:spPr>
          <p:txBody>
            <a:bodyPr/>
            <a:lstStyle/>
            <a:p>
              <a:pPr>
                <a:spcAft>
                  <a:spcPts val="1000"/>
                </a:spcAft>
                <a:defRPr/>
              </a:pPr>
              <a:r>
                <a:rPr lang="en-GB" sz="1200" dirty="0" err="1"/>
                <a:t>Cnt</a:t>
              </a:r>
              <a:r>
                <a:rPr lang="en-GB" sz="1200" dirty="0"/>
                <a:t>==0?</a:t>
              </a:r>
              <a:endParaRPr lang="en-US" sz="1200" dirty="0"/>
            </a:p>
          </p:txBody>
        </p:sp>
        <p:cxnSp>
          <p:nvCxnSpPr>
            <p:cNvPr id="90147" name="AutoShape 34">
              <a:extLst>
                <a:ext uri="{FF2B5EF4-FFF2-40B4-BE49-F238E27FC236}">
                  <a16:creationId xmlns:a16="http://schemas.microsoft.com/office/drawing/2014/main" id="{2C56B7B2-0E3C-450E-C056-4EA0725D6D16}"/>
                </a:ext>
              </a:extLst>
            </p:cNvPr>
            <p:cNvCxnSpPr>
              <a:cxnSpLocks noChangeShapeType="1"/>
            </p:cNvCxnSpPr>
            <p:nvPr/>
          </p:nvCxnSpPr>
          <p:spPr bwMode="auto">
            <a:xfrm>
              <a:off x="1447800" y="5555670"/>
              <a:ext cx="0" cy="202623"/>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01" name="Rectangle 35">
              <a:extLst>
                <a:ext uri="{FF2B5EF4-FFF2-40B4-BE49-F238E27FC236}">
                  <a16:creationId xmlns:a16="http://schemas.microsoft.com/office/drawing/2014/main" id="{AA538EC2-9E9B-4031-8785-002F25FD7D20}"/>
                </a:ext>
              </a:extLst>
            </p:cNvPr>
            <p:cNvSpPr>
              <a:spLocks noChangeArrowheads="1"/>
            </p:cNvSpPr>
            <p:nvPr/>
          </p:nvSpPr>
          <p:spPr bwMode="auto">
            <a:xfrm>
              <a:off x="464135" y="5070842"/>
              <a:ext cx="2011207" cy="471531"/>
            </a:xfrm>
            <a:prstGeom prst="rect">
              <a:avLst/>
            </a:prstGeom>
            <a:solidFill>
              <a:srgbClr val="FFFFFF"/>
            </a:solidFill>
            <a:ln w="28575">
              <a:solidFill>
                <a:srgbClr val="000000"/>
              </a:solidFill>
              <a:miter lim="800000"/>
              <a:headEnd/>
              <a:tailEnd/>
            </a:ln>
          </p:spPr>
          <p:txBody>
            <a:bodyPr/>
            <a:lstStyle/>
            <a:p>
              <a:pPr algn="ctr" eaLnBrk="1" hangingPunct="1">
                <a:defRPr/>
              </a:pPr>
              <a:r>
                <a:rPr lang="en-GB" sz="1200" dirty="0" err="1"/>
                <a:t>Rem</a:t>
              </a:r>
              <a:r>
                <a:rPr lang="en-GB" sz="1200" dirty="0"/>
                <a:t>=acc[n]?</a:t>
              </a:r>
              <a:r>
                <a:rPr lang="en-GB" sz="1200" dirty="0" err="1"/>
                <a:t>acc+rb:acc</a:t>
              </a:r>
              <a:r>
                <a:rPr lang="en-GB" sz="1200" dirty="0"/>
                <a:t>;</a:t>
              </a:r>
            </a:p>
            <a:p>
              <a:pPr algn="ctr" eaLnBrk="1" hangingPunct="1">
                <a:defRPr/>
              </a:pPr>
              <a:r>
                <a:rPr lang="en-GB" sz="1200" dirty="0"/>
                <a:t>done=1;</a:t>
              </a:r>
            </a:p>
            <a:p>
              <a:pPr eaLnBrk="1" hangingPunct="1">
                <a:defRPr/>
              </a:pPr>
              <a:endParaRPr lang="en-US" sz="1200" dirty="0"/>
            </a:p>
          </p:txBody>
        </p:sp>
        <p:cxnSp>
          <p:nvCxnSpPr>
            <p:cNvPr id="90149" name="AutoShape 36">
              <a:extLst>
                <a:ext uri="{FF2B5EF4-FFF2-40B4-BE49-F238E27FC236}">
                  <a16:creationId xmlns:a16="http://schemas.microsoft.com/office/drawing/2014/main" id="{B0D66F37-6F9A-1B1C-BA06-F5DB36B8859F}"/>
                </a:ext>
              </a:extLst>
            </p:cNvPr>
            <p:cNvCxnSpPr>
              <a:cxnSpLocks noChangeShapeType="1"/>
            </p:cNvCxnSpPr>
            <p:nvPr/>
          </p:nvCxnSpPr>
          <p:spPr bwMode="auto">
            <a:xfrm flipH="1">
              <a:off x="1475510" y="5742710"/>
              <a:ext cx="566928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03" name="Oval 37">
              <a:extLst>
                <a:ext uri="{FF2B5EF4-FFF2-40B4-BE49-F238E27FC236}">
                  <a16:creationId xmlns:a16="http://schemas.microsoft.com/office/drawing/2014/main" id="{A7E7EE19-C105-4355-AB21-E62D977AF3E7}"/>
                </a:ext>
              </a:extLst>
            </p:cNvPr>
            <p:cNvSpPr>
              <a:spLocks noChangeArrowheads="1"/>
            </p:cNvSpPr>
            <p:nvPr/>
          </p:nvSpPr>
          <p:spPr bwMode="auto">
            <a:xfrm>
              <a:off x="6629506" y="3886458"/>
              <a:ext cx="1033383" cy="376272"/>
            </a:xfrm>
            <a:prstGeom prst="ellipse">
              <a:avLst/>
            </a:prstGeom>
            <a:solidFill>
              <a:srgbClr val="FFFFFF"/>
            </a:solidFill>
            <a:ln w="28575">
              <a:solidFill>
                <a:srgbClr val="000000"/>
              </a:solidFill>
              <a:round/>
              <a:headEnd/>
              <a:tailEnd/>
            </a:ln>
          </p:spPr>
          <p:txBody>
            <a:bodyPr/>
            <a:lstStyle/>
            <a:p>
              <a:pPr algn="ctr">
                <a:spcAft>
                  <a:spcPts val="1000"/>
                </a:spcAft>
                <a:defRPr/>
              </a:pPr>
              <a:r>
                <a:rPr lang="en-GB" sz="1200"/>
                <a:t>End</a:t>
              </a:r>
              <a:endParaRPr lang="en-US" sz="1200"/>
            </a:p>
          </p:txBody>
        </p:sp>
        <p:sp>
          <p:nvSpPr>
            <p:cNvPr id="104" name="Rectangle 38">
              <a:extLst>
                <a:ext uri="{FF2B5EF4-FFF2-40B4-BE49-F238E27FC236}">
                  <a16:creationId xmlns:a16="http://schemas.microsoft.com/office/drawing/2014/main" id="{9BCA2A6D-DB87-421F-BB02-FB66B73DF405}"/>
                </a:ext>
              </a:extLst>
            </p:cNvPr>
            <p:cNvSpPr>
              <a:spLocks noChangeArrowheads="1"/>
            </p:cNvSpPr>
            <p:nvPr/>
          </p:nvSpPr>
          <p:spPr bwMode="auto">
            <a:xfrm>
              <a:off x="4661159" y="5188328"/>
              <a:ext cx="1446101" cy="328643"/>
            </a:xfrm>
            <a:prstGeom prst="rect">
              <a:avLst/>
            </a:prstGeom>
            <a:solidFill>
              <a:srgbClr val="FFFFFF"/>
            </a:solidFill>
            <a:ln w="28575">
              <a:solidFill>
                <a:srgbClr val="000000"/>
              </a:solidFill>
              <a:miter lim="800000"/>
              <a:headEnd/>
              <a:tailEnd/>
            </a:ln>
          </p:spPr>
          <p:txBody>
            <a:bodyPr/>
            <a:lstStyle/>
            <a:p>
              <a:pPr algn="ctr">
                <a:spcAft>
                  <a:spcPts val="1000"/>
                </a:spcAft>
                <a:defRPr/>
              </a:pPr>
              <a:r>
                <a:rPr lang="en-GB" sz="1200" dirty="0"/>
                <a:t>RB</a:t>
              </a:r>
              <a:r>
                <a:rPr lang="en-GB" sz="1200" baseline="-25000" dirty="0"/>
                <a:t>N</a:t>
              </a:r>
              <a:r>
                <a:rPr lang="en-GB" sz="1200" dirty="0"/>
                <a:t>= RB</a:t>
              </a:r>
              <a:r>
                <a:rPr lang="en-GB" sz="1200" baseline="-25000" dirty="0"/>
                <a:t>N</a:t>
              </a:r>
              <a:r>
                <a:rPr lang="en-GB" sz="1200" dirty="0"/>
                <a:t> &gt;&gt;1</a:t>
              </a:r>
              <a:endParaRPr lang="en-US" sz="1200" dirty="0"/>
            </a:p>
          </p:txBody>
        </p:sp>
        <p:cxnSp>
          <p:nvCxnSpPr>
            <p:cNvPr id="90152" name="AutoShape 39">
              <a:extLst>
                <a:ext uri="{FF2B5EF4-FFF2-40B4-BE49-F238E27FC236}">
                  <a16:creationId xmlns:a16="http://schemas.microsoft.com/office/drawing/2014/main" id="{EAAA12CC-B816-F7B6-2156-ABB90D0E508F}"/>
                </a:ext>
              </a:extLst>
            </p:cNvPr>
            <p:cNvCxnSpPr>
              <a:cxnSpLocks noChangeShapeType="1"/>
            </p:cNvCxnSpPr>
            <p:nvPr/>
          </p:nvCxnSpPr>
          <p:spPr bwMode="auto">
            <a:xfrm flipH="1">
              <a:off x="6120510" y="5352482"/>
              <a:ext cx="32867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0153" name="AutoShape 40">
              <a:extLst>
                <a:ext uri="{FF2B5EF4-FFF2-40B4-BE49-F238E27FC236}">
                  <a16:creationId xmlns:a16="http://schemas.microsoft.com/office/drawing/2014/main" id="{1AD693A8-6EF3-2FEC-EA9B-1E91E331FFBF}"/>
                </a:ext>
              </a:extLst>
            </p:cNvPr>
            <p:cNvCxnSpPr>
              <a:cxnSpLocks noChangeShapeType="1"/>
            </p:cNvCxnSpPr>
            <p:nvPr/>
          </p:nvCxnSpPr>
          <p:spPr bwMode="auto">
            <a:xfrm>
              <a:off x="4629306" y="2453199"/>
              <a:ext cx="257419"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0154" name="AutoShape 41">
              <a:extLst>
                <a:ext uri="{FF2B5EF4-FFF2-40B4-BE49-F238E27FC236}">
                  <a16:creationId xmlns:a16="http://schemas.microsoft.com/office/drawing/2014/main" id="{76A89958-8D10-152A-98EA-C37B6703AC7B}"/>
                </a:ext>
              </a:extLst>
            </p:cNvPr>
            <p:cNvCxnSpPr>
              <a:cxnSpLocks noChangeShapeType="1"/>
            </p:cNvCxnSpPr>
            <p:nvPr/>
          </p:nvCxnSpPr>
          <p:spPr bwMode="auto">
            <a:xfrm flipH="1">
              <a:off x="3550932" y="2918947"/>
              <a:ext cx="1878124"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0155" name="AutoShape 42">
              <a:extLst>
                <a:ext uri="{FF2B5EF4-FFF2-40B4-BE49-F238E27FC236}">
                  <a16:creationId xmlns:a16="http://schemas.microsoft.com/office/drawing/2014/main" id="{105E588F-2B67-B281-3E70-5F1262C4C611}"/>
                </a:ext>
              </a:extLst>
            </p:cNvPr>
            <p:cNvCxnSpPr>
              <a:cxnSpLocks noChangeShapeType="1"/>
            </p:cNvCxnSpPr>
            <p:nvPr/>
          </p:nvCxnSpPr>
          <p:spPr bwMode="auto">
            <a:xfrm>
              <a:off x="3563129" y="2918946"/>
              <a:ext cx="0" cy="207285"/>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9" name="Rectangle 43">
              <a:extLst>
                <a:ext uri="{FF2B5EF4-FFF2-40B4-BE49-F238E27FC236}">
                  <a16:creationId xmlns:a16="http://schemas.microsoft.com/office/drawing/2014/main" id="{8916EA3D-49C8-486F-B1FC-A5E0629633E0}"/>
                </a:ext>
              </a:extLst>
            </p:cNvPr>
            <p:cNvSpPr>
              <a:spLocks noChangeArrowheads="1"/>
            </p:cNvSpPr>
            <p:nvPr/>
          </p:nvSpPr>
          <p:spPr bwMode="auto">
            <a:xfrm>
              <a:off x="6385050" y="2294050"/>
              <a:ext cx="1615950" cy="422314"/>
            </a:xfrm>
            <a:prstGeom prst="rect">
              <a:avLst/>
            </a:prstGeom>
            <a:solidFill>
              <a:srgbClr val="FFFFFF"/>
            </a:solidFill>
            <a:ln w="28575">
              <a:solidFill>
                <a:srgbClr val="000000"/>
              </a:solidFill>
              <a:miter lim="800000"/>
              <a:headEnd/>
              <a:tailEnd/>
            </a:ln>
          </p:spPr>
          <p:txBody>
            <a:bodyPr/>
            <a:lstStyle/>
            <a:p>
              <a:pPr algn="ctr" eaLnBrk="1" hangingPunct="1">
                <a:defRPr/>
              </a:pPr>
              <a:r>
                <a:rPr lang="en-GB" sz="1200" dirty="0"/>
                <a:t>RC=0; </a:t>
              </a:r>
              <a:r>
                <a:rPr lang="en-GB" sz="1200" dirty="0" err="1"/>
                <a:t>Rem</a:t>
              </a:r>
              <a:r>
                <a:rPr lang="en-GB" sz="1200" dirty="0"/>
                <a:t>=Acc</a:t>
              </a:r>
            </a:p>
            <a:p>
              <a:pPr eaLnBrk="1" hangingPunct="1">
                <a:defRPr/>
              </a:pPr>
              <a:endParaRPr lang="en-US" sz="1200" dirty="0"/>
            </a:p>
          </p:txBody>
        </p:sp>
        <p:sp>
          <p:nvSpPr>
            <p:cNvPr id="110" name="Text Box 44">
              <a:extLst>
                <a:ext uri="{FF2B5EF4-FFF2-40B4-BE49-F238E27FC236}">
                  <a16:creationId xmlns:a16="http://schemas.microsoft.com/office/drawing/2014/main" id="{2039814A-E914-473D-8760-2F1D884D4D91}"/>
                </a:ext>
              </a:extLst>
            </p:cNvPr>
            <p:cNvSpPr txBox="1">
              <a:spLocks noChangeArrowheads="1"/>
            </p:cNvSpPr>
            <p:nvPr/>
          </p:nvSpPr>
          <p:spPr bwMode="auto">
            <a:xfrm>
              <a:off x="4945300" y="2294050"/>
              <a:ext cx="1025445" cy="352457"/>
            </a:xfrm>
            <a:prstGeom prst="rect">
              <a:avLst/>
            </a:prstGeom>
            <a:noFill/>
            <a:ln w="9525">
              <a:noFill/>
              <a:miter lim="800000"/>
              <a:headEnd/>
              <a:tailEnd/>
            </a:ln>
          </p:spPr>
          <p:txBody>
            <a:bodyPr/>
            <a:lstStyle/>
            <a:p>
              <a:pPr algn="ctr">
                <a:spcAft>
                  <a:spcPts val="1000"/>
                </a:spcAft>
                <a:defRPr/>
              </a:pPr>
              <a:r>
                <a:rPr lang="en-GB" sz="1200" dirty="0"/>
                <a:t>k&lt;0?</a:t>
              </a:r>
              <a:endParaRPr lang="en-US" sz="1200" dirty="0"/>
            </a:p>
          </p:txBody>
        </p:sp>
        <p:cxnSp>
          <p:nvCxnSpPr>
            <p:cNvPr id="90158" name="AutoShape 13">
              <a:extLst>
                <a:ext uri="{FF2B5EF4-FFF2-40B4-BE49-F238E27FC236}">
                  <a16:creationId xmlns:a16="http://schemas.microsoft.com/office/drawing/2014/main" id="{74D73CB9-AE5D-A1EB-69E0-911166C3AB4B}"/>
                </a:ext>
              </a:extLst>
            </p:cNvPr>
            <p:cNvCxnSpPr>
              <a:cxnSpLocks noChangeShapeType="1"/>
            </p:cNvCxnSpPr>
            <p:nvPr/>
          </p:nvCxnSpPr>
          <p:spPr bwMode="auto">
            <a:xfrm flipH="1">
              <a:off x="2521540" y="5334000"/>
              <a:ext cx="457200" cy="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0159" name="Straight Arrow Connector 112">
              <a:extLst>
                <a:ext uri="{FF2B5EF4-FFF2-40B4-BE49-F238E27FC236}">
                  <a16:creationId xmlns:a16="http://schemas.microsoft.com/office/drawing/2014/main" id="{29098853-2F00-59E5-BB06-612A0BE014CF}"/>
                </a:ext>
              </a:extLst>
            </p:cNvPr>
            <p:cNvCxnSpPr>
              <a:cxnSpLocks noChangeShapeType="1"/>
            </p:cNvCxnSpPr>
            <p:nvPr/>
          </p:nvCxnSpPr>
          <p:spPr bwMode="auto">
            <a:xfrm rot="5400000" flipH="1" flipV="1">
              <a:off x="6396645" y="4991790"/>
              <a:ext cx="1463040" cy="1588"/>
            </a:xfrm>
            <a:prstGeom prst="straightConnector1">
              <a:avLst/>
            </a:prstGeom>
            <a:noFill/>
            <a:ln w="28575" algn="ctr">
              <a:solidFill>
                <a:schemeClr val="tx1"/>
              </a:solidFill>
              <a:round/>
              <a:headEnd/>
              <a:tailEnd type="triangle" w="med" len="med"/>
            </a:ln>
            <a:extLst>
              <a:ext uri="{909E8E84-426E-40DD-AFC4-6F175D3DCCD1}">
                <a14:hiddenFill xmlns:a14="http://schemas.microsoft.com/office/drawing/2010/main">
                  <a:noFill/>
                </a14:hiddenFill>
              </a:ext>
            </a:extLst>
          </p:spPr>
        </p:cxnSp>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itle 1">
            <a:extLst>
              <a:ext uri="{FF2B5EF4-FFF2-40B4-BE49-F238E27FC236}">
                <a16:creationId xmlns:a16="http://schemas.microsoft.com/office/drawing/2014/main" id="{E96653AE-7F40-2F54-B4A8-845A5E277BD6}"/>
              </a:ext>
            </a:extLst>
          </p:cNvPr>
          <p:cNvSpPr>
            <a:spLocks noGrp="1" noChangeArrowheads="1"/>
          </p:cNvSpPr>
          <p:nvPr>
            <p:ph type="title"/>
          </p:nvPr>
        </p:nvSpPr>
        <p:spPr/>
        <p:txBody>
          <a:bodyPr/>
          <a:lstStyle/>
          <a:p>
            <a:r>
              <a:rPr lang="en-US" altLang="en-US"/>
              <a:t>Unsinged  Integer Division FU  Structure</a:t>
            </a:r>
            <a:endParaRPr lang="en-GB" altLang="en-US"/>
          </a:p>
        </p:txBody>
      </p:sp>
      <p:grpSp>
        <p:nvGrpSpPr>
          <p:cNvPr id="91139" name="Group 115">
            <a:extLst>
              <a:ext uri="{FF2B5EF4-FFF2-40B4-BE49-F238E27FC236}">
                <a16:creationId xmlns:a16="http://schemas.microsoft.com/office/drawing/2014/main" id="{D72E5A3C-BD99-F354-FEEE-467B02544C3B}"/>
              </a:ext>
            </a:extLst>
          </p:cNvPr>
          <p:cNvGrpSpPr>
            <a:grpSpLocks/>
          </p:cNvGrpSpPr>
          <p:nvPr/>
        </p:nvGrpSpPr>
        <p:grpSpPr bwMode="auto">
          <a:xfrm>
            <a:off x="2057400" y="1355726"/>
            <a:ext cx="7772400" cy="4435475"/>
            <a:chOff x="533400" y="1355843"/>
            <a:chExt cx="7772400" cy="4435357"/>
          </a:xfrm>
        </p:grpSpPr>
        <p:sp>
          <p:nvSpPr>
            <p:cNvPr id="91140" name="Text Box 102">
              <a:extLst>
                <a:ext uri="{FF2B5EF4-FFF2-40B4-BE49-F238E27FC236}">
                  <a16:creationId xmlns:a16="http://schemas.microsoft.com/office/drawing/2014/main" id="{2EF6D054-127A-3E4D-730E-293CD1CEC94E}"/>
                </a:ext>
              </a:extLst>
            </p:cNvPr>
            <p:cNvSpPr txBox="1">
              <a:spLocks noChangeArrowheads="1"/>
            </p:cNvSpPr>
            <p:nvPr/>
          </p:nvSpPr>
          <p:spPr bwMode="auto">
            <a:xfrm>
              <a:off x="2413185" y="1355843"/>
              <a:ext cx="731354" cy="2166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n bit</a:t>
              </a:r>
              <a:endParaRPr lang="en-US" altLang="en-US" sz="1400"/>
            </a:p>
          </p:txBody>
        </p:sp>
        <p:grpSp>
          <p:nvGrpSpPr>
            <p:cNvPr id="91141" name="Group 114">
              <a:extLst>
                <a:ext uri="{FF2B5EF4-FFF2-40B4-BE49-F238E27FC236}">
                  <a16:creationId xmlns:a16="http://schemas.microsoft.com/office/drawing/2014/main" id="{DA1018CD-405E-9200-4F8D-2038AE4C68B6}"/>
                </a:ext>
              </a:extLst>
            </p:cNvPr>
            <p:cNvGrpSpPr>
              <a:grpSpLocks/>
            </p:cNvGrpSpPr>
            <p:nvPr/>
          </p:nvGrpSpPr>
          <p:grpSpPr bwMode="auto">
            <a:xfrm>
              <a:off x="533400" y="1427876"/>
              <a:ext cx="7772400" cy="4363324"/>
              <a:chOff x="533400" y="1487468"/>
              <a:chExt cx="7772400" cy="4363324"/>
            </a:xfrm>
          </p:grpSpPr>
          <p:cxnSp>
            <p:nvCxnSpPr>
              <p:cNvPr id="91143" name="AutoShape 3">
                <a:extLst>
                  <a:ext uri="{FF2B5EF4-FFF2-40B4-BE49-F238E27FC236}">
                    <a16:creationId xmlns:a16="http://schemas.microsoft.com/office/drawing/2014/main" id="{8E478F85-875B-9787-D1D3-995F90D492D0}"/>
                  </a:ext>
                </a:extLst>
              </p:cNvPr>
              <p:cNvCxnSpPr>
                <a:cxnSpLocks noChangeShapeType="1"/>
              </p:cNvCxnSpPr>
              <p:nvPr/>
            </p:nvCxnSpPr>
            <p:spPr bwMode="auto">
              <a:xfrm>
                <a:off x="533400" y="4928775"/>
                <a:ext cx="3226167" cy="145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144" name="Rectangle 4">
                <a:extLst>
                  <a:ext uri="{FF2B5EF4-FFF2-40B4-BE49-F238E27FC236}">
                    <a16:creationId xmlns:a16="http://schemas.microsoft.com/office/drawing/2014/main" id="{2CFC76B8-5F68-3717-77BC-C829CEA4C0BF}"/>
                  </a:ext>
                </a:extLst>
              </p:cNvPr>
              <p:cNvSpPr>
                <a:spLocks noChangeArrowheads="1"/>
              </p:cNvSpPr>
              <p:nvPr/>
            </p:nvSpPr>
            <p:spPr bwMode="auto">
              <a:xfrm>
                <a:off x="3683179" y="3372693"/>
                <a:ext cx="1707970" cy="254987"/>
              </a:xfrm>
              <a:prstGeom prst="rect">
                <a:avLst/>
              </a:prstGeom>
              <a:solidFill>
                <a:schemeClr val="accent1">
                  <a:lumMod val="60000"/>
                  <a:lumOff val="40000"/>
                </a:schemeClr>
              </a:solidFill>
              <a:ln w="952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sp>
            <p:nvSpPr>
              <p:cNvPr id="91145" name="Rectangle 5">
                <a:extLst>
                  <a:ext uri="{FF2B5EF4-FFF2-40B4-BE49-F238E27FC236}">
                    <a16:creationId xmlns:a16="http://schemas.microsoft.com/office/drawing/2014/main" id="{4C91EDCE-5A3A-A217-A9B4-3770C1DBFE77}"/>
                  </a:ext>
                </a:extLst>
              </p:cNvPr>
              <p:cNvSpPr>
                <a:spLocks noChangeArrowheads="1"/>
              </p:cNvSpPr>
              <p:nvPr/>
            </p:nvSpPr>
            <p:spPr bwMode="auto">
              <a:xfrm>
                <a:off x="3360920" y="5116008"/>
                <a:ext cx="1709164" cy="254258"/>
              </a:xfrm>
              <a:prstGeom prst="rect">
                <a:avLst/>
              </a:prstGeom>
              <a:solidFill>
                <a:schemeClr val="accent1">
                  <a:lumMod val="60000"/>
                  <a:lumOff val="40000"/>
                </a:schemeClr>
              </a:solidFill>
              <a:ln w="952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GB" altLang="en-US" sz="1600">
                    <a:latin typeface="Calibri" panose="020F0502020204030204" pitchFamily="34" charset="0"/>
                  </a:rPr>
                  <a:t>  Acc</a:t>
                </a:r>
                <a:endParaRPr lang="en-US" altLang="en-US" sz="1600"/>
              </a:p>
            </p:txBody>
          </p:sp>
          <p:sp>
            <p:nvSpPr>
              <p:cNvPr id="7" name="AutoShape 6">
                <a:extLst>
                  <a:ext uri="{FF2B5EF4-FFF2-40B4-BE49-F238E27FC236}">
                    <a16:creationId xmlns:a16="http://schemas.microsoft.com/office/drawing/2014/main" id="{29AB9E75-13C5-4C47-A346-1306D303F207}"/>
                  </a:ext>
                </a:extLst>
              </p:cNvPr>
              <p:cNvSpPr>
                <a:spLocks noChangeArrowheads="1"/>
              </p:cNvSpPr>
              <p:nvPr/>
            </p:nvSpPr>
            <p:spPr bwMode="auto">
              <a:xfrm>
                <a:off x="3376613" y="4501453"/>
                <a:ext cx="1581150" cy="298442"/>
              </a:xfrm>
              <a:prstGeom prst="flowChartManualOperation">
                <a:avLst/>
              </a:prstGeom>
              <a:solidFill>
                <a:schemeClr val="bg1">
                  <a:lumMod val="85000"/>
                </a:schemeClr>
              </a:solidFill>
              <a:ln w="9525">
                <a:solidFill>
                  <a:srgbClr val="000000"/>
                </a:solidFill>
                <a:miter lim="800000"/>
                <a:headEnd/>
                <a:tailEnd/>
              </a:ln>
            </p:spPr>
            <p:txBody>
              <a:bodyPr/>
              <a:lstStyle/>
              <a:p>
                <a:pPr eaLnBrk="1" hangingPunct="1">
                  <a:defRPr/>
                </a:pPr>
                <a:endParaRPr lang="en-GB">
                  <a:latin typeface="Arial" charset="0"/>
                  <a:cs typeface="Arial" charset="0"/>
                </a:endParaRPr>
              </a:p>
            </p:txBody>
          </p:sp>
          <p:cxnSp>
            <p:nvCxnSpPr>
              <p:cNvPr id="91147" name="AutoShape 7">
                <a:extLst>
                  <a:ext uri="{FF2B5EF4-FFF2-40B4-BE49-F238E27FC236}">
                    <a16:creationId xmlns:a16="http://schemas.microsoft.com/office/drawing/2014/main" id="{2B7F2315-BF7E-60DE-B11A-320FEADF9679}"/>
                  </a:ext>
                </a:extLst>
              </p:cNvPr>
              <p:cNvCxnSpPr>
                <a:cxnSpLocks noChangeShapeType="1"/>
              </p:cNvCxnSpPr>
              <p:nvPr/>
            </p:nvCxnSpPr>
            <p:spPr bwMode="auto">
              <a:xfrm>
                <a:off x="4038600" y="4509655"/>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48" name="AutoShape 8">
                <a:extLst>
                  <a:ext uri="{FF2B5EF4-FFF2-40B4-BE49-F238E27FC236}">
                    <a16:creationId xmlns:a16="http://schemas.microsoft.com/office/drawing/2014/main" id="{31E67070-880A-FCF6-EF3B-E32718D7A187}"/>
                  </a:ext>
                </a:extLst>
              </p:cNvPr>
              <p:cNvCxnSpPr>
                <a:cxnSpLocks noChangeShapeType="1"/>
              </p:cNvCxnSpPr>
              <p:nvPr/>
            </p:nvCxnSpPr>
            <p:spPr bwMode="auto">
              <a:xfrm flipV="1">
                <a:off x="4162260" y="4509830"/>
                <a:ext cx="91440" cy="914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nvGrpSpPr>
              <p:cNvPr id="91149" name="Group 9">
                <a:extLst>
                  <a:ext uri="{FF2B5EF4-FFF2-40B4-BE49-F238E27FC236}">
                    <a16:creationId xmlns:a16="http://schemas.microsoft.com/office/drawing/2014/main" id="{2DB3D8BC-9BFE-B18C-C90A-B2F39301668F}"/>
                  </a:ext>
                </a:extLst>
              </p:cNvPr>
              <p:cNvGrpSpPr>
                <a:grpSpLocks/>
              </p:cNvGrpSpPr>
              <p:nvPr/>
            </p:nvGrpSpPr>
            <p:grpSpPr bwMode="auto">
              <a:xfrm>
                <a:off x="3900406" y="3923425"/>
                <a:ext cx="1447776" cy="373737"/>
                <a:chOff x="3128" y="4674"/>
                <a:chExt cx="1297" cy="549"/>
              </a:xfrm>
            </p:grpSpPr>
            <p:sp>
              <p:nvSpPr>
                <p:cNvPr id="110" name="AutoShape 10">
                  <a:extLst>
                    <a:ext uri="{FF2B5EF4-FFF2-40B4-BE49-F238E27FC236}">
                      <a16:creationId xmlns:a16="http://schemas.microsoft.com/office/drawing/2014/main" id="{6A98658F-E8C1-422B-9AC9-866C3090D8D0}"/>
                    </a:ext>
                  </a:extLst>
                </p:cNvPr>
                <p:cNvSpPr>
                  <a:spLocks noChangeArrowheads="1"/>
                </p:cNvSpPr>
                <p:nvPr/>
              </p:nvSpPr>
              <p:spPr bwMode="auto">
                <a:xfrm>
                  <a:off x="3128" y="4770"/>
                  <a:ext cx="1286" cy="452"/>
                </a:xfrm>
                <a:prstGeom prst="flowChartManualOperation">
                  <a:avLst/>
                </a:prstGeom>
                <a:solidFill>
                  <a:schemeClr val="bg1">
                    <a:lumMod val="85000"/>
                  </a:schemeClr>
                </a:solidFill>
                <a:ln w="9525">
                  <a:solidFill>
                    <a:srgbClr val="000000"/>
                  </a:solidFill>
                  <a:miter lim="800000"/>
                  <a:headEnd/>
                  <a:tailEnd/>
                </a:ln>
              </p:spPr>
              <p:txBody>
                <a:bodyPr/>
                <a:lstStyle/>
                <a:p>
                  <a:pPr eaLnBrk="1" hangingPunct="1">
                    <a:defRPr/>
                  </a:pPr>
                  <a:endParaRPr lang="en-GB" sz="1200">
                    <a:latin typeface="Arial" charset="0"/>
                    <a:cs typeface="Arial" charset="0"/>
                  </a:endParaRPr>
                </a:p>
              </p:txBody>
            </p:sp>
            <p:sp>
              <p:nvSpPr>
                <p:cNvPr id="91248" name="Text Box 11">
                  <a:extLst>
                    <a:ext uri="{FF2B5EF4-FFF2-40B4-BE49-F238E27FC236}">
                      <a16:creationId xmlns:a16="http://schemas.microsoft.com/office/drawing/2014/main" id="{C43937C4-ECF3-928C-A467-B8D254ED9590}"/>
                    </a:ext>
                  </a:extLst>
                </p:cNvPr>
                <p:cNvSpPr txBox="1">
                  <a:spLocks noChangeArrowheads="1"/>
                </p:cNvSpPr>
                <p:nvPr/>
              </p:nvSpPr>
              <p:spPr bwMode="auto">
                <a:xfrm>
                  <a:off x="3197" y="4674"/>
                  <a:ext cx="4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200"/>
                    <a:t>0</a:t>
                  </a:r>
                  <a:endParaRPr lang="en-US" altLang="en-US" sz="1200"/>
                </a:p>
              </p:txBody>
            </p:sp>
            <p:sp>
              <p:nvSpPr>
                <p:cNvPr id="91249" name="Text Box 12">
                  <a:extLst>
                    <a:ext uri="{FF2B5EF4-FFF2-40B4-BE49-F238E27FC236}">
                      <a16:creationId xmlns:a16="http://schemas.microsoft.com/office/drawing/2014/main" id="{55F5AB4D-3C67-717F-409A-F3258F3EAD75}"/>
                    </a:ext>
                  </a:extLst>
                </p:cNvPr>
                <p:cNvSpPr txBox="1">
                  <a:spLocks noChangeArrowheads="1"/>
                </p:cNvSpPr>
                <p:nvPr/>
              </p:nvSpPr>
              <p:spPr bwMode="auto">
                <a:xfrm>
                  <a:off x="3941" y="4674"/>
                  <a:ext cx="484" cy="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200">
                      <a:latin typeface="Calibri" panose="020F0502020204030204" pitchFamily="34" charset="0"/>
                    </a:rPr>
                    <a:t>1</a:t>
                  </a:r>
                  <a:endParaRPr lang="en-US" altLang="en-US" sz="1200"/>
                </a:p>
              </p:txBody>
            </p:sp>
          </p:grpSp>
          <p:cxnSp>
            <p:nvCxnSpPr>
              <p:cNvPr id="91150" name="AutoShape 13">
                <a:extLst>
                  <a:ext uri="{FF2B5EF4-FFF2-40B4-BE49-F238E27FC236}">
                    <a16:creationId xmlns:a16="http://schemas.microsoft.com/office/drawing/2014/main" id="{B503E5FC-DF9A-1671-54CD-495D3EF780F4}"/>
                  </a:ext>
                </a:extLst>
              </p:cNvPr>
              <p:cNvCxnSpPr>
                <a:cxnSpLocks noChangeShapeType="1"/>
              </p:cNvCxnSpPr>
              <p:nvPr/>
            </p:nvCxnSpPr>
            <p:spPr bwMode="auto">
              <a:xfrm>
                <a:off x="4176116" y="4851551"/>
                <a:ext cx="0" cy="26445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51" name="AutoShape 14">
                <a:extLst>
                  <a:ext uri="{FF2B5EF4-FFF2-40B4-BE49-F238E27FC236}">
                    <a16:creationId xmlns:a16="http://schemas.microsoft.com/office/drawing/2014/main" id="{54274529-DD0D-76F8-4080-5849013BC563}"/>
                  </a:ext>
                </a:extLst>
              </p:cNvPr>
              <p:cNvCxnSpPr>
                <a:cxnSpLocks noChangeShapeType="1"/>
              </p:cNvCxnSpPr>
              <p:nvPr/>
            </p:nvCxnSpPr>
            <p:spPr bwMode="auto">
              <a:xfrm>
                <a:off x="4630859" y="4292050"/>
                <a:ext cx="0" cy="18288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52" name="AutoShape 15">
                <a:extLst>
                  <a:ext uri="{FF2B5EF4-FFF2-40B4-BE49-F238E27FC236}">
                    <a16:creationId xmlns:a16="http://schemas.microsoft.com/office/drawing/2014/main" id="{739F910B-965A-7DAF-AB0B-0E7D9BCC2EBF}"/>
                  </a:ext>
                </a:extLst>
              </p:cNvPr>
              <p:cNvCxnSpPr>
                <a:cxnSpLocks noChangeShapeType="1"/>
              </p:cNvCxnSpPr>
              <p:nvPr/>
            </p:nvCxnSpPr>
            <p:spPr bwMode="auto">
              <a:xfrm>
                <a:off x="5037859" y="3638608"/>
                <a:ext cx="0" cy="38320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53" name="AutoShape 16">
                <a:extLst>
                  <a:ext uri="{FF2B5EF4-FFF2-40B4-BE49-F238E27FC236}">
                    <a16:creationId xmlns:a16="http://schemas.microsoft.com/office/drawing/2014/main" id="{9F44E20F-93A1-E2E5-9C64-1C2F071C972F}"/>
                  </a:ext>
                </a:extLst>
              </p:cNvPr>
              <p:cNvCxnSpPr>
                <a:cxnSpLocks noChangeShapeType="1"/>
              </p:cNvCxnSpPr>
              <p:nvPr/>
            </p:nvCxnSpPr>
            <p:spPr bwMode="auto">
              <a:xfrm>
                <a:off x="4190439" y="3843325"/>
                <a:ext cx="0" cy="17921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54" name="AutoShape 17">
                <a:extLst>
                  <a:ext uri="{FF2B5EF4-FFF2-40B4-BE49-F238E27FC236}">
                    <a16:creationId xmlns:a16="http://schemas.microsoft.com/office/drawing/2014/main" id="{35B8015A-79CA-0789-93B2-383C52BD59CB}"/>
                  </a:ext>
                </a:extLst>
              </p:cNvPr>
              <p:cNvCxnSpPr>
                <a:cxnSpLocks noChangeShapeType="1"/>
              </p:cNvCxnSpPr>
              <p:nvPr/>
            </p:nvCxnSpPr>
            <p:spPr bwMode="auto">
              <a:xfrm>
                <a:off x="3598438" y="5116008"/>
                <a:ext cx="0" cy="254258"/>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155" name="Text Box 18">
                <a:extLst>
                  <a:ext uri="{FF2B5EF4-FFF2-40B4-BE49-F238E27FC236}">
                    <a16:creationId xmlns:a16="http://schemas.microsoft.com/office/drawing/2014/main" id="{1BA99725-B854-792F-B8D9-85D2387A5C3E}"/>
                  </a:ext>
                </a:extLst>
              </p:cNvPr>
              <p:cNvSpPr txBox="1">
                <a:spLocks noChangeArrowheads="1"/>
              </p:cNvSpPr>
              <p:nvPr/>
            </p:nvSpPr>
            <p:spPr bwMode="auto">
              <a:xfrm>
                <a:off x="3314640" y="5116008"/>
                <a:ext cx="377162" cy="26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S</a:t>
                </a:r>
                <a:endParaRPr lang="en-US" altLang="en-US" sz="1400"/>
              </a:p>
            </p:txBody>
          </p:sp>
          <p:cxnSp>
            <p:nvCxnSpPr>
              <p:cNvPr id="91156" name="AutoShape 19">
                <a:extLst>
                  <a:ext uri="{FF2B5EF4-FFF2-40B4-BE49-F238E27FC236}">
                    <a16:creationId xmlns:a16="http://schemas.microsoft.com/office/drawing/2014/main" id="{37B3C584-406D-483A-6011-655973A9EE4F}"/>
                  </a:ext>
                </a:extLst>
              </p:cNvPr>
              <p:cNvCxnSpPr>
                <a:cxnSpLocks noChangeShapeType="1"/>
              </p:cNvCxnSpPr>
              <p:nvPr/>
            </p:nvCxnSpPr>
            <p:spPr bwMode="auto">
              <a:xfrm>
                <a:off x="4190439" y="5393592"/>
                <a:ext cx="0" cy="4572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57" name="AutoShape 20">
                <a:extLst>
                  <a:ext uri="{FF2B5EF4-FFF2-40B4-BE49-F238E27FC236}">
                    <a16:creationId xmlns:a16="http://schemas.microsoft.com/office/drawing/2014/main" id="{5B68D9EF-9ACF-3572-EF13-5EE6D6D14BFA}"/>
                  </a:ext>
                </a:extLst>
              </p:cNvPr>
              <p:cNvCxnSpPr>
                <a:cxnSpLocks noChangeShapeType="1"/>
              </p:cNvCxnSpPr>
              <p:nvPr/>
            </p:nvCxnSpPr>
            <p:spPr bwMode="auto">
              <a:xfrm flipH="1">
                <a:off x="2724758" y="5674039"/>
                <a:ext cx="1456131" cy="0"/>
              </a:xfrm>
              <a:prstGeom prst="straightConnector1">
                <a:avLst/>
              </a:prstGeom>
              <a:noFill/>
              <a:ln w="9525">
                <a:solidFill>
                  <a:srgbClr val="000000"/>
                </a:solidFill>
                <a:round/>
                <a:headEnd type="oval" w="sm" len="sm"/>
                <a:tailEnd type="none" w="sm" len="sm"/>
              </a:ln>
              <a:extLst>
                <a:ext uri="{909E8E84-426E-40DD-AFC4-6F175D3DCCD1}">
                  <a14:hiddenFill xmlns:a14="http://schemas.microsoft.com/office/drawing/2010/main">
                    <a:noFill/>
                  </a14:hiddenFill>
                </a:ext>
              </a:extLst>
            </p:spPr>
          </p:cxnSp>
          <p:cxnSp>
            <p:nvCxnSpPr>
              <p:cNvPr id="91158" name="AutoShape 21">
                <a:extLst>
                  <a:ext uri="{FF2B5EF4-FFF2-40B4-BE49-F238E27FC236}">
                    <a16:creationId xmlns:a16="http://schemas.microsoft.com/office/drawing/2014/main" id="{2D38BD5F-1604-170F-6323-67A3BF361F0C}"/>
                  </a:ext>
                </a:extLst>
              </p:cNvPr>
              <p:cNvCxnSpPr>
                <a:cxnSpLocks noChangeShapeType="1"/>
              </p:cNvCxnSpPr>
              <p:nvPr/>
            </p:nvCxnSpPr>
            <p:spPr bwMode="auto">
              <a:xfrm>
                <a:off x="2721178" y="4332821"/>
                <a:ext cx="0" cy="1344168"/>
              </a:xfrm>
              <a:prstGeom prst="straightConnector1">
                <a:avLst/>
              </a:prstGeom>
              <a:noFill/>
              <a:ln w="9525">
                <a:solidFill>
                  <a:srgbClr val="000000"/>
                </a:solidFill>
                <a:round/>
                <a:headEnd type="none" w="sm" len="sm"/>
                <a:tailEnd/>
              </a:ln>
              <a:extLst>
                <a:ext uri="{909E8E84-426E-40DD-AFC4-6F175D3DCCD1}">
                  <a14:hiddenFill xmlns:a14="http://schemas.microsoft.com/office/drawing/2010/main">
                    <a:noFill/>
                  </a14:hiddenFill>
                </a:ext>
              </a:extLst>
            </p:spPr>
          </p:cxnSp>
          <p:cxnSp>
            <p:nvCxnSpPr>
              <p:cNvPr id="91159" name="AutoShape 22">
                <a:extLst>
                  <a:ext uri="{FF2B5EF4-FFF2-40B4-BE49-F238E27FC236}">
                    <a16:creationId xmlns:a16="http://schemas.microsoft.com/office/drawing/2014/main" id="{2BA686C2-5C77-6DAB-30B2-429F177170FF}"/>
                  </a:ext>
                </a:extLst>
              </p:cNvPr>
              <p:cNvCxnSpPr>
                <a:cxnSpLocks noChangeShapeType="1"/>
              </p:cNvCxnSpPr>
              <p:nvPr/>
            </p:nvCxnSpPr>
            <p:spPr bwMode="auto">
              <a:xfrm>
                <a:off x="2703275" y="4318967"/>
                <a:ext cx="101213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60" name="AutoShape 23">
                <a:extLst>
                  <a:ext uri="{FF2B5EF4-FFF2-40B4-BE49-F238E27FC236}">
                    <a16:creationId xmlns:a16="http://schemas.microsoft.com/office/drawing/2014/main" id="{DB356EFC-95ED-BF48-E207-CAFF0A5A8CB4}"/>
                  </a:ext>
                </a:extLst>
              </p:cNvPr>
              <p:cNvCxnSpPr>
                <a:cxnSpLocks noChangeShapeType="1"/>
              </p:cNvCxnSpPr>
              <p:nvPr/>
            </p:nvCxnSpPr>
            <p:spPr bwMode="auto">
              <a:xfrm>
                <a:off x="3709438" y="4307298"/>
                <a:ext cx="0" cy="19306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161" name="Text Box 24">
                <a:extLst>
                  <a:ext uri="{FF2B5EF4-FFF2-40B4-BE49-F238E27FC236}">
                    <a16:creationId xmlns:a16="http://schemas.microsoft.com/office/drawing/2014/main" id="{2882A04B-B171-CBA7-9708-AE7491A1BC1C}"/>
                  </a:ext>
                </a:extLst>
              </p:cNvPr>
              <p:cNvSpPr txBox="1">
                <a:spLocks noChangeArrowheads="1"/>
              </p:cNvSpPr>
              <p:nvPr/>
            </p:nvSpPr>
            <p:spPr bwMode="auto">
              <a:xfrm>
                <a:off x="3810000" y="4544285"/>
                <a:ext cx="1092099"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Adder</a:t>
                </a:r>
                <a:endParaRPr lang="en-US" altLang="en-US" sz="1400"/>
              </a:p>
            </p:txBody>
          </p:sp>
          <p:cxnSp>
            <p:nvCxnSpPr>
              <p:cNvPr id="91162" name="AutoShape 25">
                <a:extLst>
                  <a:ext uri="{FF2B5EF4-FFF2-40B4-BE49-F238E27FC236}">
                    <a16:creationId xmlns:a16="http://schemas.microsoft.com/office/drawing/2014/main" id="{EBB1678C-C755-7F7B-D965-5671326F3096}"/>
                  </a:ext>
                </a:extLst>
              </p:cNvPr>
              <p:cNvCxnSpPr>
                <a:cxnSpLocks noChangeShapeType="1"/>
              </p:cNvCxnSpPr>
              <p:nvPr/>
            </p:nvCxnSpPr>
            <p:spPr bwMode="auto">
              <a:xfrm>
                <a:off x="3500099" y="5384121"/>
                <a:ext cx="0" cy="170477"/>
              </a:xfrm>
              <a:prstGeom prst="straightConnector1">
                <a:avLst/>
              </a:prstGeom>
              <a:noFill/>
              <a:ln w="9525">
                <a:solidFill>
                  <a:srgbClr val="000000"/>
                </a:solidFill>
                <a:round/>
                <a:headEnd/>
                <a:tailEnd type="none" w="sm" len="sm"/>
              </a:ln>
              <a:extLst>
                <a:ext uri="{909E8E84-426E-40DD-AFC4-6F175D3DCCD1}">
                  <a14:hiddenFill xmlns:a14="http://schemas.microsoft.com/office/drawing/2010/main">
                    <a:noFill/>
                  </a14:hiddenFill>
                </a:ext>
              </a:extLst>
            </p:spPr>
          </p:cxnSp>
          <p:cxnSp>
            <p:nvCxnSpPr>
              <p:cNvPr id="91163" name="AutoShape 26">
                <a:extLst>
                  <a:ext uri="{FF2B5EF4-FFF2-40B4-BE49-F238E27FC236}">
                    <a16:creationId xmlns:a16="http://schemas.microsoft.com/office/drawing/2014/main" id="{0FF285EE-5D2E-B12E-B173-1F82BA30E523}"/>
                  </a:ext>
                </a:extLst>
              </p:cNvPr>
              <p:cNvCxnSpPr>
                <a:cxnSpLocks noChangeShapeType="1"/>
              </p:cNvCxnSpPr>
              <p:nvPr/>
            </p:nvCxnSpPr>
            <p:spPr bwMode="auto">
              <a:xfrm flipH="1" flipV="1">
                <a:off x="3480275" y="5572837"/>
                <a:ext cx="2909875" cy="729"/>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64" name="AutoShape 27">
                <a:extLst>
                  <a:ext uri="{FF2B5EF4-FFF2-40B4-BE49-F238E27FC236}">
                    <a16:creationId xmlns:a16="http://schemas.microsoft.com/office/drawing/2014/main" id="{51E190DF-C80F-3F79-60A4-CF0F5CE33233}"/>
                  </a:ext>
                </a:extLst>
              </p:cNvPr>
              <p:cNvCxnSpPr>
                <a:cxnSpLocks noChangeShapeType="1"/>
              </p:cNvCxnSpPr>
              <p:nvPr/>
            </p:nvCxnSpPr>
            <p:spPr bwMode="auto">
              <a:xfrm flipV="1">
                <a:off x="5508119" y="4188624"/>
                <a:ext cx="0" cy="1383484"/>
              </a:xfrm>
              <a:prstGeom prst="straightConnector1">
                <a:avLst/>
              </a:prstGeom>
              <a:noFill/>
              <a:ln w="9525">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91165" name="AutoShape 28">
                <a:extLst>
                  <a:ext uri="{FF2B5EF4-FFF2-40B4-BE49-F238E27FC236}">
                    <a16:creationId xmlns:a16="http://schemas.microsoft.com/office/drawing/2014/main" id="{17F5A687-D292-4F5F-3CBD-41A41820D309}"/>
                  </a:ext>
                </a:extLst>
              </p:cNvPr>
              <p:cNvCxnSpPr>
                <a:cxnSpLocks noChangeShapeType="1"/>
              </p:cNvCxnSpPr>
              <p:nvPr/>
            </p:nvCxnSpPr>
            <p:spPr bwMode="auto">
              <a:xfrm flipH="1">
                <a:off x="5166762" y="4174769"/>
                <a:ext cx="337775"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66" name="AutoShape 29">
                <a:extLst>
                  <a:ext uri="{FF2B5EF4-FFF2-40B4-BE49-F238E27FC236}">
                    <a16:creationId xmlns:a16="http://schemas.microsoft.com/office/drawing/2014/main" id="{9623DA45-7E09-3551-3670-72AB3A3AD7FD}"/>
                  </a:ext>
                </a:extLst>
              </p:cNvPr>
              <p:cNvCxnSpPr>
                <a:cxnSpLocks noChangeShapeType="1"/>
              </p:cNvCxnSpPr>
              <p:nvPr/>
            </p:nvCxnSpPr>
            <p:spPr bwMode="auto">
              <a:xfrm>
                <a:off x="3752406" y="4928775"/>
                <a:ext cx="0" cy="17484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67" name="AutoShape 30">
                <a:extLst>
                  <a:ext uri="{FF2B5EF4-FFF2-40B4-BE49-F238E27FC236}">
                    <a16:creationId xmlns:a16="http://schemas.microsoft.com/office/drawing/2014/main" id="{EBDEBF54-1367-6E7A-B94F-292122D55ECC}"/>
                  </a:ext>
                </a:extLst>
              </p:cNvPr>
              <p:cNvCxnSpPr>
                <a:cxnSpLocks noChangeShapeType="1"/>
              </p:cNvCxnSpPr>
              <p:nvPr/>
            </p:nvCxnSpPr>
            <p:spPr bwMode="auto">
              <a:xfrm>
                <a:off x="2632855" y="2537066"/>
                <a:ext cx="0" cy="30889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168" name="Text Box 31">
                <a:extLst>
                  <a:ext uri="{FF2B5EF4-FFF2-40B4-BE49-F238E27FC236}">
                    <a16:creationId xmlns:a16="http://schemas.microsoft.com/office/drawing/2014/main" id="{D8477038-D42A-2FCA-392F-ED301785EF1A}"/>
                  </a:ext>
                </a:extLst>
              </p:cNvPr>
              <p:cNvSpPr txBox="1">
                <a:spLocks noChangeArrowheads="1"/>
              </p:cNvSpPr>
              <p:nvPr/>
            </p:nvSpPr>
            <p:spPr bwMode="auto">
              <a:xfrm>
                <a:off x="1072157" y="1752600"/>
                <a:ext cx="377162" cy="26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А</a:t>
                </a:r>
                <a:endParaRPr lang="en-US" altLang="en-US" sz="1600"/>
              </a:p>
            </p:txBody>
          </p:sp>
          <p:sp>
            <p:nvSpPr>
              <p:cNvPr id="91169" name="Rectangle 32">
                <a:extLst>
                  <a:ext uri="{FF2B5EF4-FFF2-40B4-BE49-F238E27FC236}">
                    <a16:creationId xmlns:a16="http://schemas.microsoft.com/office/drawing/2014/main" id="{21724529-BC46-A571-2915-FF608CC1C0D4}"/>
                  </a:ext>
                </a:extLst>
              </p:cNvPr>
              <p:cNvSpPr>
                <a:spLocks noChangeArrowheads="1"/>
              </p:cNvSpPr>
              <p:nvPr/>
            </p:nvSpPr>
            <p:spPr bwMode="auto">
              <a:xfrm>
                <a:off x="5745635" y="5053470"/>
                <a:ext cx="1635164" cy="255715"/>
              </a:xfrm>
              <a:prstGeom prst="rect">
                <a:avLst/>
              </a:prstGeom>
              <a:solidFill>
                <a:schemeClr val="accent1">
                  <a:lumMod val="60000"/>
                  <a:lumOff val="40000"/>
                </a:schemeClr>
              </a:solidFill>
              <a:ln w="952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US" altLang="en-US" sz="1800"/>
              </a:p>
            </p:txBody>
          </p:sp>
          <p:grpSp>
            <p:nvGrpSpPr>
              <p:cNvPr id="91170" name="Group 33">
                <a:extLst>
                  <a:ext uri="{FF2B5EF4-FFF2-40B4-BE49-F238E27FC236}">
                    <a16:creationId xmlns:a16="http://schemas.microsoft.com/office/drawing/2014/main" id="{528EBA15-42CD-0E2B-E042-6BA6A4AC45AC}"/>
                  </a:ext>
                </a:extLst>
              </p:cNvPr>
              <p:cNvGrpSpPr>
                <a:grpSpLocks/>
              </p:cNvGrpSpPr>
              <p:nvPr/>
            </p:nvGrpSpPr>
            <p:grpSpPr bwMode="auto">
              <a:xfrm>
                <a:off x="6403418" y="5462279"/>
                <a:ext cx="328182" cy="230216"/>
                <a:chOff x="2270" y="2010"/>
                <a:chExt cx="345" cy="404"/>
              </a:xfrm>
            </p:grpSpPr>
            <p:sp>
              <p:nvSpPr>
                <p:cNvPr id="108" name="AutoShape 34">
                  <a:extLst>
                    <a:ext uri="{FF2B5EF4-FFF2-40B4-BE49-F238E27FC236}">
                      <a16:creationId xmlns:a16="http://schemas.microsoft.com/office/drawing/2014/main" id="{B336498B-9643-4636-B807-DB057E7E29D9}"/>
                    </a:ext>
                  </a:extLst>
                </p:cNvPr>
                <p:cNvSpPr>
                  <a:spLocks noChangeArrowheads="1"/>
                </p:cNvSpPr>
                <p:nvPr/>
              </p:nvSpPr>
              <p:spPr bwMode="auto">
                <a:xfrm rot="5435204">
                  <a:off x="2200" y="2079"/>
                  <a:ext cx="404" cy="264"/>
                </a:xfrm>
                <a:prstGeom prst="triangle">
                  <a:avLst>
                    <a:gd name="adj" fmla="val 50000"/>
                  </a:avLst>
                </a:prstGeom>
                <a:solidFill>
                  <a:schemeClr val="bg1">
                    <a:lumMod val="85000"/>
                  </a:schemeClr>
                </a:solidFill>
                <a:ln w="9525">
                  <a:solidFill>
                    <a:srgbClr val="000000"/>
                  </a:solidFill>
                  <a:miter lim="800000"/>
                  <a:headEnd/>
                  <a:tailEnd/>
                </a:ln>
              </p:spPr>
              <p:txBody>
                <a:bodyPr/>
                <a:lstStyle/>
                <a:p>
                  <a:pPr eaLnBrk="1" hangingPunct="1">
                    <a:defRPr/>
                  </a:pPr>
                  <a:endParaRPr lang="en-GB">
                    <a:latin typeface="Arial" charset="0"/>
                    <a:cs typeface="Arial" charset="0"/>
                  </a:endParaRPr>
                </a:p>
              </p:txBody>
            </p:sp>
            <p:sp>
              <p:nvSpPr>
                <p:cNvPr id="91246" name="Oval 35">
                  <a:extLst>
                    <a:ext uri="{FF2B5EF4-FFF2-40B4-BE49-F238E27FC236}">
                      <a16:creationId xmlns:a16="http://schemas.microsoft.com/office/drawing/2014/main" id="{055AB44D-C402-D5E8-F6B1-1C953980CE57}"/>
                    </a:ext>
                  </a:extLst>
                </p:cNvPr>
                <p:cNvSpPr>
                  <a:spLocks noChangeArrowheads="1"/>
                </p:cNvSpPr>
                <p:nvPr/>
              </p:nvSpPr>
              <p:spPr bwMode="auto">
                <a:xfrm>
                  <a:off x="2519" y="2134"/>
                  <a:ext cx="96" cy="160"/>
                </a:xfrm>
                <a:prstGeom prst="ellipse">
                  <a:avLst/>
                </a:prstGeom>
                <a:solidFill>
                  <a:srgbClr val="FFFFFF"/>
                </a:solidFill>
                <a:ln w="9525">
                  <a:solidFill>
                    <a:srgbClr val="000000"/>
                  </a:solidFill>
                  <a:round/>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grpSp>
          <p:cxnSp>
            <p:nvCxnSpPr>
              <p:cNvPr id="91171" name="AutoShape 36">
                <a:extLst>
                  <a:ext uri="{FF2B5EF4-FFF2-40B4-BE49-F238E27FC236}">
                    <a16:creationId xmlns:a16="http://schemas.microsoft.com/office/drawing/2014/main" id="{1BAD2541-6583-A814-6BD6-713F1477815A}"/>
                  </a:ext>
                </a:extLst>
              </p:cNvPr>
              <p:cNvCxnSpPr>
                <a:cxnSpLocks noChangeShapeType="1"/>
              </p:cNvCxnSpPr>
              <p:nvPr/>
            </p:nvCxnSpPr>
            <p:spPr bwMode="auto">
              <a:xfrm>
                <a:off x="7730508" y="5178778"/>
                <a:ext cx="0" cy="402336"/>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72" name="AutoShape 37">
                <a:extLst>
                  <a:ext uri="{FF2B5EF4-FFF2-40B4-BE49-F238E27FC236}">
                    <a16:creationId xmlns:a16="http://schemas.microsoft.com/office/drawing/2014/main" id="{A76F1AB4-4973-8E0D-A376-27E67C77F1A4}"/>
                  </a:ext>
                </a:extLst>
              </p:cNvPr>
              <p:cNvCxnSpPr>
                <a:cxnSpLocks noChangeShapeType="1"/>
              </p:cNvCxnSpPr>
              <p:nvPr/>
            </p:nvCxnSpPr>
            <p:spPr bwMode="auto">
              <a:xfrm flipH="1">
                <a:off x="7380798" y="5179506"/>
                <a:ext cx="347323"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4" name="Rectangle 38">
                <a:extLst>
                  <a:ext uri="{FF2B5EF4-FFF2-40B4-BE49-F238E27FC236}">
                    <a16:creationId xmlns:a16="http://schemas.microsoft.com/office/drawing/2014/main" id="{17902954-C9A8-44DA-9F88-D6D5CAFE20FD}"/>
                  </a:ext>
                </a:extLst>
              </p:cNvPr>
              <p:cNvSpPr>
                <a:spLocks noChangeArrowheads="1"/>
              </p:cNvSpPr>
              <p:nvPr/>
            </p:nvSpPr>
            <p:spPr bwMode="auto">
              <a:xfrm>
                <a:off x="2314575" y="2255201"/>
                <a:ext cx="1455738" cy="279393"/>
              </a:xfrm>
              <a:prstGeom prst="rect">
                <a:avLst/>
              </a:prstGeom>
              <a:solidFill>
                <a:schemeClr val="bg1">
                  <a:lumMod val="85000"/>
                </a:schemeClr>
              </a:solidFill>
              <a:ln w="9525">
                <a:solidFill>
                  <a:srgbClr val="000000"/>
                </a:solidFill>
                <a:miter lim="800000"/>
                <a:headEnd/>
                <a:tailEnd/>
              </a:ln>
            </p:spPr>
            <p:txBody>
              <a:bodyPr/>
              <a:lstStyle/>
              <a:p>
                <a:pPr algn="ctr">
                  <a:spcAft>
                    <a:spcPts val="1000"/>
                  </a:spcAft>
                  <a:defRPr/>
                </a:pPr>
                <a:r>
                  <a:rPr lang="en-GB" sz="1400" dirty="0">
                    <a:latin typeface="Calibri" pitchFamily="34" charset="0"/>
                  </a:rPr>
                  <a:t> Encoder B</a:t>
                </a:r>
                <a:endParaRPr lang="en-US" sz="1400" dirty="0"/>
              </a:p>
            </p:txBody>
          </p:sp>
          <p:sp>
            <p:nvSpPr>
              <p:cNvPr id="35" name="AutoShape 39">
                <a:extLst>
                  <a:ext uri="{FF2B5EF4-FFF2-40B4-BE49-F238E27FC236}">
                    <a16:creationId xmlns:a16="http://schemas.microsoft.com/office/drawing/2014/main" id="{C43A46FF-C3CC-4E64-98C3-ACDE2A4FCE56}"/>
                  </a:ext>
                </a:extLst>
              </p:cNvPr>
              <p:cNvSpPr>
                <a:spLocks noChangeArrowheads="1"/>
              </p:cNvSpPr>
              <p:nvPr/>
            </p:nvSpPr>
            <p:spPr bwMode="auto">
              <a:xfrm>
                <a:off x="1298575" y="2845735"/>
                <a:ext cx="1581150" cy="307967"/>
              </a:xfrm>
              <a:prstGeom prst="flowChartManualOperation">
                <a:avLst/>
              </a:prstGeom>
              <a:solidFill>
                <a:schemeClr val="bg1">
                  <a:lumMod val="85000"/>
                </a:schemeClr>
              </a:solidFill>
              <a:ln w="9525">
                <a:solidFill>
                  <a:srgbClr val="000000"/>
                </a:solidFill>
                <a:miter lim="800000"/>
                <a:headEnd/>
                <a:tailEnd/>
              </a:ln>
            </p:spPr>
            <p:txBody>
              <a:bodyPr/>
              <a:lstStyle/>
              <a:p>
                <a:pPr eaLnBrk="1" hangingPunct="1">
                  <a:defRPr/>
                </a:pPr>
                <a:endParaRPr lang="en-GB">
                  <a:latin typeface="Arial" charset="0"/>
                  <a:cs typeface="Arial" charset="0"/>
                </a:endParaRPr>
              </a:p>
            </p:txBody>
          </p:sp>
          <p:cxnSp>
            <p:nvCxnSpPr>
              <p:cNvPr id="91175" name="AutoShape 40">
                <a:extLst>
                  <a:ext uri="{FF2B5EF4-FFF2-40B4-BE49-F238E27FC236}">
                    <a16:creationId xmlns:a16="http://schemas.microsoft.com/office/drawing/2014/main" id="{28E6CD21-4281-5298-8EF6-32096FAD60A1}"/>
                  </a:ext>
                </a:extLst>
              </p:cNvPr>
              <p:cNvCxnSpPr>
                <a:cxnSpLocks noChangeShapeType="1"/>
              </p:cNvCxnSpPr>
              <p:nvPr/>
            </p:nvCxnSpPr>
            <p:spPr bwMode="auto">
              <a:xfrm>
                <a:off x="1983564" y="2845964"/>
                <a:ext cx="125323" cy="7722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76" name="AutoShape 41">
                <a:extLst>
                  <a:ext uri="{FF2B5EF4-FFF2-40B4-BE49-F238E27FC236}">
                    <a16:creationId xmlns:a16="http://schemas.microsoft.com/office/drawing/2014/main" id="{E6FCE291-C469-A111-4574-A8C55045A824}"/>
                  </a:ext>
                </a:extLst>
              </p:cNvPr>
              <p:cNvCxnSpPr>
                <a:cxnSpLocks noChangeShapeType="1"/>
              </p:cNvCxnSpPr>
              <p:nvPr/>
            </p:nvCxnSpPr>
            <p:spPr bwMode="auto">
              <a:xfrm flipV="1">
                <a:off x="2100532" y="2845964"/>
                <a:ext cx="83549" cy="7722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177" name="Text Box 42">
                <a:extLst>
                  <a:ext uri="{FF2B5EF4-FFF2-40B4-BE49-F238E27FC236}">
                    <a16:creationId xmlns:a16="http://schemas.microsoft.com/office/drawing/2014/main" id="{AEE00976-AFCE-57E9-22D5-F10687A71DA8}"/>
                  </a:ext>
                </a:extLst>
              </p:cNvPr>
              <p:cNvSpPr txBox="1">
                <a:spLocks noChangeArrowheads="1"/>
              </p:cNvSpPr>
              <p:nvPr/>
            </p:nvSpPr>
            <p:spPr bwMode="auto">
              <a:xfrm>
                <a:off x="1504295" y="2857693"/>
                <a:ext cx="1484231" cy="251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Subtractor</a:t>
                </a:r>
                <a:endParaRPr lang="en-US" altLang="en-US" sz="1400"/>
              </a:p>
            </p:txBody>
          </p:sp>
          <p:cxnSp>
            <p:nvCxnSpPr>
              <p:cNvPr id="91178" name="AutoShape 43">
                <a:extLst>
                  <a:ext uri="{FF2B5EF4-FFF2-40B4-BE49-F238E27FC236}">
                    <a16:creationId xmlns:a16="http://schemas.microsoft.com/office/drawing/2014/main" id="{BA5BD02C-906A-15EB-7C1B-84BDC55C8125}"/>
                  </a:ext>
                </a:extLst>
              </p:cNvPr>
              <p:cNvCxnSpPr>
                <a:cxnSpLocks noChangeShapeType="1"/>
              </p:cNvCxnSpPr>
              <p:nvPr/>
            </p:nvCxnSpPr>
            <p:spPr bwMode="auto">
              <a:xfrm>
                <a:off x="539368" y="2102886"/>
                <a:ext cx="0" cy="283464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79" name="AutoShape 44">
                <a:extLst>
                  <a:ext uri="{FF2B5EF4-FFF2-40B4-BE49-F238E27FC236}">
                    <a16:creationId xmlns:a16="http://schemas.microsoft.com/office/drawing/2014/main" id="{A52E157A-9EAA-501D-6F34-D53EB665779B}"/>
                  </a:ext>
                </a:extLst>
              </p:cNvPr>
              <p:cNvCxnSpPr>
                <a:cxnSpLocks noChangeShapeType="1"/>
              </p:cNvCxnSpPr>
              <p:nvPr/>
            </p:nvCxnSpPr>
            <p:spPr bwMode="auto">
              <a:xfrm>
                <a:off x="3900406" y="3372693"/>
                <a:ext cx="0" cy="254987"/>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80" name="AutoShape 45">
                <a:extLst>
                  <a:ext uri="{FF2B5EF4-FFF2-40B4-BE49-F238E27FC236}">
                    <a16:creationId xmlns:a16="http://schemas.microsoft.com/office/drawing/2014/main" id="{C4F07A64-3C0E-692B-5E61-0C9B65766431}"/>
                  </a:ext>
                </a:extLst>
              </p:cNvPr>
              <p:cNvCxnSpPr>
                <a:cxnSpLocks noChangeShapeType="1"/>
              </p:cNvCxnSpPr>
              <p:nvPr/>
            </p:nvCxnSpPr>
            <p:spPr bwMode="auto">
              <a:xfrm flipV="1">
                <a:off x="6530991" y="4775899"/>
                <a:ext cx="0" cy="25571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81" name="AutoShape 46">
                <a:extLst>
                  <a:ext uri="{FF2B5EF4-FFF2-40B4-BE49-F238E27FC236}">
                    <a16:creationId xmlns:a16="http://schemas.microsoft.com/office/drawing/2014/main" id="{8DC048A2-7B48-33D4-505A-85AE9BC39833}"/>
                  </a:ext>
                </a:extLst>
              </p:cNvPr>
              <p:cNvCxnSpPr>
                <a:cxnSpLocks noChangeShapeType="1"/>
              </p:cNvCxnSpPr>
              <p:nvPr/>
            </p:nvCxnSpPr>
            <p:spPr bwMode="auto">
              <a:xfrm>
                <a:off x="6528603" y="4775171"/>
                <a:ext cx="379549"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3" name="Rectangle 47">
                <a:extLst>
                  <a:ext uri="{FF2B5EF4-FFF2-40B4-BE49-F238E27FC236}">
                    <a16:creationId xmlns:a16="http://schemas.microsoft.com/office/drawing/2014/main" id="{E6671DA3-3248-441A-936B-861A7A04FF42}"/>
                  </a:ext>
                </a:extLst>
              </p:cNvPr>
              <p:cNvSpPr>
                <a:spLocks noChangeArrowheads="1"/>
              </p:cNvSpPr>
              <p:nvPr/>
            </p:nvSpPr>
            <p:spPr bwMode="auto">
              <a:xfrm>
                <a:off x="3625850" y="2852085"/>
                <a:ext cx="1758950" cy="268280"/>
              </a:xfrm>
              <a:prstGeom prst="rect">
                <a:avLst/>
              </a:prstGeom>
              <a:solidFill>
                <a:schemeClr val="bg1">
                  <a:lumMod val="85000"/>
                </a:schemeClr>
              </a:solidFill>
              <a:ln w="9525">
                <a:solidFill>
                  <a:srgbClr val="000000"/>
                </a:solidFill>
                <a:miter lim="800000"/>
                <a:headEnd/>
                <a:tailEnd/>
              </a:ln>
            </p:spPr>
            <p:txBody>
              <a:bodyPr/>
              <a:lstStyle/>
              <a:p>
                <a:pPr>
                  <a:spcAft>
                    <a:spcPts val="1000"/>
                  </a:spcAft>
                  <a:defRPr/>
                </a:pPr>
                <a:r>
                  <a:rPr lang="en-GB" sz="1400" dirty="0">
                    <a:latin typeface="Calibri" pitchFamily="34" charset="0"/>
                  </a:rPr>
                  <a:t>Barrel Shifter</a:t>
                </a:r>
                <a:endParaRPr lang="en-US" sz="1400" dirty="0"/>
              </a:p>
            </p:txBody>
          </p:sp>
          <p:cxnSp>
            <p:nvCxnSpPr>
              <p:cNvPr id="91183" name="AutoShape 48">
                <a:extLst>
                  <a:ext uri="{FF2B5EF4-FFF2-40B4-BE49-F238E27FC236}">
                    <a16:creationId xmlns:a16="http://schemas.microsoft.com/office/drawing/2014/main" id="{10C8B357-424A-7342-665A-39C4F5AB2C8B}"/>
                  </a:ext>
                </a:extLst>
              </p:cNvPr>
              <p:cNvCxnSpPr>
                <a:cxnSpLocks noChangeShapeType="1"/>
              </p:cNvCxnSpPr>
              <p:nvPr/>
            </p:nvCxnSpPr>
            <p:spPr bwMode="auto">
              <a:xfrm>
                <a:off x="3118630" y="2993856"/>
                <a:ext cx="7161" cy="34605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84" name="AutoShape 49">
                <a:extLst>
                  <a:ext uri="{FF2B5EF4-FFF2-40B4-BE49-F238E27FC236}">
                    <a16:creationId xmlns:a16="http://schemas.microsoft.com/office/drawing/2014/main" id="{A5EAC487-9E0F-4F6E-808B-CCB4C42540AB}"/>
                  </a:ext>
                </a:extLst>
              </p:cNvPr>
              <p:cNvCxnSpPr>
                <a:cxnSpLocks noChangeShapeType="1"/>
              </p:cNvCxnSpPr>
              <p:nvPr/>
            </p:nvCxnSpPr>
            <p:spPr bwMode="auto">
              <a:xfrm flipH="1">
                <a:off x="2115322" y="3355208"/>
                <a:ext cx="1012131" cy="0"/>
              </a:xfrm>
              <a:prstGeom prst="straightConnector1">
                <a:avLst/>
              </a:prstGeom>
              <a:noFill/>
              <a:ln w="9525">
                <a:solidFill>
                  <a:srgbClr val="000000"/>
                </a:solidFill>
                <a:round/>
                <a:headEnd/>
                <a:tailEnd type="oval" w="sm" len="sm"/>
              </a:ln>
              <a:extLst>
                <a:ext uri="{909E8E84-426E-40DD-AFC4-6F175D3DCCD1}">
                  <a14:hiddenFill xmlns:a14="http://schemas.microsoft.com/office/drawing/2010/main">
                    <a:noFill/>
                  </a14:hiddenFill>
                </a:ext>
              </a:extLst>
            </p:spPr>
          </p:cxnSp>
          <p:cxnSp>
            <p:nvCxnSpPr>
              <p:cNvPr id="91185" name="AutoShape 50">
                <a:extLst>
                  <a:ext uri="{FF2B5EF4-FFF2-40B4-BE49-F238E27FC236}">
                    <a16:creationId xmlns:a16="http://schemas.microsoft.com/office/drawing/2014/main" id="{AEA3A71A-45EF-829A-1A78-11B4702EB9B5}"/>
                  </a:ext>
                </a:extLst>
              </p:cNvPr>
              <p:cNvCxnSpPr>
                <a:cxnSpLocks noChangeShapeType="1"/>
              </p:cNvCxnSpPr>
              <p:nvPr/>
            </p:nvCxnSpPr>
            <p:spPr bwMode="auto">
              <a:xfrm>
                <a:off x="4382600" y="3121349"/>
                <a:ext cx="0" cy="23094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186" name="Text Box 51">
                <a:extLst>
                  <a:ext uri="{FF2B5EF4-FFF2-40B4-BE49-F238E27FC236}">
                    <a16:creationId xmlns:a16="http://schemas.microsoft.com/office/drawing/2014/main" id="{544F6A37-FD72-1FCD-23E1-630EB281EED7}"/>
                  </a:ext>
                </a:extLst>
              </p:cNvPr>
              <p:cNvSpPr txBox="1">
                <a:spLocks noChangeArrowheads="1"/>
              </p:cNvSpPr>
              <p:nvPr/>
            </p:nvSpPr>
            <p:spPr bwMode="auto">
              <a:xfrm>
                <a:off x="6830572" y="4616350"/>
                <a:ext cx="1246066"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Quotient</a:t>
                </a:r>
                <a:endParaRPr lang="en-US" altLang="en-US" sz="1400"/>
              </a:p>
            </p:txBody>
          </p:sp>
          <p:cxnSp>
            <p:nvCxnSpPr>
              <p:cNvPr id="91187" name="AutoShape 52">
                <a:extLst>
                  <a:ext uri="{FF2B5EF4-FFF2-40B4-BE49-F238E27FC236}">
                    <a16:creationId xmlns:a16="http://schemas.microsoft.com/office/drawing/2014/main" id="{A95B99FD-94A2-EDFC-B8B8-159D792C0CFE}"/>
                  </a:ext>
                </a:extLst>
              </p:cNvPr>
              <p:cNvCxnSpPr>
                <a:cxnSpLocks noChangeShapeType="1"/>
              </p:cNvCxnSpPr>
              <p:nvPr/>
            </p:nvCxnSpPr>
            <p:spPr bwMode="auto">
              <a:xfrm>
                <a:off x="3001662" y="1936077"/>
                <a:ext cx="0" cy="274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88" name="AutoShape 53">
                <a:extLst>
                  <a:ext uri="{FF2B5EF4-FFF2-40B4-BE49-F238E27FC236}">
                    <a16:creationId xmlns:a16="http://schemas.microsoft.com/office/drawing/2014/main" id="{14CC3742-9018-A823-16D8-E07D02BA7ECC}"/>
                  </a:ext>
                </a:extLst>
              </p:cNvPr>
              <p:cNvCxnSpPr>
                <a:cxnSpLocks noChangeShapeType="1"/>
              </p:cNvCxnSpPr>
              <p:nvPr/>
            </p:nvCxnSpPr>
            <p:spPr bwMode="auto">
              <a:xfrm>
                <a:off x="1556272" y="2526138"/>
                <a:ext cx="0" cy="30816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0" name="Rectangle 54">
                <a:extLst>
                  <a:ext uri="{FF2B5EF4-FFF2-40B4-BE49-F238E27FC236}">
                    <a16:creationId xmlns:a16="http://schemas.microsoft.com/office/drawing/2014/main" id="{BC4E0900-6CEC-421D-98F5-B50D4B1DB2CB}"/>
                  </a:ext>
                </a:extLst>
              </p:cNvPr>
              <p:cNvSpPr>
                <a:spLocks noChangeArrowheads="1"/>
              </p:cNvSpPr>
              <p:nvPr/>
            </p:nvSpPr>
            <p:spPr bwMode="auto">
              <a:xfrm>
                <a:off x="757238" y="2255201"/>
                <a:ext cx="1328737" cy="269868"/>
              </a:xfrm>
              <a:prstGeom prst="rect">
                <a:avLst/>
              </a:prstGeom>
              <a:solidFill>
                <a:schemeClr val="bg1">
                  <a:lumMod val="85000"/>
                </a:schemeClr>
              </a:solidFill>
              <a:ln w="9525">
                <a:solidFill>
                  <a:srgbClr val="000000"/>
                </a:solidFill>
                <a:miter lim="800000"/>
                <a:headEnd/>
                <a:tailEnd/>
              </a:ln>
            </p:spPr>
            <p:txBody>
              <a:bodyPr/>
              <a:lstStyle/>
              <a:p>
                <a:pPr algn="ctr">
                  <a:spcAft>
                    <a:spcPts val="1000"/>
                  </a:spcAft>
                  <a:defRPr/>
                </a:pPr>
                <a:r>
                  <a:rPr lang="en-GB" sz="1400" dirty="0">
                    <a:latin typeface="Calibri" pitchFamily="34" charset="0"/>
                  </a:rPr>
                  <a:t> Encoder A</a:t>
                </a:r>
                <a:endParaRPr lang="en-US" sz="1400" dirty="0"/>
              </a:p>
            </p:txBody>
          </p:sp>
          <p:cxnSp>
            <p:nvCxnSpPr>
              <p:cNvPr id="91190" name="AutoShape 55">
                <a:extLst>
                  <a:ext uri="{FF2B5EF4-FFF2-40B4-BE49-F238E27FC236}">
                    <a16:creationId xmlns:a16="http://schemas.microsoft.com/office/drawing/2014/main" id="{94EF7723-9BEA-D340-B74D-ACBE05651AB9}"/>
                  </a:ext>
                </a:extLst>
              </p:cNvPr>
              <p:cNvCxnSpPr>
                <a:cxnSpLocks noChangeShapeType="1"/>
              </p:cNvCxnSpPr>
              <p:nvPr/>
            </p:nvCxnSpPr>
            <p:spPr bwMode="auto">
              <a:xfrm>
                <a:off x="1424982" y="1929521"/>
                <a:ext cx="0" cy="2743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91" name="AutoShape 56">
                <a:extLst>
                  <a:ext uri="{FF2B5EF4-FFF2-40B4-BE49-F238E27FC236}">
                    <a16:creationId xmlns:a16="http://schemas.microsoft.com/office/drawing/2014/main" id="{57A21104-079B-A125-63C9-CE62F26158D0}"/>
                  </a:ext>
                </a:extLst>
              </p:cNvPr>
              <p:cNvCxnSpPr>
                <a:cxnSpLocks noChangeShapeType="1"/>
              </p:cNvCxnSpPr>
              <p:nvPr/>
            </p:nvCxnSpPr>
            <p:spPr bwMode="auto">
              <a:xfrm flipH="1">
                <a:off x="539368" y="2089031"/>
                <a:ext cx="885615" cy="0"/>
              </a:xfrm>
              <a:prstGeom prst="straightConnector1">
                <a:avLst/>
              </a:prstGeom>
              <a:noFill/>
              <a:ln w="9525">
                <a:solidFill>
                  <a:srgbClr val="000000"/>
                </a:solidFill>
                <a:round/>
                <a:headEnd type="oval" w="sm" len="sm"/>
                <a:tailEnd type="none" w="sm" len="sm"/>
              </a:ln>
              <a:extLst>
                <a:ext uri="{909E8E84-426E-40DD-AFC4-6F175D3DCCD1}">
                  <a14:hiddenFill xmlns:a14="http://schemas.microsoft.com/office/drawing/2010/main">
                    <a:noFill/>
                  </a14:hiddenFill>
                </a:ext>
              </a:extLst>
            </p:spPr>
          </p:cxnSp>
          <p:cxnSp>
            <p:nvCxnSpPr>
              <p:cNvPr id="91192" name="AutoShape 57">
                <a:extLst>
                  <a:ext uri="{FF2B5EF4-FFF2-40B4-BE49-F238E27FC236}">
                    <a16:creationId xmlns:a16="http://schemas.microsoft.com/office/drawing/2014/main" id="{4CED9868-E191-A119-0ABE-EAA1642A8F32}"/>
                  </a:ext>
                </a:extLst>
              </p:cNvPr>
              <p:cNvCxnSpPr>
                <a:cxnSpLocks noChangeShapeType="1"/>
              </p:cNvCxnSpPr>
              <p:nvPr/>
            </p:nvCxnSpPr>
            <p:spPr bwMode="auto">
              <a:xfrm>
                <a:off x="2100532" y="3163604"/>
                <a:ext cx="8355" cy="38393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93" name="AutoShape 58">
                <a:extLst>
                  <a:ext uri="{FF2B5EF4-FFF2-40B4-BE49-F238E27FC236}">
                    <a16:creationId xmlns:a16="http://schemas.microsoft.com/office/drawing/2014/main" id="{DC9A9CA4-ADC0-6749-CB4E-B534110AF806}"/>
                  </a:ext>
                </a:extLst>
              </p:cNvPr>
              <p:cNvCxnSpPr>
                <a:cxnSpLocks noChangeShapeType="1"/>
              </p:cNvCxnSpPr>
              <p:nvPr/>
            </p:nvCxnSpPr>
            <p:spPr bwMode="auto">
              <a:xfrm flipH="1" flipV="1">
                <a:off x="3001662" y="2089031"/>
                <a:ext cx="1353486" cy="729"/>
              </a:xfrm>
              <a:prstGeom prst="straightConnector1">
                <a:avLst/>
              </a:prstGeom>
              <a:noFill/>
              <a:ln w="9525">
                <a:solidFill>
                  <a:srgbClr val="000000"/>
                </a:solidFill>
                <a:round/>
                <a:headEnd type="none" w="sm" len="sm"/>
                <a:tailEnd type="oval" w="sm" len="sm"/>
              </a:ln>
              <a:extLst>
                <a:ext uri="{909E8E84-426E-40DD-AFC4-6F175D3DCCD1}">
                  <a14:hiddenFill xmlns:a14="http://schemas.microsoft.com/office/drawing/2010/main">
                    <a:noFill/>
                  </a14:hiddenFill>
                </a:ext>
              </a:extLst>
            </p:spPr>
          </p:cxnSp>
          <p:cxnSp>
            <p:nvCxnSpPr>
              <p:cNvPr id="91194" name="AutoShape 59">
                <a:extLst>
                  <a:ext uri="{FF2B5EF4-FFF2-40B4-BE49-F238E27FC236}">
                    <a16:creationId xmlns:a16="http://schemas.microsoft.com/office/drawing/2014/main" id="{53328AC5-FBD0-26FE-1151-C1AB9EAF26C0}"/>
                  </a:ext>
                </a:extLst>
              </p:cNvPr>
              <p:cNvCxnSpPr>
                <a:cxnSpLocks noChangeShapeType="1"/>
              </p:cNvCxnSpPr>
              <p:nvPr/>
            </p:nvCxnSpPr>
            <p:spPr bwMode="auto">
              <a:xfrm>
                <a:off x="4343212" y="2102886"/>
                <a:ext cx="0" cy="77151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195" name="AutoShape 60">
                <a:extLst>
                  <a:ext uri="{FF2B5EF4-FFF2-40B4-BE49-F238E27FC236}">
                    <a16:creationId xmlns:a16="http://schemas.microsoft.com/office/drawing/2014/main" id="{9BF70794-0090-7AE1-0E46-968D62318D87}"/>
                  </a:ext>
                </a:extLst>
              </p:cNvPr>
              <p:cNvCxnSpPr>
                <a:cxnSpLocks noChangeShapeType="1"/>
              </p:cNvCxnSpPr>
              <p:nvPr/>
            </p:nvCxnSpPr>
            <p:spPr bwMode="auto">
              <a:xfrm>
                <a:off x="3126985" y="2990213"/>
                <a:ext cx="473839"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196" name="Rectangle 61">
                <a:extLst>
                  <a:ext uri="{FF2B5EF4-FFF2-40B4-BE49-F238E27FC236}">
                    <a16:creationId xmlns:a16="http://schemas.microsoft.com/office/drawing/2014/main" id="{4FD876F9-FCCF-CA13-1BA5-DE093A4EB93D}"/>
                  </a:ext>
                </a:extLst>
              </p:cNvPr>
              <p:cNvSpPr>
                <a:spLocks noChangeArrowheads="1"/>
              </p:cNvSpPr>
              <p:nvPr/>
            </p:nvSpPr>
            <p:spPr bwMode="auto">
              <a:xfrm>
                <a:off x="1298466" y="3547541"/>
                <a:ext cx="1635164" cy="255715"/>
              </a:xfrm>
              <a:prstGeom prst="rect">
                <a:avLst/>
              </a:prstGeom>
              <a:solidFill>
                <a:schemeClr val="accent1">
                  <a:lumMod val="60000"/>
                  <a:lumOff val="40000"/>
                </a:schemeClr>
              </a:solidFill>
              <a:ln w="952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GB" altLang="en-US" sz="1400">
                    <a:latin typeface="Calibri" panose="020F0502020204030204" pitchFamily="34" charset="0"/>
                  </a:rPr>
                  <a:t>Counter</a:t>
                </a:r>
                <a:endParaRPr lang="en-US" altLang="en-US" sz="1400"/>
              </a:p>
            </p:txBody>
          </p:sp>
          <p:cxnSp>
            <p:nvCxnSpPr>
              <p:cNvPr id="91197" name="AutoShape 62">
                <a:extLst>
                  <a:ext uri="{FF2B5EF4-FFF2-40B4-BE49-F238E27FC236}">
                    <a16:creationId xmlns:a16="http://schemas.microsoft.com/office/drawing/2014/main" id="{85C2BD75-D781-E267-5825-5FCF2F6F1B6D}"/>
                  </a:ext>
                </a:extLst>
              </p:cNvPr>
              <p:cNvCxnSpPr>
                <a:cxnSpLocks noChangeShapeType="1"/>
              </p:cNvCxnSpPr>
              <p:nvPr/>
            </p:nvCxnSpPr>
            <p:spPr bwMode="auto">
              <a:xfrm>
                <a:off x="6755378" y="5569923"/>
                <a:ext cx="97513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198" name="AutoShape 63">
                <a:extLst>
                  <a:ext uri="{FF2B5EF4-FFF2-40B4-BE49-F238E27FC236}">
                    <a16:creationId xmlns:a16="http://schemas.microsoft.com/office/drawing/2014/main" id="{8ABB01A9-F9FC-B67E-40E0-40706F5C70F9}"/>
                  </a:ext>
                </a:extLst>
              </p:cNvPr>
              <p:cNvCxnSpPr>
                <a:cxnSpLocks noChangeShapeType="1"/>
              </p:cNvCxnSpPr>
              <p:nvPr/>
            </p:nvCxnSpPr>
            <p:spPr bwMode="auto">
              <a:xfrm>
                <a:off x="1556272" y="3810541"/>
                <a:ext cx="0" cy="263729"/>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91199" name="Text Box 64">
                <a:extLst>
                  <a:ext uri="{FF2B5EF4-FFF2-40B4-BE49-F238E27FC236}">
                    <a16:creationId xmlns:a16="http://schemas.microsoft.com/office/drawing/2014/main" id="{7937AE0D-0B20-8D98-D383-2646B2CFCD79}"/>
                  </a:ext>
                </a:extLst>
              </p:cNvPr>
              <p:cNvSpPr txBox="1">
                <a:spLocks noChangeArrowheads="1"/>
              </p:cNvSpPr>
              <p:nvPr/>
            </p:nvSpPr>
            <p:spPr bwMode="auto">
              <a:xfrm>
                <a:off x="4271600" y="5577054"/>
                <a:ext cx="938131" cy="26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Rem</a:t>
                </a:r>
                <a:endParaRPr lang="en-US" altLang="en-US" sz="1600"/>
              </a:p>
            </p:txBody>
          </p:sp>
          <p:sp>
            <p:nvSpPr>
              <p:cNvPr id="61" name="Rectangle 65">
                <a:extLst>
                  <a:ext uri="{FF2B5EF4-FFF2-40B4-BE49-F238E27FC236}">
                    <a16:creationId xmlns:a16="http://schemas.microsoft.com/office/drawing/2014/main" id="{534C7EBE-4B07-4D8B-9837-590A458A0691}"/>
                  </a:ext>
                </a:extLst>
              </p:cNvPr>
              <p:cNvSpPr>
                <a:spLocks noChangeArrowheads="1"/>
              </p:cNvSpPr>
              <p:nvPr/>
            </p:nvSpPr>
            <p:spPr bwMode="auto">
              <a:xfrm>
                <a:off x="6573838" y="2150428"/>
                <a:ext cx="1082675" cy="682607"/>
              </a:xfrm>
              <a:prstGeom prst="rect">
                <a:avLst/>
              </a:prstGeom>
              <a:solidFill>
                <a:schemeClr val="accent1">
                  <a:lumMod val="20000"/>
                  <a:lumOff val="80000"/>
                </a:schemeClr>
              </a:solidFill>
              <a:ln w="9525">
                <a:solidFill>
                  <a:srgbClr val="000000"/>
                </a:solidFill>
                <a:miter lim="800000"/>
                <a:headEnd/>
                <a:tailEnd/>
              </a:ln>
            </p:spPr>
            <p:txBody>
              <a:bodyPr/>
              <a:lstStyle/>
              <a:p>
                <a:pPr eaLnBrk="1" hangingPunct="1">
                  <a:defRPr/>
                </a:pPr>
                <a:r>
                  <a:rPr lang="ru-RU" sz="1000" dirty="0">
                    <a:latin typeface="Calibri" pitchFamily="34" charset="0"/>
                  </a:rPr>
                  <a:t>      </a:t>
                </a:r>
              </a:p>
              <a:p>
                <a:pPr eaLnBrk="1" hangingPunct="1">
                  <a:defRPr/>
                </a:pPr>
                <a:r>
                  <a:rPr lang="ru-RU" sz="1400" dirty="0">
                    <a:latin typeface="Calibri" pitchFamily="34" charset="0"/>
                  </a:rPr>
                  <a:t>       </a:t>
                </a:r>
                <a:r>
                  <a:rPr lang="en-GB" sz="1400" dirty="0">
                    <a:latin typeface="Calibri" pitchFamily="34" charset="0"/>
                  </a:rPr>
                  <a:t>FSM</a:t>
                </a:r>
                <a:endParaRPr lang="en-US" sz="1400" dirty="0"/>
              </a:p>
            </p:txBody>
          </p:sp>
          <p:sp>
            <p:nvSpPr>
              <p:cNvPr id="91201" name="Text Box 66">
                <a:extLst>
                  <a:ext uri="{FF2B5EF4-FFF2-40B4-BE49-F238E27FC236}">
                    <a16:creationId xmlns:a16="http://schemas.microsoft.com/office/drawing/2014/main" id="{46F41F7F-32DF-4F42-A3FC-8FCBB144AB82}"/>
                  </a:ext>
                </a:extLst>
              </p:cNvPr>
              <p:cNvSpPr txBox="1">
                <a:spLocks noChangeArrowheads="1"/>
              </p:cNvSpPr>
              <p:nvPr/>
            </p:nvSpPr>
            <p:spPr bwMode="auto">
              <a:xfrm>
                <a:off x="2170953" y="3130092"/>
                <a:ext cx="724648" cy="20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200">
                    <a:latin typeface="Calibri" panose="020F0502020204030204" pitchFamily="34" charset="0"/>
                  </a:rPr>
                  <a:t>k</a:t>
                </a:r>
                <a:endParaRPr lang="en-US" altLang="en-US" sz="1200"/>
              </a:p>
            </p:txBody>
          </p:sp>
          <p:sp>
            <p:nvSpPr>
              <p:cNvPr id="91202" name="Text Box 67">
                <a:extLst>
                  <a:ext uri="{FF2B5EF4-FFF2-40B4-BE49-F238E27FC236}">
                    <a16:creationId xmlns:a16="http://schemas.microsoft.com/office/drawing/2014/main" id="{F475AA26-9A7C-C078-DF03-2A8A28A3CD78}"/>
                  </a:ext>
                </a:extLst>
              </p:cNvPr>
              <p:cNvSpPr txBox="1">
                <a:spLocks noChangeArrowheads="1"/>
              </p:cNvSpPr>
              <p:nvPr/>
            </p:nvSpPr>
            <p:spPr bwMode="auto">
              <a:xfrm>
                <a:off x="3770308" y="3355208"/>
                <a:ext cx="1494325" cy="3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spcAft>
                    <a:spcPts val="1000"/>
                  </a:spcAft>
                </a:pPr>
                <a:r>
                  <a:rPr lang="en-GB" altLang="en-US" sz="1400">
                    <a:latin typeface="Calibri" panose="020F0502020204030204" pitchFamily="34" charset="0"/>
                  </a:rPr>
                  <a:t>RB</a:t>
                </a:r>
                <a:r>
                  <a:rPr lang="en-GB" altLang="en-US" sz="1400" baseline="-25000">
                    <a:latin typeface="Calibri" panose="020F0502020204030204" pitchFamily="34" charset="0"/>
                  </a:rPr>
                  <a:t>N</a:t>
                </a:r>
                <a:endParaRPr lang="en-GB" altLang="en-US" sz="1400"/>
              </a:p>
              <a:p>
                <a:pPr eaLnBrk="1" hangingPunct="1"/>
                <a:endParaRPr lang="en-US" altLang="en-US" sz="1800"/>
              </a:p>
            </p:txBody>
          </p:sp>
          <p:sp>
            <p:nvSpPr>
              <p:cNvPr id="91203" name="Text Box 68">
                <a:extLst>
                  <a:ext uri="{FF2B5EF4-FFF2-40B4-BE49-F238E27FC236}">
                    <a16:creationId xmlns:a16="http://schemas.microsoft.com/office/drawing/2014/main" id="{91FFC979-333F-E0A3-6C8A-9755C0B7D338}"/>
                  </a:ext>
                </a:extLst>
              </p:cNvPr>
              <p:cNvSpPr txBox="1">
                <a:spLocks noChangeArrowheads="1"/>
              </p:cNvSpPr>
              <p:nvPr/>
            </p:nvSpPr>
            <p:spPr bwMode="auto">
              <a:xfrm>
                <a:off x="1539563" y="2526138"/>
                <a:ext cx="1093292"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LogA</a:t>
                </a:r>
                <a:endParaRPr lang="en-US" altLang="en-US" sz="1400"/>
              </a:p>
            </p:txBody>
          </p:sp>
          <p:sp>
            <p:nvSpPr>
              <p:cNvPr id="91204" name="Text Box 69">
                <a:extLst>
                  <a:ext uri="{FF2B5EF4-FFF2-40B4-BE49-F238E27FC236}">
                    <a16:creationId xmlns:a16="http://schemas.microsoft.com/office/drawing/2014/main" id="{E2B55463-5F86-1939-5B81-ADDECEF5FCC1}"/>
                  </a:ext>
                </a:extLst>
              </p:cNvPr>
              <p:cNvSpPr txBox="1">
                <a:spLocks noChangeArrowheads="1"/>
              </p:cNvSpPr>
              <p:nvPr/>
            </p:nvSpPr>
            <p:spPr bwMode="auto">
              <a:xfrm>
                <a:off x="2671048" y="2526138"/>
                <a:ext cx="1093292"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LogB</a:t>
                </a:r>
                <a:endParaRPr lang="en-US" altLang="en-US" sz="1400"/>
              </a:p>
            </p:txBody>
          </p:sp>
          <p:sp>
            <p:nvSpPr>
              <p:cNvPr id="91205" name="Text Box 70">
                <a:extLst>
                  <a:ext uri="{FF2B5EF4-FFF2-40B4-BE49-F238E27FC236}">
                    <a16:creationId xmlns:a16="http://schemas.microsoft.com/office/drawing/2014/main" id="{9DD7B40E-31D7-4E05-AE32-0194C6AB7CB8}"/>
                  </a:ext>
                </a:extLst>
              </p:cNvPr>
              <p:cNvSpPr txBox="1">
                <a:spLocks noChangeArrowheads="1"/>
              </p:cNvSpPr>
              <p:nvPr/>
            </p:nvSpPr>
            <p:spPr bwMode="auto">
              <a:xfrm>
                <a:off x="5886474" y="5041814"/>
                <a:ext cx="1494325" cy="36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spcAft>
                    <a:spcPts val="1000"/>
                  </a:spcAft>
                </a:pPr>
                <a:r>
                  <a:rPr lang="en-GB" altLang="en-US" sz="1600" dirty="0">
                    <a:latin typeface="Calibri" panose="020F0502020204030204" pitchFamily="34" charset="0"/>
                  </a:rPr>
                  <a:t>RC</a:t>
                </a:r>
                <a:endParaRPr lang="en-GB" altLang="en-US" sz="1600" dirty="0"/>
              </a:p>
              <a:p>
                <a:pPr eaLnBrk="1" hangingPunct="1"/>
                <a:endParaRPr lang="en-US" altLang="en-US" sz="1600" dirty="0"/>
              </a:p>
            </p:txBody>
          </p:sp>
          <p:sp>
            <p:nvSpPr>
              <p:cNvPr id="91206" name="Text Box 71">
                <a:extLst>
                  <a:ext uri="{FF2B5EF4-FFF2-40B4-BE49-F238E27FC236}">
                    <a16:creationId xmlns:a16="http://schemas.microsoft.com/office/drawing/2014/main" id="{31006B7E-21BD-5C58-C9EA-459D0B1A84C2}"/>
                  </a:ext>
                </a:extLst>
              </p:cNvPr>
              <p:cNvSpPr txBox="1">
                <a:spLocks noChangeArrowheads="1"/>
              </p:cNvSpPr>
              <p:nvPr/>
            </p:nvSpPr>
            <p:spPr bwMode="auto">
              <a:xfrm>
                <a:off x="1202403" y="3799613"/>
                <a:ext cx="593118" cy="259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200">
                    <a:latin typeface="Calibri" panose="020F0502020204030204" pitchFamily="34" charset="0"/>
                  </a:rPr>
                  <a:t>+1</a:t>
                </a:r>
                <a:endParaRPr lang="en-US" altLang="en-US" sz="1200"/>
              </a:p>
            </p:txBody>
          </p:sp>
          <p:cxnSp>
            <p:nvCxnSpPr>
              <p:cNvPr id="91207" name="AutoShape 72">
                <a:extLst>
                  <a:ext uri="{FF2B5EF4-FFF2-40B4-BE49-F238E27FC236}">
                    <a16:creationId xmlns:a16="http://schemas.microsoft.com/office/drawing/2014/main" id="{CE4EE537-00C9-6BB1-7E4B-6F64D74347A1}"/>
                  </a:ext>
                </a:extLst>
              </p:cNvPr>
              <p:cNvCxnSpPr>
                <a:cxnSpLocks noChangeShapeType="1"/>
              </p:cNvCxnSpPr>
              <p:nvPr/>
            </p:nvCxnSpPr>
            <p:spPr bwMode="auto">
              <a:xfrm>
                <a:off x="6227670" y="2348427"/>
                <a:ext cx="32551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208" name="AutoShape 73">
                <a:extLst>
                  <a:ext uri="{FF2B5EF4-FFF2-40B4-BE49-F238E27FC236}">
                    <a16:creationId xmlns:a16="http://schemas.microsoft.com/office/drawing/2014/main" id="{27E47E37-3E40-0317-BDA4-AA6694C4ED32}"/>
                  </a:ext>
                </a:extLst>
              </p:cNvPr>
              <p:cNvCxnSpPr>
                <a:cxnSpLocks noChangeShapeType="1"/>
              </p:cNvCxnSpPr>
              <p:nvPr/>
            </p:nvCxnSpPr>
            <p:spPr bwMode="auto">
              <a:xfrm>
                <a:off x="6241761" y="2643483"/>
                <a:ext cx="325514"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209" name="Text Box 74">
                <a:extLst>
                  <a:ext uri="{FF2B5EF4-FFF2-40B4-BE49-F238E27FC236}">
                    <a16:creationId xmlns:a16="http://schemas.microsoft.com/office/drawing/2014/main" id="{54C9D1C2-4A28-EE1D-FFF5-5E249DF64D23}"/>
                  </a:ext>
                </a:extLst>
              </p:cNvPr>
              <p:cNvSpPr txBox="1">
                <a:spLocks noChangeArrowheads="1"/>
              </p:cNvSpPr>
              <p:nvPr/>
            </p:nvSpPr>
            <p:spPr bwMode="auto">
              <a:xfrm>
                <a:off x="6155862" y="2251022"/>
                <a:ext cx="377162"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100" b="1"/>
                  <a:t>.</a:t>
                </a:r>
                <a:r>
                  <a:rPr lang="en-GB" altLang="en-US" sz="1100">
                    <a:latin typeface="Calibri" panose="020F0502020204030204" pitchFamily="34" charset="0"/>
                  </a:rPr>
                  <a:t> </a:t>
                </a:r>
                <a:endParaRPr lang="en-US" altLang="en-US" sz="1800"/>
              </a:p>
            </p:txBody>
          </p:sp>
          <p:sp>
            <p:nvSpPr>
              <p:cNvPr id="91210" name="Text Box 75">
                <a:extLst>
                  <a:ext uri="{FF2B5EF4-FFF2-40B4-BE49-F238E27FC236}">
                    <a16:creationId xmlns:a16="http://schemas.microsoft.com/office/drawing/2014/main" id="{85CF514A-6EE5-BD2B-12D0-418694883236}"/>
                  </a:ext>
                </a:extLst>
              </p:cNvPr>
              <p:cNvSpPr txBox="1">
                <a:spLocks noChangeArrowheads="1"/>
              </p:cNvSpPr>
              <p:nvPr/>
            </p:nvSpPr>
            <p:spPr bwMode="auto">
              <a:xfrm>
                <a:off x="6158016" y="2309750"/>
                <a:ext cx="377162" cy="26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100" b="1"/>
                  <a:t>.</a:t>
                </a:r>
                <a:r>
                  <a:rPr lang="en-GB" altLang="en-US" sz="1100">
                    <a:latin typeface="Calibri" panose="020F0502020204030204" pitchFamily="34" charset="0"/>
                  </a:rPr>
                  <a:t> </a:t>
                </a:r>
                <a:endParaRPr lang="en-US" altLang="en-US" sz="1800"/>
              </a:p>
            </p:txBody>
          </p:sp>
          <p:sp>
            <p:nvSpPr>
              <p:cNvPr id="91211" name="Text Box 76">
                <a:extLst>
                  <a:ext uri="{FF2B5EF4-FFF2-40B4-BE49-F238E27FC236}">
                    <a16:creationId xmlns:a16="http://schemas.microsoft.com/office/drawing/2014/main" id="{7644FCED-3A1A-AF22-5D28-427A3DDC3A15}"/>
                  </a:ext>
                </a:extLst>
              </p:cNvPr>
              <p:cNvSpPr txBox="1">
                <a:spLocks noChangeArrowheads="1"/>
              </p:cNvSpPr>
              <p:nvPr/>
            </p:nvSpPr>
            <p:spPr bwMode="auto">
              <a:xfrm>
                <a:off x="6158016" y="2362200"/>
                <a:ext cx="377162" cy="26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100" b="1"/>
                  <a:t>.</a:t>
                </a:r>
                <a:r>
                  <a:rPr lang="en-GB" altLang="en-US" sz="1100">
                    <a:latin typeface="Calibri" panose="020F0502020204030204" pitchFamily="34" charset="0"/>
                  </a:rPr>
                  <a:t> </a:t>
                </a:r>
                <a:endParaRPr lang="en-US" altLang="en-US" sz="1800"/>
              </a:p>
            </p:txBody>
          </p:sp>
          <p:sp>
            <p:nvSpPr>
              <p:cNvPr id="91212" name="Text Box 77">
                <a:extLst>
                  <a:ext uri="{FF2B5EF4-FFF2-40B4-BE49-F238E27FC236}">
                    <a16:creationId xmlns:a16="http://schemas.microsoft.com/office/drawing/2014/main" id="{E1482EEC-7F28-7A9C-CAD8-3E323E10ADEF}"/>
                  </a:ext>
                </a:extLst>
              </p:cNvPr>
              <p:cNvSpPr txBox="1">
                <a:spLocks noChangeArrowheads="1"/>
              </p:cNvSpPr>
              <p:nvPr/>
            </p:nvSpPr>
            <p:spPr bwMode="auto">
              <a:xfrm>
                <a:off x="3862212" y="4010121"/>
                <a:ext cx="1494325" cy="36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spcAft>
                    <a:spcPts val="1000"/>
                  </a:spcAft>
                </a:pPr>
                <a:r>
                  <a:rPr lang="en-GB" altLang="en-US" sz="1400">
                    <a:latin typeface="Calibri" panose="020F0502020204030204" pitchFamily="34" charset="0"/>
                  </a:rPr>
                  <a:t>MUX</a:t>
                </a:r>
                <a:endParaRPr lang="en-GB" altLang="en-US" sz="1400"/>
              </a:p>
              <a:p>
                <a:pPr eaLnBrk="1" hangingPunct="1"/>
                <a:endParaRPr lang="en-US" altLang="en-US" sz="1400"/>
              </a:p>
            </p:txBody>
          </p:sp>
          <p:cxnSp>
            <p:nvCxnSpPr>
              <p:cNvPr id="91213" name="AutoShape 78">
                <a:extLst>
                  <a:ext uri="{FF2B5EF4-FFF2-40B4-BE49-F238E27FC236}">
                    <a16:creationId xmlns:a16="http://schemas.microsoft.com/office/drawing/2014/main" id="{393CBA57-FE7C-3234-A72A-F13958CBDA96}"/>
                  </a:ext>
                </a:extLst>
              </p:cNvPr>
              <p:cNvCxnSpPr>
                <a:cxnSpLocks noChangeShapeType="1"/>
              </p:cNvCxnSpPr>
              <p:nvPr/>
            </p:nvCxnSpPr>
            <p:spPr bwMode="auto">
              <a:xfrm>
                <a:off x="6837734" y="2828530"/>
                <a:ext cx="0" cy="21200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214" name="AutoShape 79">
                <a:extLst>
                  <a:ext uri="{FF2B5EF4-FFF2-40B4-BE49-F238E27FC236}">
                    <a16:creationId xmlns:a16="http://schemas.microsoft.com/office/drawing/2014/main" id="{ECB13871-4A77-2B4D-2C76-AF04C6E811B1}"/>
                  </a:ext>
                </a:extLst>
              </p:cNvPr>
              <p:cNvCxnSpPr>
                <a:cxnSpLocks noChangeShapeType="1"/>
              </p:cNvCxnSpPr>
              <p:nvPr/>
            </p:nvCxnSpPr>
            <p:spPr bwMode="auto">
              <a:xfrm>
                <a:off x="7074056" y="2829259"/>
                <a:ext cx="0" cy="212003"/>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215" name="AutoShape 80">
                <a:extLst>
                  <a:ext uri="{FF2B5EF4-FFF2-40B4-BE49-F238E27FC236}">
                    <a16:creationId xmlns:a16="http://schemas.microsoft.com/office/drawing/2014/main" id="{739CCF9E-CE9A-AED8-0A6C-B4EFBB07283A}"/>
                  </a:ext>
                </a:extLst>
              </p:cNvPr>
              <p:cNvCxnSpPr>
                <a:cxnSpLocks noChangeShapeType="1"/>
              </p:cNvCxnSpPr>
              <p:nvPr/>
            </p:nvCxnSpPr>
            <p:spPr bwMode="auto">
              <a:xfrm>
                <a:off x="7358122" y="2832902"/>
                <a:ext cx="0" cy="21273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216" name="Text Box 81">
                <a:extLst>
                  <a:ext uri="{FF2B5EF4-FFF2-40B4-BE49-F238E27FC236}">
                    <a16:creationId xmlns:a16="http://schemas.microsoft.com/office/drawing/2014/main" id="{8C2EDCEA-C3EC-1C29-FA86-4D241B225682}"/>
                  </a:ext>
                </a:extLst>
              </p:cNvPr>
              <p:cNvSpPr txBox="1">
                <a:spLocks noChangeArrowheads="1"/>
              </p:cNvSpPr>
              <p:nvPr/>
            </p:nvSpPr>
            <p:spPr bwMode="auto">
              <a:xfrm>
                <a:off x="6434350" y="2980794"/>
                <a:ext cx="1690609" cy="340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Control   signals</a:t>
                </a:r>
                <a:endParaRPr lang="en-US" altLang="en-US" sz="1400"/>
              </a:p>
            </p:txBody>
          </p:sp>
          <p:sp>
            <p:nvSpPr>
              <p:cNvPr id="91217" name="Text Box 82">
                <a:extLst>
                  <a:ext uri="{FF2B5EF4-FFF2-40B4-BE49-F238E27FC236}">
                    <a16:creationId xmlns:a16="http://schemas.microsoft.com/office/drawing/2014/main" id="{5F48ACFF-A1C5-0CB0-3CC7-967B2BE1F478}"/>
                  </a:ext>
                </a:extLst>
              </p:cNvPr>
              <p:cNvSpPr txBox="1">
                <a:spLocks noChangeArrowheads="1"/>
              </p:cNvSpPr>
              <p:nvPr/>
            </p:nvSpPr>
            <p:spPr bwMode="auto">
              <a:xfrm>
                <a:off x="5334000" y="2297875"/>
                <a:ext cx="1224382" cy="5811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GB" altLang="en-US" sz="1400">
                    <a:latin typeface="Calibri" panose="020F0502020204030204" pitchFamily="34" charset="0"/>
                  </a:rPr>
                  <a:t>Conditions</a:t>
                </a:r>
                <a:br>
                  <a:rPr lang="en-GB" altLang="en-US" sz="1400">
                    <a:latin typeface="Calibri" panose="020F0502020204030204" pitchFamily="34" charset="0"/>
                  </a:rPr>
                </a:br>
                <a:r>
                  <a:rPr lang="en-GB" altLang="en-US" sz="1400">
                    <a:latin typeface="Calibri" panose="020F0502020204030204" pitchFamily="34" charset="0"/>
                  </a:rPr>
                  <a:t>from Op. U</a:t>
                </a:r>
                <a:br>
                  <a:rPr lang="en-GB" altLang="en-US" sz="1400">
                    <a:latin typeface="Calibri" panose="020F0502020204030204" pitchFamily="34" charset="0"/>
                  </a:rPr>
                </a:br>
                <a:endParaRPr lang="en-US" altLang="en-US" sz="1400"/>
              </a:p>
            </p:txBody>
          </p:sp>
          <p:sp>
            <p:nvSpPr>
              <p:cNvPr id="79" name="Rectangle 83">
                <a:extLst>
                  <a:ext uri="{FF2B5EF4-FFF2-40B4-BE49-F238E27FC236}">
                    <a16:creationId xmlns:a16="http://schemas.microsoft.com/office/drawing/2014/main" id="{699567F5-9431-4253-9FEA-0610F4417F7A}"/>
                  </a:ext>
                </a:extLst>
              </p:cNvPr>
              <p:cNvSpPr>
                <a:spLocks noChangeArrowheads="1"/>
              </p:cNvSpPr>
              <p:nvPr/>
            </p:nvSpPr>
            <p:spPr bwMode="auto">
              <a:xfrm>
                <a:off x="5888038" y="3372771"/>
                <a:ext cx="1708150" cy="253993"/>
              </a:xfrm>
              <a:prstGeom prst="rect">
                <a:avLst/>
              </a:prstGeom>
              <a:solidFill>
                <a:schemeClr val="accent1">
                  <a:lumMod val="60000"/>
                  <a:lumOff val="40000"/>
                </a:schemeClr>
              </a:solidFill>
              <a:ln w="9525">
                <a:solidFill>
                  <a:srgbClr val="000000"/>
                </a:solidFill>
                <a:miter lim="800000"/>
                <a:headEnd/>
                <a:tailEnd/>
              </a:ln>
            </p:spPr>
            <p:txBody>
              <a:bodyPr/>
              <a:lstStyle/>
              <a:p>
                <a:pPr eaLnBrk="1" hangingPunct="1">
                  <a:defRPr/>
                </a:pPr>
                <a:endParaRPr lang="en-US"/>
              </a:p>
            </p:txBody>
          </p:sp>
          <p:sp>
            <p:nvSpPr>
              <p:cNvPr id="91219" name="Text Box 84">
                <a:extLst>
                  <a:ext uri="{FF2B5EF4-FFF2-40B4-BE49-F238E27FC236}">
                    <a16:creationId xmlns:a16="http://schemas.microsoft.com/office/drawing/2014/main" id="{FAAD9B16-EBC6-AD1B-D94F-91FD2BBE25DE}"/>
                  </a:ext>
                </a:extLst>
              </p:cNvPr>
              <p:cNvSpPr txBox="1">
                <a:spLocks noChangeArrowheads="1"/>
              </p:cNvSpPr>
              <p:nvPr/>
            </p:nvSpPr>
            <p:spPr bwMode="auto">
              <a:xfrm>
                <a:off x="5558027" y="3357851"/>
                <a:ext cx="2436036" cy="3642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spcAft>
                    <a:spcPts val="1000"/>
                  </a:spcAft>
                </a:pPr>
                <a:r>
                  <a:rPr lang="en-GB" altLang="en-US" sz="1400" dirty="0">
                    <a:latin typeface="Calibri" panose="020F0502020204030204" pitchFamily="34" charset="0"/>
                  </a:rPr>
                  <a:t>Complement</a:t>
                </a:r>
                <a:endParaRPr lang="en-GB" altLang="en-US" sz="1400" dirty="0"/>
              </a:p>
              <a:p>
                <a:pPr eaLnBrk="1" hangingPunct="1"/>
                <a:endParaRPr lang="en-US" altLang="en-US" sz="1400" dirty="0"/>
              </a:p>
            </p:txBody>
          </p:sp>
          <p:cxnSp>
            <p:nvCxnSpPr>
              <p:cNvPr id="91220" name="AutoShape 85">
                <a:extLst>
                  <a:ext uri="{FF2B5EF4-FFF2-40B4-BE49-F238E27FC236}">
                    <a16:creationId xmlns:a16="http://schemas.microsoft.com/office/drawing/2014/main" id="{96EE6DBD-6476-2397-92E4-750C63ECAFE4}"/>
                  </a:ext>
                </a:extLst>
              </p:cNvPr>
              <p:cNvCxnSpPr>
                <a:cxnSpLocks noChangeShapeType="1"/>
              </p:cNvCxnSpPr>
              <p:nvPr/>
            </p:nvCxnSpPr>
            <p:spPr bwMode="auto">
              <a:xfrm>
                <a:off x="5037859" y="3740602"/>
                <a:ext cx="541872" cy="0"/>
              </a:xfrm>
              <a:prstGeom prst="straightConnector1">
                <a:avLst/>
              </a:prstGeom>
              <a:noFill/>
              <a:ln w="9525">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91221" name="AutoShape 86">
                <a:extLst>
                  <a:ext uri="{FF2B5EF4-FFF2-40B4-BE49-F238E27FC236}">
                    <a16:creationId xmlns:a16="http://schemas.microsoft.com/office/drawing/2014/main" id="{7634EE7C-29A3-3CCD-63F1-2B447CBB1F7F}"/>
                  </a:ext>
                </a:extLst>
              </p:cNvPr>
              <p:cNvCxnSpPr>
                <a:cxnSpLocks noChangeShapeType="1"/>
              </p:cNvCxnSpPr>
              <p:nvPr/>
            </p:nvCxnSpPr>
            <p:spPr bwMode="auto">
              <a:xfrm flipV="1">
                <a:off x="5575682" y="3276578"/>
                <a:ext cx="0" cy="45720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222" name="AutoShape 87">
                <a:extLst>
                  <a:ext uri="{FF2B5EF4-FFF2-40B4-BE49-F238E27FC236}">
                    <a16:creationId xmlns:a16="http://schemas.microsoft.com/office/drawing/2014/main" id="{240BF67E-7ADC-7640-B6F7-A290ABEC4F99}"/>
                  </a:ext>
                </a:extLst>
              </p:cNvPr>
              <p:cNvCxnSpPr>
                <a:cxnSpLocks noChangeShapeType="1"/>
              </p:cNvCxnSpPr>
              <p:nvPr/>
            </p:nvCxnSpPr>
            <p:spPr bwMode="auto">
              <a:xfrm>
                <a:off x="5579731" y="3276578"/>
                <a:ext cx="1217421"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223" name="AutoShape 88">
                <a:extLst>
                  <a:ext uri="{FF2B5EF4-FFF2-40B4-BE49-F238E27FC236}">
                    <a16:creationId xmlns:a16="http://schemas.microsoft.com/office/drawing/2014/main" id="{B57148C5-BB4A-7F4B-AE32-F068667C3B2C}"/>
                  </a:ext>
                </a:extLst>
              </p:cNvPr>
              <p:cNvCxnSpPr>
                <a:cxnSpLocks noChangeShapeType="1"/>
              </p:cNvCxnSpPr>
              <p:nvPr/>
            </p:nvCxnSpPr>
            <p:spPr bwMode="auto">
              <a:xfrm>
                <a:off x="6819830" y="3276578"/>
                <a:ext cx="0" cy="17047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224" name="AutoShape 89">
                <a:extLst>
                  <a:ext uri="{FF2B5EF4-FFF2-40B4-BE49-F238E27FC236}">
                    <a16:creationId xmlns:a16="http://schemas.microsoft.com/office/drawing/2014/main" id="{E204320B-06A0-E32B-E25F-B99E826A9A6B}"/>
                  </a:ext>
                </a:extLst>
              </p:cNvPr>
              <p:cNvCxnSpPr>
                <a:cxnSpLocks noChangeShapeType="1"/>
              </p:cNvCxnSpPr>
              <p:nvPr/>
            </p:nvCxnSpPr>
            <p:spPr bwMode="auto">
              <a:xfrm>
                <a:off x="6819830" y="3654648"/>
                <a:ext cx="0" cy="18288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225" name="AutoShape 90">
                <a:extLst>
                  <a:ext uri="{FF2B5EF4-FFF2-40B4-BE49-F238E27FC236}">
                    <a16:creationId xmlns:a16="http://schemas.microsoft.com/office/drawing/2014/main" id="{000B5790-2183-B2EF-EBB2-828A156A94EF}"/>
                  </a:ext>
                </a:extLst>
              </p:cNvPr>
              <p:cNvCxnSpPr>
                <a:cxnSpLocks noChangeShapeType="1"/>
              </p:cNvCxnSpPr>
              <p:nvPr/>
            </p:nvCxnSpPr>
            <p:spPr bwMode="auto">
              <a:xfrm flipH="1">
                <a:off x="4174922" y="3839670"/>
                <a:ext cx="26389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226" name="Text Box 91">
                <a:extLst>
                  <a:ext uri="{FF2B5EF4-FFF2-40B4-BE49-F238E27FC236}">
                    <a16:creationId xmlns:a16="http://schemas.microsoft.com/office/drawing/2014/main" id="{A8379D2D-C0DA-FF50-8AC7-71278822CBE4}"/>
                  </a:ext>
                </a:extLst>
              </p:cNvPr>
              <p:cNvSpPr txBox="1">
                <a:spLocks noChangeArrowheads="1"/>
              </p:cNvSpPr>
              <p:nvPr/>
            </p:nvSpPr>
            <p:spPr bwMode="auto">
              <a:xfrm>
                <a:off x="6172200" y="4191000"/>
                <a:ext cx="1078970"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000">
                    <a:latin typeface="Calibri" panose="020F0502020204030204" pitchFamily="34" charset="0"/>
                  </a:rPr>
                  <a:t>-</a:t>
                </a:r>
                <a:r>
                  <a:rPr lang="en-GB" altLang="en-US" sz="1400">
                    <a:latin typeface="Calibri" panose="020F0502020204030204" pitchFamily="34" charset="0"/>
                  </a:rPr>
                  <a:t>RB</a:t>
                </a:r>
                <a:r>
                  <a:rPr lang="en-GB" altLang="en-US" sz="1400" baseline="-25000">
                    <a:latin typeface="Calibri" panose="020F0502020204030204" pitchFamily="34" charset="0"/>
                  </a:rPr>
                  <a:t>N</a:t>
                </a:r>
                <a:endParaRPr lang="en-US" altLang="en-US" sz="1400"/>
              </a:p>
            </p:txBody>
          </p:sp>
          <p:cxnSp>
            <p:nvCxnSpPr>
              <p:cNvPr id="91227" name="AutoShape 92">
                <a:extLst>
                  <a:ext uri="{FF2B5EF4-FFF2-40B4-BE49-F238E27FC236}">
                    <a16:creationId xmlns:a16="http://schemas.microsoft.com/office/drawing/2014/main" id="{8F2E3FDD-5FAC-3965-1FB1-AEEB7AC98A30}"/>
                  </a:ext>
                </a:extLst>
              </p:cNvPr>
              <p:cNvCxnSpPr>
                <a:cxnSpLocks noChangeShapeType="1"/>
              </p:cNvCxnSpPr>
              <p:nvPr/>
            </p:nvCxnSpPr>
            <p:spPr bwMode="auto">
              <a:xfrm>
                <a:off x="4957892" y="3483430"/>
                <a:ext cx="33777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228" name="Text Box 93">
                <a:extLst>
                  <a:ext uri="{FF2B5EF4-FFF2-40B4-BE49-F238E27FC236}">
                    <a16:creationId xmlns:a16="http://schemas.microsoft.com/office/drawing/2014/main" id="{DE0E4F1B-4C5A-6A43-AA89-D3716B18B258}"/>
                  </a:ext>
                </a:extLst>
              </p:cNvPr>
              <p:cNvSpPr txBox="1">
                <a:spLocks noChangeArrowheads="1"/>
              </p:cNvSpPr>
              <p:nvPr/>
            </p:nvSpPr>
            <p:spPr bwMode="auto">
              <a:xfrm>
                <a:off x="3624731" y="3352294"/>
                <a:ext cx="377162" cy="2695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S</a:t>
                </a:r>
                <a:endParaRPr lang="en-US" altLang="en-US" sz="1400"/>
              </a:p>
            </p:txBody>
          </p:sp>
          <p:cxnSp>
            <p:nvCxnSpPr>
              <p:cNvPr id="91229" name="AutoShape 94">
                <a:extLst>
                  <a:ext uri="{FF2B5EF4-FFF2-40B4-BE49-F238E27FC236}">
                    <a16:creationId xmlns:a16="http://schemas.microsoft.com/office/drawing/2014/main" id="{4CCD1ECE-8F7E-F03D-50E4-6DBFFE88C7E6}"/>
                  </a:ext>
                </a:extLst>
              </p:cNvPr>
              <p:cNvCxnSpPr>
                <a:cxnSpLocks noChangeShapeType="1"/>
              </p:cNvCxnSpPr>
              <p:nvPr/>
            </p:nvCxnSpPr>
            <p:spPr bwMode="auto">
              <a:xfrm flipV="1">
                <a:off x="6761346" y="3706348"/>
                <a:ext cx="113388" cy="6775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230" name="Text Box 95">
                <a:extLst>
                  <a:ext uri="{FF2B5EF4-FFF2-40B4-BE49-F238E27FC236}">
                    <a16:creationId xmlns:a16="http://schemas.microsoft.com/office/drawing/2014/main" id="{CEFB02BB-F9EF-D8A8-02F1-D1BD0E4115BB}"/>
                  </a:ext>
                </a:extLst>
              </p:cNvPr>
              <p:cNvSpPr txBox="1">
                <a:spLocks noChangeArrowheads="1"/>
              </p:cNvSpPr>
              <p:nvPr/>
            </p:nvSpPr>
            <p:spPr bwMode="auto">
              <a:xfrm>
                <a:off x="6934200" y="3678380"/>
                <a:ext cx="1182809"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dirty="0">
                    <a:latin typeface="Calibri" panose="020F0502020204030204" pitchFamily="34" charset="0"/>
                  </a:rPr>
                  <a:t>n+1bit</a:t>
                </a:r>
                <a:endParaRPr lang="en-US" altLang="en-US" sz="1400" dirty="0"/>
              </a:p>
            </p:txBody>
          </p:sp>
          <p:cxnSp>
            <p:nvCxnSpPr>
              <p:cNvPr id="91231" name="AutoShape 96">
                <a:extLst>
                  <a:ext uri="{FF2B5EF4-FFF2-40B4-BE49-F238E27FC236}">
                    <a16:creationId xmlns:a16="http://schemas.microsoft.com/office/drawing/2014/main" id="{C047BB5C-5DCF-04BF-D6DF-1119DDE83E89}"/>
                  </a:ext>
                </a:extLst>
              </p:cNvPr>
              <p:cNvCxnSpPr>
                <a:cxnSpLocks noChangeShapeType="1"/>
              </p:cNvCxnSpPr>
              <p:nvPr/>
            </p:nvCxnSpPr>
            <p:spPr bwMode="auto">
              <a:xfrm flipV="1">
                <a:off x="4122406" y="4909833"/>
                <a:ext cx="113388" cy="670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232" name="Text Box 97">
                <a:extLst>
                  <a:ext uri="{FF2B5EF4-FFF2-40B4-BE49-F238E27FC236}">
                    <a16:creationId xmlns:a16="http://schemas.microsoft.com/office/drawing/2014/main" id="{53B51D1E-3CE2-F3D2-34FB-38F0B9108246}"/>
                  </a:ext>
                </a:extLst>
              </p:cNvPr>
              <p:cNvSpPr txBox="1">
                <a:spLocks noChangeArrowheads="1"/>
              </p:cNvSpPr>
              <p:nvPr/>
            </p:nvSpPr>
            <p:spPr bwMode="auto">
              <a:xfrm>
                <a:off x="4190439" y="4786711"/>
                <a:ext cx="1078970"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n+1</a:t>
                </a:r>
                <a:endParaRPr lang="en-US" altLang="en-US" sz="1400"/>
              </a:p>
            </p:txBody>
          </p:sp>
          <p:cxnSp>
            <p:nvCxnSpPr>
              <p:cNvPr id="91233" name="AutoShape 98">
                <a:extLst>
                  <a:ext uri="{FF2B5EF4-FFF2-40B4-BE49-F238E27FC236}">
                    <a16:creationId xmlns:a16="http://schemas.microsoft.com/office/drawing/2014/main" id="{5B9E8BB2-038A-FCEE-7C29-7C05A717A157}"/>
                  </a:ext>
                </a:extLst>
              </p:cNvPr>
              <p:cNvCxnSpPr>
                <a:cxnSpLocks noChangeShapeType="1"/>
              </p:cNvCxnSpPr>
              <p:nvPr/>
            </p:nvCxnSpPr>
            <p:spPr bwMode="auto">
              <a:xfrm flipV="1">
                <a:off x="6460571" y="4909221"/>
                <a:ext cx="113388" cy="670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234" name="Text Box 99">
                <a:extLst>
                  <a:ext uri="{FF2B5EF4-FFF2-40B4-BE49-F238E27FC236}">
                    <a16:creationId xmlns:a16="http://schemas.microsoft.com/office/drawing/2014/main" id="{8FB9A5F3-510E-43D7-A7CB-C26292DBE332}"/>
                  </a:ext>
                </a:extLst>
              </p:cNvPr>
              <p:cNvSpPr txBox="1">
                <a:spLocks noChangeArrowheads="1"/>
              </p:cNvSpPr>
              <p:nvPr/>
            </p:nvSpPr>
            <p:spPr bwMode="auto">
              <a:xfrm>
                <a:off x="6536033" y="4787993"/>
                <a:ext cx="1182809"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n bit</a:t>
                </a:r>
                <a:endParaRPr lang="en-US" altLang="en-US" sz="1400"/>
              </a:p>
            </p:txBody>
          </p:sp>
          <p:cxnSp>
            <p:nvCxnSpPr>
              <p:cNvPr id="91235" name="AutoShape 100">
                <a:extLst>
                  <a:ext uri="{FF2B5EF4-FFF2-40B4-BE49-F238E27FC236}">
                    <a16:creationId xmlns:a16="http://schemas.microsoft.com/office/drawing/2014/main" id="{C0873601-54EE-EB98-2A27-60FD5411A6C2}"/>
                  </a:ext>
                </a:extLst>
              </p:cNvPr>
              <p:cNvCxnSpPr>
                <a:cxnSpLocks noChangeShapeType="1"/>
              </p:cNvCxnSpPr>
              <p:nvPr/>
            </p:nvCxnSpPr>
            <p:spPr bwMode="auto">
              <a:xfrm flipV="1">
                <a:off x="1362917" y="1995089"/>
                <a:ext cx="113388" cy="670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1236" name="AutoShape 101">
                <a:extLst>
                  <a:ext uri="{FF2B5EF4-FFF2-40B4-BE49-F238E27FC236}">
                    <a16:creationId xmlns:a16="http://schemas.microsoft.com/office/drawing/2014/main" id="{CB75DA20-6A54-DD12-EF07-D9C1BFC72F45}"/>
                  </a:ext>
                </a:extLst>
              </p:cNvPr>
              <p:cNvCxnSpPr>
                <a:cxnSpLocks noChangeShapeType="1"/>
              </p:cNvCxnSpPr>
              <p:nvPr/>
            </p:nvCxnSpPr>
            <p:spPr bwMode="auto">
              <a:xfrm flipV="1">
                <a:off x="2940791" y="1995089"/>
                <a:ext cx="113388" cy="67025"/>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1237" name="Text Box 103">
                <a:extLst>
                  <a:ext uri="{FF2B5EF4-FFF2-40B4-BE49-F238E27FC236}">
                    <a16:creationId xmlns:a16="http://schemas.microsoft.com/office/drawing/2014/main" id="{A1F77ED9-7B80-92AE-40FE-024D2391DACE}"/>
                  </a:ext>
                </a:extLst>
              </p:cNvPr>
              <p:cNvSpPr txBox="1">
                <a:spLocks noChangeArrowheads="1"/>
              </p:cNvSpPr>
              <p:nvPr/>
            </p:nvSpPr>
            <p:spPr bwMode="auto">
              <a:xfrm>
                <a:off x="1450047" y="1959391"/>
                <a:ext cx="1182809"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n bit</a:t>
                </a:r>
                <a:endParaRPr lang="en-US" altLang="en-US" sz="1400"/>
              </a:p>
            </p:txBody>
          </p:sp>
          <p:cxnSp>
            <p:nvCxnSpPr>
              <p:cNvPr id="91238" name="AutoShape 104">
                <a:extLst>
                  <a:ext uri="{FF2B5EF4-FFF2-40B4-BE49-F238E27FC236}">
                    <a16:creationId xmlns:a16="http://schemas.microsoft.com/office/drawing/2014/main" id="{099E413B-A525-6328-C66E-82A85C4A8872}"/>
                  </a:ext>
                </a:extLst>
              </p:cNvPr>
              <p:cNvCxnSpPr>
                <a:cxnSpLocks noChangeShapeType="1"/>
              </p:cNvCxnSpPr>
              <p:nvPr/>
            </p:nvCxnSpPr>
            <p:spPr bwMode="auto">
              <a:xfrm>
                <a:off x="7074056" y="1959391"/>
                <a:ext cx="0" cy="19306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1239" name="Text Box 105">
                <a:extLst>
                  <a:ext uri="{FF2B5EF4-FFF2-40B4-BE49-F238E27FC236}">
                    <a16:creationId xmlns:a16="http://schemas.microsoft.com/office/drawing/2014/main" id="{74CE63AC-216C-9E20-5026-F9204E3312B7}"/>
                  </a:ext>
                </a:extLst>
              </p:cNvPr>
              <p:cNvSpPr txBox="1">
                <a:spLocks noChangeArrowheads="1"/>
              </p:cNvSpPr>
              <p:nvPr/>
            </p:nvSpPr>
            <p:spPr bwMode="auto">
              <a:xfrm>
                <a:off x="7122991" y="1828800"/>
                <a:ext cx="1182809"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600">
                    <a:latin typeface="Calibri" panose="020F0502020204030204" pitchFamily="34" charset="0"/>
                  </a:rPr>
                  <a:t>DIV</a:t>
                </a:r>
                <a:endParaRPr lang="en-US" altLang="en-US" sz="1600"/>
              </a:p>
            </p:txBody>
          </p:sp>
          <p:cxnSp>
            <p:nvCxnSpPr>
              <p:cNvPr id="91240" name="AutoShape 106">
                <a:extLst>
                  <a:ext uri="{FF2B5EF4-FFF2-40B4-BE49-F238E27FC236}">
                    <a16:creationId xmlns:a16="http://schemas.microsoft.com/office/drawing/2014/main" id="{E38D91AF-6F38-7F6F-08DD-6013E93E625C}"/>
                  </a:ext>
                </a:extLst>
              </p:cNvPr>
              <p:cNvCxnSpPr>
                <a:cxnSpLocks noChangeShapeType="1"/>
              </p:cNvCxnSpPr>
              <p:nvPr/>
            </p:nvCxnSpPr>
            <p:spPr bwMode="auto">
              <a:xfrm>
                <a:off x="2632855" y="3810541"/>
                <a:ext cx="0" cy="263729"/>
              </a:xfrm>
              <a:prstGeom prst="straightConnector1">
                <a:avLst/>
              </a:prstGeom>
              <a:noFill/>
              <a:ln w="9525">
                <a:solidFill>
                  <a:srgbClr val="000000"/>
                </a:solidFill>
                <a:round/>
                <a:headEnd type="triangle" w="med" len="med"/>
                <a:tailEnd/>
              </a:ln>
              <a:extLst>
                <a:ext uri="{909E8E84-426E-40DD-AFC4-6F175D3DCCD1}">
                  <a14:hiddenFill xmlns:a14="http://schemas.microsoft.com/office/drawing/2010/main">
                    <a:noFill/>
                  </a14:hiddenFill>
                </a:ext>
              </a:extLst>
            </p:spPr>
          </p:cxnSp>
          <p:sp>
            <p:nvSpPr>
              <p:cNvPr id="91241" name="Text Box 107">
                <a:extLst>
                  <a:ext uri="{FF2B5EF4-FFF2-40B4-BE49-F238E27FC236}">
                    <a16:creationId xmlns:a16="http://schemas.microsoft.com/office/drawing/2014/main" id="{F000DF7E-C970-5034-61D7-40B30B278585}"/>
                  </a:ext>
                </a:extLst>
              </p:cNvPr>
              <p:cNvSpPr txBox="1">
                <a:spLocks noChangeArrowheads="1"/>
              </p:cNvSpPr>
              <p:nvPr/>
            </p:nvSpPr>
            <p:spPr bwMode="auto">
              <a:xfrm>
                <a:off x="2168564" y="3980315"/>
                <a:ext cx="1429874" cy="274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Down cnt</a:t>
                </a:r>
                <a:endParaRPr lang="en-US" altLang="en-US" sz="1400"/>
              </a:p>
            </p:txBody>
          </p:sp>
          <p:sp>
            <p:nvSpPr>
              <p:cNvPr id="91242" name="Rectangle 108">
                <a:extLst>
                  <a:ext uri="{FF2B5EF4-FFF2-40B4-BE49-F238E27FC236}">
                    <a16:creationId xmlns:a16="http://schemas.microsoft.com/office/drawing/2014/main" id="{EEEC1310-724A-3241-ED23-BAAADEF69FD1}"/>
                  </a:ext>
                </a:extLst>
              </p:cNvPr>
              <p:cNvSpPr>
                <a:spLocks noChangeArrowheads="1"/>
              </p:cNvSpPr>
              <p:nvPr/>
            </p:nvSpPr>
            <p:spPr bwMode="auto">
              <a:xfrm>
                <a:off x="2108887" y="1689833"/>
                <a:ext cx="1759293" cy="255715"/>
              </a:xfrm>
              <a:prstGeom prst="rect">
                <a:avLst/>
              </a:prstGeom>
              <a:solidFill>
                <a:schemeClr val="accent1">
                  <a:lumMod val="60000"/>
                  <a:lumOff val="40000"/>
                </a:schemeClr>
              </a:solidFill>
              <a:ln w="952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spcAft>
                    <a:spcPts val="1000"/>
                  </a:spcAft>
                </a:pPr>
                <a:r>
                  <a:rPr lang="en-GB" altLang="en-US" sz="1400" dirty="0">
                    <a:latin typeface="Calibri" panose="020F0502020204030204" pitchFamily="34" charset="0"/>
                  </a:rPr>
                  <a:t>RB</a:t>
                </a:r>
                <a:endParaRPr lang="en-US" altLang="en-US" sz="1400" dirty="0"/>
              </a:p>
            </p:txBody>
          </p:sp>
          <p:cxnSp>
            <p:nvCxnSpPr>
              <p:cNvPr id="91243" name="AutoShape 109">
                <a:extLst>
                  <a:ext uri="{FF2B5EF4-FFF2-40B4-BE49-F238E27FC236}">
                    <a16:creationId xmlns:a16="http://schemas.microsoft.com/office/drawing/2014/main" id="{BB583E2D-15C8-23B0-8163-341FE6AEA857}"/>
                  </a:ext>
                </a:extLst>
              </p:cNvPr>
              <p:cNvCxnSpPr>
                <a:cxnSpLocks noChangeShapeType="1"/>
              </p:cNvCxnSpPr>
              <p:nvPr/>
            </p:nvCxnSpPr>
            <p:spPr bwMode="auto">
              <a:xfrm>
                <a:off x="2947952" y="1487468"/>
                <a:ext cx="0" cy="22860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1244" name="AutoShape 110">
                <a:extLst>
                  <a:ext uri="{FF2B5EF4-FFF2-40B4-BE49-F238E27FC236}">
                    <a16:creationId xmlns:a16="http://schemas.microsoft.com/office/drawing/2014/main" id="{D2B8D4AB-E470-966F-6226-5216FC86DE6E}"/>
                  </a:ext>
                </a:extLst>
              </p:cNvPr>
              <p:cNvCxnSpPr>
                <a:cxnSpLocks noChangeShapeType="1"/>
              </p:cNvCxnSpPr>
              <p:nvPr/>
            </p:nvCxnSpPr>
            <p:spPr bwMode="auto">
              <a:xfrm flipV="1">
                <a:off x="2893775" y="1518718"/>
                <a:ext cx="113388" cy="67754"/>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sp>
          <p:nvSpPr>
            <p:cNvPr id="91142" name="Text Box 111">
              <a:extLst>
                <a:ext uri="{FF2B5EF4-FFF2-40B4-BE49-F238E27FC236}">
                  <a16:creationId xmlns:a16="http://schemas.microsoft.com/office/drawing/2014/main" id="{AB205C98-FDBF-7B04-6598-EE6062CB09F1}"/>
                </a:ext>
              </a:extLst>
            </p:cNvPr>
            <p:cNvSpPr txBox="1">
              <a:spLocks noChangeArrowheads="1"/>
            </p:cNvSpPr>
            <p:nvPr/>
          </p:nvSpPr>
          <p:spPr bwMode="auto">
            <a:xfrm>
              <a:off x="2971800" y="1399310"/>
              <a:ext cx="707776" cy="270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spcAft>
                  <a:spcPts val="1000"/>
                </a:spcAft>
              </a:pPr>
              <a:r>
                <a:rPr lang="en-GB" altLang="en-US" sz="1400">
                  <a:latin typeface="Calibri" panose="020F0502020204030204" pitchFamily="34" charset="0"/>
                </a:rPr>
                <a:t>B</a:t>
              </a:r>
              <a:endParaRPr lang="en-US" altLang="en-US" sz="1400"/>
            </a:p>
          </p:txBody>
        </p:sp>
      </p:gr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Title 7">
            <a:extLst>
              <a:ext uri="{FF2B5EF4-FFF2-40B4-BE49-F238E27FC236}">
                <a16:creationId xmlns:a16="http://schemas.microsoft.com/office/drawing/2014/main" id="{CA71CFC0-8E29-B4BB-AE75-B1FC7DBDA0CD}"/>
              </a:ext>
            </a:extLst>
          </p:cNvPr>
          <p:cNvSpPr>
            <a:spLocks noGrp="1" noChangeArrowheads="1"/>
          </p:cNvSpPr>
          <p:nvPr>
            <p:ph type="title"/>
          </p:nvPr>
        </p:nvSpPr>
        <p:spPr/>
        <p:txBody>
          <a:bodyPr/>
          <a:lstStyle/>
          <a:p>
            <a:r>
              <a:rPr lang="en-US" altLang="en-US"/>
              <a:t>Signed Division</a:t>
            </a:r>
          </a:p>
        </p:txBody>
      </p:sp>
      <p:sp>
        <p:nvSpPr>
          <p:cNvPr id="92163" name="Content Placeholder 3">
            <a:extLst>
              <a:ext uri="{FF2B5EF4-FFF2-40B4-BE49-F238E27FC236}">
                <a16:creationId xmlns:a16="http://schemas.microsoft.com/office/drawing/2014/main" id="{7CCBB989-1910-CD47-D0D3-7D07316D56EA}"/>
              </a:ext>
            </a:extLst>
          </p:cNvPr>
          <p:cNvSpPr>
            <a:spLocks noGrp="1" noChangeArrowheads="1"/>
          </p:cNvSpPr>
          <p:nvPr>
            <p:ph type="body" sz="quarter" idx="10"/>
          </p:nvPr>
        </p:nvSpPr>
        <p:spPr/>
        <p:txBody>
          <a:bodyPr/>
          <a:lstStyle/>
          <a:p>
            <a:r>
              <a:rPr lang="en-US" altLang="en-US"/>
              <a:t>In division with signed operands, quotient and remainder are defined by:</a:t>
            </a:r>
          </a:p>
          <a:p>
            <a:r>
              <a:rPr lang="en-US" altLang="en-US"/>
              <a:t>Dividend=divisor </a:t>
            </a:r>
            <a:r>
              <a:rPr lang="en-US" altLang="en-US">
                <a:sym typeface="Symbol" panose="05050102010706020507" pitchFamily="18" charset="2"/>
              </a:rPr>
              <a:t> quotient + remainder;</a:t>
            </a:r>
            <a:br>
              <a:rPr lang="en-US" altLang="en-US">
                <a:sym typeface="Symbol" panose="05050102010706020507" pitchFamily="18" charset="2"/>
              </a:rPr>
            </a:br>
            <a:r>
              <a:rPr lang="en-US" altLang="en-US">
                <a:sym typeface="Symbol" panose="05050102010706020507" pitchFamily="18" charset="2"/>
              </a:rPr>
              <a:t>sign (quotient)= </a:t>
            </a:r>
            <a:r>
              <a:rPr lang="en-US" altLang="en-US"/>
              <a:t>sign (dividend) </a:t>
            </a:r>
            <a:r>
              <a:rPr lang="en-US" altLang="en-US">
                <a:sym typeface="Symbol" panose="05050102010706020507" pitchFamily="18" charset="2"/>
              </a:rPr>
              <a:t> </a:t>
            </a:r>
            <a:r>
              <a:rPr lang="en-US" altLang="en-US"/>
              <a:t>sign (divisor); 	</a:t>
            </a:r>
            <a:br>
              <a:rPr lang="en-US" altLang="en-US"/>
            </a:br>
            <a:r>
              <a:rPr lang="en-US" altLang="en-US"/>
              <a:t>sign (remainder) = sign (dividend); |remainder|&lt;|divisor|</a:t>
            </a:r>
          </a:p>
          <a:p>
            <a:r>
              <a:rPr lang="en-US" altLang="en-US"/>
              <a:t>Signed division:</a:t>
            </a:r>
          </a:p>
          <a:p>
            <a:pPr lvl="1"/>
            <a:r>
              <a:rPr lang="en-US" altLang="en-US"/>
              <a:t>Convert negative numbers to positive</a:t>
            </a:r>
          </a:p>
          <a:p>
            <a:pPr lvl="1"/>
            <a:r>
              <a:rPr lang="en-US" altLang="en-US"/>
              <a:t>Execute unsigned multiplication</a:t>
            </a:r>
          </a:p>
          <a:p>
            <a:pPr lvl="1"/>
            <a:r>
              <a:rPr lang="en-US" altLang="en-US"/>
              <a:t>Remember the original signs</a:t>
            </a:r>
          </a:p>
          <a:p>
            <a:r>
              <a:rPr lang="en-US" altLang="en-US"/>
              <a:t>Examples:  C = A/B ; A = B</a:t>
            </a:r>
            <a:r>
              <a:rPr lang="en-US" altLang="en-US">
                <a:sym typeface="Symbol" panose="05050102010706020507" pitchFamily="18" charset="2"/>
              </a:rPr>
              <a:t>C + R</a:t>
            </a:r>
            <a:br>
              <a:rPr lang="en-US" altLang="en-US">
                <a:sym typeface="Symbol" panose="05050102010706020507" pitchFamily="18" charset="2"/>
              </a:rPr>
            </a:br>
            <a:r>
              <a:rPr lang="en-US" altLang="en-US"/>
              <a:t>                   A =  7;  B =  3;    </a:t>
            </a:r>
            <a:r>
              <a:rPr lang="en-US" altLang="en-US">
                <a:sym typeface="Symbol" panose="05050102010706020507" pitchFamily="18" charset="2"/>
              </a:rPr>
              <a:t> </a:t>
            </a:r>
            <a:r>
              <a:rPr lang="en-US" altLang="en-US"/>
              <a:t>C= 2; R= 1;</a:t>
            </a:r>
            <a:br>
              <a:rPr lang="en-US" altLang="en-US"/>
            </a:br>
            <a:r>
              <a:rPr lang="en-US" altLang="en-US"/>
              <a:t>                   A = -7;  B =  3;    </a:t>
            </a:r>
            <a:r>
              <a:rPr lang="en-US" altLang="en-US">
                <a:sym typeface="Symbol" panose="05050102010706020507" pitchFamily="18" charset="2"/>
              </a:rPr>
              <a:t> C=-2; R=-1;</a:t>
            </a:r>
            <a:br>
              <a:rPr lang="en-US" altLang="en-US">
                <a:sym typeface="Symbol" panose="05050102010706020507" pitchFamily="18" charset="2"/>
              </a:rPr>
            </a:br>
            <a:r>
              <a:rPr lang="en-US" altLang="en-US">
                <a:sym typeface="Symbol" panose="05050102010706020507" pitchFamily="18" charset="2"/>
              </a:rPr>
              <a:t>                   A =  7;   B = -3;    C=-2; R= 1;</a:t>
            </a:r>
            <a:br>
              <a:rPr lang="en-US" altLang="en-US">
                <a:sym typeface="Symbol" panose="05050102010706020507" pitchFamily="18" charset="2"/>
              </a:rPr>
            </a:br>
            <a:r>
              <a:rPr lang="en-US" altLang="en-US">
                <a:sym typeface="Symbol" panose="05050102010706020507" pitchFamily="18" charset="2"/>
              </a:rPr>
              <a:t>                   A = -7;   B=  -3;    C= 2; R= -1.</a:t>
            </a:r>
            <a:endParaRPr lang="en-US" altLang="en-US"/>
          </a:p>
          <a:p>
            <a:endParaRPr lang="en-US" alt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itle 7">
            <a:extLst>
              <a:ext uri="{FF2B5EF4-FFF2-40B4-BE49-F238E27FC236}">
                <a16:creationId xmlns:a16="http://schemas.microsoft.com/office/drawing/2014/main" id="{4D94F557-6164-12A3-2178-7ABE63431073}"/>
              </a:ext>
            </a:extLst>
          </p:cNvPr>
          <p:cNvSpPr>
            <a:spLocks noGrp="1" noChangeArrowheads="1"/>
          </p:cNvSpPr>
          <p:nvPr>
            <p:ph type="title"/>
          </p:nvPr>
        </p:nvSpPr>
        <p:spPr/>
        <p:txBody>
          <a:bodyPr/>
          <a:lstStyle/>
          <a:p>
            <a:r>
              <a:rPr lang="en-US" altLang="en-US"/>
              <a:t>Signed Division (2)</a:t>
            </a:r>
          </a:p>
        </p:txBody>
      </p:sp>
      <p:sp>
        <p:nvSpPr>
          <p:cNvPr id="93187" name="Content Placeholder 3">
            <a:extLst>
              <a:ext uri="{FF2B5EF4-FFF2-40B4-BE49-F238E27FC236}">
                <a16:creationId xmlns:a16="http://schemas.microsoft.com/office/drawing/2014/main" id="{232150DB-74B9-3DE2-3285-5C682DE9B544}"/>
              </a:ext>
            </a:extLst>
          </p:cNvPr>
          <p:cNvSpPr>
            <a:spLocks noGrp="1" noChangeArrowheads="1"/>
          </p:cNvSpPr>
          <p:nvPr>
            <p:ph type="body" sz="quarter" idx="10"/>
          </p:nvPr>
        </p:nvSpPr>
        <p:spPr/>
        <p:txBody>
          <a:bodyPr/>
          <a:lstStyle/>
          <a:p>
            <a:r>
              <a:rPr lang="en-US" altLang="en-US"/>
              <a:t>The next operation is executed in recurrent iteration of division:</a:t>
            </a:r>
          </a:p>
          <a:p>
            <a:pPr lvl="1"/>
            <a:r>
              <a:rPr lang="en-US" altLang="en-US"/>
              <a:t>If sign (remainder) </a:t>
            </a:r>
            <a:r>
              <a:rPr lang="en-US" altLang="en-US">
                <a:sym typeface="Symbol" panose="05050102010706020507" pitchFamily="18" charset="2"/>
              </a:rPr>
              <a:t> sign (divisor) =1,</a:t>
            </a:r>
            <a:br>
              <a:rPr lang="en-US" altLang="en-US">
                <a:sym typeface="Symbol" panose="05050102010706020507" pitchFamily="18" charset="2"/>
              </a:rPr>
            </a:br>
            <a:r>
              <a:rPr lang="en-US" altLang="en-US">
                <a:sym typeface="Symbol" panose="05050102010706020507" pitchFamily="18" charset="2"/>
              </a:rPr>
              <a:t>then add divisor to 2Ri (doubled current partial remainder);</a:t>
            </a:r>
            <a:br>
              <a:rPr lang="en-US" altLang="en-US">
                <a:sym typeface="Symbol" panose="05050102010706020507" pitchFamily="18" charset="2"/>
              </a:rPr>
            </a:br>
            <a:r>
              <a:rPr lang="en-US" altLang="en-US">
                <a:sym typeface="Symbol" panose="05050102010706020507" pitchFamily="18" charset="2"/>
              </a:rPr>
              <a:t>else subtract divisor from 2Ri.</a:t>
            </a:r>
          </a:p>
          <a:p>
            <a:pPr lvl="1"/>
            <a:r>
              <a:rPr lang="en-US" altLang="en-US">
                <a:sym typeface="Symbol" panose="05050102010706020507" pitchFamily="18" charset="2"/>
              </a:rPr>
              <a:t>If sign (remainder)  sign (divisor)=0,</a:t>
            </a:r>
            <a:br>
              <a:rPr lang="en-US" altLang="en-US">
                <a:sym typeface="Symbol" panose="05050102010706020507" pitchFamily="18" charset="2"/>
              </a:rPr>
            </a:br>
            <a:r>
              <a:rPr lang="en-US" altLang="en-US">
                <a:sym typeface="Symbol" panose="05050102010706020507" pitchFamily="18" charset="2"/>
              </a:rPr>
              <a:t>then the current digit of quotient is 1;</a:t>
            </a:r>
            <a:br>
              <a:rPr lang="en-US" altLang="en-US">
                <a:sym typeface="Symbol" panose="05050102010706020507" pitchFamily="18" charset="2"/>
              </a:rPr>
            </a:br>
            <a:r>
              <a:rPr lang="en-US" altLang="en-US">
                <a:sym typeface="Symbol" panose="05050102010706020507" pitchFamily="18" charset="2"/>
              </a:rPr>
              <a:t>else the current digit  is 0.</a:t>
            </a:r>
          </a:p>
          <a:p>
            <a:r>
              <a:rPr lang="en-US" altLang="en-US">
                <a:sym typeface="Symbol" panose="05050102010706020507" pitchFamily="18" charset="2"/>
              </a:rPr>
              <a:t>The correction of quotient is necessary in the following cases:</a:t>
            </a:r>
          </a:p>
          <a:p>
            <a:pPr lvl="1"/>
            <a:r>
              <a:rPr lang="en-US" altLang="en-US">
                <a:sym typeface="Symbol" panose="05050102010706020507" pitchFamily="18" charset="2"/>
              </a:rPr>
              <a:t>A&gt;0 and B&lt;0. Add 1 to quotient.</a:t>
            </a:r>
          </a:p>
          <a:p>
            <a:pPr lvl="1"/>
            <a:r>
              <a:rPr lang="en-US" altLang="en-US">
                <a:sym typeface="Symbol" panose="05050102010706020507" pitchFamily="18" charset="2"/>
              </a:rPr>
              <a:t>A&lt;0 and B&gt;0. If R≠0, add 1 to quotient.</a:t>
            </a:r>
          </a:p>
          <a:p>
            <a:pPr lvl="1"/>
            <a:r>
              <a:rPr lang="en-US" altLang="en-US">
                <a:sym typeface="Symbol" panose="05050102010706020507" pitchFamily="18" charset="2"/>
              </a:rPr>
              <a:t>A&lt;0 and B&lt;0. If R=0, add 1 to quotient.</a:t>
            </a:r>
          </a:p>
          <a:p>
            <a:endParaRPr lang="en-US" altLang="en-US">
              <a:sym typeface="Symbol" panose="05050102010706020507" pitchFamily="18" charset="2"/>
            </a:endParaRPr>
          </a:p>
          <a:p>
            <a:endParaRPr lang="en-US" alt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itle 1">
            <a:extLst>
              <a:ext uri="{FF2B5EF4-FFF2-40B4-BE49-F238E27FC236}">
                <a16:creationId xmlns:a16="http://schemas.microsoft.com/office/drawing/2014/main" id="{DA3456DB-C9A8-801A-3F8B-EF964133505B}"/>
              </a:ext>
            </a:extLst>
          </p:cNvPr>
          <p:cNvSpPr>
            <a:spLocks noGrp="1" noChangeArrowheads="1"/>
          </p:cNvSpPr>
          <p:nvPr>
            <p:ph type="title"/>
          </p:nvPr>
        </p:nvSpPr>
        <p:spPr/>
        <p:txBody>
          <a:bodyPr/>
          <a:lstStyle/>
          <a:p>
            <a:r>
              <a:rPr lang="en-US" altLang="en-US"/>
              <a:t>Signed  Division</a:t>
            </a:r>
            <a:endParaRPr lang="en-GB" altLang="en-US"/>
          </a:p>
        </p:txBody>
      </p:sp>
      <p:graphicFrame>
        <p:nvGraphicFramePr>
          <p:cNvPr id="3" name="Table 2">
            <a:extLst>
              <a:ext uri="{FF2B5EF4-FFF2-40B4-BE49-F238E27FC236}">
                <a16:creationId xmlns:a16="http://schemas.microsoft.com/office/drawing/2014/main" id="{51E9F11E-1F1A-4046-97A8-0986ED22C529}"/>
              </a:ext>
            </a:extLst>
          </p:cNvPr>
          <p:cNvGraphicFramePr>
            <a:graphicFrameLocks noGrp="1"/>
          </p:cNvGraphicFramePr>
          <p:nvPr/>
        </p:nvGraphicFramePr>
        <p:xfrm>
          <a:off x="6019801" y="1295401"/>
          <a:ext cx="4144963" cy="4460874"/>
        </p:xfrm>
        <a:graphic>
          <a:graphicData uri="http://schemas.openxmlformats.org/drawingml/2006/table">
            <a:tbl>
              <a:tblPr/>
              <a:tblGrid>
                <a:gridCol w="1452212">
                  <a:extLst>
                    <a:ext uri="{9D8B030D-6E8A-4147-A177-3AD203B41FA5}">
                      <a16:colId xmlns:a16="http://schemas.microsoft.com/office/drawing/2014/main" val="20000"/>
                    </a:ext>
                  </a:extLst>
                </a:gridCol>
                <a:gridCol w="1199469">
                  <a:extLst>
                    <a:ext uri="{9D8B030D-6E8A-4147-A177-3AD203B41FA5}">
                      <a16:colId xmlns:a16="http://schemas.microsoft.com/office/drawing/2014/main" val="20001"/>
                    </a:ext>
                  </a:extLst>
                </a:gridCol>
                <a:gridCol w="1493282">
                  <a:extLst>
                    <a:ext uri="{9D8B030D-6E8A-4147-A177-3AD203B41FA5}">
                      <a16:colId xmlns:a16="http://schemas.microsoft.com/office/drawing/2014/main" val="20002"/>
                    </a:ext>
                  </a:extLst>
                </a:gridCol>
              </a:tblGrid>
              <a:tr h="537026">
                <a:tc>
                  <a:txBody>
                    <a:bodyPr/>
                    <a:lstStyle/>
                    <a:p>
                      <a:pPr>
                        <a:lnSpc>
                          <a:spcPct val="115000"/>
                        </a:lnSpc>
                        <a:spcAft>
                          <a:spcPts val="0"/>
                        </a:spcAft>
                      </a:pPr>
                      <a:r>
                        <a:rPr lang="en-US" sz="1600" dirty="0">
                          <a:latin typeface="+mn-lt"/>
                          <a:ea typeface="Times New Roman"/>
                          <a:cs typeface="Arial" panose="020B0604020202020204" pitchFamily="34" charset="0"/>
                        </a:rPr>
                        <a:t> </a:t>
                      </a:r>
                      <a:r>
                        <a:rPr lang="en-US" sz="1600" dirty="0" err="1">
                          <a:latin typeface="+mn-lt"/>
                          <a:ea typeface="Times New Roman"/>
                          <a:cs typeface="Arial" panose="020B0604020202020204" pitchFamily="34" charset="0"/>
                        </a:rPr>
                        <a:t>Divident</a:t>
                      </a:r>
                      <a:r>
                        <a:rPr lang="ru-RU" sz="1600" dirty="0">
                          <a:latin typeface="+mn-lt"/>
                          <a:ea typeface="Times New Roman"/>
                          <a:cs typeface="Arial" panose="020B0604020202020204" pitchFamily="34" charset="0"/>
                        </a:rPr>
                        <a:t>/</a:t>
                      </a:r>
                      <a:br>
                        <a:rPr lang="ru-RU" sz="1600" dirty="0">
                          <a:latin typeface="+mn-lt"/>
                          <a:ea typeface="Times New Roman"/>
                          <a:cs typeface="Arial" panose="020B0604020202020204" pitchFamily="34" charset="0"/>
                        </a:rPr>
                      </a:br>
                      <a:r>
                        <a:rPr lang="en-US" sz="1600" dirty="0">
                          <a:latin typeface="+mn-lt"/>
                          <a:ea typeface="Times New Roman"/>
                          <a:cs typeface="Arial" panose="020B0604020202020204" pitchFamily="34" charset="0"/>
                        </a:rPr>
                        <a:t>Remainder</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latin typeface="+mn-lt"/>
                          <a:ea typeface="Times New Roman"/>
                          <a:cs typeface="Arial" panose="020B0604020202020204" pitchFamily="34" charset="0"/>
                        </a:rPr>
                        <a:t>Divisor</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latin typeface="+mn-lt"/>
                          <a:ea typeface="Times New Roman"/>
                          <a:cs typeface="Arial" panose="020B0604020202020204" pitchFamily="34" charset="0"/>
                        </a:rPr>
                        <a:t>Quotient</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17478">
                <a:tc>
                  <a:txBody>
                    <a:bodyPr/>
                    <a:lstStyle/>
                    <a:p>
                      <a:pPr algn="just">
                        <a:lnSpc>
                          <a:spcPct val="115000"/>
                        </a:lnSpc>
                        <a:spcAft>
                          <a:spcPts val="0"/>
                        </a:spcAft>
                      </a:pPr>
                      <a:r>
                        <a:rPr lang="en-GB"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0111101</a:t>
                      </a:r>
                      <a:endParaRPr lang="en-GB" sz="1600" dirty="0">
                        <a:latin typeface="+mn-lt"/>
                        <a:ea typeface="Times New Roman"/>
                        <a:cs typeface="Arial" panose="020B0604020202020204" pitchFamily="34" charset="0"/>
                      </a:endParaRPr>
                    </a:p>
                    <a:p>
                      <a:pPr algn="just">
                        <a:lnSpc>
                          <a:spcPct val="115000"/>
                        </a:lnSpc>
                        <a:spcAft>
                          <a:spcPts val="0"/>
                        </a:spcAft>
                      </a:pPr>
                      <a:r>
                        <a:rPr lang="ru-RU" sz="1600" baseline="30000" dirty="0">
                          <a:latin typeface="+mn-lt"/>
                          <a:ea typeface="Times New Roman"/>
                          <a:cs typeface="Arial" panose="020B0604020202020204" pitchFamily="34" charset="0"/>
                        </a:rPr>
                        <a:t> +</a:t>
                      </a:r>
                      <a:r>
                        <a:rPr lang="ru-RU" sz="1600" dirty="0">
                          <a:latin typeface="+mn-lt"/>
                          <a:ea typeface="Times New Roman"/>
                          <a:cs typeface="Arial" panose="020B0604020202020204" pitchFamily="34" charset="0"/>
                        </a:rPr>
                        <a:t> </a:t>
                      </a:r>
                      <a:r>
                        <a:rPr lang="en-US" sz="1600" u="sng" dirty="0">
                          <a:latin typeface="+mn-lt"/>
                          <a:ea typeface="Times New Roman"/>
                          <a:cs typeface="Arial" panose="020B0604020202020204" pitchFamily="34" charset="0"/>
                        </a:rPr>
                        <a:t>0</a:t>
                      </a:r>
                      <a:r>
                        <a:rPr lang="en-US" sz="1600" dirty="0">
                          <a:latin typeface="+mn-lt"/>
                          <a:ea typeface="Times New Roman"/>
                          <a:cs typeface="Arial" panose="020B0604020202020204" pitchFamily="34" charset="0"/>
                        </a:rPr>
                        <a:t>1001000</a:t>
                      </a:r>
                      <a:endParaRPr lang="en-GB" sz="1600" dirty="0">
                        <a:latin typeface="+mn-lt"/>
                        <a:ea typeface="Times New Roman"/>
                        <a:cs typeface="Arial" panose="020B0604020202020204" pitchFamily="34" charset="0"/>
                      </a:endParaRPr>
                    </a:p>
                    <a:p>
                      <a:pPr algn="just">
                        <a:lnSpc>
                          <a:spcPct val="115000"/>
                        </a:lnSpc>
                        <a:spcAft>
                          <a:spcPts val="0"/>
                        </a:spcAft>
                      </a:pPr>
                      <a:r>
                        <a:rPr lang="ru-RU"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0000111</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u="sng" dirty="0">
                          <a:latin typeface="+mn-lt"/>
                          <a:ea typeface="Times New Roman"/>
                          <a:cs typeface="Arial" panose="020B0604020202020204" pitchFamily="34" charset="0"/>
                        </a:rPr>
                        <a:t>0</a:t>
                      </a:r>
                      <a:r>
                        <a:rPr lang="en-US" sz="1600" dirty="0">
                          <a:latin typeface="+mn-lt"/>
                          <a:ea typeface="Times New Roman"/>
                          <a:cs typeface="Arial" panose="020B0604020202020204" pitchFamily="34" charset="0"/>
                        </a:rPr>
                        <a:t>1001000</a:t>
                      </a:r>
                      <a:endParaRPr lang="en-GB" sz="1600" dirty="0">
                        <a:latin typeface="+mn-lt"/>
                        <a:ea typeface="Times New Roman"/>
                        <a:cs typeface="Arial" panose="020B0604020202020204" pitchFamily="34" charset="0"/>
                      </a:endParaRPr>
                    </a:p>
                    <a:p>
                      <a:pPr>
                        <a:lnSpc>
                          <a:spcPct val="115000"/>
                        </a:lnSpc>
                        <a:spcAft>
                          <a:spcPts val="0"/>
                        </a:spcAft>
                      </a:pPr>
                      <a:r>
                        <a:rPr lang="en-US" sz="1600" u="sng" dirty="0">
                          <a:latin typeface="+mn-lt"/>
                          <a:ea typeface="Times New Roman"/>
                          <a:cs typeface="Arial" panose="020B0604020202020204" pitchFamily="34" charset="0"/>
                        </a:rPr>
                        <a:t>1</a:t>
                      </a:r>
                      <a:r>
                        <a:rPr lang="en-US" sz="1600" dirty="0">
                          <a:latin typeface="+mn-lt"/>
                          <a:ea typeface="Times New Roman"/>
                          <a:cs typeface="Arial" panose="020B0604020202020204" pitchFamily="34" charset="0"/>
                        </a:rPr>
                        <a:t>0111000</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endParaRPr lang="ru-RU" sz="1600" dirty="0">
                        <a:latin typeface="+mn-lt"/>
                        <a:ea typeface="Times New Roman"/>
                        <a:cs typeface="Arial" panose="020B0604020202020204" pitchFamily="34" charset="0"/>
                      </a:endParaRPr>
                    </a:p>
                    <a:p>
                      <a:pPr algn="ctr">
                        <a:lnSpc>
                          <a:spcPct val="115000"/>
                        </a:lnSpc>
                        <a:spcAft>
                          <a:spcPts val="0"/>
                        </a:spcAft>
                      </a:pPr>
                      <a:r>
                        <a:rPr lang="ru-RU" sz="1600" dirty="0">
                          <a:latin typeface="+mn-lt"/>
                          <a:ea typeface="Times New Roman"/>
                          <a:cs typeface="Arial" panose="020B0604020202020204" pitchFamily="34" charset="0"/>
                        </a:rPr>
                        <a:t>1</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17478">
                <a:tc>
                  <a:txBody>
                    <a:bodyPr/>
                    <a:lstStyle/>
                    <a:p>
                      <a:pPr>
                        <a:lnSpc>
                          <a:spcPct val="115000"/>
                        </a:lnSpc>
                        <a:spcAft>
                          <a:spcPts val="0"/>
                        </a:spcAft>
                      </a:pPr>
                      <a:r>
                        <a:rPr lang="ru-RU"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0000111</a:t>
                      </a:r>
                      <a:endParaRPr lang="en-GB" sz="1600" dirty="0">
                        <a:latin typeface="+mn-lt"/>
                        <a:ea typeface="Times New Roman"/>
                        <a:cs typeface="Arial" panose="020B0604020202020204" pitchFamily="34" charset="0"/>
                      </a:endParaRPr>
                    </a:p>
                    <a:p>
                      <a:pPr>
                        <a:lnSpc>
                          <a:spcPct val="115000"/>
                        </a:lnSpc>
                        <a:spcAft>
                          <a:spcPts val="0"/>
                        </a:spcAft>
                      </a:pPr>
                      <a:r>
                        <a:rPr lang="ru-RU" sz="1600" dirty="0">
                          <a:latin typeface="+mn-lt"/>
                          <a:ea typeface="Times New Roman"/>
                          <a:cs typeface="Arial" panose="020B0604020202020204" pitchFamily="34" charset="0"/>
                        </a:rPr>
                        <a:t> </a:t>
                      </a:r>
                      <a:r>
                        <a:rPr lang="ru-RU" sz="1600" baseline="30000" dirty="0">
                          <a:latin typeface="+mn-lt"/>
                          <a:ea typeface="Times New Roman"/>
                          <a:cs typeface="Arial" panose="020B0604020202020204" pitchFamily="34" charset="0"/>
                        </a:rPr>
                        <a:t>+</a:t>
                      </a:r>
                      <a:r>
                        <a:rPr lang="en-US"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10</a:t>
                      </a:r>
                      <a:r>
                        <a:rPr lang="en-US" sz="1600" dirty="0">
                          <a:latin typeface="+mn-lt"/>
                          <a:ea typeface="Times New Roman"/>
                          <a:cs typeface="Arial" panose="020B0604020202020204" pitchFamily="34" charset="0"/>
                        </a:rPr>
                        <a:t>11</a:t>
                      </a:r>
                      <a:r>
                        <a:rPr lang="ru-RU" sz="1600" dirty="0">
                          <a:latin typeface="+mn-lt"/>
                          <a:ea typeface="Times New Roman"/>
                          <a:cs typeface="Arial" panose="020B0604020202020204" pitchFamily="34" charset="0"/>
                        </a:rPr>
                        <a:t>1</a:t>
                      </a:r>
                      <a:r>
                        <a:rPr lang="en-US" sz="1600" dirty="0">
                          <a:latin typeface="+mn-lt"/>
                          <a:ea typeface="Times New Roman"/>
                          <a:cs typeface="Arial" panose="020B0604020202020204" pitchFamily="34" charset="0"/>
                        </a:rPr>
                        <a:t>00</a:t>
                      </a:r>
                      <a:endParaRPr lang="en-GB" sz="1600" dirty="0">
                        <a:latin typeface="+mn-lt"/>
                        <a:ea typeface="Times New Roman"/>
                        <a:cs typeface="Arial" panose="020B0604020202020204" pitchFamily="34" charset="0"/>
                      </a:endParaRPr>
                    </a:p>
                    <a:p>
                      <a:pPr>
                        <a:lnSpc>
                          <a:spcPct val="115000"/>
                        </a:lnSpc>
                        <a:spcAft>
                          <a:spcPts val="0"/>
                        </a:spcAft>
                      </a:pPr>
                      <a:r>
                        <a:rPr lang="ru-RU"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1100011</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u="sng"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a:t>
                      </a:r>
                      <a:r>
                        <a:rPr lang="en-US" sz="1600" dirty="0">
                          <a:latin typeface="+mn-lt"/>
                          <a:ea typeface="Times New Roman"/>
                          <a:cs typeface="Arial" panose="020B0604020202020204" pitchFamily="34" charset="0"/>
                        </a:rPr>
                        <a:t>100100</a:t>
                      </a:r>
                      <a:endParaRPr lang="en-GB" sz="1600" dirty="0">
                        <a:latin typeface="+mn-lt"/>
                        <a:ea typeface="Times New Roman"/>
                        <a:cs typeface="Arial" panose="020B0604020202020204" pitchFamily="34" charset="0"/>
                      </a:endParaRPr>
                    </a:p>
                    <a:p>
                      <a:pPr>
                        <a:lnSpc>
                          <a:spcPct val="115000"/>
                        </a:lnSpc>
                        <a:spcAft>
                          <a:spcPts val="0"/>
                        </a:spcAft>
                      </a:pPr>
                      <a:r>
                        <a:rPr lang="en-US"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10</a:t>
                      </a:r>
                      <a:r>
                        <a:rPr lang="en-US" sz="1600" dirty="0">
                          <a:latin typeface="+mn-lt"/>
                          <a:ea typeface="Times New Roman"/>
                          <a:cs typeface="Arial" panose="020B0604020202020204" pitchFamily="34" charset="0"/>
                        </a:rPr>
                        <a:t>11</a:t>
                      </a:r>
                      <a:r>
                        <a:rPr lang="ru-RU" sz="1600" dirty="0">
                          <a:latin typeface="+mn-lt"/>
                          <a:ea typeface="Times New Roman"/>
                          <a:cs typeface="Arial" panose="020B0604020202020204" pitchFamily="34" charset="0"/>
                        </a:rPr>
                        <a:t>1</a:t>
                      </a:r>
                      <a:r>
                        <a:rPr lang="en-US" sz="1600" dirty="0">
                          <a:latin typeface="+mn-lt"/>
                          <a:ea typeface="Times New Roman"/>
                          <a:cs typeface="Arial" panose="020B0604020202020204" pitchFamily="34" charset="0"/>
                        </a:rPr>
                        <a:t>00</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ru-RU" sz="1600" dirty="0">
                        <a:latin typeface="+mn-lt"/>
                        <a:ea typeface="Times New Roman"/>
                        <a:cs typeface="Arial" panose="020B0604020202020204" pitchFamily="34" charset="0"/>
                      </a:endParaRPr>
                    </a:p>
                    <a:p>
                      <a:pPr algn="ctr">
                        <a:lnSpc>
                          <a:spcPct val="115000"/>
                        </a:lnSpc>
                        <a:spcAft>
                          <a:spcPts val="0"/>
                        </a:spcAft>
                      </a:pPr>
                      <a:r>
                        <a:rPr lang="ru-RU" sz="1600" dirty="0">
                          <a:latin typeface="+mn-lt"/>
                          <a:ea typeface="Times New Roman"/>
                          <a:cs typeface="Arial" panose="020B0604020202020204" pitchFamily="34" charset="0"/>
                        </a:rPr>
                        <a:t>0</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17478">
                <a:tc>
                  <a:txBody>
                    <a:bodyPr/>
                    <a:lstStyle/>
                    <a:p>
                      <a:pPr>
                        <a:lnSpc>
                          <a:spcPct val="115000"/>
                        </a:lnSpc>
                        <a:spcAft>
                          <a:spcPts val="0"/>
                        </a:spcAft>
                      </a:pPr>
                      <a:r>
                        <a:rPr lang="ru-RU"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1100011</a:t>
                      </a:r>
                      <a:endParaRPr lang="en-GB" sz="1600" dirty="0">
                        <a:latin typeface="+mn-lt"/>
                        <a:ea typeface="Times New Roman"/>
                        <a:cs typeface="Arial" panose="020B0604020202020204" pitchFamily="34" charset="0"/>
                      </a:endParaRPr>
                    </a:p>
                    <a:p>
                      <a:pPr>
                        <a:lnSpc>
                          <a:spcPct val="115000"/>
                        </a:lnSpc>
                        <a:spcAft>
                          <a:spcPts val="0"/>
                        </a:spcAft>
                      </a:pPr>
                      <a:r>
                        <a:rPr lang="ru-RU" sz="1600" baseline="30000" dirty="0">
                          <a:latin typeface="+mn-lt"/>
                          <a:ea typeface="Times New Roman"/>
                          <a:cs typeface="Arial" panose="020B0604020202020204" pitchFamily="34" charset="0"/>
                        </a:rPr>
                        <a:t>+</a:t>
                      </a:r>
                      <a:r>
                        <a:rPr lang="ru-RU" sz="1600" dirty="0">
                          <a:latin typeface="+mn-lt"/>
                          <a:ea typeface="Times New Roman"/>
                          <a:cs typeface="Arial" panose="020B0604020202020204" pitchFamily="34" charset="0"/>
                        </a:rPr>
                        <a:t> </a:t>
                      </a:r>
                      <a:r>
                        <a:rPr lang="en-US" sz="1600" u="sng"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001</a:t>
                      </a:r>
                      <a:r>
                        <a:rPr lang="en-US" sz="1600"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01</a:t>
                      </a:r>
                      <a:r>
                        <a:rPr lang="en-US" sz="1600" dirty="0">
                          <a:latin typeface="+mn-lt"/>
                          <a:ea typeface="Times New Roman"/>
                          <a:cs typeface="Arial" panose="020B0604020202020204" pitchFamily="34" charset="0"/>
                        </a:rPr>
                        <a:t>0</a:t>
                      </a:r>
                      <a:endParaRPr lang="en-GB" sz="1600" dirty="0">
                        <a:latin typeface="+mn-lt"/>
                        <a:ea typeface="Times New Roman"/>
                        <a:cs typeface="Arial" panose="020B0604020202020204" pitchFamily="34" charset="0"/>
                      </a:endParaRPr>
                    </a:p>
                    <a:p>
                      <a:pPr>
                        <a:lnSpc>
                          <a:spcPct val="115000"/>
                        </a:lnSpc>
                        <a:spcAft>
                          <a:spcPts val="0"/>
                        </a:spcAft>
                      </a:pPr>
                      <a:r>
                        <a:rPr lang="ru-RU"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1110101</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u="sng"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001</a:t>
                      </a:r>
                      <a:r>
                        <a:rPr lang="en-US" sz="1600"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01</a:t>
                      </a:r>
                      <a:r>
                        <a:rPr lang="en-US" sz="1600" dirty="0">
                          <a:latin typeface="+mn-lt"/>
                          <a:ea typeface="Times New Roman"/>
                          <a:cs typeface="Arial" panose="020B0604020202020204" pitchFamily="34" charset="0"/>
                        </a:rPr>
                        <a:t>0</a:t>
                      </a:r>
                      <a:endParaRPr lang="en-GB" sz="1600" dirty="0">
                        <a:latin typeface="+mn-lt"/>
                        <a:ea typeface="Times New Roman"/>
                        <a:cs typeface="Arial" panose="020B0604020202020204" pitchFamily="34" charset="0"/>
                      </a:endParaRPr>
                    </a:p>
                    <a:p>
                      <a:pPr>
                        <a:lnSpc>
                          <a:spcPct val="115000"/>
                        </a:lnSpc>
                        <a:spcAft>
                          <a:spcPts val="0"/>
                        </a:spcAft>
                      </a:pPr>
                      <a:r>
                        <a:rPr lang="en-US"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110</a:t>
                      </a:r>
                      <a:r>
                        <a:rPr lang="en-US" sz="1600"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a:t>
                      </a:r>
                      <a:r>
                        <a:rPr lang="en-US" sz="1600" dirty="0">
                          <a:latin typeface="+mn-lt"/>
                          <a:ea typeface="Times New Roman"/>
                          <a:cs typeface="Arial" panose="020B0604020202020204" pitchFamily="34" charset="0"/>
                        </a:rPr>
                        <a:t>0</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ru-RU" sz="1600" dirty="0">
                        <a:latin typeface="+mn-lt"/>
                        <a:ea typeface="Times New Roman"/>
                        <a:cs typeface="Arial" panose="020B0604020202020204" pitchFamily="34" charset="0"/>
                      </a:endParaRPr>
                    </a:p>
                    <a:p>
                      <a:pPr algn="ctr">
                        <a:lnSpc>
                          <a:spcPct val="115000"/>
                        </a:lnSpc>
                        <a:spcAft>
                          <a:spcPts val="0"/>
                        </a:spcAft>
                      </a:pPr>
                      <a:r>
                        <a:rPr lang="ru-RU" sz="1600" dirty="0">
                          <a:latin typeface="+mn-lt"/>
                          <a:ea typeface="Times New Roman"/>
                          <a:cs typeface="Arial" panose="020B0604020202020204" pitchFamily="34" charset="0"/>
                        </a:rPr>
                        <a:t>0</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817478">
                <a:tc>
                  <a:txBody>
                    <a:bodyPr/>
                    <a:lstStyle/>
                    <a:p>
                      <a:pPr>
                        <a:lnSpc>
                          <a:spcPct val="115000"/>
                        </a:lnSpc>
                        <a:spcAft>
                          <a:spcPts val="0"/>
                        </a:spcAft>
                      </a:pPr>
                      <a:r>
                        <a:rPr lang="ru-RU"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1110101</a:t>
                      </a:r>
                      <a:endParaRPr lang="en-GB" sz="1600" dirty="0">
                        <a:latin typeface="+mn-lt"/>
                        <a:ea typeface="Times New Roman"/>
                        <a:cs typeface="Arial" panose="020B0604020202020204" pitchFamily="34" charset="0"/>
                      </a:endParaRPr>
                    </a:p>
                    <a:p>
                      <a:pPr>
                        <a:lnSpc>
                          <a:spcPct val="115000"/>
                        </a:lnSpc>
                        <a:spcAft>
                          <a:spcPts val="0"/>
                        </a:spcAft>
                      </a:pPr>
                      <a:r>
                        <a:rPr lang="ru-RU" sz="1600" baseline="30000" dirty="0">
                          <a:latin typeface="+mn-lt"/>
                          <a:ea typeface="Times New Roman"/>
                          <a:cs typeface="Arial" panose="020B0604020202020204" pitchFamily="34" charset="0"/>
                        </a:rPr>
                        <a:t>+ </a:t>
                      </a:r>
                      <a:r>
                        <a:rPr lang="en-US" sz="1600" u="sng"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0001001</a:t>
                      </a:r>
                      <a:endParaRPr lang="en-GB" sz="1600" dirty="0">
                        <a:latin typeface="+mn-lt"/>
                        <a:ea typeface="Times New Roman"/>
                        <a:cs typeface="Arial" panose="020B0604020202020204" pitchFamily="34" charset="0"/>
                      </a:endParaRPr>
                    </a:p>
                    <a:p>
                      <a:pPr>
                        <a:lnSpc>
                          <a:spcPct val="115000"/>
                        </a:lnSpc>
                        <a:spcAft>
                          <a:spcPts val="0"/>
                        </a:spcAft>
                      </a:pPr>
                      <a:r>
                        <a:rPr lang="ru-RU" sz="1600"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1111110</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u="sng" dirty="0">
                          <a:latin typeface="+mn-lt"/>
                          <a:ea typeface="Times New Roman"/>
                          <a:cs typeface="Arial" panose="020B0604020202020204" pitchFamily="34" charset="0"/>
                        </a:rPr>
                        <a:t>0</a:t>
                      </a:r>
                      <a:r>
                        <a:rPr lang="ru-RU" sz="1600" dirty="0">
                          <a:latin typeface="+mn-lt"/>
                          <a:ea typeface="Times New Roman"/>
                          <a:cs typeface="Arial" panose="020B0604020202020204" pitchFamily="34" charset="0"/>
                        </a:rPr>
                        <a:t>0001001</a:t>
                      </a:r>
                      <a:endParaRPr lang="en-GB" sz="1600" dirty="0">
                        <a:latin typeface="+mn-lt"/>
                        <a:ea typeface="Times New Roman"/>
                        <a:cs typeface="Arial" panose="020B0604020202020204" pitchFamily="34" charset="0"/>
                      </a:endParaRPr>
                    </a:p>
                    <a:p>
                      <a:pPr>
                        <a:lnSpc>
                          <a:spcPct val="115000"/>
                        </a:lnSpc>
                        <a:spcAft>
                          <a:spcPts val="0"/>
                        </a:spcAft>
                      </a:pPr>
                      <a:r>
                        <a:rPr lang="en-US"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1110111</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ru-RU" sz="1600" dirty="0">
                          <a:latin typeface="+mn-lt"/>
                          <a:ea typeface="Times New Roman"/>
                          <a:cs typeface="Arial" panose="020B0604020202020204" pitchFamily="34" charset="0"/>
                        </a:rPr>
                        <a:t>0</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53936">
                <a:tc>
                  <a:txBody>
                    <a:bodyPr/>
                    <a:lstStyle/>
                    <a:p>
                      <a:pPr>
                        <a:lnSpc>
                          <a:spcPct val="115000"/>
                        </a:lnSpc>
                        <a:spcAft>
                          <a:spcPts val="0"/>
                        </a:spcAft>
                      </a:pPr>
                      <a:r>
                        <a:rPr lang="ru-RU" sz="1600" u="none" dirty="0">
                          <a:latin typeface="+mn-lt"/>
                          <a:ea typeface="Times New Roman"/>
                          <a:cs typeface="Arial" panose="020B0604020202020204" pitchFamily="34" charset="0"/>
                        </a:rPr>
                        <a:t>  </a:t>
                      </a:r>
                      <a:r>
                        <a:rPr lang="ru-RU" sz="1600" u="sng" dirty="0">
                          <a:latin typeface="+mn-lt"/>
                          <a:ea typeface="Times New Roman"/>
                          <a:cs typeface="Arial" panose="020B0604020202020204" pitchFamily="34" charset="0"/>
                        </a:rPr>
                        <a:t>1</a:t>
                      </a:r>
                      <a:r>
                        <a:rPr lang="ru-RU" sz="1600" dirty="0">
                          <a:latin typeface="+mn-lt"/>
                          <a:ea typeface="Times New Roman"/>
                          <a:cs typeface="Arial" panose="020B0604020202020204" pitchFamily="34" charset="0"/>
                        </a:rPr>
                        <a:t>1111000+1</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r>
                        <a:rPr lang="en-US" sz="1600" dirty="0">
                          <a:latin typeface="+mn-lt"/>
                          <a:ea typeface="Times New Roman"/>
                          <a:cs typeface="Arial" panose="020B0604020202020204" pitchFamily="34" charset="0"/>
                        </a:rPr>
                        <a:t>Correction of quotient</a:t>
                      </a:r>
                      <a:endParaRPr lang="en-GB"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US" sz="1600" dirty="0">
                        <a:latin typeface="+mn-lt"/>
                        <a:ea typeface="Times New Roman"/>
                        <a:cs typeface="Arial" panose="020B0604020202020204" pitchFamily="34" charset="0"/>
                      </a:endParaRPr>
                    </a:p>
                  </a:txBody>
                  <a:tcPr marL="68575" marR="6857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cxnSp>
        <p:nvCxnSpPr>
          <p:cNvPr id="94242" name="AutoShape 2">
            <a:extLst>
              <a:ext uri="{FF2B5EF4-FFF2-40B4-BE49-F238E27FC236}">
                <a16:creationId xmlns:a16="http://schemas.microsoft.com/office/drawing/2014/main" id="{5F679D58-221C-98C4-0BC0-BFE703049F17}"/>
              </a:ext>
            </a:extLst>
          </p:cNvPr>
          <p:cNvCxnSpPr>
            <a:cxnSpLocks noChangeShapeType="1"/>
          </p:cNvCxnSpPr>
          <p:nvPr/>
        </p:nvCxnSpPr>
        <p:spPr bwMode="auto">
          <a:xfrm>
            <a:off x="6153150" y="2406650"/>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4243" name="AutoShape 2">
            <a:extLst>
              <a:ext uri="{FF2B5EF4-FFF2-40B4-BE49-F238E27FC236}">
                <a16:creationId xmlns:a16="http://schemas.microsoft.com/office/drawing/2014/main" id="{B576FA07-D61F-A961-B7E1-3B50922B031A}"/>
              </a:ext>
            </a:extLst>
          </p:cNvPr>
          <p:cNvCxnSpPr>
            <a:cxnSpLocks noChangeShapeType="1"/>
          </p:cNvCxnSpPr>
          <p:nvPr/>
        </p:nvCxnSpPr>
        <p:spPr bwMode="auto">
          <a:xfrm>
            <a:off x="6172200" y="3233738"/>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4244" name="AutoShape 2">
            <a:extLst>
              <a:ext uri="{FF2B5EF4-FFF2-40B4-BE49-F238E27FC236}">
                <a16:creationId xmlns:a16="http://schemas.microsoft.com/office/drawing/2014/main" id="{7E727339-B16E-F2E8-676D-109A032BFC91}"/>
              </a:ext>
            </a:extLst>
          </p:cNvPr>
          <p:cNvCxnSpPr>
            <a:cxnSpLocks noChangeShapeType="1"/>
          </p:cNvCxnSpPr>
          <p:nvPr/>
        </p:nvCxnSpPr>
        <p:spPr bwMode="auto">
          <a:xfrm>
            <a:off x="6172200" y="4051300"/>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94245" name="AutoShape 2">
            <a:extLst>
              <a:ext uri="{FF2B5EF4-FFF2-40B4-BE49-F238E27FC236}">
                <a16:creationId xmlns:a16="http://schemas.microsoft.com/office/drawing/2014/main" id="{06AAE867-1CA7-6AB2-E326-481165199D40}"/>
              </a:ext>
            </a:extLst>
          </p:cNvPr>
          <p:cNvCxnSpPr>
            <a:cxnSpLocks noChangeShapeType="1"/>
          </p:cNvCxnSpPr>
          <p:nvPr/>
        </p:nvCxnSpPr>
        <p:spPr bwMode="auto">
          <a:xfrm>
            <a:off x="6138863" y="4876800"/>
            <a:ext cx="91440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sp>
        <p:nvSpPr>
          <p:cNvPr id="94246" name="TextBox 10">
            <a:extLst>
              <a:ext uri="{FF2B5EF4-FFF2-40B4-BE49-F238E27FC236}">
                <a16:creationId xmlns:a16="http://schemas.microsoft.com/office/drawing/2014/main" id="{CCB7F7FD-89F2-270F-F663-A4D15C1A5629}"/>
              </a:ext>
            </a:extLst>
          </p:cNvPr>
          <p:cNvSpPr txBox="1">
            <a:spLocks noChangeArrowheads="1"/>
          </p:cNvSpPr>
          <p:nvPr/>
        </p:nvSpPr>
        <p:spPr bwMode="auto">
          <a:xfrm>
            <a:off x="2133600" y="1676400"/>
            <a:ext cx="3124200" cy="2554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2000"/>
              <a:t>А</a:t>
            </a:r>
            <a:r>
              <a:rPr lang="en-US" altLang="en-US" sz="2000"/>
              <a:t>  </a:t>
            </a:r>
            <a:r>
              <a:rPr lang="ru-RU" altLang="en-US" sz="2000"/>
              <a:t>=</a:t>
            </a:r>
            <a:r>
              <a:rPr lang="en-US" altLang="en-US" sz="2000"/>
              <a:t> </a:t>
            </a:r>
            <a:r>
              <a:rPr lang="ru-RU" altLang="en-US" sz="2000" u="sng"/>
              <a:t>1</a:t>
            </a:r>
            <a:r>
              <a:rPr lang="ru-RU" altLang="en-US" sz="2000"/>
              <a:t>0111101</a:t>
            </a:r>
            <a:endParaRPr lang="en-US" altLang="en-US" sz="2000"/>
          </a:p>
          <a:p>
            <a:pPr eaLnBrk="1" hangingPunct="1"/>
            <a:r>
              <a:rPr lang="ru-RU" altLang="en-US" sz="2000"/>
              <a:t> </a:t>
            </a:r>
            <a:r>
              <a:rPr lang="en-US" altLang="en-US" sz="2000"/>
              <a:t>B </a:t>
            </a:r>
            <a:r>
              <a:rPr lang="ru-RU" altLang="en-US" sz="2000"/>
              <a:t>= </a:t>
            </a:r>
            <a:r>
              <a:rPr lang="ru-RU" altLang="en-US" sz="2000" u="sng"/>
              <a:t>0</a:t>
            </a:r>
            <a:r>
              <a:rPr lang="ru-RU" altLang="en-US" sz="2000"/>
              <a:t>0001001</a:t>
            </a:r>
            <a:endParaRPr lang="en-GB" altLang="en-US" sz="2000"/>
          </a:p>
          <a:p>
            <a:pPr eaLnBrk="1" hangingPunct="1"/>
            <a:r>
              <a:rPr lang="en-US" altLang="en-US" sz="2000"/>
              <a:t> BN=</a:t>
            </a:r>
            <a:r>
              <a:rPr lang="en-US" altLang="en-US" sz="2000" u="sng"/>
              <a:t>0</a:t>
            </a:r>
            <a:r>
              <a:rPr lang="en-US" altLang="en-US" sz="2000"/>
              <a:t>1001000</a:t>
            </a:r>
            <a:r>
              <a:rPr lang="ru-RU" altLang="en-US" sz="2000"/>
              <a:t>	</a:t>
            </a:r>
            <a:endParaRPr lang="en-US" altLang="en-US" sz="2000"/>
          </a:p>
          <a:p>
            <a:pPr eaLnBrk="1" hangingPunct="1"/>
            <a:r>
              <a:rPr lang="en-US" altLang="en-US" sz="2000"/>
              <a:t>-BN=</a:t>
            </a:r>
            <a:r>
              <a:rPr lang="en-US" altLang="en-US" sz="2000" u="sng"/>
              <a:t>1</a:t>
            </a:r>
            <a:r>
              <a:rPr lang="en-US" altLang="en-US" sz="2000"/>
              <a:t>0111000</a:t>
            </a:r>
          </a:p>
          <a:p>
            <a:pPr eaLnBrk="1" hangingPunct="1"/>
            <a:r>
              <a:rPr lang="en-US" altLang="en-US" sz="2000">
                <a:sym typeface="Symbol" panose="05050102010706020507" pitchFamily="18" charset="2"/>
              </a:rPr>
              <a:t></a:t>
            </a:r>
            <a:r>
              <a:rPr lang="en-US" altLang="en-US" sz="2000"/>
              <a:t>log</a:t>
            </a:r>
            <a:r>
              <a:rPr lang="en-US" altLang="en-US" sz="2000" baseline="-25000"/>
              <a:t>2</a:t>
            </a:r>
            <a:r>
              <a:rPr lang="en-US" altLang="en-US" sz="2000"/>
              <a:t>A</a:t>
            </a:r>
            <a:r>
              <a:rPr lang="en-US" altLang="en-US" sz="2000">
                <a:sym typeface="Symbol" panose="05050102010706020507" pitchFamily="18" charset="2"/>
              </a:rPr>
              <a:t>  =6</a:t>
            </a:r>
          </a:p>
          <a:p>
            <a:pPr eaLnBrk="1" hangingPunct="1"/>
            <a:r>
              <a:rPr lang="en-US" altLang="en-US" sz="2000">
                <a:sym typeface="Symbol" panose="05050102010706020507" pitchFamily="18" charset="2"/>
              </a:rPr>
              <a:t></a:t>
            </a:r>
            <a:r>
              <a:rPr lang="en-US" altLang="en-US" sz="2000"/>
              <a:t>log</a:t>
            </a:r>
            <a:r>
              <a:rPr lang="en-US" altLang="en-US" sz="2000" baseline="-25000"/>
              <a:t>2</a:t>
            </a:r>
            <a:r>
              <a:rPr lang="en-US" altLang="en-US" sz="2000"/>
              <a:t>B</a:t>
            </a:r>
            <a:r>
              <a:rPr lang="en-US" altLang="en-US" sz="2000">
                <a:sym typeface="Symbol" panose="05050102010706020507" pitchFamily="18" charset="2"/>
              </a:rPr>
              <a:t>  =3</a:t>
            </a:r>
          </a:p>
          <a:p>
            <a:pPr eaLnBrk="1" hangingPunct="1"/>
            <a:endParaRPr lang="en-US" altLang="en-US" sz="2000"/>
          </a:p>
          <a:p>
            <a:pPr eaLnBrk="1" hangingPunct="1"/>
            <a:r>
              <a:rPr lang="en-US" altLang="en-US" sz="2000"/>
              <a:t>n=6-3+1=4</a:t>
            </a:r>
            <a:endParaRPr lang="en-GB" altLang="en-US" sz="200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itle 1">
            <a:extLst>
              <a:ext uri="{FF2B5EF4-FFF2-40B4-BE49-F238E27FC236}">
                <a16:creationId xmlns:a16="http://schemas.microsoft.com/office/drawing/2014/main" id="{2FA980D0-6A42-08F3-04B8-C95245C29E83}"/>
              </a:ext>
            </a:extLst>
          </p:cNvPr>
          <p:cNvSpPr>
            <a:spLocks noGrp="1" noChangeArrowheads="1"/>
          </p:cNvSpPr>
          <p:nvPr>
            <p:ph type="title"/>
          </p:nvPr>
        </p:nvSpPr>
        <p:spPr/>
        <p:txBody>
          <a:bodyPr/>
          <a:lstStyle/>
          <a:p>
            <a:r>
              <a:rPr lang="en-US" altLang="en-US"/>
              <a:t>ALU for Signed Division</a:t>
            </a:r>
            <a:endParaRPr lang="en-GB" altLang="en-US"/>
          </a:p>
        </p:txBody>
      </p:sp>
      <p:grpSp>
        <p:nvGrpSpPr>
          <p:cNvPr id="95235" name="Group 52">
            <a:extLst>
              <a:ext uri="{FF2B5EF4-FFF2-40B4-BE49-F238E27FC236}">
                <a16:creationId xmlns:a16="http://schemas.microsoft.com/office/drawing/2014/main" id="{FC00313E-2E7A-0921-61B2-44BCE3BF5F4B}"/>
              </a:ext>
            </a:extLst>
          </p:cNvPr>
          <p:cNvGrpSpPr>
            <a:grpSpLocks/>
          </p:cNvGrpSpPr>
          <p:nvPr/>
        </p:nvGrpSpPr>
        <p:grpSpPr bwMode="auto">
          <a:xfrm>
            <a:off x="2851151" y="1143001"/>
            <a:ext cx="6500813" cy="3992563"/>
            <a:chOff x="1327150" y="1143000"/>
            <a:chExt cx="6519822" cy="3992880"/>
          </a:xfrm>
        </p:grpSpPr>
        <p:cxnSp>
          <p:nvCxnSpPr>
            <p:cNvPr id="95246" name="AutoShape 3">
              <a:extLst>
                <a:ext uri="{FF2B5EF4-FFF2-40B4-BE49-F238E27FC236}">
                  <a16:creationId xmlns:a16="http://schemas.microsoft.com/office/drawing/2014/main" id="{89BC2550-F125-A173-D6E2-8102CF05F8F8}"/>
                </a:ext>
              </a:extLst>
            </p:cNvPr>
            <p:cNvCxnSpPr>
              <a:cxnSpLocks noChangeShapeType="1"/>
            </p:cNvCxnSpPr>
            <p:nvPr/>
          </p:nvCxnSpPr>
          <p:spPr bwMode="auto">
            <a:xfrm>
              <a:off x="1778819" y="3909177"/>
              <a:ext cx="134315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5" name="Rectangle 4">
              <a:extLst>
                <a:ext uri="{FF2B5EF4-FFF2-40B4-BE49-F238E27FC236}">
                  <a16:creationId xmlns:a16="http://schemas.microsoft.com/office/drawing/2014/main" id="{8C770563-FF99-4C0F-A230-8EBFB399D1DE}"/>
                </a:ext>
              </a:extLst>
            </p:cNvPr>
            <p:cNvSpPr>
              <a:spLocks noChangeArrowheads="1"/>
            </p:cNvSpPr>
            <p:nvPr/>
          </p:nvSpPr>
          <p:spPr bwMode="auto">
            <a:xfrm>
              <a:off x="3103980" y="1647865"/>
              <a:ext cx="1579405" cy="354041"/>
            </a:xfrm>
            <a:prstGeom prst="rect">
              <a:avLst/>
            </a:prstGeom>
            <a:solidFill>
              <a:schemeClr val="accent1"/>
            </a:solidFill>
            <a:ln w="28575">
              <a:solidFill>
                <a:srgbClr val="000000"/>
              </a:solidFill>
              <a:miter lim="800000"/>
              <a:headEnd/>
              <a:tailEnd/>
            </a:ln>
          </p:spPr>
          <p:txBody>
            <a:bodyPr/>
            <a:lstStyle/>
            <a:p>
              <a:pPr algn="ctr">
                <a:spcAft>
                  <a:spcPts val="1000"/>
                </a:spcAft>
                <a:defRPr/>
              </a:pPr>
              <a:r>
                <a:rPr lang="en-US" sz="1600" dirty="0">
                  <a:solidFill>
                    <a:schemeClr val="bg1"/>
                  </a:solidFill>
                  <a:latin typeface="+mj-lt"/>
                </a:rPr>
                <a:t>Divider</a:t>
              </a:r>
            </a:p>
          </p:txBody>
        </p:sp>
        <p:sp>
          <p:nvSpPr>
            <p:cNvPr id="6" name="Rectangle 5">
              <a:extLst>
                <a:ext uri="{FF2B5EF4-FFF2-40B4-BE49-F238E27FC236}">
                  <a16:creationId xmlns:a16="http://schemas.microsoft.com/office/drawing/2014/main" id="{E472C6D2-01F4-4BF0-B284-D00C81943529}"/>
                </a:ext>
              </a:extLst>
            </p:cNvPr>
            <p:cNvSpPr>
              <a:spLocks noChangeArrowheads="1"/>
            </p:cNvSpPr>
            <p:nvPr/>
          </p:nvSpPr>
          <p:spPr bwMode="auto">
            <a:xfrm>
              <a:off x="2750525" y="4169015"/>
              <a:ext cx="1651052" cy="354041"/>
            </a:xfrm>
            <a:prstGeom prst="rect">
              <a:avLst/>
            </a:prstGeom>
            <a:solidFill>
              <a:schemeClr val="accent1"/>
            </a:solidFill>
            <a:ln w="28575">
              <a:solidFill>
                <a:srgbClr val="000000"/>
              </a:solidFill>
              <a:miter lim="800000"/>
              <a:headEnd/>
              <a:tailEnd/>
            </a:ln>
          </p:spPr>
          <p:txBody>
            <a:bodyPr/>
            <a:lstStyle/>
            <a:p>
              <a:pPr algn="ctr">
                <a:spcAft>
                  <a:spcPts val="1000"/>
                </a:spcAft>
                <a:defRPr/>
              </a:pPr>
              <a:r>
                <a:rPr lang="en-US" sz="1600">
                  <a:solidFill>
                    <a:schemeClr val="bg1"/>
                  </a:solidFill>
                  <a:latin typeface="+mj-lt"/>
                </a:rPr>
                <a:t>  Acc</a:t>
              </a:r>
            </a:p>
          </p:txBody>
        </p:sp>
        <p:sp>
          <p:nvSpPr>
            <p:cNvPr id="7" name="Rectangle 6">
              <a:extLst>
                <a:ext uri="{FF2B5EF4-FFF2-40B4-BE49-F238E27FC236}">
                  <a16:creationId xmlns:a16="http://schemas.microsoft.com/office/drawing/2014/main" id="{6A711E92-BF67-4E74-85FB-759E7C1636DE}"/>
                </a:ext>
              </a:extLst>
            </p:cNvPr>
            <p:cNvSpPr>
              <a:spLocks noChangeArrowheads="1"/>
            </p:cNvSpPr>
            <p:nvPr/>
          </p:nvSpPr>
          <p:spPr bwMode="auto">
            <a:xfrm>
              <a:off x="5880676" y="4115036"/>
              <a:ext cx="1579405" cy="381030"/>
            </a:xfrm>
            <a:prstGeom prst="rect">
              <a:avLst/>
            </a:prstGeom>
            <a:solidFill>
              <a:schemeClr val="accent1"/>
            </a:solidFill>
            <a:ln w="28575">
              <a:solidFill>
                <a:srgbClr val="000000"/>
              </a:solidFill>
              <a:miter lim="800000"/>
              <a:headEnd/>
              <a:tailEnd/>
            </a:ln>
          </p:spPr>
          <p:txBody>
            <a:bodyPr/>
            <a:lstStyle/>
            <a:p>
              <a:pPr algn="ctr">
                <a:spcAft>
                  <a:spcPts val="1000"/>
                </a:spcAft>
                <a:defRPr/>
              </a:pPr>
              <a:r>
                <a:rPr lang="en-US" sz="1600" dirty="0" err="1">
                  <a:solidFill>
                    <a:schemeClr val="bg1"/>
                  </a:solidFill>
                  <a:latin typeface="+mj-lt"/>
                </a:rPr>
                <a:t>rq</a:t>
              </a:r>
              <a:endParaRPr lang="en-US" sz="1600" dirty="0">
                <a:solidFill>
                  <a:schemeClr val="bg1"/>
                </a:solidFill>
                <a:latin typeface="+mj-lt"/>
              </a:endParaRPr>
            </a:p>
          </p:txBody>
        </p:sp>
        <p:sp>
          <p:nvSpPr>
            <p:cNvPr id="8" name="AutoShape 7">
              <a:extLst>
                <a:ext uri="{FF2B5EF4-FFF2-40B4-BE49-F238E27FC236}">
                  <a16:creationId xmlns:a16="http://schemas.microsoft.com/office/drawing/2014/main" id="{D54A3774-A5DD-4B12-89A6-1EF003914872}"/>
                </a:ext>
              </a:extLst>
            </p:cNvPr>
            <p:cNvSpPr>
              <a:spLocks noChangeArrowheads="1"/>
            </p:cNvSpPr>
            <p:nvPr/>
          </p:nvSpPr>
          <p:spPr bwMode="auto">
            <a:xfrm>
              <a:off x="2764855" y="3370440"/>
              <a:ext cx="1528456" cy="430246"/>
            </a:xfrm>
            <a:prstGeom prst="flowChartManualOperation">
              <a:avLst/>
            </a:prstGeom>
            <a:solidFill>
              <a:schemeClr val="accent1"/>
            </a:solidFill>
            <a:ln w="28575">
              <a:solidFill>
                <a:srgbClr val="000000"/>
              </a:solidFill>
              <a:miter lim="800000"/>
              <a:headEnd/>
              <a:tailEnd/>
            </a:ln>
          </p:spPr>
          <p:txBody>
            <a:bodyPr/>
            <a:lstStyle/>
            <a:p>
              <a:pPr eaLnBrk="1" hangingPunct="1">
                <a:defRPr/>
              </a:pPr>
              <a:endParaRPr lang="en-GB" sz="1600">
                <a:solidFill>
                  <a:schemeClr val="bg1"/>
                </a:solidFill>
                <a:latin typeface="+mj-lt"/>
                <a:cs typeface="Arial" charset="0"/>
              </a:endParaRPr>
            </a:p>
          </p:txBody>
        </p:sp>
        <p:cxnSp>
          <p:nvCxnSpPr>
            <p:cNvPr id="95251" name="AutoShape 8">
              <a:extLst>
                <a:ext uri="{FF2B5EF4-FFF2-40B4-BE49-F238E27FC236}">
                  <a16:creationId xmlns:a16="http://schemas.microsoft.com/office/drawing/2014/main" id="{861CC670-BAD7-EC28-965C-D178E4719BF3}"/>
                </a:ext>
              </a:extLst>
            </p:cNvPr>
            <p:cNvCxnSpPr>
              <a:cxnSpLocks noChangeShapeType="1"/>
            </p:cNvCxnSpPr>
            <p:nvPr/>
          </p:nvCxnSpPr>
          <p:spPr bwMode="auto">
            <a:xfrm>
              <a:off x="3416255" y="3383007"/>
              <a:ext cx="121811" cy="10693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52" name="AutoShape 9">
              <a:extLst>
                <a:ext uri="{FF2B5EF4-FFF2-40B4-BE49-F238E27FC236}">
                  <a16:creationId xmlns:a16="http://schemas.microsoft.com/office/drawing/2014/main" id="{4D1D65B2-CF5E-EC0C-2208-98C6F6384BDE}"/>
                </a:ext>
              </a:extLst>
            </p:cNvPr>
            <p:cNvCxnSpPr>
              <a:cxnSpLocks noChangeShapeType="1"/>
            </p:cNvCxnSpPr>
            <p:nvPr/>
          </p:nvCxnSpPr>
          <p:spPr bwMode="auto">
            <a:xfrm flipV="1">
              <a:off x="3538065" y="3383007"/>
              <a:ext cx="80848" cy="10693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grpSp>
          <p:nvGrpSpPr>
            <p:cNvPr id="95253" name="Group 10">
              <a:extLst>
                <a:ext uri="{FF2B5EF4-FFF2-40B4-BE49-F238E27FC236}">
                  <a16:creationId xmlns:a16="http://schemas.microsoft.com/office/drawing/2014/main" id="{BBEB81E5-EF28-31C2-E0E1-CCB81D835A73}"/>
                </a:ext>
              </a:extLst>
            </p:cNvPr>
            <p:cNvGrpSpPr>
              <a:grpSpLocks/>
            </p:cNvGrpSpPr>
            <p:nvPr/>
          </p:nvGrpSpPr>
          <p:grpSpPr bwMode="auto">
            <a:xfrm>
              <a:off x="3271810" y="2512363"/>
              <a:ext cx="1430466" cy="476959"/>
              <a:chOff x="3128" y="4719"/>
              <a:chExt cx="1327" cy="504"/>
            </a:xfrm>
          </p:grpSpPr>
          <p:sp>
            <p:nvSpPr>
              <p:cNvPr id="42" name="AutoShape 11">
                <a:extLst>
                  <a:ext uri="{FF2B5EF4-FFF2-40B4-BE49-F238E27FC236}">
                    <a16:creationId xmlns:a16="http://schemas.microsoft.com/office/drawing/2014/main" id="{46422B8C-6C04-469B-B6D5-CB56E52B10FD}"/>
                  </a:ext>
                </a:extLst>
              </p:cNvPr>
              <p:cNvSpPr>
                <a:spLocks noChangeArrowheads="1"/>
              </p:cNvSpPr>
              <p:nvPr/>
            </p:nvSpPr>
            <p:spPr bwMode="auto">
              <a:xfrm>
                <a:off x="3126" y="4770"/>
                <a:ext cx="1288" cy="453"/>
              </a:xfrm>
              <a:prstGeom prst="flowChartManualOperation">
                <a:avLst/>
              </a:prstGeom>
              <a:solidFill>
                <a:schemeClr val="accent1"/>
              </a:solidFill>
              <a:ln w="28575">
                <a:solidFill>
                  <a:srgbClr val="000000"/>
                </a:solidFill>
                <a:miter lim="800000"/>
                <a:headEnd/>
                <a:tailEnd/>
              </a:ln>
            </p:spPr>
            <p:txBody>
              <a:bodyPr/>
              <a:lstStyle/>
              <a:p>
                <a:pPr eaLnBrk="1" hangingPunct="1">
                  <a:defRPr/>
                </a:pPr>
                <a:endParaRPr lang="en-GB" sz="1600">
                  <a:solidFill>
                    <a:schemeClr val="bg1"/>
                  </a:solidFill>
                  <a:latin typeface="+mj-lt"/>
                  <a:cs typeface="Arial" charset="0"/>
                </a:endParaRPr>
              </a:p>
            </p:txBody>
          </p:sp>
          <p:sp>
            <p:nvSpPr>
              <p:cNvPr id="43" name="Text Box 12">
                <a:extLst>
                  <a:ext uri="{FF2B5EF4-FFF2-40B4-BE49-F238E27FC236}">
                    <a16:creationId xmlns:a16="http://schemas.microsoft.com/office/drawing/2014/main" id="{674CF419-2BBF-4DBE-979C-EDE91326BDDE}"/>
                  </a:ext>
                </a:extLst>
              </p:cNvPr>
              <p:cNvSpPr txBox="1">
                <a:spLocks noChangeArrowheads="1"/>
              </p:cNvSpPr>
              <p:nvPr/>
            </p:nvSpPr>
            <p:spPr bwMode="auto">
              <a:xfrm>
                <a:off x="3237" y="4733"/>
                <a:ext cx="484" cy="357"/>
              </a:xfrm>
              <a:prstGeom prst="rect">
                <a:avLst/>
              </a:prstGeom>
              <a:noFill/>
              <a:ln w="9525">
                <a:noFill/>
                <a:miter lim="800000"/>
                <a:headEnd/>
                <a:tailEnd/>
              </a:ln>
            </p:spPr>
            <p:txBody>
              <a:bodyPr/>
              <a:lstStyle/>
              <a:p>
                <a:pPr>
                  <a:spcAft>
                    <a:spcPts val="1000"/>
                  </a:spcAft>
                  <a:defRPr/>
                </a:pPr>
                <a:r>
                  <a:rPr lang="en-US" sz="1600" dirty="0">
                    <a:solidFill>
                      <a:schemeClr val="bg1"/>
                    </a:solidFill>
                    <a:latin typeface="+mj-lt"/>
                  </a:rPr>
                  <a:t>1</a:t>
                </a:r>
              </a:p>
            </p:txBody>
          </p:sp>
          <p:sp>
            <p:nvSpPr>
              <p:cNvPr id="44" name="Text Box 13">
                <a:extLst>
                  <a:ext uri="{FF2B5EF4-FFF2-40B4-BE49-F238E27FC236}">
                    <a16:creationId xmlns:a16="http://schemas.microsoft.com/office/drawing/2014/main" id="{778C0D49-6761-4813-8004-782FC47F9DA3}"/>
                  </a:ext>
                </a:extLst>
              </p:cNvPr>
              <p:cNvSpPr txBox="1">
                <a:spLocks noChangeArrowheads="1"/>
              </p:cNvSpPr>
              <p:nvPr/>
            </p:nvSpPr>
            <p:spPr bwMode="auto">
              <a:xfrm>
                <a:off x="3971" y="4721"/>
                <a:ext cx="484" cy="357"/>
              </a:xfrm>
              <a:prstGeom prst="rect">
                <a:avLst/>
              </a:prstGeom>
              <a:noFill/>
              <a:ln w="9525">
                <a:noFill/>
                <a:miter lim="800000"/>
                <a:headEnd/>
                <a:tailEnd/>
              </a:ln>
            </p:spPr>
            <p:txBody>
              <a:bodyPr/>
              <a:lstStyle/>
              <a:p>
                <a:pPr>
                  <a:spcAft>
                    <a:spcPts val="1000"/>
                  </a:spcAft>
                  <a:defRPr/>
                </a:pPr>
                <a:r>
                  <a:rPr lang="en-US" sz="1600" dirty="0">
                    <a:solidFill>
                      <a:schemeClr val="bg1"/>
                    </a:solidFill>
                    <a:latin typeface="+mj-lt"/>
                  </a:rPr>
                  <a:t>0</a:t>
                </a:r>
              </a:p>
            </p:txBody>
          </p:sp>
        </p:grpSp>
        <p:cxnSp>
          <p:nvCxnSpPr>
            <p:cNvPr id="95254" name="AutoShape 14">
              <a:extLst>
                <a:ext uri="{FF2B5EF4-FFF2-40B4-BE49-F238E27FC236}">
                  <a16:creationId xmlns:a16="http://schemas.microsoft.com/office/drawing/2014/main" id="{7F77A91C-98CB-4CED-FEC7-FA5BE7D09A59}"/>
                </a:ext>
              </a:extLst>
            </p:cNvPr>
            <p:cNvCxnSpPr>
              <a:cxnSpLocks noChangeShapeType="1"/>
            </p:cNvCxnSpPr>
            <p:nvPr/>
          </p:nvCxnSpPr>
          <p:spPr bwMode="auto">
            <a:xfrm>
              <a:off x="3538065" y="3800347"/>
              <a:ext cx="0" cy="3681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5255" name="AutoShape 15">
              <a:extLst>
                <a:ext uri="{FF2B5EF4-FFF2-40B4-BE49-F238E27FC236}">
                  <a16:creationId xmlns:a16="http://schemas.microsoft.com/office/drawing/2014/main" id="{CAE6FDD4-FE46-4FCD-5BAC-300B4F8528E7}"/>
                </a:ext>
              </a:extLst>
            </p:cNvPr>
            <p:cNvCxnSpPr>
              <a:cxnSpLocks noChangeShapeType="1"/>
            </p:cNvCxnSpPr>
            <p:nvPr/>
          </p:nvCxnSpPr>
          <p:spPr bwMode="auto">
            <a:xfrm>
              <a:off x="3976799" y="3002575"/>
              <a:ext cx="0" cy="36813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5256" name="AutoShape 16">
              <a:extLst>
                <a:ext uri="{FF2B5EF4-FFF2-40B4-BE49-F238E27FC236}">
                  <a16:creationId xmlns:a16="http://schemas.microsoft.com/office/drawing/2014/main" id="{ACD8CB43-4E85-D26C-0C81-752D75DD23AE}"/>
                </a:ext>
              </a:extLst>
            </p:cNvPr>
            <p:cNvCxnSpPr>
              <a:cxnSpLocks noChangeShapeType="1"/>
            </p:cNvCxnSpPr>
            <p:nvPr/>
          </p:nvCxnSpPr>
          <p:spPr bwMode="auto">
            <a:xfrm>
              <a:off x="4354088" y="2003231"/>
              <a:ext cx="0" cy="54864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5257" name="AutoShape 17">
              <a:extLst>
                <a:ext uri="{FF2B5EF4-FFF2-40B4-BE49-F238E27FC236}">
                  <a16:creationId xmlns:a16="http://schemas.microsoft.com/office/drawing/2014/main" id="{D884BFB8-DC95-CA05-407E-9C1C99D33A37}"/>
                </a:ext>
              </a:extLst>
            </p:cNvPr>
            <p:cNvCxnSpPr>
              <a:cxnSpLocks noChangeShapeType="1"/>
            </p:cNvCxnSpPr>
            <p:nvPr/>
          </p:nvCxnSpPr>
          <p:spPr bwMode="auto">
            <a:xfrm>
              <a:off x="3552079" y="2130988"/>
              <a:ext cx="0" cy="429642"/>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6" name="Oval 18">
              <a:extLst>
                <a:ext uri="{FF2B5EF4-FFF2-40B4-BE49-F238E27FC236}">
                  <a16:creationId xmlns:a16="http://schemas.microsoft.com/office/drawing/2014/main" id="{CB025489-1E97-4056-AEBB-FBBD7489D4DB}"/>
                </a:ext>
              </a:extLst>
            </p:cNvPr>
            <p:cNvSpPr>
              <a:spLocks noChangeArrowheads="1"/>
            </p:cNvSpPr>
            <p:nvPr/>
          </p:nvSpPr>
          <p:spPr bwMode="auto">
            <a:xfrm>
              <a:off x="3478134" y="2001906"/>
              <a:ext cx="152846" cy="134948"/>
            </a:xfrm>
            <a:prstGeom prst="ellipse">
              <a:avLst/>
            </a:prstGeom>
            <a:solidFill>
              <a:srgbClr val="FFFFFF"/>
            </a:solidFill>
            <a:ln w="19050">
              <a:solidFill>
                <a:srgbClr val="000000"/>
              </a:solidFill>
              <a:round/>
              <a:headEnd/>
              <a:tailEnd/>
            </a:ln>
          </p:spPr>
          <p:txBody>
            <a:bodyPr/>
            <a:lstStyle/>
            <a:p>
              <a:pPr eaLnBrk="1" hangingPunct="1">
                <a:defRPr/>
              </a:pPr>
              <a:endParaRPr lang="en-GB" sz="1600">
                <a:solidFill>
                  <a:schemeClr val="bg1"/>
                </a:solidFill>
                <a:latin typeface="+mj-lt"/>
                <a:cs typeface="Arial" charset="0"/>
              </a:endParaRPr>
            </a:p>
          </p:txBody>
        </p:sp>
        <p:cxnSp>
          <p:nvCxnSpPr>
            <p:cNvPr id="95259" name="AutoShape 19">
              <a:extLst>
                <a:ext uri="{FF2B5EF4-FFF2-40B4-BE49-F238E27FC236}">
                  <a16:creationId xmlns:a16="http://schemas.microsoft.com/office/drawing/2014/main" id="{813241B0-E4A6-66B2-FDE4-51B4E18CF1C5}"/>
                </a:ext>
              </a:extLst>
            </p:cNvPr>
            <p:cNvCxnSpPr>
              <a:cxnSpLocks noChangeShapeType="1"/>
            </p:cNvCxnSpPr>
            <p:nvPr/>
          </p:nvCxnSpPr>
          <p:spPr bwMode="auto">
            <a:xfrm>
              <a:off x="3035732" y="4168477"/>
              <a:ext cx="0" cy="35488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8" name="Text Box 20">
              <a:extLst>
                <a:ext uri="{FF2B5EF4-FFF2-40B4-BE49-F238E27FC236}">
                  <a16:creationId xmlns:a16="http://schemas.microsoft.com/office/drawing/2014/main" id="{9380BFBB-4071-429A-A895-8A4824DAE51A}"/>
                </a:ext>
              </a:extLst>
            </p:cNvPr>
            <p:cNvSpPr txBox="1">
              <a:spLocks noChangeArrowheads="1"/>
            </p:cNvSpPr>
            <p:nvPr/>
          </p:nvSpPr>
          <p:spPr bwMode="auto">
            <a:xfrm>
              <a:off x="2729828" y="4169015"/>
              <a:ext cx="284993" cy="374680"/>
            </a:xfrm>
            <a:prstGeom prst="rect">
              <a:avLst/>
            </a:prstGeom>
            <a:noFill/>
            <a:ln w="9525">
              <a:noFill/>
              <a:miter lim="800000"/>
              <a:headEnd/>
              <a:tailEnd/>
            </a:ln>
          </p:spPr>
          <p:txBody>
            <a:bodyPr/>
            <a:lstStyle/>
            <a:p>
              <a:pPr>
                <a:spcAft>
                  <a:spcPts val="1000"/>
                </a:spcAft>
                <a:defRPr/>
              </a:pPr>
              <a:r>
                <a:rPr lang="en-US" sz="1600" dirty="0">
                  <a:solidFill>
                    <a:schemeClr val="bg1"/>
                  </a:solidFill>
                  <a:latin typeface="+mj-lt"/>
                </a:rPr>
                <a:t>S</a:t>
              </a:r>
            </a:p>
          </p:txBody>
        </p:sp>
        <p:cxnSp>
          <p:nvCxnSpPr>
            <p:cNvPr id="95261" name="AutoShape 21">
              <a:extLst>
                <a:ext uri="{FF2B5EF4-FFF2-40B4-BE49-F238E27FC236}">
                  <a16:creationId xmlns:a16="http://schemas.microsoft.com/office/drawing/2014/main" id="{2A497AD3-9009-315C-86E9-A7A2DF629AB2}"/>
                </a:ext>
              </a:extLst>
            </p:cNvPr>
            <p:cNvCxnSpPr>
              <a:cxnSpLocks noChangeShapeType="1"/>
            </p:cNvCxnSpPr>
            <p:nvPr/>
          </p:nvCxnSpPr>
          <p:spPr bwMode="auto">
            <a:xfrm>
              <a:off x="3530751" y="4523358"/>
              <a:ext cx="0" cy="42964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62" name="AutoShape 22">
              <a:extLst>
                <a:ext uri="{FF2B5EF4-FFF2-40B4-BE49-F238E27FC236}">
                  <a16:creationId xmlns:a16="http://schemas.microsoft.com/office/drawing/2014/main" id="{1E415CF9-3960-0F48-D651-6210FA01CAAB}"/>
                </a:ext>
              </a:extLst>
            </p:cNvPr>
            <p:cNvCxnSpPr>
              <a:cxnSpLocks noChangeShapeType="1"/>
            </p:cNvCxnSpPr>
            <p:nvPr/>
          </p:nvCxnSpPr>
          <p:spPr bwMode="auto">
            <a:xfrm flipH="1">
              <a:off x="2213472" y="4947322"/>
              <a:ext cx="131404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63" name="AutoShape 23">
              <a:extLst>
                <a:ext uri="{FF2B5EF4-FFF2-40B4-BE49-F238E27FC236}">
                  <a16:creationId xmlns:a16="http://schemas.microsoft.com/office/drawing/2014/main" id="{97CE77EC-6A28-61FF-088A-6EDC3F245A61}"/>
                </a:ext>
              </a:extLst>
            </p:cNvPr>
            <p:cNvCxnSpPr>
              <a:cxnSpLocks noChangeShapeType="1"/>
            </p:cNvCxnSpPr>
            <p:nvPr/>
          </p:nvCxnSpPr>
          <p:spPr bwMode="auto">
            <a:xfrm>
              <a:off x="2216475" y="3097210"/>
              <a:ext cx="0" cy="1851058"/>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64" name="AutoShape 24">
              <a:extLst>
                <a:ext uri="{FF2B5EF4-FFF2-40B4-BE49-F238E27FC236}">
                  <a16:creationId xmlns:a16="http://schemas.microsoft.com/office/drawing/2014/main" id="{B4D48F8B-975F-5201-649F-66F3B474D2F5}"/>
                </a:ext>
              </a:extLst>
            </p:cNvPr>
            <p:cNvCxnSpPr>
              <a:cxnSpLocks noChangeShapeType="1"/>
            </p:cNvCxnSpPr>
            <p:nvPr/>
          </p:nvCxnSpPr>
          <p:spPr bwMode="auto">
            <a:xfrm>
              <a:off x="2202901" y="3097210"/>
              <a:ext cx="914400"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65" name="AutoShape 25">
              <a:extLst>
                <a:ext uri="{FF2B5EF4-FFF2-40B4-BE49-F238E27FC236}">
                  <a16:creationId xmlns:a16="http://schemas.microsoft.com/office/drawing/2014/main" id="{736D2667-1573-558F-1E6A-4014A1B30321}"/>
                </a:ext>
              </a:extLst>
            </p:cNvPr>
            <p:cNvCxnSpPr>
              <a:cxnSpLocks noChangeShapeType="1"/>
            </p:cNvCxnSpPr>
            <p:nvPr/>
          </p:nvCxnSpPr>
          <p:spPr bwMode="auto">
            <a:xfrm>
              <a:off x="3103644" y="3100996"/>
              <a:ext cx="0" cy="267817"/>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4" name="Text Box 26">
              <a:extLst>
                <a:ext uri="{FF2B5EF4-FFF2-40B4-BE49-F238E27FC236}">
                  <a16:creationId xmlns:a16="http://schemas.microsoft.com/office/drawing/2014/main" id="{AAAD8E5A-C089-46EA-AC46-405615B5322F}"/>
                </a:ext>
              </a:extLst>
            </p:cNvPr>
            <p:cNvSpPr txBox="1">
              <a:spLocks noChangeArrowheads="1"/>
            </p:cNvSpPr>
            <p:nvPr/>
          </p:nvSpPr>
          <p:spPr bwMode="auto">
            <a:xfrm>
              <a:off x="3107165" y="3411718"/>
              <a:ext cx="1055591" cy="374680"/>
            </a:xfrm>
            <a:prstGeom prst="rect">
              <a:avLst/>
            </a:prstGeom>
            <a:noFill/>
            <a:ln w="9525">
              <a:noFill/>
              <a:miter lim="800000"/>
              <a:headEnd/>
              <a:tailEnd/>
            </a:ln>
          </p:spPr>
          <p:txBody>
            <a:bodyPr/>
            <a:lstStyle/>
            <a:p>
              <a:pPr>
                <a:spcAft>
                  <a:spcPts val="1000"/>
                </a:spcAft>
                <a:defRPr/>
              </a:pPr>
              <a:r>
                <a:rPr lang="en-US" sz="1600" dirty="0">
                  <a:solidFill>
                    <a:schemeClr val="bg1"/>
                  </a:solidFill>
                  <a:latin typeface="+mj-lt"/>
                </a:rPr>
                <a:t>Adder</a:t>
              </a:r>
            </a:p>
          </p:txBody>
        </p:sp>
        <p:cxnSp>
          <p:nvCxnSpPr>
            <p:cNvPr id="95267" name="AutoShape 27">
              <a:extLst>
                <a:ext uri="{FF2B5EF4-FFF2-40B4-BE49-F238E27FC236}">
                  <a16:creationId xmlns:a16="http://schemas.microsoft.com/office/drawing/2014/main" id="{7B8AB4BD-7E2A-46BF-3A1D-44AA0B984638}"/>
                </a:ext>
              </a:extLst>
            </p:cNvPr>
            <p:cNvCxnSpPr>
              <a:cxnSpLocks noChangeShapeType="1"/>
            </p:cNvCxnSpPr>
            <p:nvPr/>
          </p:nvCxnSpPr>
          <p:spPr bwMode="auto">
            <a:xfrm>
              <a:off x="2871880" y="4523358"/>
              <a:ext cx="0" cy="24131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68" name="AutoShape 28">
              <a:extLst>
                <a:ext uri="{FF2B5EF4-FFF2-40B4-BE49-F238E27FC236}">
                  <a16:creationId xmlns:a16="http://schemas.microsoft.com/office/drawing/2014/main" id="{D67789E5-8D35-E4C4-8702-0CA8D3F6579A}"/>
                </a:ext>
              </a:extLst>
            </p:cNvPr>
            <p:cNvCxnSpPr>
              <a:cxnSpLocks noChangeShapeType="1"/>
            </p:cNvCxnSpPr>
            <p:nvPr/>
          </p:nvCxnSpPr>
          <p:spPr bwMode="auto">
            <a:xfrm rot="10800000">
              <a:off x="2855187" y="4765623"/>
              <a:ext cx="1645920" cy="327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69" name="AutoShape 29">
              <a:extLst>
                <a:ext uri="{FF2B5EF4-FFF2-40B4-BE49-F238E27FC236}">
                  <a16:creationId xmlns:a16="http://schemas.microsoft.com/office/drawing/2014/main" id="{FF36F0F3-64B4-DC34-9977-4383FF7DE44C}"/>
                </a:ext>
              </a:extLst>
            </p:cNvPr>
            <p:cNvCxnSpPr>
              <a:cxnSpLocks noChangeShapeType="1"/>
            </p:cNvCxnSpPr>
            <p:nvPr/>
          </p:nvCxnSpPr>
          <p:spPr bwMode="auto">
            <a:xfrm flipV="1">
              <a:off x="5247220" y="2798591"/>
              <a:ext cx="0" cy="2039112"/>
            </a:xfrm>
            <a:prstGeom prst="straightConnector1">
              <a:avLst/>
            </a:prstGeom>
            <a:noFill/>
            <a:ln w="28575">
              <a:solidFill>
                <a:srgbClr val="000000"/>
              </a:solidFill>
              <a:round/>
              <a:headEnd type="oval" w="med" len="med"/>
              <a:tailEnd/>
            </a:ln>
            <a:extLst>
              <a:ext uri="{909E8E84-426E-40DD-AFC4-6F175D3DCCD1}">
                <a14:hiddenFill xmlns:a14="http://schemas.microsoft.com/office/drawing/2010/main">
                  <a:noFill/>
                </a14:hiddenFill>
              </a:ext>
            </a:extLst>
          </p:spPr>
        </p:cxnSp>
        <p:cxnSp>
          <p:nvCxnSpPr>
            <p:cNvPr id="95270" name="AutoShape 30">
              <a:extLst>
                <a:ext uri="{FF2B5EF4-FFF2-40B4-BE49-F238E27FC236}">
                  <a16:creationId xmlns:a16="http://schemas.microsoft.com/office/drawing/2014/main" id="{EF24BDCA-E2F1-001C-8B29-87DDA4166519}"/>
                </a:ext>
              </a:extLst>
            </p:cNvPr>
            <p:cNvCxnSpPr>
              <a:cxnSpLocks noChangeShapeType="1"/>
            </p:cNvCxnSpPr>
            <p:nvPr/>
          </p:nvCxnSpPr>
          <p:spPr bwMode="auto">
            <a:xfrm flipH="1">
              <a:off x="4478054" y="2810466"/>
              <a:ext cx="77950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29" name="Rectangle 31">
              <a:extLst>
                <a:ext uri="{FF2B5EF4-FFF2-40B4-BE49-F238E27FC236}">
                  <a16:creationId xmlns:a16="http://schemas.microsoft.com/office/drawing/2014/main" id="{F65891F6-C66F-4693-8581-01874ECB55F1}"/>
                </a:ext>
              </a:extLst>
            </p:cNvPr>
            <p:cNvSpPr>
              <a:spLocks noChangeArrowheads="1"/>
            </p:cNvSpPr>
            <p:nvPr/>
          </p:nvSpPr>
          <p:spPr bwMode="auto">
            <a:xfrm>
              <a:off x="6109945" y="1752648"/>
              <a:ext cx="864534" cy="711256"/>
            </a:xfrm>
            <a:prstGeom prst="rect">
              <a:avLst/>
            </a:prstGeom>
            <a:solidFill>
              <a:schemeClr val="accent1"/>
            </a:solidFill>
            <a:ln w="28575">
              <a:solidFill>
                <a:srgbClr val="000000"/>
              </a:solidFill>
              <a:miter lim="800000"/>
              <a:headEnd/>
              <a:tailEnd/>
            </a:ln>
          </p:spPr>
          <p:txBody>
            <a:bodyPr/>
            <a:lstStyle/>
            <a:p>
              <a:pPr>
                <a:spcAft>
                  <a:spcPts val="1000"/>
                </a:spcAft>
                <a:defRPr/>
              </a:pPr>
              <a:r>
                <a:rPr lang="en-US" sz="1600">
                  <a:solidFill>
                    <a:schemeClr val="bg1"/>
                  </a:solidFill>
                  <a:latin typeface="+mj-lt"/>
                </a:rPr>
                <a:t>FSM</a:t>
              </a:r>
            </a:p>
          </p:txBody>
        </p:sp>
        <p:cxnSp>
          <p:nvCxnSpPr>
            <p:cNvPr id="95272" name="AutoShape 32">
              <a:extLst>
                <a:ext uri="{FF2B5EF4-FFF2-40B4-BE49-F238E27FC236}">
                  <a16:creationId xmlns:a16="http://schemas.microsoft.com/office/drawing/2014/main" id="{1B362F2A-5227-99B9-4691-ED09D14FBA49}"/>
                </a:ext>
              </a:extLst>
            </p:cNvPr>
            <p:cNvCxnSpPr>
              <a:cxnSpLocks noChangeShapeType="1"/>
            </p:cNvCxnSpPr>
            <p:nvPr/>
          </p:nvCxnSpPr>
          <p:spPr bwMode="auto">
            <a:xfrm>
              <a:off x="3114423" y="3909177"/>
              <a:ext cx="0" cy="241319"/>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95273" name="AutoShape 33">
              <a:extLst>
                <a:ext uri="{FF2B5EF4-FFF2-40B4-BE49-F238E27FC236}">
                  <a16:creationId xmlns:a16="http://schemas.microsoft.com/office/drawing/2014/main" id="{FD53168F-BF11-AAF4-D856-CF6B782B8F3B}"/>
                </a:ext>
              </a:extLst>
            </p:cNvPr>
            <p:cNvCxnSpPr>
              <a:cxnSpLocks noChangeShapeType="1"/>
            </p:cNvCxnSpPr>
            <p:nvPr/>
          </p:nvCxnSpPr>
          <p:spPr bwMode="auto">
            <a:xfrm>
              <a:off x="3867924" y="1328484"/>
              <a:ext cx="0" cy="304724"/>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32" name="Text Box 34">
              <a:extLst>
                <a:ext uri="{FF2B5EF4-FFF2-40B4-BE49-F238E27FC236}">
                  <a16:creationId xmlns:a16="http://schemas.microsoft.com/office/drawing/2014/main" id="{1C1112DE-D818-4789-9650-3213B105D2F7}"/>
                </a:ext>
              </a:extLst>
            </p:cNvPr>
            <p:cNvSpPr txBox="1">
              <a:spLocks noChangeArrowheads="1"/>
            </p:cNvSpPr>
            <p:nvPr/>
          </p:nvSpPr>
          <p:spPr bwMode="auto">
            <a:xfrm>
              <a:off x="1327150" y="3710192"/>
              <a:ext cx="364601" cy="376267"/>
            </a:xfrm>
            <a:prstGeom prst="rect">
              <a:avLst/>
            </a:prstGeom>
            <a:noFill/>
            <a:ln w="9525">
              <a:noFill/>
              <a:miter lim="800000"/>
              <a:headEnd/>
              <a:tailEnd/>
            </a:ln>
          </p:spPr>
          <p:txBody>
            <a:bodyPr/>
            <a:lstStyle/>
            <a:p>
              <a:pPr>
                <a:spcAft>
                  <a:spcPts val="1000"/>
                </a:spcAft>
                <a:defRPr/>
              </a:pPr>
              <a:r>
                <a:rPr lang="ru-RU" sz="1600" dirty="0">
                  <a:latin typeface="+mj-lt"/>
                </a:rPr>
                <a:t>А</a:t>
              </a:r>
              <a:endParaRPr lang="en-US" sz="1600" dirty="0">
                <a:latin typeface="+mj-lt"/>
              </a:endParaRPr>
            </a:p>
          </p:txBody>
        </p:sp>
        <p:sp>
          <p:nvSpPr>
            <p:cNvPr id="33" name="Text Box 35">
              <a:extLst>
                <a:ext uri="{FF2B5EF4-FFF2-40B4-BE49-F238E27FC236}">
                  <a16:creationId xmlns:a16="http://schemas.microsoft.com/office/drawing/2014/main" id="{33D6F27F-DEBC-4E0A-9CA3-DFE75EC9D02E}"/>
                </a:ext>
              </a:extLst>
            </p:cNvPr>
            <p:cNvSpPr txBox="1">
              <a:spLocks noChangeArrowheads="1"/>
            </p:cNvSpPr>
            <p:nvPr/>
          </p:nvSpPr>
          <p:spPr bwMode="auto">
            <a:xfrm>
              <a:off x="3928710" y="1143000"/>
              <a:ext cx="364601" cy="376268"/>
            </a:xfrm>
            <a:prstGeom prst="rect">
              <a:avLst/>
            </a:prstGeom>
            <a:noFill/>
            <a:ln w="9525">
              <a:noFill/>
              <a:miter lim="800000"/>
              <a:headEnd/>
              <a:tailEnd/>
            </a:ln>
          </p:spPr>
          <p:txBody>
            <a:bodyPr/>
            <a:lstStyle/>
            <a:p>
              <a:pPr>
                <a:spcAft>
                  <a:spcPts val="1000"/>
                </a:spcAft>
                <a:defRPr/>
              </a:pPr>
              <a:r>
                <a:rPr lang="en-US" sz="1600" dirty="0">
                  <a:latin typeface="+mj-lt"/>
                </a:rPr>
                <a:t>B</a:t>
              </a:r>
            </a:p>
          </p:txBody>
        </p:sp>
        <p:cxnSp>
          <p:nvCxnSpPr>
            <p:cNvPr id="95276" name="Straight Connector 36">
              <a:extLst>
                <a:ext uri="{FF2B5EF4-FFF2-40B4-BE49-F238E27FC236}">
                  <a16:creationId xmlns:a16="http://schemas.microsoft.com/office/drawing/2014/main" id="{08BB82F6-3F47-7CEA-9AA7-9BF254EEEE5F}"/>
                </a:ext>
              </a:extLst>
            </p:cNvPr>
            <p:cNvCxnSpPr>
              <a:cxnSpLocks noChangeShapeType="1"/>
            </p:cNvCxnSpPr>
            <p:nvPr/>
          </p:nvCxnSpPr>
          <p:spPr bwMode="auto">
            <a:xfrm rot="5400000">
              <a:off x="7571858" y="4586796"/>
              <a:ext cx="548640" cy="1588"/>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5277" name="Straight Arrow Connector 37">
              <a:extLst>
                <a:ext uri="{FF2B5EF4-FFF2-40B4-BE49-F238E27FC236}">
                  <a16:creationId xmlns:a16="http://schemas.microsoft.com/office/drawing/2014/main" id="{DE073A4D-92D2-E6E2-EBDF-DA1D5F533ED6}"/>
                </a:ext>
              </a:extLst>
            </p:cNvPr>
            <p:cNvCxnSpPr>
              <a:cxnSpLocks noChangeShapeType="1"/>
            </p:cNvCxnSpPr>
            <p:nvPr/>
          </p:nvCxnSpPr>
          <p:spPr bwMode="auto">
            <a:xfrm rot="10800000">
              <a:off x="7451466" y="4332766"/>
              <a:ext cx="384048" cy="0"/>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39" name="Rectangle 6">
              <a:extLst>
                <a:ext uri="{FF2B5EF4-FFF2-40B4-BE49-F238E27FC236}">
                  <a16:creationId xmlns:a16="http://schemas.microsoft.com/office/drawing/2014/main" id="{2B2F67A9-8650-4BB7-8F00-637A287A73EB}"/>
                </a:ext>
              </a:extLst>
            </p:cNvPr>
            <p:cNvSpPr>
              <a:spLocks noChangeArrowheads="1"/>
            </p:cNvSpPr>
            <p:nvPr/>
          </p:nvSpPr>
          <p:spPr bwMode="auto">
            <a:xfrm>
              <a:off x="5880676" y="2819533"/>
              <a:ext cx="1579405" cy="381030"/>
            </a:xfrm>
            <a:prstGeom prst="rect">
              <a:avLst/>
            </a:prstGeom>
            <a:solidFill>
              <a:schemeClr val="accent1"/>
            </a:solidFill>
            <a:ln w="28575">
              <a:solidFill>
                <a:srgbClr val="000000"/>
              </a:solidFill>
              <a:miter lim="800000"/>
              <a:headEnd/>
              <a:tailEnd/>
            </a:ln>
          </p:spPr>
          <p:txBody>
            <a:bodyPr/>
            <a:lstStyle/>
            <a:p>
              <a:pPr algn="ctr">
                <a:spcAft>
                  <a:spcPts val="1000"/>
                </a:spcAft>
                <a:defRPr/>
              </a:pPr>
              <a:r>
                <a:rPr lang="en-US" sz="1600" dirty="0">
                  <a:solidFill>
                    <a:schemeClr val="bg1"/>
                  </a:solidFill>
                  <a:latin typeface="+mj-lt"/>
                </a:rPr>
                <a:t>counter</a:t>
              </a:r>
            </a:p>
          </p:txBody>
        </p:sp>
        <p:cxnSp>
          <p:nvCxnSpPr>
            <p:cNvPr id="95279" name="Straight Arrow Connector 39">
              <a:extLst>
                <a:ext uri="{FF2B5EF4-FFF2-40B4-BE49-F238E27FC236}">
                  <a16:creationId xmlns:a16="http://schemas.microsoft.com/office/drawing/2014/main" id="{10473B87-0EBB-CB49-BEDB-22BBE635BDD8}"/>
                </a:ext>
              </a:extLst>
            </p:cNvPr>
            <p:cNvCxnSpPr>
              <a:cxnSpLocks noChangeShapeType="1"/>
            </p:cNvCxnSpPr>
            <p:nvPr/>
          </p:nvCxnSpPr>
          <p:spPr bwMode="auto">
            <a:xfrm>
              <a:off x="4348350" y="1828800"/>
              <a:ext cx="274320" cy="1588"/>
            </a:xfrm>
            <a:prstGeom prst="straightConnector1">
              <a:avLst/>
            </a:prstGeom>
            <a:noFill/>
            <a:ln w="9525" algn="ctr">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95280" name="Straight Arrow Connector 40">
              <a:extLst>
                <a:ext uri="{FF2B5EF4-FFF2-40B4-BE49-F238E27FC236}">
                  <a16:creationId xmlns:a16="http://schemas.microsoft.com/office/drawing/2014/main" id="{18A65377-0B31-2BC7-F9E9-E6EA21A1A254}"/>
                </a:ext>
              </a:extLst>
            </p:cNvPr>
            <p:cNvCxnSpPr>
              <a:cxnSpLocks noChangeShapeType="1"/>
            </p:cNvCxnSpPr>
            <p:nvPr/>
          </p:nvCxnSpPr>
          <p:spPr bwMode="auto">
            <a:xfrm rot="10800000">
              <a:off x="6950540" y="4343400"/>
              <a:ext cx="228600" cy="158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45" name="Text Box 20">
              <a:extLst>
                <a:ext uri="{FF2B5EF4-FFF2-40B4-BE49-F238E27FC236}">
                  <a16:creationId xmlns:a16="http://schemas.microsoft.com/office/drawing/2014/main" id="{923D6CD4-5322-405E-8619-15BAD1B48018}"/>
                </a:ext>
              </a:extLst>
            </p:cNvPr>
            <p:cNvSpPr txBox="1">
              <a:spLocks noChangeArrowheads="1"/>
            </p:cNvSpPr>
            <p:nvPr/>
          </p:nvSpPr>
          <p:spPr bwMode="auto">
            <a:xfrm>
              <a:off x="3048256" y="1676442"/>
              <a:ext cx="364600" cy="376268"/>
            </a:xfrm>
            <a:prstGeom prst="rect">
              <a:avLst/>
            </a:prstGeom>
            <a:noFill/>
            <a:ln w="9525">
              <a:noFill/>
              <a:miter lim="800000"/>
              <a:headEnd/>
              <a:tailEnd/>
            </a:ln>
          </p:spPr>
          <p:txBody>
            <a:bodyPr/>
            <a:lstStyle/>
            <a:p>
              <a:pPr>
                <a:spcAft>
                  <a:spcPts val="1000"/>
                </a:spcAft>
                <a:defRPr/>
              </a:pPr>
              <a:r>
                <a:rPr lang="en-US" sz="1600" dirty="0">
                  <a:solidFill>
                    <a:schemeClr val="bg1"/>
                  </a:solidFill>
                  <a:latin typeface="+mj-lt"/>
                </a:rPr>
                <a:t>S</a:t>
              </a:r>
            </a:p>
          </p:txBody>
        </p:sp>
        <p:cxnSp>
          <p:nvCxnSpPr>
            <p:cNvPr id="95282" name="AutoShape 19">
              <a:extLst>
                <a:ext uri="{FF2B5EF4-FFF2-40B4-BE49-F238E27FC236}">
                  <a16:creationId xmlns:a16="http://schemas.microsoft.com/office/drawing/2014/main" id="{275942A1-A157-2E5E-421D-1AA3D7DFA864}"/>
                </a:ext>
              </a:extLst>
            </p:cNvPr>
            <p:cNvCxnSpPr>
              <a:cxnSpLocks noChangeShapeType="1"/>
            </p:cNvCxnSpPr>
            <p:nvPr/>
          </p:nvCxnSpPr>
          <p:spPr bwMode="auto">
            <a:xfrm>
              <a:off x="3374066" y="1655134"/>
              <a:ext cx="0" cy="354881"/>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83" name="AutoShape 27">
              <a:extLst>
                <a:ext uri="{FF2B5EF4-FFF2-40B4-BE49-F238E27FC236}">
                  <a16:creationId xmlns:a16="http://schemas.microsoft.com/office/drawing/2014/main" id="{7565C89C-1E4E-4315-3189-75FB9FD0ACA2}"/>
                </a:ext>
              </a:extLst>
            </p:cNvPr>
            <p:cNvCxnSpPr>
              <a:cxnSpLocks noChangeShapeType="1"/>
            </p:cNvCxnSpPr>
            <p:nvPr/>
          </p:nvCxnSpPr>
          <p:spPr bwMode="auto">
            <a:xfrm>
              <a:off x="3227187" y="1993602"/>
              <a:ext cx="0" cy="241319"/>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84" name="AutoShape 24">
              <a:extLst>
                <a:ext uri="{FF2B5EF4-FFF2-40B4-BE49-F238E27FC236}">
                  <a16:creationId xmlns:a16="http://schemas.microsoft.com/office/drawing/2014/main" id="{1A201811-9B76-D12C-4B50-9C8C79D70128}"/>
                </a:ext>
              </a:extLst>
            </p:cNvPr>
            <p:cNvCxnSpPr>
              <a:cxnSpLocks noChangeShapeType="1"/>
            </p:cNvCxnSpPr>
            <p:nvPr/>
          </p:nvCxnSpPr>
          <p:spPr bwMode="auto">
            <a:xfrm>
              <a:off x="2075514" y="2220433"/>
              <a:ext cx="1146331"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85" name="AutoShape 23">
              <a:extLst>
                <a:ext uri="{FF2B5EF4-FFF2-40B4-BE49-F238E27FC236}">
                  <a16:creationId xmlns:a16="http://schemas.microsoft.com/office/drawing/2014/main" id="{E73398DB-A049-FE73-5C51-AD2CBBEEE312}"/>
                </a:ext>
              </a:extLst>
            </p:cNvPr>
            <p:cNvCxnSpPr>
              <a:cxnSpLocks noChangeShapeType="1"/>
            </p:cNvCxnSpPr>
            <p:nvPr/>
          </p:nvCxnSpPr>
          <p:spPr bwMode="auto">
            <a:xfrm>
              <a:off x="2059528" y="2209800"/>
              <a:ext cx="0" cy="292608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86" name="AutoShape 22">
              <a:extLst>
                <a:ext uri="{FF2B5EF4-FFF2-40B4-BE49-F238E27FC236}">
                  <a16:creationId xmlns:a16="http://schemas.microsoft.com/office/drawing/2014/main" id="{AE95BDD3-F909-D25F-FE90-07968FF084B4}"/>
                </a:ext>
              </a:extLst>
            </p:cNvPr>
            <p:cNvCxnSpPr>
              <a:cxnSpLocks noChangeShapeType="1"/>
            </p:cNvCxnSpPr>
            <p:nvPr/>
          </p:nvCxnSpPr>
          <p:spPr bwMode="auto">
            <a:xfrm flipH="1">
              <a:off x="2070191" y="5126666"/>
              <a:ext cx="2017543"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95287" name="AutoShape 30">
              <a:extLst>
                <a:ext uri="{FF2B5EF4-FFF2-40B4-BE49-F238E27FC236}">
                  <a16:creationId xmlns:a16="http://schemas.microsoft.com/office/drawing/2014/main" id="{3AE91D5E-9F9C-849C-7974-0DDC8A499023}"/>
                </a:ext>
              </a:extLst>
            </p:cNvPr>
            <p:cNvCxnSpPr>
              <a:cxnSpLocks noChangeShapeType="1"/>
            </p:cNvCxnSpPr>
            <p:nvPr/>
          </p:nvCxnSpPr>
          <p:spPr bwMode="auto">
            <a:xfrm flipH="1">
              <a:off x="4910247" y="4843132"/>
              <a:ext cx="2934607"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66" name="Oval 18">
              <a:extLst>
                <a:ext uri="{FF2B5EF4-FFF2-40B4-BE49-F238E27FC236}">
                  <a16:creationId xmlns:a16="http://schemas.microsoft.com/office/drawing/2014/main" id="{1B1B6A59-8EC9-4105-B1BA-0F302E9F7893}"/>
                </a:ext>
              </a:extLst>
            </p:cNvPr>
            <p:cNvSpPr>
              <a:spLocks noChangeArrowheads="1"/>
            </p:cNvSpPr>
            <p:nvPr/>
          </p:nvSpPr>
          <p:spPr bwMode="auto">
            <a:xfrm>
              <a:off x="4887180" y="4789778"/>
              <a:ext cx="128964" cy="128597"/>
            </a:xfrm>
            <a:prstGeom prst="ellipse">
              <a:avLst/>
            </a:prstGeom>
            <a:solidFill>
              <a:srgbClr val="FFFFFF"/>
            </a:solidFill>
            <a:ln w="19050">
              <a:solidFill>
                <a:srgbClr val="000000"/>
              </a:solidFill>
              <a:round/>
              <a:headEnd/>
              <a:tailEnd/>
            </a:ln>
          </p:spPr>
          <p:txBody>
            <a:bodyPr/>
            <a:lstStyle/>
            <a:p>
              <a:pPr eaLnBrk="1" hangingPunct="1">
                <a:defRPr/>
              </a:pPr>
              <a:endParaRPr lang="en-GB" sz="1600">
                <a:solidFill>
                  <a:schemeClr val="bg1"/>
                </a:solidFill>
                <a:latin typeface="+mj-lt"/>
                <a:cs typeface="Arial" charset="0"/>
              </a:endParaRPr>
            </a:p>
          </p:txBody>
        </p:sp>
        <p:sp>
          <p:nvSpPr>
            <p:cNvPr id="67" name="Rectangle 6">
              <a:extLst>
                <a:ext uri="{FF2B5EF4-FFF2-40B4-BE49-F238E27FC236}">
                  <a16:creationId xmlns:a16="http://schemas.microsoft.com/office/drawing/2014/main" id="{F43815A8-34F9-4D59-AF4B-402570D9D196}"/>
                </a:ext>
              </a:extLst>
            </p:cNvPr>
            <p:cNvSpPr>
              <a:spLocks noChangeArrowheads="1"/>
            </p:cNvSpPr>
            <p:nvPr/>
          </p:nvSpPr>
          <p:spPr bwMode="auto">
            <a:xfrm>
              <a:off x="5880676" y="3429182"/>
              <a:ext cx="1579405" cy="381030"/>
            </a:xfrm>
            <a:prstGeom prst="rect">
              <a:avLst/>
            </a:prstGeom>
            <a:solidFill>
              <a:schemeClr val="accent1"/>
            </a:solidFill>
            <a:ln w="28575">
              <a:solidFill>
                <a:srgbClr val="000000"/>
              </a:solidFill>
              <a:miter lim="800000"/>
              <a:headEnd/>
              <a:tailEnd/>
            </a:ln>
          </p:spPr>
          <p:txBody>
            <a:bodyPr/>
            <a:lstStyle/>
            <a:p>
              <a:pPr algn="ctr">
                <a:spcAft>
                  <a:spcPts val="1000"/>
                </a:spcAft>
                <a:defRPr/>
              </a:pPr>
              <a:r>
                <a:rPr lang="en-US" sz="1600" dirty="0">
                  <a:solidFill>
                    <a:schemeClr val="bg1"/>
                  </a:solidFill>
                  <a:latin typeface="+mj-lt"/>
                </a:rPr>
                <a:t>correction</a:t>
              </a:r>
            </a:p>
          </p:txBody>
        </p:sp>
        <p:sp>
          <p:nvSpPr>
            <p:cNvPr id="72" name="Text Box 20">
              <a:extLst>
                <a:ext uri="{FF2B5EF4-FFF2-40B4-BE49-F238E27FC236}">
                  <a16:creationId xmlns:a16="http://schemas.microsoft.com/office/drawing/2014/main" id="{DAFEB4C2-B40B-4E09-9B01-3B4D3D0A11E2}"/>
                </a:ext>
              </a:extLst>
            </p:cNvPr>
            <p:cNvSpPr txBox="1">
              <a:spLocks noChangeArrowheads="1"/>
            </p:cNvSpPr>
            <p:nvPr/>
          </p:nvSpPr>
          <p:spPr bwMode="auto">
            <a:xfrm>
              <a:off x="7103441" y="4043593"/>
              <a:ext cx="458537" cy="376267"/>
            </a:xfrm>
            <a:prstGeom prst="rect">
              <a:avLst/>
            </a:prstGeom>
            <a:noFill/>
            <a:ln w="9525">
              <a:noFill/>
              <a:miter lim="800000"/>
              <a:headEnd/>
              <a:tailEnd/>
            </a:ln>
          </p:spPr>
          <p:txBody>
            <a:bodyPr/>
            <a:lstStyle/>
            <a:p>
              <a:pPr>
                <a:spcAft>
                  <a:spcPts val="1000"/>
                </a:spcAft>
                <a:defRPr/>
              </a:pPr>
              <a:r>
                <a:rPr lang="en-US" sz="1600" dirty="0">
                  <a:solidFill>
                    <a:schemeClr val="bg1"/>
                  </a:solidFill>
                  <a:latin typeface="+mj-lt"/>
                </a:rPr>
                <a:t>+1</a:t>
              </a:r>
            </a:p>
          </p:txBody>
        </p:sp>
      </p:grpSp>
      <p:grpSp>
        <p:nvGrpSpPr>
          <p:cNvPr id="34" name="Group 58">
            <a:extLst>
              <a:ext uri="{FF2B5EF4-FFF2-40B4-BE49-F238E27FC236}">
                <a16:creationId xmlns:a16="http://schemas.microsoft.com/office/drawing/2014/main" id="{53425526-46CA-4108-86C4-FA47B3C1F119}"/>
              </a:ext>
            </a:extLst>
          </p:cNvPr>
          <p:cNvGrpSpPr>
            <a:grpSpLocks/>
          </p:cNvGrpSpPr>
          <p:nvPr/>
        </p:nvGrpSpPr>
        <p:grpSpPr bwMode="auto">
          <a:xfrm>
            <a:off x="5964866" y="4648200"/>
            <a:ext cx="454564" cy="442378"/>
            <a:chOff x="1519" y="1752"/>
            <a:chExt cx="545" cy="453"/>
          </a:xfrm>
          <a:scene3d>
            <a:camera prst="orthographicFront">
              <a:rot lat="0" lon="600000" rev="0"/>
            </a:camera>
            <a:lightRig rig="threePt" dir="t"/>
          </a:scene3d>
        </p:grpSpPr>
        <p:sp>
          <p:nvSpPr>
            <p:cNvPr id="54" name="AutoShape 59">
              <a:extLst>
                <a:ext uri="{FF2B5EF4-FFF2-40B4-BE49-F238E27FC236}">
                  <a16:creationId xmlns:a16="http://schemas.microsoft.com/office/drawing/2014/main" id="{1BE0C2BB-2D3D-4917-B3CF-92F8EF46355A}"/>
                </a:ext>
              </a:extLst>
            </p:cNvPr>
            <p:cNvSpPr>
              <a:spLocks noChangeArrowheads="1"/>
            </p:cNvSpPr>
            <p:nvPr/>
          </p:nvSpPr>
          <p:spPr bwMode="auto">
            <a:xfrm flipH="1">
              <a:off x="1597" y="1752"/>
              <a:ext cx="467" cy="453"/>
            </a:xfrm>
            <a:prstGeom prst="moon">
              <a:avLst>
                <a:gd name="adj" fmla="val 84819"/>
              </a:avLst>
            </a:prstGeom>
            <a:noFill/>
            <a:ln w="12700">
              <a:solidFill>
                <a:schemeClr val="tx1"/>
              </a:solidFill>
              <a:miter lim="800000"/>
              <a:headEnd/>
              <a:tailEnd/>
            </a:ln>
            <a:sp3d/>
          </p:spPr>
          <p:txBody>
            <a:bodyPr wrap="none" anchor="ctr"/>
            <a:lstStyle/>
            <a:p>
              <a:pPr eaLnBrk="1" hangingPunct="1">
                <a:defRPr/>
              </a:pPr>
              <a:endParaRPr lang="en-US" sz="2000">
                <a:latin typeface="Arial" charset="0"/>
                <a:cs typeface="Arial" charset="0"/>
              </a:endParaRPr>
            </a:p>
          </p:txBody>
        </p:sp>
        <p:sp>
          <p:nvSpPr>
            <p:cNvPr id="55" name="AutoShape 60">
              <a:extLst>
                <a:ext uri="{FF2B5EF4-FFF2-40B4-BE49-F238E27FC236}">
                  <a16:creationId xmlns:a16="http://schemas.microsoft.com/office/drawing/2014/main" id="{D9B0BC75-CA05-44D0-B00F-919CEDCC6FBC}"/>
                </a:ext>
              </a:extLst>
            </p:cNvPr>
            <p:cNvSpPr>
              <a:spLocks noChangeArrowheads="1"/>
            </p:cNvSpPr>
            <p:nvPr/>
          </p:nvSpPr>
          <p:spPr bwMode="auto">
            <a:xfrm flipH="1">
              <a:off x="1519" y="1752"/>
              <a:ext cx="545" cy="453"/>
            </a:xfrm>
            <a:prstGeom prst="moon">
              <a:avLst>
                <a:gd name="adj" fmla="val 84819"/>
              </a:avLst>
            </a:prstGeom>
            <a:noFill/>
            <a:ln w="12700">
              <a:solidFill>
                <a:schemeClr val="tx1"/>
              </a:solidFill>
              <a:miter lim="800000"/>
              <a:headEnd/>
              <a:tailEnd/>
            </a:ln>
            <a:sp3d/>
          </p:spPr>
          <p:txBody>
            <a:bodyPr wrap="none" anchor="ctr"/>
            <a:lstStyle/>
            <a:p>
              <a:pPr eaLnBrk="1" hangingPunct="1">
                <a:defRPr/>
              </a:pPr>
              <a:endParaRPr lang="en-US" sz="2000">
                <a:latin typeface="Arial" charset="0"/>
                <a:cs typeface="Arial" charset="0"/>
              </a:endParaRPr>
            </a:p>
          </p:txBody>
        </p:sp>
      </p:grpSp>
      <p:cxnSp>
        <p:nvCxnSpPr>
          <p:cNvPr id="95237" name="Straight Connector 60">
            <a:extLst>
              <a:ext uri="{FF2B5EF4-FFF2-40B4-BE49-F238E27FC236}">
                <a16:creationId xmlns:a16="http://schemas.microsoft.com/office/drawing/2014/main" id="{CFB91898-C743-2A84-2FBC-DCA7AB1F27DA}"/>
              </a:ext>
            </a:extLst>
          </p:cNvPr>
          <p:cNvCxnSpPr>
            <a:cxnSpLocks noChangeShapeType="1"/>
          </p:cNvCxnSpPr>
          <p:nvPr/>
        </p:nvCxnSpPr>
        <p:spPr bwMode="auto">
          <a:xfrm rot="5400000">
            <a:off x="5492751" y="5045076"/>
            <a:ext cx="182562" cy="1587"/>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5238" name="Straight Connector 63">
            <a:extLst>
              <a:ext uri="{FF2B5EF4-FFF2-40B4-BE49-F238E27FC236}">
                <a16:creationId xmlns:a16="http://schemas.microsoft.com/office/drawing/2014/main" id="{D3216A76-3F54-452B-22E8-8278D73D61C8}"/>
              </a:ext>
            </a:extLst>
          </p:cNvPr>
          <p:cNvCxnSpPr>
            <a:cxnSpLocks noChangeShapeType="1"/>
          </p:cNvCxnSpPr>
          <p:nvPr/>
        </p:nvCxnSpPr>
        <p:spPr bwMode="auto">
          <a:xfrm flipV="1">
            <a:off x="5583238" y="4965700"/>
            <a:ext cx="412750" cy="0"/>
          </a:xfrm>
          <a:prstGeom prst="line">
            <a:avLst/>
          </a:prstGeom>
          <a:noFill/>
          <a:ln w="28575" algn="ctr">
            <a:solidFill>
              <a:schemeClr val="tx1"/>
            </a:solidFill>
            <a:round/>
            <a:headEnd/>
            <a:tailEnd/>
          </a:ln>
          <a:extLst>
            <a:ext uri="{909E8E84-426E-40DD-AFC4-6F175D3DCCD1}">
              <a14:hiddenFill xmlns:a14="http://schemas.microsoft.com/office/drawing/2010/main">
                <a:noFill/>
              </a14:hiddenFill>
            </a:ext>
          </a:extLst>
        </p:spPr>
      </p:cxnSp>
      <p:cxnSp>
        <p:nvCxnSpPr>
          <p:cNvPr id="95239" name="Straight Arrow Connector 68">
            <a:extLst>
              <a:ext uri="{FF2B5EF4-FFF2-40B4-BE49-F238E27FC236}">
                <a16:creationId xmlns:a16="http://schemas.microsoft.com/office/drawing/2014/main" id="{9D3D5AB3-8D29-F4A5-BB94-BFFD8F42633E}"/>
              </a:ext>
            </a:extLst>
          </p:cNvPr>
          <p:cNvCxnSpPr>
            <a:cxnSpLocks noChangeShapeType="1"/>
          </p:cNvCxnSpPr>
          <p:nvPr/>
        </p:nvCxnSpPr>
        <p:spPr bwMode="auto">
          <a:xfrm rot="5400000">
            <a:off x="8610601" y="3962401"/>
            <a:ext cx="304800" cy="3175"/>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5240" name="Straight Arrow Connector 73">
            <a:extLst>
              <a:ext uri="{FF2B5EF4-FFF2-40B4-BE49-F238E27FC236}">
                <a16:creationId xmlns:a16="http://schemas.microsoft.com/office/drawing/2014/main" id="{97648F79-BBF2-7D93-0712-68688CCE0461}"/>
              </a:ext>
            </a:extLst>
          </p:cNvPr>
          <p:cNvCxnSpPr>
            <a:cxnSpLocks noChangeShapeType="1"/>
          </p:cNvCxnSpPr>
          <p:nvPr/>
        </p:nvCxnSpPr>
        <p:spPr bwMode="auto">
          <a:xfrm>
            <a:off x="7229476" y="1905000"/>
            <a:ext cx="366713" cy="1588"/>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5241" name="Straight Arrow Connector 74">
            <a:extLst>
              <a:ext uri="{FF2B5EF4-FFF2-40B4-BE49-F238E27FC236}">
                <a16:creationId xmlns:a16="http://schemas.microsoft.com/office/drawing/2014/main" id="{8E92DAC4-F368-F0B5-D83B-F4E8F1632D91}"/>
              </a:ext>
            </a:extLst>
          </p:cNvPr>
          <p:cNvCxnSpPr>
            <a:cxnSpLocks noChangeShapeType="1"/>
          </p:cNvCxnSpPr>
          <p:nvPr/>
        </p:nvCxnSpPr>
        <p:spPr bwMode="auto">
          <a:xfrm>
            <a:off x="7239001" y="2068514"/>
            <a:ext cx="365125" cy="158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5242" name="Straight Arrow Connector 75">
            <a:extLst>
              <a:ext uri="{FF2B5EF4-FFF2-40B4-BE49-F238E27FC236}">
                <a16:creationId xmlns:a16="http://schemas.microsoft.com/office/drawing/2014/main" id="{3BCE7ABA-4219-4FC2-851E-8E4A3E0DB882}"/>
              </a:ext>
            </a:extLst>
          </p:cNvPr>
          <p:cNvCxnSpPr>
            <a:cxnSpLocks noChangeShapeType="1"/>
          </p:cNvCxnSpPr>
          <p:nvPr/>
        </p:nvCxnSpPr>
        <p:spPr bwMode="auto">
          <a:xfrm>
            <a:off x="7239001" y="2230439"/>
            <a:ext cx="365125" cy="158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5243" name="Straight Arrow Connector 76">
            <a:extLst>
              <a:ext uri="{FF2B5EF4-FFF2-40B4-BE49-F238E27FC236}">
                <a16:creationId xmlns:a16="http://schemas.microsoft.com/office/drawing/2014/main" id="{08A2C221-4F45-0F56-1632-4B7F876EC997}"/>
              </a:ext>
            </a:extLst>
          </p:cNvPr>
          <p:cNvCxnSpPr>
            <a:cxnSpLocks noChangeShapeType="1"/>
          </p:cNvCxnSpPr>
          <p:nvPr/>
        </p:nvCxnSpPr>
        <p:spPr bwMode="auto">
          <a:xfrm>
            <a:off x="8478838" y="1905000"/>
            <a:ext cx="366712" cy="1588"/>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5244" name="Straight Arrow Connector 77">
            <a:extLst>
              <a:ext uri="{FF2B5EF4-FFF2-40B4-BE49-F238E27FC236}">
                <a16:creationId xmlns:a16="http://schemas.microsoft.com/office/drawing/2014/main" id="{873A7511-852B-9A94-17C2-7B814218395A}"/>
              </a:ext>
            </a:extLst>
          </p:cNvPr>
          <p:cNvCxnSpPr>
            <a:cxnSpLocks noChangeShapeType="1"/>
          </p:cNvCxnSpPr>
          <p:nvPr/>
        </p:nvCxnSpPr>
        <p:spPr bwMode="auto">
          <a:xfrm>
            <a:off x="8478838" y="2068514"/>
            <a:ext cx="366712" cy="158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95245" name="Straight Arrow Connector 78">
            <a:extLst>
              <a:ext uri="{FF2B5EF4-FFF2-40B4-BE49-F238E27FC236}">
                <a16:creationId xmlns:a16="http://schemas.microsoft.com/office/drawing/2014/main" id="{DCC0CA4F-3CA3-B7CB-CFE9-5DCBF531B65C}"/>
              </a:ext>
            </a:extLst>
          </p:cNvPr>
          <p:cNvCxnSpPr>
            <a:cxnSpLocks noChangeShapeType="1"/>
          </p:cNvCxnSpPr>
          <p:nvPr/>
        </p:nvCxnSpPr>
        <p:spPr bwMode="auto">
          <a:xfrm>
            <a:off x="8489951" y="2230439"/>
            <a:ext cx="365125" cy="1587"/>
          </a:xfrm>
          <a:prstGeom prst="straightConnector1">
            <a:avLst/>
          </a:prstGeom>
          <a:noFill/>
          <a:ln w="19050"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Rectangle 4">
            <a:extLst>
              <a:ext uri="{FF2B5EF4-FFF2-40B4-BE49-F238E27FC236}">
                <a16:creationId xmlns:a16="http://schemas.microsoft.com/office/drawing/2014/main" id="{CB75BCAA-11FF-4498-9A84-A86A24D9BCAE}"/>
              </a:ext>
            </a:extLst>
          </p:cNvPr>
          <p:cNvSpPr txBox="1">
            <a:spLocks noChangeArrowheads="1"/>
          </p:cNvSpPr>
          <p:nvPr/>
        </p:nvSpPr>
        <p:spPr bwMode="auto">
          <a:xfrm>
            <a:off x="1945165" y="1291078"/>
            <a:ext cx="8686800" cy="1143000"/>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sp>
        <p:nvSpPr>
          <p:cNvPr id="96259" name="Text Box 68">
            <a:extLst>
              <a:ext uri="{FF2B5EF4-FFF2-40B4-BE49-F238E27FC236}">
                <a16:creationId xmlns:a16="http://schemas.microsoft.com/office/drawing/2014/main" id="{00520987-794F-369F-F740-AE18F153016F}"/>
              </a:ext>
            </a:extLst>
          </p:cNvPr>
          <p:cNvSpPr txBox="1">
            <a:spLocks noChangeArrowheads="1"/>
          </p:cNvSpPr>
          <p:nvPr/>
        </p:nvSpPr>
        <p:spPr bwMode="auto">
          <a:xfrm>
            <a:off x="8382000" y="5483225"/>
            <a:ext cx="50323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n</a:t>
            </a:r>
            <a:endParaRPr lang="ru-RU" altLang="en-US" sz="1800"/>
          </a:p>
        </p:txBody>
      </p:sp>
      <p:grpSp>
        <p:nvGrpSpPr>
          <p:cNvPr id="96260" name="Group 14">
            <a:extLst>
              <a:ext uri="{FF2B5EF4-FFF2-40B4-BE49-F238E27FC236}">
                <a16:creationId xmlns:a16="http://schemas.microsoft.com/office/drawing/2014/main" id="{B55552A0-9525-372B-B6B8-34E693CB8DD0}"/>
              </a:ext>
            </a:extLst>
          </p:cNvPr>
          <p:cNvGrpSpPr>
            <a:grpSpLocks/>
          </p:cNvGrpSpPr>
          <p:nvPr/>
        </p:nvGrpSpPr>
        <p:grpSpPr bwMode="auto">
          <a:xfrm>
            <a:off x="2063751" y="1536700"/>
            <a:ext cx="7548563" cy="4140200"/>
            <a:chOff x="539750" y="1536081"/>
            <a:chExt cx="7548563" cy="4141426"/>
          </a:xfrm>
        </p:grpSpPr>
        <p:sp>
          <p:nvSpPr>
            <p:cNvPr id="96261" name="Line 6">
              <a:extLst>
                <a:ext uri="{FF2B5EF4-FFF2-40B4-BE49-F238E27FC236}">
                  <a16:creationId xmlns:a16="http://schemas.microsoft.com/office/drawing/2014/main" id="{2CCF1921-F0A6-6F45-A30C-E40C53F5453D}"/>
                </a:ext>
              </a:extLst>
            </p:cNvPr>
            <p:cNvSpPr>
              <a:spLocks noChangeShapeType="1"/>
            </p:cNvSpPr>
            <p:nvPr/>
          </p:nvSpPr>
          <p:spPr bwMode="auto">
            <a:xfrm>
              <a:off x="2579688" y="1538734"/>
              <a:ext cx="0" cy="45720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21" name="Rectangle 7">
              <a:extLst>
                <a:ext uri="{FF2B5EF4-FFF2-40B4-BE49-F238E27FC236}">
                  <a16:creationId xmlns:a16="http://schemas.microsoft.com/office/drawing/2014/main" id="{EB4DC1B7-97F0-4219-AA64-208994D0C9DB}"/>
                </a:ext>
              </a:extLst>
            </p:cNvPr>
            <p:cNvSpPr>
              <a:spLocks noChangeArrowheads="1"/>
            </p:cNvSpPr>
            <p:nvPr/>
          </p:nvSpPr>
          <p:spPr bwMode="auto">
            <a:xfrm>
              <a:off x="1619250" y="2006120"/>
              <a:ext cx="1871663" cy="409696"/>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a:latin typeface="Arial" charset="0"/>
                  <a:cs typeface="Arial" charset="0"/>
                </a:rPr>
                <a:t>RA</a:t>
              </a:r>
              <a:endParaRPr lang="ru-RU">
                <a:latin typeface="Arial" charset="0"/>
                <a:cs typeface="Arial" charset="0"/>
              </a:endParaRPr>
            </a:p>
          </p:txBody>
        </p:sp>
        <p:sp>
          <p:nvSpPr>
            <p:cNvPr id="96263" name="Line 9">
              <a:extLst>
                <a:ext uri="{FF2B5EF4-FFF2-40B4-BE49-F238E27FC236}">
                  <a16:creationId xmlns:a16="http://schemas.microsoft.com/office/drawing/2014/main" id="{8F53F1B4-D444-D75B-388C-4A4B3018CE16}"/>
                </a:ext>
              </a:extLst>
            </p:cNvPr>
            <p:cNvSpPr>
              <a:spLocks noChangeShapeType="1"/>
            </p:cNvSpPr>
            <p:nvPr/>
          </p:nvSpPr>
          <p:spPr bwMode="auto">
            <a:xfrm>
              <a:off x="930275" y="3823169"/>
              <a:ext cx="1073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4" name="Line 10">
              <a:extLst>
                <a:ext uri="{FF2B5EF4-FFF2-40B4-BE49-F238E27FC236}">
                  <a16:creationId xmlns:a16="http://schemas.microsoft.com/office/drawing/2014/main" id="{22C2A4C5-684C-BA9C-ECC8-766D3A30E32D}"/>
                </a:ext>
              </a:extLst>
            </p:cNvPr>
            <p:cNvSpPr>
              <a:spLocks noChangeShapeType="1"/>
            </p:cNvSpPr>
            <p:nvPr/>
          </p:nvSpPr>
          <p:spPr bwMode="auto">
            <a:xfrm>
              <a:off x="1997075" y="3814816"/>
              <a:ext cx="146050" cy="18097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5" name="Line 11">
              <a:extLst>
                <a:ext uri="{FF2B5EF4-FFF2-40B4-BE49-F238E27FC236}">
                  <a16:creationId xmlns:a16="http://schemas.microsoft.com/office/drawing/2014/main" id="{AB82504D-1745-0109-4009-C15569233B43}"/>
                </a:ext>
              </a:extLst>
            </p:cNvPr>
            <p:cNvSpPr>
              <a:spLocks noChangeShapeType="1"/>
            </p:cNvSpPr>
            <p:nvPr/>
          </p:nvSpPr>
          <p:spPr bwMode="auto">
            <a:xfrm rot="2761019">
              <a:off x="2190310" y="3790419"/>
              <a:ext cx="38980" cy="238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6" name="Line 12">
              <a:extLst>
                <a:ext uri="{FF2B5EF4-FFF2-40B4-BE49-F238E27FC236}">
                  <a16:creationId xmlns:a16="http://schemas.microsoft.com/office/drawing/2014/main" id="{263823C0-25B9-E1B6-9A91-F1EB6E7A2538}"/>
                </a:ext>
              </a:extLst>
            </p:cNvPr>
            <p:cNvSpPr>
              <a:spLocks noChangeShapeType="1"/>
            </p:cNvSpPr>
            <p:nvPr/>
          </p:nvSpPr>
          <p:spPr bwMode="auto">
            <a:xfrm>
              <a:off x="2279650" y="3823169"/>
              <a:ext cx="10731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7" name="Line 13">
              <a:extLst>
                <a:ext uri="{FF2B5EF4-FFF2-40B4-BE49-F238E27FC236}">
                  <a16:creationId xmlns:a16="http://schemas.microsoft.com/office/drawing/2014/main" id="{E0689C70-E461-37A2-5294-61510EA7C349}"/>
                </a:ext>
              </a:extLst>
            </p:cNvPr>
            <p:cNvSpPr>
              <a:spLocks noChangeShapeType="1"/>
            </p:cNvSpPr>
            <p:nvPr/>
          </p:nvSpPr>
          <p:spPr bwMode="auto">
            <a:xfrm>
              <a:off x="930275" y="3835698"/>
              <a:ext cx="381000" cy="53458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8" name="Line 14">
              <a:extLst>
                <a:ext uri="{FF2B5EF4-FFF2-40B4-BE49-F238E27FC236}">
                  <a16:creationId xmlns:a16="http://schemas.microsoft.com/office/drawing/2014/main" id="{46874012-5449-E90B-18A2-0323C68804C3}"/>
                </a:ext>
              </a:extLst>
            </p:cNvPr>
            <p:cNvSpPr>
              <a:spLocks noChangeShapeType="1"/>
            </p:cNvSpPr>
            <p:nvPr/>
          </p:nvSpPr>
          <p:spPr bwMode="auto">
            <a:xfrm flipH="1">
              <a:off x="2987675" y="3835698"/>
              <a:ext cx="352425" cy="5429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69" name="Line 15">
              <a:extLst>
                <a:ext uri="{FF2B5EF4-FFF2-40B4-BE49-F238E27FC236}">
                  <a16:creationId xmlns:a16="http://schemas.microsoft.com/office/drawing/2014/main" id="{FB5B7B7A-6850-F758-7C9A-B824C8EFDDFD}"/>
                </a:ext>
              </a:extLst>
            </p:cNvPr>
            <p:cNvSpPr>
              <a:spLocks noChangeShapeType="1"/>
            </p:cNvSpPr>
            <p:nvPr/>
          </p:nvSpPr>
          <p:spPr bwMode="auto">
            <a:xfrm>
              <a:off x="1311275" y="4378635"/>
              <a:ext cx="165893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70" name="Text Box 16">
              <a:extLst>
                <a:ext uri="{FF2B5EF4-FFF2-40B4-BE49-F238E27FC236}">
                  <a16:creationId xmlns:a16="http://schemas.microsoft.com/office/drawing/2014/main" id="{C0124C23-49A8-EC03-F59C-338B807252AF}"/>
                </a:ext>
              </a:extLst>
            </p:cNvPr>
            <p:cNvSpPr txBox="1">
              <a:spLocks noChangeArrowheads="1"/>
            </p:cNvSpPr>
            <p:nvPr/>
          </p:nvSpPr>
          <p:spPr bwMode="auto">
            <a:xfrm>
              <a:off x="1616075" y="3994403"/>
              <a:ext cx="1066800" cy="3995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SM</a:t>
              </a:r>
            </a:p>
          </p:txBody>
        </p:sp>
        <p:sp>
          <p:nvSpPr>
            <p:cNvPr id="96271" name="Line 17">
              <a:extLst>
                <a:ext uri="{FF2B5EF4-FFF2-40B4-BE49-F238E27FC236}">
                  <a16:creationId xmlns:a16="http://schemas.microsoft.com/office/drawing/2014/main" id="{6ED9135E-66A3-75D7-0CF9-31A65D726E77}"/>
                </a:ext>
              </a:extLst>
            </p:cNvPr>
            <p:cNvSpPr>
              <a:spLocks noChangeShapeType="1"/>
            </p:cNvSpPr>
            <p:nvPr/>
          </p:nvSpPr>
          <p:spPr bwMode="auto">
            <a:xfrm flipV="1">
              <a:off x="2047875" y="4597202"/>
              <a:ext cx="152400" cy="668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6031" name="Rectangle 18">
              <a:extLst>
                <a:ext uri="{FF2B5EF4-FFF2-40B4-BE49-F238E27FC236}">
                  <a16:creationId xmlns:a16="http://schemas.microsoft.com/office/drawing/2014/main" id="{936AA7CF-D686-4FED-8BE3-755A5DB030C2}"/>
                </a:ext>
              </a:extLst>
            </p:cNvPr>
            <p:cNvSpPr>
              <a:spLocks noChangeArrowheads="1"/>
            </p:cNvSpPr>
            <p:nvPr/>
          </p:nvSpPr>
          <p:spPr bwMode="auto">
            <a:xfrm>
              <a:off x="1160463" y="4953393"/>
              <a:ext cx="1871662" cy="411285"/>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a:latin typeface="Arial" charset="0"/>
                  <a:cs typeface="Arial" charset="0"/>
                </a:rPr>
                <a:t>ACC</a:t>
              </a:r>
              <a:endParaRPr lang="ru-RU">
                <a:latin typeface="Arial" charset="0"/>
                <a:cs typeface="Arial" charset="0"/>
              </a:endParaRPr>
            </a:p>
          </p:txBody>
        </p:sp>
        <p:sp>
          <p:nvSpPr>
            <p:cNvPr id="96273" name="Line 19">
              <a:extLst>
                <a:ext uri="{FF2B5EF4-FFF2-40B4-BE49-F238E27FC236}">
                  <a16:creationId xmlns:a16="http://schemas.microsoft.com/office/drawing/2014/main" id="{A6835955-E51D-7312-428B-841E5DFB5EB4}"/>
                </a:ext>
              </a:extLst>
            </p:cNvPr>
            <p:cNvSpPr>
              <a:spLocks noChangeShapeType="1"/>
            </p:cNvSpPr>
            <p:nvPr/>
          </p:nvSpPr>
          <p:spPr bwMode="auto">
            <a:xfrm>
              <a:off x="2125663" y="4395341"/>
              <a:ext cx="0" cy="552682"/>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74" name="Line 20">
              <a:extLst>
                <a:ext uri="{FF2B5EF4-FFF2-40B4-BE49-F238E27FC236}">
                  <a16:creationId xmlns:a16="http://schemas.microsoft.com/office/drawing/2014/main" id="{6487595E-1AA2-42F6-F91D-383C45C67A34}"/>
                </a:ext>
              </a:extLst>
            </p:cNvPr>
            <p:cNvSpPr>
              <a:spLocks noChangeShapeType="1"/>
            </p:cNvSpPr>
            <p:nvPr/>
          </p:nvSpPr>
          <p:spPr bwMode="auto">
            <a:xfrm>
              <a:off x="2771775" y="2475940"/>
              <a:ext cx="0" cy="0"/>
            </a:xfrm>
            <a:prstGeom prst="line">
              <a:avLst/>
            </a:prstGeom>
            <a:noFill/>
            <a:ln w="317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86034" name="Rectangle 21">
              <a:extLst>
                <a:ext uri="{FF2B5EF4-FFF2-40B4-BE49-F238E27FC236}">
                  <a16:creationId xmlns:a16="http://schemas.microsoft.com/office/drawing/2014/main" id="{EEA185BC-E04D-4986-A74F-028D3B5BDE10}"/>
                </a:ext>
              </a:extLst>
            </p:cNvPr>
            <p:cNvSpPr>
              <a:spLocks noChangeArrowheads="1"/>
            </p:cNvSpPr>
            <p:nvPr/>
          </p:nvSpPr>
          <p:spPr bwMode="auto">
            <a:xfrm>
              <a:off x="3629025" y="4966096"/>
              <a:ext cx="1871663" cy="411285"/>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sz="2000" dirty="0">
                  <a:latin typeface="Arial" charset="0"/>
                  <a:cs typeface="Arial" charset="0"/>
                </a:rPr>
                <a:t>        </a:t>
              </a:r>
              <a:r>
                <a:rPr lang="en-US" dirty="0">
                  <a:latin typeface="Arial" charset="0"/>
                  <a:cs typeface="Arial" charset="0"/>
                </a:rPr>
                <a:t>RB </a:t>
              </a:r>
              <a:r>
                <a:rPr lang="en-US" sz="2000" dirty="0">
                  <a:latin typeface="Arial" charset="0"/>
                  <a:cs typeface="Arial" charset="0"/>
                </a:rPr>
                <a:t>  </a:t>
              </a:r>
              <a:r>
                <a:rPr lang="en-US" dirty="0">
                  <a:latin typeface="Arial" charset="0"/>
                  <a:cs typeface="Arial" charset="0"/>
                </a:rPr>
                <a:t>RB</a:t>
              </a:r>
              <a:r>
                <a:rPr lang="en-US" baseline="-25000" dirty="0">
                  <a:latin typeface="Arial" charset="0"/>
                  <a:cs typeface="Arial" charset="0"/>
                </a:rPr>
                <a:t>0</a:t>
              </a:r>
              <a:endParaRPr lang="ru-RU" sz="2000" dirty="0">
                <a:latin typeface="Arial" charset="0"/>
                <a:cs typeface="Arial" charset="0"/>
              </a:endParaRPr>
            </a:p>
          </p:txBody>
        </p:sp>
        <p:sp>
          <p:nvSpPr>
            <p:cNvPr id="86035" name="Rectangle 22">
              <a:extLst>
                <a:ext uri="{FF2B5EF4-FFF2-40B4-BE49-F238E27FC236}">
                  <a16:creationId xmlns:a16="http://schemas.microsoft.com/office/drawing/2014/main" id="{CD8AF5A1-6701-4E11-98B9-F8683AF4363B}"/>
                </a:ext>
              </a:extLst>
            </p:cNvPr>
            <p:cNvSpPr>
              <a:spLocks noChangeArrowheads="1"/>
            </p:cNvSpPr>
            <p:nvPr/>
          </p:nvSpPr>
          <p:spPr bwMode="auto">
            <a:xfrm>
              <a:off x="5868988" y="4964509"/>
              <a:ext cx="536575" cy="411284"/>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sz="1600">
                  <a:latin typeface="Arial" charset="0"/>
                  <a:cs typeface="Arial" charset="0"/>
                </a:rPr>
                <a:t>RB</a:t>
              </a:r>
              <a:r>
                <a:rPr lang="en-US" sz="1600" baseline="-25000">
                  <a:latin typeface="Arial" charset="0"/>
                  <a:cs typeface="Arial" charset="0"/>
                </a:rPr>
                <a:t>-1</a:t>
              </a:r>
              <a:endParaRPr lang="ru-RU" sz="1600">
                <a:latin typeface="Arial" charset="0"/>
                <a:cs typeface="Arial" charset="0"/>
              </a:endParaRPr>
            </a:p>
          </p:txBody>
        </p:sp>
        <p:sp>
          <p:nvSpPr>
            <p:cNvPr id="96277" name="Line 23">
              <a:extLst>
                <a:ext uri="{FF2B5EF4-FFF2-40B4-BE49-F238E27FC236}">
                  <a16:creationId xmlns:a16="http://schemas.microsoft.com/office/drawing/2014/main" id="{01EF92DC-E6A4-5E03-D248-595A1229B37F}"/>
                </a:ext>
              </a:extLst>
            </p:cNvPr>
            <p:cNvSpPr>
              <a:spLocks noChangeShapeType="1"/>
            </p:cNvSpPr>
            <p:nvPr/>
          </p:nvSpPr>
          <p:spPr bwMode="auto">
            <a:xfrm>
              <a:off x="3030538" y="5177726"/>
              <a:ext cx="611188"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78" name="Line 24">
              <a:extLst>
                <a:ext uri="{FF2B5EF4-FFF2-40B4-BE49-F238E27FC236}">
                  <a16:creationId xmlns:a16="http://schemas.microsoft.com/office/drawing/2014/main" id="{CDFDA811-4D37-1225-6F41-0C5FD11F2281}"/>
                </a:ext>
              </a:extLst>
            </p:cNvPr>
            <p:cNvSpPr>
              <a:spLocks noChangeShapeType="1"/>
            </p:cNvSpPr>
            <p:nvPr/>
          </p:nvSpPr>
          <p:spPr bwMode="auto">
            <a:xfrm>
              <a:off x="5494338" y="5177726"/>
              <a:ext cx="365760"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79" name="AutoShape 25">
              <a:extLst>
                <a:ext uri="{FF2B5EF4-FFF2-40B4-BE49-F238E27FC236}">
                  <a16:creationId xmlns:a16="http://schemas.microsoft.com/office/drawing/2014/main" id="{9EBADAA7-0502-F053-7F21-D0034F6EF36F}"/>
                </a:ext>
              </a:extLst>
            </p:cNvPr>
            <p:cNvSpPr>
              <a:spLocks noChangeArrowheads="1"/>
            </p:cNvSpPr>
            <p:nvPr/>
          </p:nvSpPr>
          <p:spPr bwMode="auto">
            <a:xfrm>
              <a:off x="1982788" y="3032430"/>
              <a:ext cx="1598613" cy="43295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3 w 21600"/>
                <a:gd name="T13" fmla="*/ 4514 h 21600"/>
                <a:gd name="T14" fmla="*/ 17117 w 21600"/>
                <a:gd name="T15" fmla="*/ 1708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bg1"/>
            </a:solidFill>
            <a:ln w="25400">
              <a:solidFill>
                <a:schemeClr val="tx1"/>
              </a:solidFill>
              <a:miter lim="800000"/>
              <a:headEnd/>
              <a:tailEnd/>
            </a:ln>
          </p:spPr>
          <p:txBody>
            <a:bodyPr wrap="none" anchor="ctr"/>
            <a:lstStyle/>
            <a:p>
              <a:endParaRPr lang="en-US"/>
            </a:p>
          </p:txBody>
        </p:sp>
        <p:sp>
          <p:nvSpPr>
            <p:cNvPr id="96280" name="Line 26">
              <a:extLst>
                <a:ext uri="{FF2B5EF4-FFF2-40B4-BE49-F238E27FC236}">
                  <a16:creationId xmlns:a16="http://schemas.microsoft.com/office/drawing/2014/main" id="{62BBF207-D847-787B-DC1B-D66F5D5A664C}"/>
                </a:ext>
              </a:extLst>
            </p:cNvPr>
            <p:cNvSpPr>
              <a:spLocks noChangeShapeType="1"/>
            </p:cNvSpPr>
            <p:nvPr/>
          </p:nvSpPr>
          <p:spPr bwMode="auto">
            <a:xfrm>
              <a:off x="2814638" y="3448681"/>
              <a:ext cx="0" cy="378664"/>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81" name="Line 27">
              <a:extLst>
                <a:ext uri="{FF2B5EF4-FFF2-40B4-BE49-F238E27FC236}">
                  <a16:creationId xmlns:a16="http://schemas.microsoft.com/office/drawing/2014/main" id="{82829725-613A-A881-760E-581E83FCCC7C}"/>
                </a:ext>
              </a:extLst>
            </p:cNvPr>
            <p:cNvSpPr>
              <a:spLocks noChangeShapeType="1"/>
            </p:cNvSpPr>
            <p:nvPr/>
          </p:nvSpPr>
          <p:spPr bwMode="auto">
            <a:xfrm>
              <a:off x="2903538" y="2652886"/>
              <a:ext cx="0" cy="36576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82" name="Line 29">
              <a:extLst>
                <a:ext uri="{FF2B5EF4-FFF2-40B4-BE49-F238E27FC236}">
                  <a16:creationId xmlns:a16="http://schemas.microsoft.com/office/drawing/2014/main" id="{C339C3EB-08FB-0639-49A4-4A7C4402566B}"/>
                </a:ext>
              </a:extLst>
            </p:cNvPr>
            <p:cNvSpPr>
              <a:spLocks noChangeShapeType="1"/>
            </p:cNvSpPr>
            <p:nvPr/>
          </p:nvSpPr>
          <p:spPr bwMode="auto">
            <a:xfrm>
              <a:off x="2570163" y="2414099"/>
              <a:ext cx="0" cy="612648"/>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83" name="Text Box 30">
              <a:extLst>
                <a:ext uri="{FF2B5EF4-FFF2-40B4-BE49-F238E27FC236}">
                  <a16:creationId xmlns:a16="http://schemas.microsoft.com/office/drawing/2014/main" id="{F16528C6-B43E-4CAA-4F52-A490D2DEC04F}"/>
                </a:ext>
              </a:extLst>
            </p:cNvPr>
            <p:cNvSpPr txBox="1">
              <a:spLocks noChangeArrowheads="1"/>
            </p:cNvSpPr>
            <p:nvPr/>
          </p:nvSpPr>
          <p:spPr bwMode="auto">
            <a:xfrm>
              <a:off x="2154238" y="2993450"/>
              <a:ext cx="431800" cy="30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a:t>
              </a:r>
              <a:endParaRPr lang="ru-RU" altLang="en-US" sz="1400"/>
            </a:p>
          </p:txBody>
        </p:sp>
        <p:sp>
          <p:nvSpPr>
            <p:cNvPr id="96284" name="Text Box 31">
              <a:extLst>
                <a:ext uri="{FF2B5EF4-FFF2-40B4-BE49-F238E27FC236}">
                  <a16:creationId xmlns:a16="http://schemas.microsoft.com/office/drawing/2014/main" id="{E050BA41-B4AB-71F8-6FAB-74212EB8B7AF}"/>
                </a:ext>
              </a:extLst>
            </p:cNvPr>
            <p:cNvSpPr txBox="1">
              <a:spLocks noChangeArrowheads="1"/>
            </p:cNvSpPr>
            <p:nvPr/>
          </p:nvSpPr>
          <p:spPr bwMode="auto">
            <a:xfrm>
              <a:off x="2433638" y="2993450"/>
              <a:ext cx="431800" cy="30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1</a:t>
              </a:r>
              <a:endParaRPr lang="ru-RU" altLang="en-US" sz="1400"/>
            </a:p>
          </p:txBody>
        </p:sp>
        <p:sp>
          <p:nvSpPr>
            <p:cNvPr id="96285" name="Line 32">
              <a:extLst>
                <a:ext uri="{FF2B5EF4-FFF2-40B4-BE49-F238E27FC236}">
                  <a16:creationId xmlns:a16="http://schemas.microsoft.com/office/drawing/2014/main" id="{A5544F83-514E-2453-CFF2-2CD2454449A1}"/>
                </a:ext>
              </a:extLst>
            </p:cNvPr>
            <p:cNvSpPr>
              <a:spLocks noChangeShapeType="1"/>
            </p:cNvSpPr>
            <p:nvPr/>
          </p:nvSpPr>
          <p:spPr bwMode="auto">
            <a:xfrm>
              <a:off x="2109788" y="5380980"/>
              <a:ext cx="0" cy="253371"/>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6" name="Line 33">
              <a:extLst>
                <a:ext uri="{FF2B5EF4-FFF2-40B4-BE49-F238E27FC236}">
                  <a16:creationId xmlns:a16="http://schemas.microsoft.com/office/drawing/2014/main" id="{32592368-67E7-5600-7420-4F808819BBAB}"/>
                </a:ext>
              </a:extLst>
            </p:cNvPr>
            <p:cNvSpPr>
              <a:spLocks noChangeShapeType="1"/>
            </p:cNvSpPr>
            <p:nvPr/>
          </p:nvSpPr>
          <p:spPr bwMode="auto">
            <a:xfrm>
              <a:off x="539750" y="5634350"/>
              <a:ext cx="1584325"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7" name="Line 34">
              <a:extLst>
                <a:ext uri="{FF2B5EF4-FFF2-40B4-BE49-F238E27FC236}">
                  <a16:creationId xmlns:a16="http://schemas.microsoft.com/office/drawing/2014/main" id="{A97DB77B-EE93-6E4E-512B-58537C1D1B3D}"/>
                </a:ext>
              </a:extLst>
            </p:cNvPr>
            <p:cNvSpPr>
              <a:spLocks noChangeShapeType="1"/>
            </p:cNvSpPr>
            <p:nvPr/>
          </p:nvSpPr>
          <p:spPr bwMode="auto">
            <a:xfrm flipV="1">
              <a:off x="554038" y="3373506"/>
              <a:ext cx="0" cy="2271982"/>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8" name="Line 35">
              <a:extLst>
                <a:ext uri="{FF2B5EF4-FFF2-40B4-BE49-F238E27FC236}">
                  <a16:creationId xmlns:a16="http://schemas.microsoft.com/office/drawing/2014/main" id="{805697ED-B8F9-938F-FD46-3AC31FEBC9BE}"/>
                </a:ext>
              </a:extLst>
            </p:cNvPr>
            <p:cNvSpPr>
              <a:spLocks noChangeShapeType="1"/>
            </p:cNvSpPr>
            <p:nvPr/>
          </p:nvSpPr>
          <p:spPr bwMode="auto">
            <a:xfrm>
              <a:off x="539750" y="3373506"/>
              <a:ext cx="8636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89" name="Line 36">
              <a:extLst>
                <a:ext uri="{FF2B5EF4-FFF2-40B4-BE49-F238E27FC236}">
                  <a16:creationId xmlns:a16="http://schemas.microsoft.com/office/drawing/2014/main" id="{908419E1-52F7-B537-58A6-424EFAE4D774}"/>
                </a:ext>
              </a:extLst>
            </p:cNvPr>
            <p:cNvSpPr>
              <a:spLocks noChangeShapeType="1"/>
            </p:cNvSpPr>
            <p:nvPr/>
          </p:nvSpPr>
          <p:spPr bwMode="auto">
            <a:xfrm>
              <a:off x="1403350" y="3373506"/>
              <a:ext cx="0" cy="44131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290" name="Line 37">
              <a:extLst>
                <a:ext uri="{FF2B5EF4-FFF2-40B4-BE49-F238E27FC236}">
                  <a16:creationId xmlns:a16="http://schemas.microsoft.com/office/drawing/2014/main" id="{238D59B6-620B-2B9E-CB38-32A906A2D731}"/>
                </a:ext>
              </a:extLst>
            </p:cNvPr>
            <p:cNvSpPr>
              <a:spLocks noChangeShapeType="1"/>
            </p:cNvSpPr>
            <p:nvPr/>
          </p:nvSpPr>
          <p:spPr bwMode="auto">
            <a:xfrm>
              <a:off x="4876800" y="4963336"/>
              <a:ext cx="0" cy="410683"/>
            </a:xfrm>
            <a:prstGeom prst="line">
              <a:avLst/>
            </a:prstGeom>
            <a:noFill/>
            <a:ln w="317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96291" name="Line 40">
              <a:extLst>
                <a:ext uri="{FF2B5EF4-FFF2-40B4-BE49-F238E27FC236}">
                  <a16:creationId xmlns:a16="http://schemas.microsoft.com/office/drawing/2014/main" id="{AC93BFD3-AEA6-4F0E-3AC0-7D6D2562BE02}"/>
                </a:ext>
              </a:extLst>
            </p:cNvPr>
            <p:cNvSpPr>
              <a:spLocks noChangeShapeType="1"/>
            </p:cNvSpPr>
            <p:nvPr/>
          </p:nvSpPr>
          <p:spPr bwMode="auto">
            <a:xfrm flipH="1" flipV="1">
              <a:off x="5276850" y="3352550"/>
              <a:ext cx="0" cy="1600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92" name="Line 41">
              <a:extLst>
                <a:ext uri="{FF2B5EF4-FFF2-40B4-BE49-F238E27FC236}">
                  <a16:creationId xmlns:a16="http://schemas.microsoft.com/office/drawing/2014/main" id="{AA55EFAF-9EE9-250B-0C30-DB1CDEF83BA3}"/>
                </a:ext>
              </a:extLst>
            </p:cNvPr>
            <p:cNvSpPr>
              <a:spLocks noChangeShapeType="1"/>
            </p:cNvSpPr>
            <p:nvPr/>
          </p:nvSpPr>
          <p:spPr bwMode="auto">
            <a:xfrm flipV="1">
              <a:off x="6150610" y="3198828"/>
              <a:ext cx="0" cy="17680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93" name="Line 61">
              <a:extLst>
                <a:ext uri="{FF2B5EF4-FFF2-40B4-BE49-F238E27FC236}">
                  <a16:creationId xmlns:a16="http://schemas.microsoft.com/office/drawing/2014/main" id="{5A324B15-20A3-AF4F-DB02-B1ECD0F44848}"/>
                </a:ext>
              </a:extLst>
            </p:cNvPr>
            <p:cNvSpPr>
              <a:spLocks noChangeShapeType="1"/>
            </p:cNvSpPr>
            <p:nvPr/>
          </p:nvSpPr>
          <p:spPr bwMode="auto">
            <a:xfrm>
              <a:off x="4500563" y="4584672"/>
              <a:ext cx="0" cy="378664"/>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54" name="Rectangle 62">
              <a:extLst>
                <a:ext uri="{FF2B5EF4-FFF2-40B4-BE49-F238E27FC236}">
                  <a16:creationId xmlns:a16="http://schemas.microsoft.com/office/drawing/2014/main" id="{7BED9297-9F73-4421-A423-C448F3D25000}"/>
                </a:ext>
              </a:extLst>
            </p:cNvPr>
            <p:cNvSpPr>
              <a:spLocks noChangeArrowheads="1"/>
            </p:cNvSpPr>
            <p:nvPr/>
          </p:nvSpPr>
          <p:spPr bwMode="auto">
            <a:xfrm>
              <a:off x="6935788" y="4969272"/>
              <a:ext cx="1152525" cy="409696"/>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a:latin typeface="Arial" charset="0"/>
                  <a:cs typeface="Arial" charset="0"/>
                </a:rPr>
                <a:t>CT</a:t>
              </a:r>
              <a:endParaRPr lang="ru-RU">
                <a:latin typeface="Arial" charset="0"/>
                <a:cs typeface="Arial" charset="0"/>
              </a:endParaRPr>
            </a:p>
          </p:txBody>
        </p:sp>
        <p:sp>
          <p:nvSpPr>
            <p:cNvPr id="96295" name="Text Box 68">
              <a:extLst>
                <a:ext uri="{FF2B5EF4-FFF2-40B4-BE49-F238E27FC236}">
                  <a16:creationId xmlns:a16="http://schemas.microsoft.com/office/drawing/2014/main" id="{01C92D14-0D71-8C55-1B2E-EFFBA5E38CF8}"/>
                </a:ext>
              </a:extLst>
            </p:cNvPr>
            <p:cNvSpPr txBox="1">
              <a:spLocks noChangeArrowheads="1"/>
            </p:cNvSpPr>
            <p:nvPr/>
          </p:nvSpPr>
          <p:spPr bwMode="auto">
            <a:xfrm>
              <a:off x="4076700" y="4480261"/>
              <a:ext cx="503238" cy="368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B</a:t>
              </a:r>
              <a:endParaRPr lang="ru-RU" altLang="en-US" sz="1800"/>
            </a:p>
          </p:txBody>
        </p:sp>
        <p:sp>
          <p:nvSpPr>
            <p:cNvPr id="96296" name="Text Box 71">
              <a:extLst>
                <a:ext uri="{FF2B5EF4-FFF2-40B4-BE49-F238E27FC236}">
                  <a16:creationId xmlns:a16="http://schemas.microsoft.com/office/drawing/2014/main" id="{59DA4B63-540E-D312-9FEA-64C118CB5549}"/>
                </a:ext>
              </a:extLst>
            </p:cNvPr>
            <p:cNvSpPr txBox="1">
              <a:spLocks noChangeArrowheads="1"/>
            </p:cNvSpPr>
            <p:nvPr/>
          </p:nvSpPr>
          <p:spPr bwMode="auto">
            <a:xfrm>
              <a:off x="2207895" y="1536081"/>
              <a:ext cx="503238" cy="3689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A</a:t>
              </a:r>
              <a:endParaRPr lang="ru-RU" altLang="en-US" sz="1800"/>
            </a:p>
          </p:txBody>
        </p:sp>
        <p:sp>
          <p:nvSpPr>
            <p:cNvPr id="96297" name="Text Box 31">
              <a:extLst>
                <a:ext uri="{FF2B5EF4-FFF2-40B4-BE49-F238E27FC236}">
                  <a16:creationId xmlns:a16="http://schemas.microsoft.com/office/drawing/2014/main" id="{2E3B8443-E382-4284-18DB-43FC2663469E}"/>
                </a:ext>
              </a:extLst>
            </p:cNvPr>
            <p:cNvSpPr txBox="1">
              <a:spLocks noChangeArrowheads="1"/>
            </p:cNvSpPr>
            <p:nvPr/>
          </p:nvSpPr>
          <p:spPr bwMode="auto">
            <a:xfrm>
              <a:off x="2762250" y="2997626"/>
              <a:ext cx="431800" cy="30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2</a:t>
              </a:r>
              <a:endParaRPr lang="ru-RU" altLang="en-US" sz="1400"/>
            </a:p>
          </p:txBody>
        </p:sp>
        <p:sp>
          <p:nvSpPr>
            <p:cNvPr id="96298" name="Text Box 31">
              <a:extLst>
                <a:ext uri="{FF2B5EF4-FFF2-40B4-BE49-F238E27FC236}">
                  <a16:creationId xmlns:a16="http://schemas.microsoft.com/office/drawing/2014/main" id="{7746ED1F-018D-F3C9-834B-18101FC6E0EC}"/>
                </a:ext>
              </a:extLst>
            </p:cNvPr>
            <p:cNvSpPr txBox="1">
              <a:spLocks noChangeArrowheads="1"/>
            </p:cNvSpPr>
            <p:nvPr/>
          </p:nvSpPr>
          <p:spPr bwMode="auto">
            <a:xfrm>
              <a:off x="3081338" y="2997626"/>
              <a:ext cx="431800" cy="30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3</a:t>
              </a:r>
              <a:endParaRPr lang="ru-RU" altLang="en-US" sz="1400"/>
            </a:p>
          </p:txBody>
        </p:sp>
        <p:sp>
          <p:nvSpPr>
            <p:cNvPr id="96299" name="Line 61">
              <a:extLst>
                <a:ext uri="{FF2B5EF4-FFF2-40B4-BE49-F238E27FC236}">
                  <a16:creationId xmlns:a16="http://schemas.microsoft.com/office/drawing/2014/main" id="{C188F031-3262-8C22-84A3-042364E50973}"/>
                </a:ext>
              </a:extLst>
            </p:cNvPr>
            <p:cNvSpPr>
              <a:spLocks noChangeShapeType="1"/>
            </p:cNvSpPr>
            <p:nvPr/>
          </p:nvSpPr>
          <p:spPr bwMode="auto">
            <a:xfrm>
              <a:off x="2295525" y="2744400"/>
              <a:ext cx="0" cy="27432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300" name="Line 61">
              <a:extLst>
                <a:ext uri="{FF2B5EF4-FFF2-40B4-BE49-F238E27FC236}">
                  <a16:creationId xmlns:a16="http://schemas.microsoft.com/office/drawing/2014/main" id="{237DD6A1-9CA7-26FF-7CB5-356013375641}"/>
                </a:ext>
              </a:extLst>
            </p:cNvPr>
            <p:cNvSpPr>
              <a:spLocks noChangeShapeType="1"/>
            </p:cNvSpPr>
            <p:nvPr/>
          </p:nvSpPr>
          <p:spPr bwMode="auto">
            <a:xfrm>
              <a:off x="3228975" y="2750820"/>
              <a:ext cx="0" cy="27432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6301" name="Line 56">
              <a:extLst>
                <a:ext uri="{FF2B5EF4-FFF2-40B4-BE49-F238E27FC236}">
                  <a16:creationId xmlns:a16="http://schemas.microsoft.com/office/drawing/2014/main" id="{5E98C63E-964F-F90B-32D3-015B59D0DA33}"/>
                </a:ext>
              </a:extLst>
            </p:cNvPr>
            <p:cNvSpPr>
              <a:spLocks noChangeShapeType="1"/>
            </p:cNvSpPr>
            <p:nvPr/>
          </p:nvSpPr>
          <p:spPr bwMode="auto">
            <a:xfrm flipH="1">
              <a:off x="3290888" y="3356800"/>
              <a:ext cx="1979613"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96302" name="Line 56">
              <a:extLst>
                <a:ext uri="{FF2B5EF4-FFF2-40B4-BE49-F238E27FC236}">
                  <a16:creationId xmlns:a16="http://schemas.microsoft.com/office/drawing/2014/main" id="{A326C725-D17D-D22F-B3B3-E68F32BA2D48}"/>
                </a:ext>
              </a:extLst>
            </p:cNvPr>
            <p:cNvSpPr>
              <a:spLocks noChangeShapeType="1"/>
            </p:cNvSpPr>
            <p:nvPr/>
          </p:nvSpPr>
          <p:spPr bwMode="auto">
            <a:xfrm flipH="1" flipV="1">
              <a:off x="3443288" y="3198095"/>
              <a:ext cx="2715768" cy="0"/>
            </a:xfrm>
            <a:prstGeom prst="line">
              <a:avLst/>
            </a:prstGeom>
            <a:noFill/>
            <a:ln w="25400">
              <a:solidFill>
                <a:schemeClr val="tx1"/>
              </a:solidFill>
              <a:round/>
              <a:headEnd/>
              <a:tailEnd type="none" w="lg" len="lg"/>
            </a:ln>
            <a:extLst>
              <a:ext uri="{909E8E84-426E-40DD-AFC4-6F175D3DCCD1}">
                <a14:hiddenFill xmlns:a14="http://schemas.microsoft.com/office/drawing/2010/main">
                  <a:noFill/>
                </a14:hiddenFill>
              </a:ext>
            </a:extLst>
          </p:spPr>
          <p:txBody>
            <a:bodyPr/>
            <a:lstStyle/>
            <a:p>
              <a:endParaRPr lang="en-US"/>
            </a:p>
          </p:txBody>
        </p:sp>
        <p:sp>
          <p:nvSpPr>
            <p:cNvPr id="96303" name="Text Box 30">
              <a:extLst>
                <a:ext uri="{FF2B5EF4-FFF2-40B4-BE49-F238E27FC236}">
                  <a16:creationId xmlns:a16="http://schemas.microsoft.com/office/drawing/2014/main" id="{C8757283-CC4A-7B3A-6D51-CFEA6EEAD838}"/>
                </a:ext>
              </a:extLst>
            </p:cNvPr>
            <p:cNvSpPr txBox="1">
              <a:spLocks noChangeArrowheads="1"/>
            </p:cNvSpPr>
            <p:nvPr/>
          </p:nvSpPr>
          <p:spPr bwMode="auto">
            <a:xfrm>
              <a:off x="2043113" y="2627972"/>
              <a:ext cx="431800" cy="30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a:t>
              </a:r>
              <a:endParaRPr lang="ru-RU" altLang="en-US" sz="1400"/>
            </a:p>
          </p:txBody>
        </p:sp>
        <p:sp>
          <p:nvSpPr>
            <p:cNvPr id="96304" name="Text Box 30">
              <a:extLst>
                <a:ext uri="{FF2B5EF4-FFF2-40B4-BE49-F238E27FC236}">
                  <a16:creationId xmlns:a16="http://schemas.microsoft.com/office/drawing/2014/main" id="{14ECDCA0-624E-285E-A193-9E0D523A131A}"/>
                </a:ext>
              </a:extLst>
            </p:cNvPr>
            <p:cNvSpPr txBox="1">
              <a:spLocks noChangeArrowheads="1"/>
            </p:cNvSpPr>
            <p:nvPr/>
          </p:nvSpPr>
          <p:spPr bwMode="auto">
            <a:xfrm>
              <a:off x="3228975" y="2627972"/>
              <a:ext cx="431800" cy="307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0</a:t>
              </a:r>
              <a:endParaRPr lang="ru-RU" altLang="en-US" sz="1400"/>
            </a:p>
          </p:txBody>
        </p:sp>
        <p:sp>
          <p:nvSpPr>
            <p:cNvPr id="96305" name="Line 17">
              <a:extLst>
                <a:ext uri="{FF2B5EF4-FFF2-40B4-BE49-F238E27FC236}">
                  <a16:creationId xmlns:a16="http://schemas.microsoft.com/office/drawing/2014/main" id="{F0174DAC-5B6E-621A-2729-831C562D6326}"/>
                </a:ext>
              </a:extLst>
            </p:cNvPr>
            <p:cNvSpPr>
              <a:spLocks noChangeShapeType="1"/>
            </p:cNvSpPr>
            <p:nvPr/>
          </p:nvSpPr>
          <p:spPr bwMode="auto">
            <a:xfrm flipV="1">
              <a:off x="7167563" y="5495136"/>
              <a:ext cx="152400" cy="6682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6" name="Line 17">
              <a:extLst>
                <a:ext uri="{FF2B5EF4-FFF2-40B4-BE49-F238E27FC236}">
                  <a16:creationId xmlns:a16="http://schemas.microsoft.com/office/drawing/2014/main" id="{4AB535A6-46B1-79C2-FE05-C762C21D7282}"/>
                </a:ext>
              </a:extLst>
            </p:cNvPr>
            <p:cNvSpPr>
              <a:spLocks noChangeShapeType="1"/>
            </p:cNvSpPr>
            <p:nvPr/>
          </p:nvSpPr>
          <p:spPr bwMode="auto">
            <a:xfrm flipV="1">
              <a:off x="4424363" y="4693260"/>
              <a:ext cx="152400" cy="6682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307" name="Line 132">
              <a:extLst>
                <a:ext uri="{FF2B5EF4-FFF2-40B4-BE49-F238E27FC236}">
                  <a16:creationId xmlns:a16="http://schemas.microsoft.com/office/drawing/2014/main" id="{3E1B8245-3D96-C4CA-307D-9E5366AE0AA5}"/>
                </a:ext>
              </a:extLst>
            </p:cNvPr>
            <p:cNvSpPr>
              <a:spLocks noChangeShapeType="1"/>
            </p:cNvSpPr>
            <p:nvPr/>
          </p:nvSpPr>
          <p:spPr bwMode="auto">
            <a:xfrm flipV="1">
              <a:off x="7239000" y="5365666"/>
              <a:ext cx="0" cy="311841"/>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5" name="Rectangle 7">
              <a:extLst>
                <a:ext uri="{FF2B5EF4-FFF2-40B4-BE49-F238E27FC236}">
                  <a16:creationId xmlns:a16="http://schemas.microsoft.com/office/drawing/2014/main" id="{80FC309A-C6CD-4586-80D4-FB90A186D018}"/>
                </a:ext>
              </a:extLst>
            </p:cNvPr>
            <p:cNvSpPr>
              <a:spLocks noChangeArrowheads="1"/>
            </p:cNvSpPr>
            <p:nvPr/>
          </p:nvSpPr>
          <p:spPr bwMode="auto">
            <a:xfrm>
              <a:off x="3836988" y="2006120"/>
              <a:ext cx="1871662" cy="409696"/>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a:latin typeface="Arial" charset="0"/>
                  <a:cs typeface="Arial" charset="0"/>
                </a:rPr>
                <a:t>RA</a:t>
              </a:r>
              <a:endParaRPr lang="ru-RU">
                <a:latin typeface="Arial" charset="0"/>
                <a:cs typeface="Arial" charset="0"/>
              </a:endParaRPr>
            </a:p>
          </p:txBody>
        </p:sp>
        <p:cxnSp>
          <p:nvCxnSpPr>
            <p:cNvPr id="96309" name="Straight Connector 7">
              <a:extLst>
                <a:ext uri="{FF2B5EF4-FFF2-40B4-BE49-F238E27FC236}">
                  <a16:creationId xmlns:a16="http://schemas.microsoft.com/office/drawing/2014/main" id="{7DE35BF5-714B-A7D0-B1E9-64CF9CBAAC38}"/>
                </a:ext>
              </a:extLst>
            </p:cNvPr>
            <p:cNvCxnSpPr>
              <a:cxnSpLocks noChangeShapeType="1"/>
            </p:cNvCxnSpPr>
            <p:nvPr/>
          </p:nvCxnSpPr>
          <p:spPr bwMode="auto">
            <a:xfrm>
              <a:off x="2585403" y="1752600"/>
              <a:ext cx="2220913" cy="0"/>
            </a:xfrm>
            <a:prstGeom prst="line">
              <a:avLst/>
            </a:prstGeom>
            <a:noFill/>
            <a:ln w="19050" algn="ctr">
              <a:solidFill>
                <a:schemeClr val="tx1"/>
              </a:solidFill>
              <a:round/>
              <a:headEnd type="oval" w="med" len="med"/>
              <a:tailEnd/>
            </a:ln>
            <a:extLst>
              <a:ext uri="{909E8E84-426E-40DD-AFC4-6F175D3DCCD1}">
                <a14:hiddenFill xmlns:a14="http://schemas.microsoft.com/office/drawing/2010/main">
                  <a:noFill/>
                </a14:hiddenFill>
              </a:ext>
            </a:extLst>
          </p:spPr>
        </p:cxnSp>
        <p:cxnSp>
          <p:nvCxnSpPr>
            <p:cNvPr id="96310" name="Straight Arrow Connector 9">
              <a:extLst>
                <a:ext uri="{FF2B5EF4-FFF2-40B4-BE49-F238E27FC236}">
                  <a16:creationId xmlns:a16="http://schemas.microsoft.com/office/drawing/2014/main" id="{350A9421-F2DC-2115-45F9-EC2104281683}"/>
                </a:ext>
              </a:extLst>
            </p:cNvPr>
            <p:cNvCxnSpPr>
              <a:cxnSpLocks noChangeShapeType="1"/>
            </p:cNvCxnSpPr>
            <p:nvPr/>
          </p:nvCxnSpPr>
          <p:spPr bwMode="auto">
            <a:xfrm>
              <a:off x="4795044" y="1752600"/>
              <a:ext cx="1" cy="252794"/>
            </a:xfrm>
            <a:prstGeom prst="straightConnector1">
              <a:avLst/>
            </a:prstGeom>
            <a:noFill/>
            <a:ln w="19050"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96311" name="Straight Connector 11">
              <a:extLst>
                <a:ext uri="{FF2B5EF4-FFF2-40B4-BE49-F238E27FC236}">
                  <a16:creationId xmlns:a16="http://schemas.microsoft.com/office/drawing/2014/main" id="{DBD099C0-8797-3D75-1CD7-EE67CE1F9E65}"/>
                </a:ext>
              </a:extLst>
            </p:cNvPr>
            <p:cNvCxnSpPr>
              <a:cxnSpLocks noChangeShapeType="1"/>
            </p:cNvCxnSpPr>
            <p:nvPr/>
          </p:nvCxnSpPr>
          <p:spPr bwMode="auto">
            <a:xfrm>
              <a:off x="2894331" y="2635592"/>
              <a:ext cx="1870233"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96312" name="Straight Connector 13">
              <a:extLst>
                <a:ext uri="{FF2B5EF4-FFF2-40B4-BE49-F238E27FC236}">
                  <a16:creationId xmlns:a16="http://schemas.microsoft.com/office/drawing/2014/main" id="{E35FBD86-55C7-3C13-3D2F-50703DD885D1}"/>
                </a:ext>
              </a:extLst>
            </p:cNvPr>
            <p:cNvCxnSpPr>
              <a:cxnSpLocks noChangeShapeType="1"/>
              <a:endCxn id="65" idx="2"/>
            </p:cNvCxnSpPr>
            <p:nvPr/>
          </p:nvCxnSpPr>
          <p:spPr bwMode="auto">
            <a:xfrm flipV="1">
              <a:off x="4772184" y="2416077"/>
              <a:ext cx="1" cy="219515"/>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sp>
          <p:nvSpPr>
            <p:cNvPr id="96313" name="Line 17">
              <a:extLst>
                <a:ext uri="{FF2B5EF4-FFF2-40B4-BE49-F238E27FC236}">
                  <a16:creationId xmlns:a16="http://schemas.microsoft.com/office/drawing/2014/main" id="{C5C7A19F-D8DF-4FDA-3577-5520F1608402}"/>
                </a:ext>
              </a:extLst>
            </p:cNvPr>
            <p:cNvSpPr>
              <a:spLocks noChangeShapeType="1"/>
            </p:cNvSpPr>
            <p:nvPr/>
          </p:nvSpPr>
          <p:spPr bwMode="auto">
            <a:xfrm flipV="1">
              <a:off x="2507615" y="1605649"/>
              <a:ext cx="152400" cy="914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 name="Title 2">
            <a:extLst>
              <a:ext uri="{FF2B5EF4-FFF2-40B4-BE49-F238E27FC236}">
                <a16:creationId xmlns:a16="http://schemas.microsoft.com/office/drawing/2014/main" id="{E61183E8-5ADF-1318-5B40-972488858B1A}"/>
              </a:ext>
            </a:extLst>
          </p:cNvPr>
          <p:cNvSpPr>
            <a:spLocks noGrp="1"/>
          </p:cNvSpPr>
          <p:nvPr>
            <p:ph type="title"/>
          </p:nvPr>
        </p:nvSpPr>
        <p:spPr/>
        <p:txBody>
          <a:bodyPr>
            <a:normAutofit/>
          </a:bodyPr>
          <a:lstStyle/>
          <a:p>
            <a:r>
              <a:rPr lang="en-US" dirty="0"/>
              <a:t>Multiplication on Signed Numbers (Booth’s Algorithm)</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40">
            <a:extLst>
              <a:ext uri="{FF2B5EF4-FFF2-40B4-BE49-F238E27FC236}">
                <a16:creationId xmlns:a16="http://schemas.microsoft.com/office/drawing/2014/main" id="{A21D1269-D552-E9AB-8BA8-A38DED2ECE67}"/>
              </a:ext>
            </a:extLst>
          </p:cNvPr>
          <p:cNvSpPr txBox="1">
            <a:spLocks noChangeArrowheads="1"/>
          </p:cNvSpPr>
          <p:nvPr/>
        </p:nvSpPr>
        <p:spPr bwMode="auto">
          <a:xfrm>
            <a:off x="1763714" y="5178425"/>
            <a:ext cx="2700337"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ASR – arithmetical right shift (sign extend when shifting)</a:t>
            </a:r>
            <a:endParaRPr lang="ru-RU" altLang="en-US" sz="2000"/>
          </a:p>
        </p:txBody>
      </p:sp>
      <p:sp>
        <p:nvSpPr>
          <p:cNvPr id="38" name="Rectangle 4">
            <a:extLst>
              <a:ext uri="{FF2B5EF4-FFF2-40B4-BE49-F238E27FC236}">
                <a16:creationId xmlns:a16="http://schemas.microsoft.com/office/drawing/2014/main" id="{404D8195-3624-4066-A80A-771BCF463634}"/>
              </a:ext>
            </a:extLst>
          </p:cNvPr>
          <p:cNvSpPr txBox="1">
            <a:spLocks noChangeArrowheads="1"/>
          </p:cNvSpPr>
          <p:nvPr/>
        </p:nvSpPr>
        <p:spPr bwMode="auto">
          <a:xfrm>
            <a:off x="2006600" y="719138"/>
            <a:ext cx="8686800" cy="1143000"/>
          </a:xfrm>
          <a:prstGeom prst="rect">
            <a:avLst/>
          </a:prstGeom>
          <a:noFill/>
          <a:ln w="9525">
            <a:noFill/>
            <a:miter lim="800000"/>
            <a:headEnd/>
            <a:tailEnd/>
          </a:ln>
        </p:spPr>
        <p:txBody>
          <a:bodyPr/>
          <a:lstStyle/>
          <a:p>
            <a:pPr eaLnBrk="1" hangingPunct="1">
              <a:defRPr/>
            </a:pPr>
            <a:endParaRPr lang="ru-RU" sz="3200" b="1" kern="0" dirty="0">
              <a:latin typeface="+mj-lt"/>
              <a:ea typeface="+mj-ea"/>
              <a:cs typeface="+mj-cs"/>
            </a:endParaRPr>
          </a:p>
        </p:txBody>
      </p:sp>
      <p:grpSp>
        <p:nvGrpSpPr>
          <p:cNvPr id="97284" name="Group 40">
            <a:extLst>
              <a:ext uri="{FF2B5EF4-FFF2-40B4-BE49-F238E27FC236}">
                <a16:creationId xmlns:a16="http://schemas.microsoft.com/office/drawing/2014/main" id="{62C6FAD2-6F0B-DD0D-B519-B9B5972A4A2F}"/>
              </a:ext>
            </a:extLst>
          </p:cNvPr>
          <p:cNvGrpSpPr>
            <a:grpSpLocks/>
          </p:cNvGrpSpPr>
          <p:nvPr/>
        </p:nvGrpSpPr>
        <p:grpSpPr bwMode="auto">
          <a:xfrm>
            <a:off x="2724150" y="1206501"/>
            <a:ext cx="7435850" cy="5060709"/>
            <a:chOff x="1174750" y="957263"/>
            <a:chExt cx="7295130" cy="5098842"/>
          </a:xfrm>
        </p:grpSpPr>
        <p:sp>
          <p:nvSpPr>
            <p:cNvPr id="97285" name="Oval 6">
              <a:extLst>
                <a:ext uri="{FF2B5EF4-FFF2-40B4-BE49-F238E27FC236}">
                  <a16:creationId xmlns:a16="http://schemas.microsoft.com/office/drawing/2014/main" id="{D9F284F3-6FC5-26C1-4842-1DA68F547981}"/>
                </a:ext>
              </a:extLst>
            </p:cNvPr>
            <p:cNvSpPr>
              <a:spLocks noChangeArrowheads="1"/>
            </p:cNvSpPr>
            <p:nvPr/>
          </p:nvSpPr>
          <p:spPr bwMode="auto">
            <a:xfrm>
              <a:off x="3744913" y="957263"/>
              <a:ext cx="1223962" cy="468312"/>
            </a:xfrm>
            <a:prstGeom prst="ellipse">
              <a:avLst/>
            </a:prstGeom>
            <a:solidFill>
              <a:schemeClr val="accent1">
                <a:lumMod val="40000"/>
                <a:lumOff val="60000"/>
              </a:schemeClr>
            </a:solidFill>
            <a:ln w="31750">
              <a:solidFill>
                <a:schemeClr val="tx1"/>
              </a:solidFill>
              <a:round/>
              <a:headEnd/>
              <a:tailEnd/>
            </a:ln>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dirty="0"/>
                <a:t>Start</a:t>
              </a:r>
              <a:endParaRPr lang="ru-RU" altLang="en-US" sz="1600" dirty="0"/>
            </a:p>
          </p:txBody>
        </p:sp>
        <p:sp>
          <p:nvSpPr>
            <p:cNvPr id="97286" name="Text Box 7">
              <a:extLst>
                <a:ext uri="{FF2B5EF4-FFF2-40B4-BE49-F238E27FC236}">
                  <a16:creationId xmlns:a16="http://schemas.microsoft.com/office/drawing/2014/main" id="{5CA38699-A331-F8E3-1BF1-283B52397E31}"/>
                </a:ext>
              </a:extLst>
            </p:cNvPr>
            <p:cNvSpPr txBox="1">
              <a:spLocks noChangeArrowheads="1"/>
            </p:cNvSpPr>
            <p:nvPr/>
          </p:nvSpPr>
          <p:spPr bwMode="auto">
            <a:xfrm>
              <a:off x="7513638" y="4984750"/>
              <a:ext cx="863600" cy="3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No</a:t>
              </a:r>
              <a:endParaRPr lang="ru-RU" altLang="en-US" sz="1600"/>
            </a:p>
          </p:txBody>
        </p:sp>
        <p:sp>
          <p:nvSpPr>
            <p:cNvPr id="97287" name="Line 8">
              <a:extLst>
                <a:ext uri="{FF2B5EF4-FFF2-40B4-BE49-F238E27FC236}">
                  <a16:creationId xmlns:a16="http://schemas.microsoft.com/office/drawing/2014/main" id="{543FAFBE-DD46-C2D3-1AB6-7402443A2780}"/>
                </a:ext>
              </a:extLst>
            </p:cNvPr>
            <p:cNvSpPr>
              <a:spLocks noChangeShapeType="1"/>
            </p:cNvSpPr>
            <p:nvPr/>
          </p:nvSpPr>
          <p:spPr bwMode="auto">
            <a:xfrm>
              <a:off x="4373563" y="1412875"/>
              <a:ext cx="0" cy="404813"/>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7288" name="Line 9">
              <a:extLst>
                <a:ext uri="{FF2B5EF4-FFF2-40B4-BE49-F238E27FC236}">
                  <a16:creationId xmlns:a16="http://schemas.microsoft.com/office/drawing/2014/main" id="{E3D38F00-5B1D-81A4-146F-177B247BA5C4}"/>
                </a:ext>
              </a:extLst>
            </p:cNvPr>
            <p:cNvSpPr>
              <a:spLocks noChangeShapeType="1"/>
            </p:cNvSpPr>
            <p:nvPr/>
          </p:nvSpPr>
          <p:spPr bwMode="auto">
            <a:xfrm>
              <a:off x="5467350" y="2197100"/>
              <a:ext cx="446088"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89" name="Line 10">
              <a:extLst>
                <a:ext uri="{FF2B5EF4-FFF2-40B4-BE49-F238E27FC236}">
                  <a16:creationId xmlns:a16="http://schemas.microsoft.com/office/drawing/2014/main" id="{9E3CB1AD-B118-5C42-5BBD-8422CA835D54}"/>
                </a:ext>
              </a:extLst>
            </p:cNvPr>
            <p:cNvSpPr>
              <a:spLocks noChangeShapeType="1"/>
            </p:cNvSpPr>
            <p:nvPr/>
          </p:nvSpPr>
          <p:spPr bwMode="auto">
            <a:xfrm flipV="1">
              <a:off x="5913438" y="1562100"/>
              <a:ext cx="0" cy="62865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0" name="Line 11">
              <a:extLst>
                <a:ext uri="{FF2B5EF4-FFF2-40B4-BE49-F238E27FC236}">
                  <a16:creationId xmlns:a16="http://schemas.microsoft.com/office/drawing/2014/main" id="{6CAA7AB4-34B8-37BF-A842-305894EA4CB6}"/>
                </a:ext>
              </a:extLst>
            </p:cNvPr>
            <p:cNvSpPr>
              <a:spLocks noChangeShapeType="1"/>
            </p:cNvSpPr>
            <p:nvPr/>
          </p:nvSpPr>
          <p:spPr bwMode="auto">
            <a:xfrm flipH="1">
              <a:off x="4402138" y="1562100"/>
              <a:ext cx="1511300"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7291" name="AutoShape 12">
              <a:extLst>
                <a:ext uri="{FF2B5EF4-FFF2-40B4-BE49-F238E27FC236}">
                  <a16:creationId xmlns:a16="http://schemas.microsoft.com/office/drawing/2014/main" id="{B57DA994-AF35-A4E4-5D32-81CF04CF5AD1}"/>
                </a:ext>
              </a:extLst>
            </p:cNvPr>
            <p:cNvSpPr>
              <a:spLocks noChangeArrowheads="1"/>
            </p:cNvSpPr>
            <p:nvPr/>
          </p:nvSpPr>
          <p:spPr bwMode="auto">
            <a:xfrm>
              <a:off x="3249613" y="1831975"/>
              <a:ext cx="2232025" cy="725488"/>
            </a:xfrm>
            <a:prstGeom prst="flowChartDecision">
              <a:avLst/>
            </a:prstGeom>
            <a:solidFill>
              <a:srgbClr val="FFFFFF"/>
            </a:solidFill>
            <a:ln w="2222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a:t>Multiply?</a:t>
              </a:r>
            </a:p>
            <a:p>
              <a:endParaRPr lang="en-US" altLang="en-US" sz="1600"/>
            </a:p>
          </p:txBody>
        </p:sp>
        <p:sp>
          <p:nvSpPr>
            <p:cNvPr id="97292" name="Text Box 13">
              <a:extLst>
                <a:ext uri="{FF2B5EF4-FFF2-40B4-BE49-F238E27FC236}">
                  <a16:creationId xmlns:a16="http://schemas.microsoft.com/office/drawing/2014/main" id="{DDC1C362-8FA7-8A28-EDFE-B9BE5E3C7CC0}"/>
                </a:ext>
              </a:extLst>
            </p:cNvPr>
            <p:cNvSpPr txBox="1">
              <a:spLocks noChangeArrowheads="1"/>
            </p:cNvSpPr>
            <p:nvPr/>
          </p:nvSpPr>
          <p:spPr bwMode="auto">
            <a:xfrm>
              <a:off x="5410200" y="2170113"/>
              <a:ext cx="863600" cy="3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No</a:t>
              </a:r>
              <a:endParaRPr lang="ru-RU" altLang="en-US" sz="1600"/>
            </a:p>
          </p:txBody>
        </p:sp>
        <p:sp>
          <p:nvSpPr>
            <p:cNvPr id="97293" name="Text Box 14">
              <a:extLst>
                <a:ext uri="{FF2B5EF4-FFF2-40B4-BE49-F238E27FC236}">
                  <a16:creationId xmlns:a16="http://schemas.microsoft.com/office/drawing/2014/main" id="{228387BD-D264-4A98-E3F9-CFE92911AC8C}"/>
                </a:ext>
              </a:extLst>
            </p:cNvPr>
            <p:cNvSpPr txBox="1">
              <a:spLocks noChangeArrowheads="1"/>
            </p:cNvSpPr>
            <p:nvPr/>
          </p:nvSpPr>
          <p:spPr bwMode="auto">
            <a:xfrm>
              <a:off x="4459288" y="2454275"/>
              <a:ext cx="822325" cy="3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Yes</a:t>
              </a:r>
              <a:endParaRPr lang="ru-RU" altLang="en-US" sz="1600"/>
            </a:p>
          </p:txBody>
        </p:sp>
        <p:sp>
          <p:nvSpPr>
            <p:cNvPr id="97294" name="Line 15">
              <a:extLst>
                <a:ext uri="{FF2B5EF4-FFF2-40B4-BE49-F238E27FC236}">
                  <a16:creationId xmlns:a16="http://schemas.microsoft.com/office/drawing/2014/main" id="{65CB14AA-6272-DA38-2506-1DE610F8BC0F}"/>
                </a:ext>
              </a:extLst>
            </p:cNvPr>
            <p:cNvSpPr>
              <a:spLocks noChangeShapeType="1"/>
            </p:cNvSpPr>
            <p:nvPr/>
          </p:nvSpPr>
          <p:spPr bwMode="auto">
            <a:xfrm>
              <a:off x="4373563" y="2557463"/>
              <a:ext cx="0" cy="236537"/>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30" name="Rectangle 16">
              <a:extLst>
                <a:ext uri="{FF2B5EF4-FFF2-40B4-BE49-F238E27FC236}">
                  <a16:creationId xmlns:a16="http://schemas.microsoft.com/office/drawing/2014/main" id="{F96E94AD-E616-4889-B9CE-F1FA1984AE26}"/>
                </a:ext>
              </a:extLst>
            </p:cNvPr>
            <p:cNvSpPr>
              <a:spLocks noChangeArrowheads="1"/>
            </p:cNvSpPr>
            <p:nvPr/>
          </p:nvSpPr>
          <p:spPr bwMode="auto">
            <a:xfrm>
              <a:off x="3104440" y="2798244"/>
              <a:ext cx="2521523" cy="607796"/>
            </a:xfrm>
            <a:prstGeom prst="rect">
              <a:avLst/>
            </a:prstGeom>
            <a:solidFill>
              <a:schemeClr val="accent1">
                <a:lumMod val="60000"/>
                <a:lumOff val="40000"/>
              </a:schemeClr>
            </a:solidFill>
            <a:ln w="31750">
              <a:solidFill>
                <a:schemeClr val="tx1"/>
              </a:solidFill>
              <a:miter lim="800000"/>
              <a:headEnd/>
              <a:tailEnd/>
            </a:ln>
          </p:spPr>
          <p:txBody>
            <a:bodyPr wrap="none"/>
            <a:lstStyle/>
            <a:p>
              <a:pPr algn="ctr" eaLnBrk="1" hangingPunct="1">
                <a:defRPr/>
              </a:pPr>
              <a:r>
                <a:rPr lang="en-US" sz="1600" dirty="0">
                  <a:latin typeface="Arial" charset="0"/>
                  <a:cs typeface="Arial" charset="0"/>
                </a:rPr>
                <a:t>RA=A, RB=B, CT= n,</a:t>
              </a:r>
              <a:br>
                <a:rPr lang="en-US" sz="1600" dirty="0">
                  <a:latin typeface="Arial" charset="0"/>
                  <a:cs typeface="Arial" charset="0"/>
                </a:rPr>
              </a:br>
              <a:r>
                <a:rPr lang="en-US" sz="1600" dirty="0">
                  <a:latin typeface="Arial" charset="0"/>
                  <a:cs typeface="Arial" charset="0"/>
                </a:rPr>
                <a:t>ACC=0,  RB</a:t>
              </a:r>
              <a:r>
                <a:rPr lang="en-US" sz="1600" baseline="-25000" dirty="0">
                  <a:latin typeface="Arial" charset="0"/>
                  <a:cs typeface="Arial" charset="0"/>
                </a:rPr>
                <a:t>-1</a:t>
              </a:r>
              <a:r>
                <a:rPr lang="en-US" sz="1600" dirty="0">
                  <a:latin typeface="Arial" charset="0"/>
                  <a:cs typeface="Arial" charset="0"/>
                </a:rPr>
                <a:t>=0</a:t>
              </a:r>
              <a:endParaRPr lang="ru-RU" sz="1600" dirty="0">
                <a:latin typeface="Arial" charset="0"/>
                <a:cs typeface="Arial" charset="0"/>
              </a:endParaRPr>
            </a:p>
          </p:txBody>
        </p:sp>
        <p:sp>
          <p:nvSpPr>
            <p:cNvPr id="86031" name="AutoShape 17">
              <a:extLst>
                <a:ext uri="{FF2B5EF4-FFF2-40B4-BE49-F238E27FC236}">
                  <a16:creationId xmlns:a16="http://schemas.microsoft.com/office/drawing/2014/main" id="{4E461899-A9A1-4845-BCE1-993C34FC7EBD}"/>
                </a:ext>
              </a:extLst>
            </p:cNvPr>
            <p:cNvSpPr>
              <a:spLocks noChangeArrowheads="1"/>
            </p:cNvSpPr>
            <p:nvPr/>
          </p:nvSpPr>
          <p:spPr bwMode="auto">
            <a:xfrm>
              <a:off x="3034354" y="3762719"/>
              <a:ext cx="2663252" cy="655779"/>
            </a:xfrm>
            <a:prstGeom prst="flowChartDecision">
              <a:avLst/>
            </a:prstGeom>
            <a:solidFill>
              <a:schemeClr val="accent1">
                <a:lumMod val="60000"/>
                <a:lumOff val="40000"/>
              </a:schemeClr>
            </a:solidFill>
            <a:ln w="22225">
              <a:solidFill>
                <a:srgbClr val="000000"/>
              </a:solidFill>
              <a:miter lim="800000"/>
              <a:headEnd/>
              <a:tailEnd/>
            </a:ln>
          </p:spPr>
          <p:txBody>
            <a:bodyPr/>
            <a:lstStyle/>
            <a:p>
              <a:pPr algn="ctr">
                <a:defRPr/>
              </a:pPr>
              <a:r>
                <a:rPr lang="en-US" sz="1600" dirty="0">
                  <a:latin typeface="Arial" charset="0"/>
                  <a:cs typeface="Arial" charset="0"/>
                </a:rPr>
                <a:t>RB</a:t>
              </a:r>
              <a:r>
                <a:rPr lang="en-US" sz="1600" baseline="-25000" dirty="0">
                  <a:latin typeface="Arial" charset="0"/>
                  <a:cs typeface="Arial" charset="0"/>
                </a:rPr>
                <a:t>0</a:t>
              </a:r>
              <a:r>
                <a:rPr lang="en-US" sz="1600" dirty="0">
                  <a:latin typeface="Arial" charset="0"/>
                  <a:cs typeface="Arial" charset="0"/>
                </a:rPr>
                <a:t>,RB</a:t>
              </a:r>
              <a:r>
                <a:rPr lang="en-US" sz="1600" baseline="-25000" dirty="0">
                  <a:latin typeface="Arial" charset="0"/>
                  <a:cs typeface="Arial" charset="0"/>
                </a:rPr>
                <a:t>-1</a:t>
              </a:r>
              <a:endParaRPr lang="en-US" sz="1600" dirty="0">
                <a:latin typeface="Arial" charset="0"/>
                <a:cs typeface="Arial" charset="0"/>
              </a:endParaRPr>
            </a:p>
            <a:p>
              <a:pPr algn="ctr">
                <a:defRPr/>
              </a:pPr>
              <a:endParaRPr lang="en-US" sz="1600" dirty="0">
                <a:latin typeface="Arial" charset="0"/>
                <a:cs typeface="Arial" charset="0"/>
              </a:endParaRPr>
            </a:p>
          </p:txBody>
        </p:sp>
        <p:sp>
          <p:nvSpPr>
            <p:cNvPr id="97297" name="Line 18">
              <a:extLst>
                <a:ext uri="{FF2B5EF4-FFF2-40B4-BE49-F238E27FC236}">
                  <a16:creationId xmlns:a16="http://schemas.microsoft.com/office/drawing/2014/main" id="{691CE5EF-EA01-80C5-9CD4-3DC0FEA7863E}"/>
                </a:ext>
              </a:extLst>
            </p:cNvPr>
            <p:cNvSpPr>
              <a:spLocks noChangeShapeType="1"/>
            </p:cNvSpPr>
            <p:nvPr/>
          </p:nvSpPr>
          <p:spPr bwMode="auto">
            <a:xfrm>
              <a:off x="4359275" y="3381375"/>
              <a:ext cx="0" cy="39370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7298" name="Line 19">
              <a:extLst>
                <a:ext uri="{FF2B5EF4-FFF2-40B4-BE49-F238E27FC236}">
                  <a16:creationId xmlns:a16="http://schemas.microsoft.com/office/drawing/2014/main" id="{3CABCECF-D140-A5B8-8465-C583132778F5}"/>
                </a:ext>
              </a:extLst>
            </p:cNvPr>
            <p:cNvSpPr>
              <a:spLocks noChangeShapeType="1"/>
            </p:cNvSpPr>
            <p:nvPr/>
          </p:nvSpPr>
          <p:spPr bwMode="auto">
            <a:xfrm flipV="1">
              <a:off x="5668963" y="4073525"/>
              <a:ext cx="10287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299" name="Line 20">
              <a:extLst>
                <a:ext uri="{FF2B5EF4-FFF2-40B4-BE49-F238E27FC236}">
                  <a16:creationId xmlns:a16="http://schemas.microsoft.com/office/drawing/2014/main" id="{F0A9D229-CAD0-D76C-4604-FB00607C8B08}"/>
                </a:ext>
              </a:extLst>
            </p:cNvPr>
            <p:cNvSpPr>
              <a:spLocks noChangeShapeType="1"/>
            </p:cNvSpPr>
            <p:nvPr/>
          </p:nvSpPr>
          <p:spPr bwMode="auto">
            <a:xfrm>
              <a:off x="6707188" y="4065588"/>
              <a:ext cx="0" cy="338137"/>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35" name="Rectangle 21">
              <a:extLst>
                <a:ext uri="{FF2B5EF4-FFF2-40B4-BE49-F238E27FC236}">
                  <a16:creationId xmlns:a16="http://schemas.microsoft.com/office/drawing/2014/main" id="{BEB0DE8D-334E-42E5-BB79-3E0EF7BD1C0F}"/>
                </a:ext>
              </a:extLst>
            </p:cNvPr>
            <p:cNvSpPr>
              <a:spLocks noChangeArrowheads="1"/>
            </p:cNvSpPr>
            <p:nvPr/>
          </p:nvSpPr>
          <p:spPr bwMode="auto">
            <a:xfrm>
              <a:off x="5643095" y="4404104"/>
              <a:ext cx="1943707" cy="404663"/>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sz="1600">
                  <a:latin typeface="Arial" charset="0"/>
                  <a:cs typeface="Arial" charset="0"/>
                </a:rPr>
                <a:t>ACC=ACC+RA</a:t>
              </a:r>
              <a:endParaRPr lang="ru-RU" sz="1600">
                <a:latin typeface="Arial" charset="0"/>
                <a:cs typeface="Arial" charset="0"/>
              </a:endParaRPr>
            </a:p>
          </p:txBody>
        </p:sp>
        <p:sp>
          <p:nvSpPr>
            <p:cNvPr id="97301" name="Line 22">
              <a:extLst>
                <a:ext uri="{FF2B5EF4-FFF2-40B4-BE49-F238E27FC236}">
                  <a16:creationId xmlns:a16="http://schemas.microsoft.com/office/drawing/2014/main" id="{3E0021A7-C3A3-DC4F-8F8B-11298CEF3645}"/>
                </a:ext>
              </a:extLst>
            </p:cNvPr>
            <p:cNvSpPr>
              <a:spLocks noChangeShapeType="1"/>
            </p:cNvSpPr>
            <p:nvPr/>
          </p:nvSpPr>
          <p:spPr bwMode="auto">
            <a:xfrm flipV="1">
              <a:off x="2100263" y="4086225"/>
              <a:ext cx="92075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02" name="Line 23">
              <a:extLst>
                <a:ext uri="{FF2B5EF4-FFF2-40B4-BE49-F238E27FC236}">
                  <a16:creationId xmlns:a16="http://schemas.microsoft.com/office/drawing/2014/main" id="{57648A9A-750E-A12F-CA46-E4DC12E466A3}"/>
                </a:ext>
              </a:extLst>
            </p:cNvPr>
            <p:cNvSpPr>
              <a:spLocks noChangeShapeType="1"/>
            </p:cNvSpPr>
            <p:nvPr/>
          </p:nvSpPr>
          <p:spPr bwMode="auto">
            <a:xfrm>
              <a:off x="2124075" y="4092575"/>
              <a:ext cx="0" cy="338138"/>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38" name="Rectangle 24">
              <a:extLst>
                <a:ext uri="{FF2B5EF4-FFF2-40B4-BE49-F238E27FC236}">
                  <a16:creationId xmlns:a16="http://schemas.microsoft.com/office/drawing/2014/main" id="{5020B67E-9B00-4898-A1C8-8D8890334252}"/>
                </a:ext>
              </a:extLst>
            </p:cNvPr>
            <p:cNvSpPr>
              <a:spLocks noChangeArrowheads="1"/>
            </p:cNvSpPr>
            <p:nvPr/>
          </p:nvSpPr>
          <p:spPr bwMode="auto">
            <a:xfrm>
              <a:off x="1174750" y="4431294"/>
              <a:ext cx="2219377" cy="404664"/>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algn="ctr" eaLnBrk="1" hangingPunct="1">
                <a:defRPr/>
              </a:pPr>
              <a:r>
                <a:rPr lang="en-US" sz="1600" dirty="0">
                  <a:latin typeface="Arial" charset="0"/>
                  <a:cs typeface="Arial" charset="0"/>
                </a:rPr>
                <a:t>ACC=ACC+</a:t>
              </a:r>
              <a:r>
                <a:rPr lang="en-US" sz="1600" dirty="0">
                  <a:latin typeface="Arial" charset="0"/>
                  <a:cs typeface="Arial" charset="0"/>
                  <a:sym typeface="Symbol" pitchFamily="18" charset="2"/>
                </a:rPr>
                <a:t>~</a:t>
              </a:r>
              <a:r>
                <a:rPr lang="en-US" sz="1600" dirty="0">
                  <a:latin typeface="Arial" charset="0"/>
                  <a:cs typeface="Arial" charset="0"/>
                </a:rPr>
                <a:t>RA+1</a:t>
              </a:r>
              <a:endParaRPr lang="ru-RU" sz="1600" dirty="0">
                <a:latin typeface="Arial" charset="0"/>
                <a:cs typeface="Arial" charset="0"/>
              </a:endParaRPr>
            </a:p>
          </p:txBody>
        </p:sp>
        <p:sp>
          <p:nvSpPr>
            <p:cNvPr id="86039" name="Rectangle 25">
              <a:extLst>
                <a:ext uri="{FF2B5EF4-FFF2-40B4-BE49-F238E27FC236}">
                  <a16:creationId xmlns:a16="http://schemas.microsoft.com/office/drawing/2014/main" id="{3852A851-5E91-45F7-B306-6438E1596980}"/>
                </a:ext>
              </a:extLst>
            </p:cNvPr>
            <p:cNvSpPr>
              <a:spLocks noChangeArrowheads="1"/>
            </p:cNvSpPr>
            <p:nvPr/>
          </p:nvSpPr>
          <p:spPr bwMode="auto">
            <a:xfrm>
              <a:off x="3121572" y="5024695"/>
              <a:ext cx="2519966" cy="601398"/>
            </a:xfrm>
            <a:prstGeom prst="rect">
              <a:avLst/>
            </a:prstGeom>
            <a:solidFill>
              <a:schemeClr val="accent1">
                <a:lumMod val="60000"/>
                <a:lumOff val="40000"/>
              </a:schemeClr>
            </a:solidFill>
            <a:ln w="31750">
              <a:solidFill>
                <a:schemeClr val="tx1"/>
              </a:solidFill>
              <a:miter lim="800000"/>
              <a:headEnd/>
              <a:tailEnd/>
            </a:ln>
          </p:spPr>
          <p:txBody>
            <a:bodyPr wrap="none"/>
            <a:lstStyle/>
            <a:p>
              <a:pPr algn="ctr" eaLnBrk="1" hangingPunct="1">
                <a:defRPr/>
              </a:pPr>
              <a:r>
                <a:rPr lang="en-US" sz="1600">
                  <a:latin typeface="Arial" charset="0"/>
                  <a:cs typeface="Arial" charset="0"/>
                </a:rPr>
                <a:t>ASR(ACC, RB, RB</a:t>
              </a:r>
              <a:r>
                <a:rPr lang="en-US" sz="1600" baseline="-25000">
                  <a:latin typeface="Arial" charset="0"/>
                  <a:cs typeface="Arial" charset="0"/>
                </a:rPr>
                <a:t>-1</a:t>
              </a:r>
              <a:r>
                <a:rPr lang="en-US" sz="1600">
                  <a:latin typeface="Arial" charset="0"/>
                  <a:cs typeface="Arial" charset="0"/>
                </a:rPr>
                <a:t>)</a:t>
              </a:r>
              <a:br>
                <a:rPr lang="en-US" sz="1600">
                  <a:latin typeface="Arial" charset="0"/>
                  <a:cs typeface="Arial" charset="0"/>
                </a:rPr>
              </a:br>
              <a:r>
                <a:rPr lang="en-US" sz="1600">
                  <a:latin typeface="Arial" charset="0"/>
                  <a:cs typeface="Arial" charset="0"/>
                </a:rPr>
                <a:t>CT = CT-1</a:t>
              </a:r>
              <a:endParaRPr lang="ru-RU" sz="1600">
                <a:latin typeface="Arial" charset="0"/>
                <a:cs typeface="Arial" charset="0"/>
              </a:endParaRPr>
            </a:p>
          </p:txBody>
        </p:sp>
        <p:sp>
          <p:nvSpPr>
            <p:cNvPr id="97305" name="Line 26">
              <a:extLst>
                <a:ext uri="{FF2B5EF4-FFF2-40B4-BE49-F238E27FC236}">
                  <a16:creationId xmlns:a16="http://schemas.microsoft.com/office/drawing/2014/main" id="{AC95D194-F37C-0DF2-CF83-CD9B76214BD2}"/>
                </a:ext>
              </a:extLst>
            </p:cNvPr>
            <p:cNvSpPr>
              <a:spLocks noChangeShapeType="1"/>
            </p:cNvSpPr>
            <p:nvPr/>
          </p:nvSpPr>
          <p:spPr bwMode="auto">
            <a:xfrm>
              <a:off x="4359275" y="4429125"/>
              <a:ext cx="0" cy="573088"/>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7306" name="Line 27">
              <a:extLst>
                <a:ext uri="{FF2B5EF4-FFF2-40B4-BE49-F238E27FC236}">
                  <a16:creationId xmlns:a16="http://schemas.microsoft.com/office/drawing/2014/main" id="{41127806-D281-C2FB-CD46-22543F9DB517}"/>
                </a:ext>
              </a:extLst>
            </p:cNvPr>
            <p:cNvSpPr>
              <a:spLocks noChangeShapeType="1"/>
            </p:cNvSpPr>
            <p:nvPr/>
          </p:nvSpPr>
          <p:spPr bwMode="auto">
            <a:xfrm>
              <a:off x="3400425" y="4646613"/>
              <a:ext cx="935038"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7307" name="Line 28">
              <a:extLst>
                <a:ext uri="{FF2B5EF4-FFF2-40B4-BE49-F238E27FC236}">
                  <a16:creationId xmlns:a16="http://schemas.microsoft.com/office/drawing/2014/main" id="{CF11661A-B82F-2D7B-A210-761D0C7F2527}"/>
                </a:ext>
              </a:extLst>
            </p:cNvPr>
            <p:cNvSpPr>
              <a:spLocks noChangeShapeType="1"/>
            </p:cNvSpPr>
            <p:nvPr/>
          </p:nvSpPr>
          <p:spPr bwMode="auto">
            <a:xfrm flipV="1">
              <a:off x="5640388" y="5375275"/>
              <a:ext cx="590550"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86043" name="AutoShape 29">
              <a:extLst>
                <a:ext uri="{FF2B5EF4-FFF2-40B4-BE49-F238E27FC236}">
                  <a16:creationId xmlns:a16="http://schemas.microsoft.com/office/drawing/2014/main" id="{1DB7CA7D-217C-49FA-BED1-7C709C7CECBD}"/>
                </a:ext>
              </a:extLst>
            </p:cNvPr>
            <p:cNvSpPr>
              <a:spLocks noChangeArrowheads="1"/>
            </p:cNvSpPr>
            <p:nvPr/>
          </p:nvSpPr>
          <p:spPr bwMode="auto">
            <a:xfrm>
              <a:off x="3249283" y="1832169"/>
              <a:ext cx="2231837" cy="724556"/>
            </a:xfrm>
            <a:prstGeom prst="flowChartDecision">
              <a:avLst/>
            </a:prstGeom>
            <a:solidFill>
              <a:schemeClr val="accent1">
                <a:lumMod val="60000"/>
                <a:lumOff val="40000"/>
              </a:schemeClr>
            </a:solidFill>
            <a:ln w="22225">
              <a:solidFill>
                <a:srgbClr val="000000"/>
              </a:solidFill>
              <a:miter lim="800000"/>
              <a:headEnd/>
              <a:tailEnd/>
            </a:ln>
          </p:spPr>
          <p:txBody>
            <a:bodyPr/>
            <a:lstStyle/>
            <a:p>
              <a:pPr>
                <a:defRPr/>
              </a:pPr>
              <a:r>
                <a:rPr lang="en-US" sz="1600" dirty="0">
                  <a:latin typeface="Arial" charset="0"/>
                  <a:cs typeface="Arial" charset="0"/>
                </a:rPr>
                <a:t>Multiply?</a:t>
              </a:r>
            </a:p>
            <a:p>
              <a:pPr>
                <a:defRPr/>
              </a:pPr>
              <a:endParaRPr lang="en-US" sz="1600" dirty="0">
                <a:latin typeface="Arial" charset="0"/>
                <a:cs typeface="Arial" charset="0"/>
              </a:endParaRPr>
            </a:p>
          </p:txBody>
        </p:sp>
        <p:sp>
          <p:nvSpPr>
            <p:cNvPr id="86044" name="AutoShape 30">
              <a:extLst>
                <a:ext uri="{FF2B5EF4-FFF2-40B4-BE49-F238E27FC236}">
                  <a16:creationId xmlns:a16="http://schemas.microsoft.com/office/drawing/2014/main" id="{3E716B6F-815C-4BEA-9336-D5333FCB3C70}"/>
                </a:ext>
              </a:extLst>
            </p:cNvPr>
            <p:cNvSpPr>
              <a:spLocks noChangeArrowheads="1"/>
            </p:cNvSpPr>
            <p:nvPr/>
          </p:nvSpPr>
          <p:spPr bwMode="auto">
            <a:xfrm>
              <a:off x="6216240" y="5011900"/>
              <a:ext cx="1456222" cy="724556"/>
            </a:xfrm>
            <a:prstGeom prst="flowChartDecision">
              <a:avLst/>
            </a:prstGeom>
            <a:solidFill>
              <a:schemeClr val="accent1">
                <a:lumMod val="60000"/>
                <a:lumOff val="40000"/>
              </a:schemeClr>
            </a:solidFill>
            <a:ln w="22225">
              <a:solidFill>
                <a:srgbClr val="000000"/>
              </a:solidFill>
              <a:miter lim="800000"/>
              <a:headEnd/>
              <a:tailEnd/>
            </a:ln>
          </p:spPr>
          <p:txBody>
            <a:bodyPr/>
            <a:lstStyle/>
            <a:p>
              <a:pPr algn="ctr">
                <a:defRPr/>
              </a:pPr>
              <a:r>
                <a:rPr lang="en-US" sz="1600">
                  <a:latin typeface="Arial" charset="0"/>
                  <a:cs typeface="Arial" charset="0"/>
                </a:rPr>
                <a:t>(CT)==0?</a:t>
              </a:r>
            </a:p>
          </p:txBody>
        </p:sp>
        <p:sp>
          <p:nvSpPr>
            <p:cNvPr id="97310" name="Line 31">
              <a:extLst>
                <a:ext uri="{FF2B5EF4-FFF2-40B4-BE49-F238E27FC236}">
                  <a16:creationId xmlns:a16="http://schemas.microsoft.com/office/drawing/2014/main" id="{5F23A6FA-910C-4D15-8261-281C76BB40EB}"/>
                </a:ext>
              </a:extLst>
            </p:cNvPr>
            <p:cNvSpPr>
              <a:spLocks noChangeShapeType="1"/>
            </p:cNvSpPr>
            <p:nvPr/>
          </p:nvSpPr>
          <p:spPr bwMode="auto">
            <a:xfrm>
              <a:off x="4381500" y="4646613"/>
              <a:ext cx="1258888" cy="0"/>
            </a:xfrm>
            <a:prstGeom prst="line">
              <a:avLst/>
            </a:prstGeom>
            <a:noFill/>
            <a:ln w="31750">
              <a:solidFill>
                <a:schemeClr val="tx1"/>
              </a:solidFill>
              <a:round/>
              <a:headEnd type="triangle" w="lg" len="lg"/>
              <a:tailEnd type="none" w="lg" len="lg"/>
            </a:ln>
            <a:extLst>
              <a:ext uri="{909E8E84-426E-40DD-AFC4-6F175D3DCCD1}">
                <a14:hiddenFill xmlns:a14="http://schemas.microsoft.com/office/drawing/2010/main">
                  <a:noFill/>
                </a14:hiddenFill>
              </a:ext>
            </a:extLst>
          </p:spPr>
          <p:txBody>
            <a:bodyPr/>
            <a:lstStyle/>
            <a:p>
              <a:endParaRPr lang="en-US"/>
            </a:p>
          </p:txBody>
        </p:sp>
        <p:sp>
          <p:nvSpPr>
            <p:cNvPr id="97311" name="Line 32">
              <a:extLst>
                <a:ext uri="{FF2B5EF4-FFF2-40B4-BE49-F238E27FC236}">
                  <a16:creationId xmlns:a16="http://schemas.microsoft.com/office/drawing/2014/main" id="{2B3A3821-AABF-6F64-2BF0-FD72446FC715}"/>
                </a:ext>
              </a:extLst>
            </p:cNvPr>
            <p:cNvSpPr>
              <a:spLocks noChangeShapeType="1"/>
            </p:cNvSpPr>
            <p:nvPr/>
          </p:nvSpPr>
          <p:spPr bwMode="auto">
            <a:xfrm flipV="1">
              <a:off x="8089900" y="3534037"/>
              <a:ext cx="0" cy="1857375"/>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2" name="Line 33">
              <a:extLst>
                <a:ext uri="{FF2B5EF4-FFF2-40B4-BE49-F238E27FC236}">
                  <a16:creationId xmlns:a16="http://schemas.microsoft.com/office/drawing/2014/main" id="{6EE9C651-386B-232F-4D45-768ECAA3DC34}"/>
                </a:ext>
              </a:extLst>
            </p:cNvPr>
            <p:cNvSpPr>
              <a:spLocks noChangeShapeType="1"/>
            </p:cNvSpPr>
            <p:nvPr/>
          </p:nvSpPr>
          <p:spPr bwMode="auto">
            <a:xfrm flipH="1" flipV="1">
              <a:off x="4373563" y="3529013"/>
              <a:ext cx="3716337"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97313" name="Line 34">
              <a:extLst>
                <a:ext uri="{FF2B5EF4-FFF2-40B4-BE49-F238E27FC236}">
                  <a16:creationId xmlns:a16="http://schemas.microsoft.com/office/drawing/2014/main" id="{D9E4128E-8FFA-BA78-2269-2136FEE8B78E}"/>
                </a:ext>
              </a:extLst>
            </p:cNvPr>
            <p:cNvSpPr>
              <a:spLocks noChangeShapeType="1"/>
            </p:cNvSpPr>
            <p:nvPr/>
          </p:nvSpPr>
          <p:spPr bwMode="auto">
            <a:xfrm>
              <a:off x="6943725" y="5740463"/>
              <a:ext cx="0" cy="155448"/>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4" name="Text Box 35">
              <a:extLst>
                <a:ext uri="{FF2B5EF4-FFF2-40B4-BE49-F238E27FC236}">
                  <a16:creationId xmlns:a16="http://schemas.microsoft.com/office/drawing/2014/main" id="{CF4A11E0-590A-D5A1-1111-F3BEE4D76A30}"/>
                </a:ext>
              </a:extLst>
            </p:cNvPr>
            <p:cNvSpPr txBox="1">
              <a:spLocks noChangeArrowheads="1"/>
            </p:cNvSpPr>
            <p:nvPr/>
          </p:nvSpPr>
          <p:spPr bwMode="auto">
            <a:xfrm>
              <a:off x="6096000" y="5715000"/>
              <a:ext cx="685800" cy="3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Yes</a:t>
              </a:r>
              <a:endParaRPr lang="ru-RU" altLang="en-US" sz="1600"/>
            </a:p>
          </p:txBody>
        </p:sp>
        <p:sp>
          <p:nvSpPr>
            <p:cNvPr id="97315" name="Text Box 36">
              <a:extLst>
                <a:ext uri="{FF2B5EF4-FFF2-40B4-BE49-F238E27FC236}">
                  <a16:creationId xmlns:a16="http://schemas.microsoft.com/office/drawing/2014/main" id="{D3447AFF-DBC6-B937-74E3-F2A5B81F54DF}"/>
                </a:ext>
              </a:extLst>
            </p:cNvPr>
            <p:cNvSpPr txBox="1">
              <a:spLocks noChangeArrowheads="1"/>
            </p:cNvSpPr>
            <p:nvPr/>
          </p:nvSpPr>
          <p:spPr bwMode="auto">
            <a:xfrm>
              <a:off x="5605463" y="3729038"/>
              <a:ext cx="533400" cy="3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01</a:t>
              </a:r>
              <a:endParaRPr lang="ru-RU" altLang="en-US" sz="1600"/>
            </a:p>
          </p:txBody>
        </p:sp>
        <p:sp>
          <p:nvSpPr>
            <p:cNvPr id="97316" name="Text Box 37">
              <a:extLst>
                <a:ext uri="{FF2B5EF4-FFF2-40B4-BE49-F238E27FC236}">
                  <a16:creationId xmlns:a16="http://schemas.microsoft.com/office/drawing/2014/main" id="{AF1A3B31-8CEA-0A16-4FEA-551456C8B87C}"/>
                </a:ext>
              </a:extLst>
            </p:cNvPr>
            <p:cNvSpPr txBox="1">
              <a:spLocks noChangeArrowheads="1"/>
            </p:cNvSpPr>
            <p:nvPr/>
          </p:nvSpPr>
          <p:spPr bwMode="auto">
            <a:xfrm>
              <a:off x="2400300" y="3744913"/>
              <a:ext cx="533400" cy="3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10</a:t>
              </a:r>
              <a:endParaRPr lang="ru-RU" altLang="en-US" sz="1600"/>
            </a:p>
          </p:txBody>
        </p:sp>
        <p:sp>
          <p:nvSpPr>
            <p:cNvPr id="97317" name="Text Box 38">
              <a:extLst>
                <a:ext uri="{FF2B5EF4-FFF2-40B4-BE49-F238E27FC236}">
                  <a16:creationId xmlns:a16="http://schemas.microsoft.com/office/drawing/2014/main" id="{4D928A59-1361-B0D9-238A-653F6016CDF0}"/>
                </a:ext>
              </a:extLst>
            </p:cNvPr>
            <p:cNvSpPr txBox="1">
              <a:spLocks noChangeArrowheads="1"/>
            </p:cNvSpPr>
            <p:nvPr/>
          </p:nvSpPr>
          <p:spPr bwMode="auto">
            <a:xfrm>
              <a:off x="4462463" y="4308475"/>
              <a:ext cx="935037" cy="34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00</a:t>
              </a:r>
              <a:r>
                <a:rPr lang="en-US" altLang="en-US" sz="1600">
                  <a:sym typeface="Symbol" panose="05050102010706020507" pitchFamily="18" charset="2"/>
                </a:rPr>
                <a:t>11</a:t>
              </a:r>
            </a:p>
          </p:txBody>
        </p:sp>
        <p:sp>
          <p:nvSpPr>
            <p:cNvPr id="97318" name="Line 39">
              <a:extLst>
                <a:ext uri="{FF2B5EF4-FFF2-40B4-BE49-F238E27FC236}">
                  <a16:creationId xmlns:a16="http://schemas.microsoft.com/office/drawing/2014/main" id="{DF9F4D59-39B5-49E1-C8B3-EBAF63558620}"/>
                </a:ext>
              </a:extLst>
            </p:cNvPr>
            <p:cNvSpPr>
              <a:spLocks noChangeShapeType="1"/>
            </p:cNvSpPr>
            <p:nvPr/>
          </p:nvSpPr>
          <p:spPr bwMode="auto">
            <a:xfrm>
              <a:off x="7672388" y="5376863"/>
              <a:ext cx="431800" cy="0"/>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7319" name="Oval 6">
              <a:extLst>
                <a:ext uri="{FF2B5EF4-FFF2-40B4-BE49-F238E27FC236}">
                  <a16:creationId xmlns:a16="http://schemas.microsoft.com/office/drawing/2014/main" id="{3B66EF0F-824F-FDF9-B664-74F553C4A159}"/>
                </a:ext>
              </a:extLst>
            </p:cNvPr>
            <p:cNvSpPr>
              <a:spLocks noChangeArrowheads="1"/>
            </p:cNvSpPr>
            <p:nvPr/>
          </p:nvSpPr>
          <p:spPr bwMode="auto">
            <a:xfrm>
              <a:off x="7372600" y="5648360"/>
              <a:ext cx="1097280" cy="377355"/>
            </a:xfrm>
            <a:prstGeom prst="ellipse">
              <a:avLst/>
            </a:prstGeom>
            <a:solidFill>
              <a:schemeClr val="accent1">
                <a:lumMod val="40000"/>
                <a:lumOff val="60000"/>
              </a:schemeClr>
            </a:solidFill>
            <a:ln w="31750">
              <a:solidFill>
                <a:schemeClr val="tx1"/>
              </a:solidFill>
              <a:round/>
              <a:headEnd/>
              <a:tailEnd/>
            </a:ln>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600"/>
                <a:t>End</a:t>
              </a:r>
              <a:endParaRPr lang="ru-RU" altLang="en-US" sz="1600"/>
            </a:p>
          </p:txBody>
        </p:sp>
        <p:sp>
          <p:nvSpPr>
            <p:cNvPr id="97320" name="Line 28">
              <a:extLst>
                <a:ext uri="{FF2B5EF4-FFF2-40B4-BE49-F238E27FC236}">
                  <a16:creationId xmlns:a16="http://schemas.microsoft.com/office/drawing/2014/main" id="{19251316-AD90-4C1B-A732-F9B94B449D69}"/>
                </a:ext>
              </a:extLst>
            </p:cNvPr>
            <p:cNvSpPr>
              <a:spLocks noChangeShapeType="1"/>
            </p:cNvSpPr>
            <p:nvPr/>
          </p:nvSpPr>
          <p:spPr bwMode="auto">
            <a:xfrm flipV="1">
              <a:off x="6946075" y="5879651"/>
              <a:ext cx="457200" cy="0"/>
            </a:xfrm>
            <a:prstGeom prst="line">
              <a:avLst/>
            </a:prstGeom>
            <a:noFill/>
            <a:ln w="3175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sp>
        <p:nvSpPr>
          <p:cNvPr id="3" name="Title 2">
            <a:extLst>
              <a:ext uri="{FF2B5EF4-FFF2-40B4-BE49-F238E27FC236}">
                <a16:creationId xmlns:a16="http://schemas.microsoft.com/office/drawing/2014/main" id="{31BC43D1-0719-BAE9-C11E-936DBFE8AC86}"/>
              </a:ext>
            </a:extLst>
          </p:cNvPr>
          <p:cNvSpPr>
            <a:spLocks noGrp="1"/>
          </p:cNvSpPr>
          <p:nvPr>
            <p:ph type="title"/>
          </p:nvPr>
        </p:nvSpPr>
        <p:spPr/>
        <p:txBody>
          <a:bodyPr>
            <a:normAutofit/>
          </a:bodyPr>
          <a:lstStyle/>
          <a:p>
            <a:r>
              <a:rPr lang="en-US" dirty="0"/>
              <a:t>Booth’s Algorithm</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Text Box 62">
            <a:extLst>
              <a:ext uri="{FF2B5EF4-FFF2-40B4-BE49-F238E27FC236}">
                <a16:creationId xmlns:a16="http://schemas.microsoft.com/office/drawing/2014/main" id="{F569C22D-4D40-23E0-819E-39D4F54C412C}"/>
              </a:ext>
            </a:extLst>
          </p:cNvPr>
          <p:cNvSpPr txBox="1">
            <a:spLocks noChangeArrowheads="1"/>
          </p:cNvSpPr>
          <p:nvPr/>
        </p:nvSpPr>
        <p:spPr bwMode="auto">
          <a:xfrm>
            <a:off x="2057400" y="1905000"/>
            <a:ext cx="3024188" cy="1366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lnSpc>
                <a:spcPct val="130000"/>
              </a:lnSpc>
            </a:pPr>
            <a:r>
              <a:rPr lang="en-US" altLang="en-US" sz="2200"/>
              <a:t>A = </a:t>
            </a:r>
            <a:r>
              <a:rPr lang="en-US" altLang="en-US" sz="2200" u="sng"/>
              <a:t>1</a:t>
            </a:r>
            <a:r>
              <a:rPr lang="en-US" altLang="en-US" sz="2200"/>
              <a:t>0010110; </a:t>
            </a:r>
          </a:p>
          <a:p>
            <a:pPr eaLnBrk="1" hangingPunct="1">
              <a:lnSpc>
                <a:spcPct val="130000"/>
              </a:lnSpc>
            </a:pPr>
            <a:r>
              <a:rPr lang="en-US" altLang="en-US" sz="2200"/>
              <a:t>B = </a:t>
            </a:r>
            <a:r>
              <a:rPr lang="en-US" altLang="en-US" sz="2200" u="sng"/>
              <a:t>1</a:t>
            </a:r>
            <a:r>
              <a:rPr lang="en-US" altLang="en-US" sz="2200"/>
              <a:t>1000111; </a:t>
            </a:r>
          </a:p>
          <a:p>
            <a:pPr eaLnBrk="1" hangingPunct="1">
              <a:lnSpc>
                <a:spcPct val="130000"/>
              </a:lnSpc>
            </a:pPr>
            <a:r>
              <a:rPr lang="en-US" altLang="en-US" sz="2200"/>
              <a:t>- A = </a:t>
            </a:r>
            <a:r>
              <a:rPr lang="en-US" altLang="en-US" sz="2200" u="sng"/>
              <a:t>0</a:t>
            </a:r>
            <a:r>
              <a:rPr lang="en-US" altLang="en-US" sz="2200"/>
              <a:t>1101010;</a:t>
            </a:r>
            <a:endParaRPr lang="ru-RU" altLang="en-US" sz="2200"/>
          </a:p>
        </p:txBody>
      </p:sp>
      <p:sp>
        <p:nvSpPr>
          <p:cNvPr id="8" name="Rectangle 4">
            <a:extLst>
              <a:ext uri="{FF2B5EF4-FFF2-40B4-BE49-F238E27FC236}">
                <a16:creationId xmlns:a16="http://schemas.microsoft.com/office/drawing/2014/main" id="{0B746981-76DF-4221-BF7F-704D7B96E25E}"/>
              </a:ext>
            </a:extLst>
          </p:cNvPr>
          <p:cNvSpPr txBox="1">
            <a:spLocks noChangeArrowheads="1"/>
          </p:cNvSpPr>
          <p:nvPr/>
        </p:nvSpPr>
        <p:spPr bwMode="auto">
          <a:xfrm>
            <a:off x="1828800" y="824745"/>
            <a:ext cx="8686800" cy="1143000"/>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aphicFrame>
        <p:nvGraphicFramePr>
          <p:cNvPr id="9" name="Table 8">
            <a:extLst>
              <a:ext uri="{FF2B5EF4-FFF2-40B4-BE49-F238E27FC236}">
                <a16:creationId xmlns:a16="http://schemas.microsoft.com/office/drawing/2014/main" id="{8093BC95-4E2B-4030-9045-2CF0A1CBA2B4}"/>
              </a:ext>
            </a:extLst>
          </p:cNvPr>
          <p:cNvGraphicFramePr>
            <a:graphicFrameLocks noGrp="1"/>
          </p:cNvGraphicFramePr>
          <p:nvPr>
            <p:extLst>
              <p:ext uri="{D42A27DB-BD31-4B8C-83A1-F6EECF244321}">
                <p14:modId xmlns:p14="http://schemas.microsoft.com/office/powerpoint/2010/main" val="2984600759"/>
              </p:ext>
            </p:extLst>
          </p:nvPr>
        </p:nvGraphicFramePr>
        <p:xfrm>
          <a:off x="6096000" y="1079501"/>
          <a:ext cx="4419600" cy="5338791"/>
        </p:xfrm>
        <a:graphic>
          <a:graphicData uri="http://schemas.openxmlformats.org/drawingml/2006/table">
            <a:tbl>
              <a:tblPr firstRow="1" bandRow="1">
                <a:tableStyleId>{5C22544A-7EE6-4342-B048-85BDC9FD1C3A}</a:tableStyleId>
              </a:tblPr>
              <a:tblGrid>
                <a:gridCol w="1428750">
                  <a:extLst>
                    <a:ext uri="{9D8B030D-6E8A-4147-A177-3AD203B41FA5}">
                      <a16:colId xmlns:a16="http://schemas.microsoft.com/office/drawing/2014/main" val="20000"/>
                    </a:ext>
                  </a:extLst>
                </a:gridCol>
                <a:gridCol w="131445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762000">
                  <a:extLst>
                    <a:ext uri="{9D8B030D-6E8A-4147-A177-3AD203B41FA5}">
                      <a16:colId xmlns:a16="http://schemas.microsoft.com/office/drawing/2014/main" val="20003"/>
                    </a:ext>
                  </a:extLst>
                </a:gridCol>
              </a:tblGrid>
              <a:tr h="370803">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bg2"/>
                          </a:solidFill>
                          <a:effectLst/>
                          <a:latin typeface="Arial" charset="0"/>
                          <a:cs typeface="Arial" charset="0"/>
                        </a:rPr>
                        <a:t>Acc</a:t>
                      </a:r>
                      <a:endParaRPr kumimoji="0" lang="ru-RU" sz="1800" b="0" i="0" u="none" strike="noStrike" cap="none" normalizeH="0" baseline="0" dirty="0">
                        <a:ln>
                          <a:noFill/>
                        </a:ln>
                        <a:solidFill>
                          <a:schemeClr val="bg2"/>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bg2"/>
                          </a:solidFill>
                          <a:effectLst/>
                          <a:latin typeface="Arial" charset="0"/>
                          <a:cs typeface="Arial" charset="0"/>
                        </a:rPr>
                        <a:t>RB</a:t>
                      </a:r>
                      <a:endParaRPr kumimoji="0" lang="ru-RU" sz="1800" b="0" i="0" u="none" strike="noStrike" cap="none" normalizeH="0" baseline="0" dirty="0">
                        <a:ln>
                          <a:noFill/>
                        </a:ln>
                        <a:solidFill>
                          <a:schemeClr val="bg2"/>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a:ln>
                            <a:noFill/>
                          </a:ln>
                          <a:solidFill>
                            <a:schemeClr val="bg2"/>
                          </a:solidFill>
                          <a:effectLst/>
                          <a:latin typeface="Arial" charset="0"/>
                          <a:cs typeface="Arial" charset="0"/>
                        </a:rPr>
                        <a:t>RB</a:t>
                      </a:r>
                      <a:r>
                        <a:rPr kumimoji="0" lang="en-US" sz="1800" b="0" i="0" u="none" strike="noStrike" cap="none" normalizeH="0" baseline="-25000">
                          <a:ln>
                            <a:noFill/>
                          </a:ln>
                          <a:solidFill>
                            <a:schemeClr val="bg2"/>
                          </a:solidFill>
                          <a:effectLst/>
                          <a:latin typeface="Arial" charset="0"/>
                          <a:cs typeface="Arial" charset="0"/>
                        </a:rPr>
                        <a:t>-1</a:t>
                      </a:r>
                      <a:endParaRPr kumimoji="0" lang="ru-RU" sz="1800" b="0" i="0" u="none" strike="noStrike" cap="none" normalizeH="0" baseline="0">
                        <a:ln>
                          <a:noFill/>
                        </a:ln>
                        <a:solidFill>
                          <a:schemeClr val="bg2"/>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2000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bg2"/>
                          </a:solidFill>
                          <a:effectLst/>
                          <a:latin typeface="Arial" charset="0"/>
                          <a:cs typeface="Arial" charset="0"/>
                        </a:rPr>
                        <a:t>CT</a:t>
                      </a:r>
                      <a:endParaRPr kumimoji="0" lang="ru-RU" sz="1800" b="0" i="0" u="none" strike="noStrike" cap="none" normalizeH="0" baseline="0" dirty="0">
                        <a:ln>
                          <a:noFill/>
                        </a:ln>
                        <a:solidFill>
                          <a:schemeClr val="bg2"/>
                        </a:solidFill>
                        <a:effectLst/>
                        <a:latin typeface="Arial" charset="0"/>
                        <a:cs typeface="Arial" charset="0"/>
                      </a:endParaRPr>
                    </a:p>
                  </a:txBody>
                  <a:tcPr marT="45715" marB="45715" horzOverflow="overflow"/>
                </a:tc>
                <a:extLst>
                  <a:ext uri="{0D108BD9-81ED-4DB2-BD59-A6C34878D82A}">
                    <a16:rowId xmlns:a16="http://schemas.microsoft.com/office/drawing/2014/main" val="10000"/>
                  </a:ext>
                </a:extLst>
              </a:tr>
              <a:tr h="914380">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sng" strike="noStrike" cap="none" normalizeH="0" baseline="-25000" dirty="0">
                          <a:ln>
                            <a:noFill/>
                          </a:ln>
                          <a:solidFill>
                            <a:schemeClr val="tx1"/>
                          </a:solidFill>
                          <a:effectLst/>
                          <a:latin typeface="Arial" charset="0"/>
                          <a:cs typeface="Arial" charset="0"/>
                        </a:rPr>
                        <a:t>+</a:t>
                      </a:r>
                      <a:r>
                        <a:rPr kumimoji="0" lang="en-US" sz="1800" b="0" i="0" u="sng" strike="noStrike" cap="none" normalizeH="0" baseline="0" dirty="0">
                          <a:ln>
                            <a:noFill/>
                          </a:ln>
                          <a:solidFill>
                            <a:schemeClr val="tx1"/>
                          </a:solidFill>
                          <a:effectLst/>
                          <a:latin typeface="Arial" charset="0"/>
                          <a:cs typeface="Arial" charset="0"/>
                        </a:rPr>
                        <a:t>0</a:t>
                      </a:r>
                      <a:r>
                        <a:rPr kumimoji="0" lang="en-US" sz="1800" b="0" i="0" u="none" strike="noStrike" cap="none" normalizeH="0" baseline="0" dirty="0">
                          <a:ln>
                            <a:noFill/>
                          </a:ln>
                          <a:solidFill>
                            <a:schemeClr val="tx1"/>
                          </a:solidFill>
                          <a:effectLst/>
                          <a:latin typeface="Arial" charset="0"/>
                          <a:cs typeface="Arial" charset="0"/>
                        </a:rPr>
                        <a:t>0000000</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a:t>
                      </a:r>
                      <a:r>
                        <a:rPr kumimoji="0" lang="en-US" sz="1800" b="0" i="0" u="sng" strike="noStrike" cap="none" normalizeH="0" baseline="0" dirty="0">
                          <a:ln>
                            <a:noFill/>
                          </a:ln>
                          <a:solidFill>
                            <a:schemeClr val="tx1"/>
                          </a:solidFill>
                          <a:effectLst/>
                          <a:latin typeface="Arial" charset="0"/>
                          <a:cs typeface="Arial" charset="0"/>
                        </a:rPr>
                        <a:t>0</a:t>
                      </a:r>
                      <a:r>
                        <a:rPr kumimoji="0" lang="en-US" sz="1800" b="0" i="0" u="none" strike="noStrike" cap="none" normalizeH="0" baseline="0" dirty="0">
                          <a:ln>
                            <a:noFill/>
                          </a:ln>
                          <a:solidFill>
                            <a:schemeClr val="tx1"/>
                          </a:solidFill>
                          <a:effectLst/>
                          <a:latin typeface="Arial" charset="0"/>
                          <a:cs typeface="Arial" charset="0"/>
                        </a:rPr>
                        <a:t>1101010</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  </a:t>
                      </a:r>
                      <a:r>
                        <a:rPr kumimoji="0" lang="en-US" sz="1800" b="0" i="0" u="sng" strike="noStrike" cap="none" normalizeH="0" baseline="0" dirty="0">
                          <a:ln>
                            <a:noFill/>
                          </a:ln>
                          <a:solidFill>
                            <a:schemeClr val="tx1"/>
                          </a:solidFill>
                          <a:effectLst/>
                          <a:latin typeface="Arial" charset="0"/>
                          <a:cs typeface="Arial" charset="0"/>
                        </a:rPr>
                        <a:t>0</a:t>
                      </a:r>
                      <a:r>
                        <a:rPr kumimoji="0" lang="en-US" sz="1800" b="0" i="0" u="none" strike="noStrike" cap="none" normalizeH="0" baseline="0" dirty="0">
                          <a:ln>
                            <a:noFill/>
                          </a:ln>
                          <a:solidFill>
                            <a:schemeClr val="tx1"/>
                          </a:solidFill>
                          <a:effectLst/>
                          <a:latin typeface="Arial" charset="0"/>
                          <a:cs typeface="Arial" charset="0"/>
                        </a:rPr>
                        <a:t>1101010</a:t>
                      </a:r>
                      <a:endParaRPr kumimoji="0" lang="ru-RU" sz="1800" b="0" i="0" u="none" strike="noStrike" cap="none" normalizeH="0" baseline="0" dirty="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11000111</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endParaRPr kumimoji="0" lang="en-US" sz="1800" b="0" i="0" u="none" strike="noStrike" cap="none" normalizeH="0" baseline="0" dirty="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ru-RU" sz="1800" b="0" i="0" u="none" strike="noStrike" cap="none" normalizeH="0" baseline="0" dirty="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8</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1"/>
                  </a:ext>
                </a:extLst>
              </a:tr>
              <a:tr h="370803">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0110101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01100011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7</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2"/>
                  </a:ext>
                </a:extLst>
              </a:tr>
              <a:tr h="370803">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0011010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10110001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6</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3"/>
                  </a:ext>
                </a:extLst>
              </a:tr>
              <a:tr h="914380">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25000">
                          <a:ln>
                            <a:noFill/>
                          </a:ln>
                          <a:solidFill>
                            <a:schemeClr val="tx1"/>
                          </a:solidFill>
                          <a:effectLst/>
                          <a:latin typeface="Arial" charset="0"/>
                          <a:cs typeface="Arial" charset="0"/>
                        </a:rPr>
                        <a:t>+</a:t>
                      </a:r>
                      <a:r>
                        <a:rPr kumimoji="0" lang="en-US" sz="1800" b="0" i="0" u="sng" strike="noStrike" cap="none" normalizeH="0" baseline="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0001101</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1</a:t>
                      </a:r>
                      <a:r>
                        <a:rPr kumimoji="0" lang="en-US" sz="1800" b="0" i="0" u="none" strike="noStrike" cap="none" normalizeH="0" baseline="0">
                          <a:ln>
                            <a:noFill/>
                          </a:ln>
                          <a:solidFill>
                            <a:schemeClr val="tx1"/>
                          </a:solidFill>
                          <a:effectLst/>
                          <a:latin typeface="Arial" charset="0"/>
                          <a:cs typeface="Arial" charset="0"/>
                        </a:rPr>
                        <a:t>0010110</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1</a:t>
                      </a:r>
                      <a:r>
                        <a:rPr kumimoji="0" lang="en-US" sz="1800" b="0" i="0" u="none" strike="noStrike" cap="none" normalizeH="0" baseline="0">
                          <a:ln>
                            <a:noFill/>
                          </a:ln>
                          <a:solidFill>
                            <a:schemeClr val="tx1"/>
                          </a:solidFill>
                          <a:effectLst/>
                          <a:latin typeface="Arial" charset="0"/>
                          <a:cs typeface="Arial" charset="0"/>
                        </a:rPr>
                        <a:t>0100011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01011000</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endParaRPr kumimoji="0" 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5</a:t>
                      </a:r>
                      <a:endParaRPr kumimoji="0" lang="ru-RU" sz="1800" b="0" i="0" u="none" strike="noStrike" cap="none" normalizeH="0" baseline="0" dirty="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4"/>
                  </a:ext>
                </a:extLst>
              </a:tr>
              <a:tr h="370803">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1</a:t>
                      </a:r>
                      <a:r>
                        <a:rPr kumimoji="0" lang="en-US" sz="1800" b="0" i="0" u="none" strike="noStrike" cap="none" normalizeH="0" baseline="0">
                          <a:ln>
                            <a:noFill/>
                          </a:ln>
                          <a:solidFill>
                            <a:schemeClr val="tx1"/>
                          </a:solidFill>
                          <a:effectLst/>
                          <a:latin typeface="Arial" charset="0"/>
                          <a:cs typeface="Arial" charset="0"/>
                        </a:rPr>
                        <a:t>1010001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10101100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4</a:t>
                      </a:r>
                      <a:endParaRPr kumimoji="0" lang="ru-RU" sz="1800" b="0" i="0" u="none" strike="noStrike" cap="none" normalizeH="0" baseline="0" dirty="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5"/>
                  </a:ext>
                </a:extLst>
              </a:tr>
              <a:tr h="370803">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1</a:t>
                      </a:r>
                      <a:r>
                        <a:rPr kumimoji="0" lang="en-US" sz="1800" b="0" i="0" u="none" strike="noStrike" cap="none" normalizeH="0" baseline="0">
                          <a:ln>
                            <a:noFill/>
                          </a:ln>
                          <a:solidFill>
                            <a:schemeClr val="tx1"/>
                          </a:solidFill>
                          <a:effectLst/>
                          <a:latin typeface="Arial" charset="0"/>
                          <a:cs typeface="Arial" charset="0"/>
                        </a:rPr>
                        <a:t>1101000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11010110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3</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6"/>
                  </a:ext>
                </a:extLst>
              </a:tr>
              <a:tr h="914380">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25000">
                          <a:ln>
                            <a:noFill/>
                          </a:ln>
                          <a:solidFill>
                            <a:schemeClr val="tx1"/>
                          </a:solidFill>
                          <a:effectLst/>
                          <a:latin typeface="Arial" charset="0"/>
                          <a:cs typeface="Arial" charset="0"/>
                        </a:rPr>
                        <a:t>+</a:t>
                      </a:r>
                      <a:r>
                        <a:rPr kumimoji="0" lang="en-US" sz="1800" b="0" i="0" u="sng" strike="noStrike" cap="none" normalizeH="0" baseline="0">
                          <a:ln>
                            <a:noFill/>
                          </a:ln>
                          <a:solidFill>
                            <a:schemeClr val="tx1"/>
                          </a:solidFill>
                          <a:effectLst/>
                          <a:latin typeface="Arial" charset="0"/>
                          <a:cs typeface="Arial" charset="0"/>
                        </a:rPr>
                        <a:t>1</a:t>
                      </a:r>
                      <a:r>
                        <a:rPr kumimoji="0" lang="en-US" sz="1800" b="0" i="0" u="none" strike="noStrike" cap="none" normalizeH="0" baseline="0">
                          <a:ln>
                            <a:noFill/>
                          </a:ln>
                          <a:solidFill>
                            <a:schemeClr val="tx1"/>
                          </a:solidFill>
                          <a:effectLst/>
                          <a:latin typeface="Arial" charset="0"/>
                          <a:cs typeface="Arial" charset="0"/>
                        </a:rPr>
                        <a:t>1110100</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1101010</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1011110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01101011</a:t>
                      </a: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endParaRPr kumimoji="0" lang="en-US" sz="1800" b="0" i="0" u="none" strike="noStrike" cap="none" normalizeH="0" baseline="0" dirty="0">
                        <a:ln>
                          <a:noFill/>
                        </a:ln>
                        <a:solidFill>
                          <a:schemeClr val="tx1"/>
                        </a:solidFill>
                        <a:effectLst/>
                        <a:latin typeface="Arial" charset="0"/>
                        <a:cs typeface="Arial" charset="0"/>
                      </a:endParaRPr>
                    </a:p>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2</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7"/>
                  </a:ext>
                </a:extLst>
              </a:tr>
              <a:tr h="370803">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0101111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00110101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8"/>
                  </a:ext>
                </a:extLst>
              </a:tr>
              <a:tr h="370803">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  </a:t>
                      </a:r>
                      <a:r>
                        <a:rPr kumimoji="0" lang="en-US" sz="1800" b="0" i="0" u="sng" strike="noStrike" cap="none" normalizeH="0" baseline="0">
                          <a:ln>
                            <a:noFill/>
                          </a:ln>
                          <a:solidFill>
                            <a:schemeClr val="tx1"/>
                          </a:solidFill>
                          <a:effectLst/>
                          <a:latin typeface="Arial" charset="0"/>
                          <a:cs typeface="Arial" charset="0"/>
                        </a:rPr>
                        <a:t>0</a:t>
                      </a:r>
                      <a:r>
                        <a:rPr kumimoji="0" lang="en-US" sz="1800" b="0" i="0" u="none" strike="noStrike" cap="none" normalizeH="0" baseline="0">
                          <a:ln>
                            <a:noFill/>
                          </a:ln>
                          <a:solidFill>
                            <a:schemeClr val="tx1"/>
                          </a:solidFill>
                          <a:effectLst/>
                          <a:latin typeface="Arial" charset="0"/>
                          <a:cs typeface="Arial" charset="0"/>
                        </a:rPr>
                        <a:t>0010111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10011010</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a:ln>
                            <a:noFill/>
                          </a:ln>
                          <a:solidFill>
                            <a:schemeClr val="tx1"/>
                          </a:solidFill>
                          <a:effectLst/>
                          <a:latin typeface="Arial" charset="0"/>
                          <a:cs typeface="Arial" charset="0"/>
                        </a:rPr>
                        <a:t>1</a:t>
                      </a:r>
                      <a:endParaRPr kumimoji="0" lang="ru-RU" sz="1800" b="0" i="0" u="none" strike="noStrike" cap="none" normalizeH="0" baseline="0">
                        <a:ln>
                          <a:noFill/>
                        </a:ln>
                        <a:solidFill>
                          <a:schemeClr val="tx1"/>
                        </a:solidFill>
                        <a:effectLst/>
                        <a:latin typeface="Arial" charset="0"/>
                        <a:cs typeface="Arial" charset="0"/>
                      </a:endParaRPr>
                    </a:p>
                  </a:txBody>
                  <a:tcPr marT="45715" marB="45715" horzOverflow="overflow"/>
                </a:tc>
                <a:tc>
                  <a:txBody>
                    <a:bodyPr/>
                    <a:lstStyle/>
                    <a:p>
                      <a:pPr marL="0" marR="0" lvl="0" indent="0" algn="l" defTabSz="914400" rtl="0" eaLnBrk="1" fontAlgn="base" latinLnBrk="0" hangingPunct="1">
                        <a:lnSpc>
                          <a:spcPct val="100000"/>
                        </a:lnSpc>
                        <a:spcBef>
                          <a:spcPct val="0"/>
                        </a:spcBef>
                        <a:spcAft>
                          <a:spcPct val="0"/>
                        </a:spcAft>
                        <a:buClr>
                          <a:srgbClr val="0000FF"/>
                        </a:buClr>
                        <a:buSzPct val="100000"/>
                        <a:buFont typeface="Arial" charset="0"/>
                        <a:buNone/>
                        <a:tabLst/>
                      </a:pPr>
                      <a:r>
                        <a:rPr kumimoji="0" lang="en-US" sz="1800" b="0" i="0" u="none" strike="noStrike" cap="none" normalizeH="0" baseline="0" dirty="0">
                          <a:ln>
                            <a:noFill/>
                          </a:ln>
                          <a:solidFill>
                            <a:schemeClr val="tx1"/>
                          </a:solidFill>
                          <a:effectLst/>
                          <a:latin typeface="Arial" charset="0"/>
                          <a:cs typeface="Arial" charset="0"/>
                        </a:rPr>
                        <a:t>0</a:t>
                      </a:r>
                      <a:endParaRPr kumimoji="0" lang="ru-RU" sz="1800" b="0" i="0" u="none" strike="noStrike" cap="none" normalizeH="0" baseline="0" dirty="0">
                        <a:ln>
                          <a:noFill/>
                        </a:ln>
                        <a:solidFill>
                          <a:schemeClr val="tx1"/>
                        </a:solidFill>
                        <a:effectLst/>
                        <a:latin typeface="Arial" charset="0"/>
                        <a:cs typeface="Arial" charset="0"/>
                      </a:endParaRPr>
                    </a:p>
                  </a:txBody>
                  <a:tcPr marT="45715" marB="45715" horzOverflow="overflow"/>
                </a:tc>
                <a:extLst>
                  <a:ext uri="{0D108BD9-81ED-4DB2-BD59-A6C34878D82A}">
                    <a16:rowId xmlns:a16="http://schemas.microsoft.com/office/drawing/2014/main" val="10009"/>
                  </a:ext>
                </a:extLst>
              </a:tr>
            </a:tbl>
          </a:graphicData>
        </a:graphic>
      </p:graphicFrame>
      <p:sp>
        <p:nvSpPr>
          <p:cNvPr id="98365" name="Line 63">
            <a:extLst>
              <a:ext uri="{FF2B5EF4-FFF2-40B4-BE49-F238E27FC236}">
                <a16:creationId xmlns:a16="http://schemas.microsoft.com/office/drawing/2014/main" id="{08699E54-B415-9389-9D46-DE3680F1197A}"/>
              </a:ext>
            </a:extLst>
          </p:cNvPr>
          <p:cNvSpPr>
            <a:spLocks noChangeShapeType="1"/>
          </p:cNvSpPr>
          <p:nvPr/>
        </p:nvSpPr>
        <p:spPr bwMode="auto">
          <a:xfrm>
            <a:off x="6311900" y="2027238"/>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66" name="Line 63">
            <a:extLst>
              <a:ext uri="{FF2B5EF4-FFF2-40B4-BE49-F238E27FC236}">
                <a16:creationId xmlns:a16="http://schemas.microsoft.com/office/drawing/2014/main" id="{851B88ED-CB1F-E963-B807-7AE88B7C54A1}"/>
              </a:ext>
            </a:extLst>
          </p:cNvPr>
          <p:cNvSpPr>
            <a:spLocks noChangeShapeType="1"/>
          </p:cNvSpPr>
          <p:nvPr/>
        </p:nvSpPr>
        <p:spPr bwMode="auto">
          <a:xfrm>
            <a:off x="6210300" y="37338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8367" name="Line 63">
            <a:extLst>
              <a:ext uri="{FF2B5EF4-FFF2-40B4-BE49-F238E27FC236}">
                <a16:creationId xmlns:a16="http://schemas.microsoft.com/office/drawing/2014/main" id="{F44064B0-4B14-ECC6-2CE4-444976F80CAB}"/>
              </a:ext>
            </a:extLst>
          </p:cNvPr>
          <p:cNvSpPr>
            <a:spLocks noChangeShapeType="1"/>
          </p:cNvSpPr>
          <p:nvPr/>
        </p:nvSpPr>
        <p:spPr bwMode="auto">
          <a:xfrm>
            <a:off x="6311900" y="5511800"/>
            <a:ext cx="9906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10" name="Table 9">
            <a:extLst>
              <a:ext uri="{FF2B5EF4-FFF2-40B4-BE49-F238E27FC236}">
                <a16:creationId xmlns:a16="http://schemas.microsoft.com/office/drawing/2014/main" id="{842C2F25-003B-4623-80DE-6542F20293AA}"/>
              </a:ext>
            </a:extLst>
          </p:cNvPr>
          <p:cNvGraphicFramePr>
            <a:graphicFrameLocks noGrp="1"/>
          </p:cNvGraphicFramePr>
          <p:nvPr/>
        </p:nvGraphicFramePr>
        <p:xfrm>
          <a:off x="1981200" y="3657600"/>
          <a:ext cx="2743200" cy="1854200"/>
        </p:xfrm>
        <a:graphic>
          <a:graphicData uri="http://schemas.openxmlformats.org/drawingml/2006/table">
            <a:tbl>
              <a:tblPr firstRow="1" bandRow="1">
                <a:tableStyleId>{69CF1AB2-1976-4502-BF36-3FF5EA218861}</a:tableStyleId>
              </a:tblPr>
              <a:tblGrid>
                <a:gridCol w="1175656">
                  <a:extLst>
                    <a:ext uri="{9D8B030D-6E8A-4147-A177-3AD203B41FA5}">
                      <a16:colId xmlns:a16="http://schemas.microsoft.com/office/drawing/2014/main" val="20000"/>
                    </a:ext>
                  </a:extLst>
                </a:gridCol>
                <a:gridCol w="1567544">
                  <a:extLst>
                    <a:ext uri="{9D8B030D-6E8A-4147-A177-3AD203B41FA5}">
                      <a16:colId xmlns:a16="http://schemas.microsoft.com/office/drawing/2014/main" val="20001"/>
                    </a:ext>
                  </a:extLst>
                </a:gridCol>
              </a:tblGrid>
              <a:tr h="370840">
                <a:tc>
                  <a:txBody>
                    <a:bodyPr/>
                    <a:lstStyle/>
                    <a:p>
                      <a:r>
                        <a:rPr lang="en-US" dirty="0"/>
                        <a:t>b</a:t>
                      </a:r>
                      <a:r>
                        <a:rPr lang="en-US" baseline="-25000" dirty="0"/>
                        <a:t>0</a:t>
                      </a:r>
                      <a:r>
                        <a:rPr lang="en-US" dirty="0"/>
                        <a:t>, b</a:t>
                      </a:r>
                      <a:r>
                        <a:rPr lang="en-US" baseline="-25000" dirty="0"/>
                        <a:t>-1</a:t>
                      </a:r>
                      <a:endParaRPr lang="en-GB" dirty="0"/>
                    </a:p>
                  </a:txBody>
                  <a:tcPr/>
                </a:tc>
                <a:tc>
                  <a:txBody>
                    <a:bodyPr/>
                    <a:lstStyle/>
                    <a:p>
                      <a:r>
                        <a:rPr lang="en-US" dirty="0"/>
                        <a:t>Code (-1,0,1)</a:t>
                      </a:r>
                      <a:endParaRPr lang="en-GB" dirty="0"/>
                    </a:p>
                  </a:txBody>
                  <a:tcPr/>
                </a:tc>
                <a:extLst>
                  <a:ext uri="{0D108BD9-81ED-4DB2-BD59-A6C34878D82A}">
                    <a16:rowId xmlns:a16="http://schemas.microsoft.com/office/drawing/2014/main" val="10000"/>
                  </a:ext>
                </a:extLst>
              </a:tr>
              <a:tr h="370840">
                <a:tc>
                  <a:txBody>
                    <a:bodyPr/>
                    <a:lstStyle/>
                    <a:p>
                      <a:r>
                        <a:rPr lang="en-US" dirty="0"/>
                        <a:t>0     0</a:t>
                      </a:r>
                      <a:endParaRPr lang="en-GB" dirty="0"/>
                    </a:p>
                  </a:txBody>
                  <a:tcPr/>
                </a:tc>
                <a:tc>
                  <a:txBody>
                    <a:bodyPr/>
                    <a:lstStyle/>
                    <a:p>
                      <a:pPr algn="ctr"/>
                      <a:r>
                        <a:rPr lang="en-US" dirty="0"/>
                        <a:t>0</a:t>
                      </a:r>
                      <a:endParaRPr lang="en-GB" dirty="0"/>
                    </a:p>
                  </a:txBody>
                  <a:tcPr/>
                </a:tc>
                <a:extLst>
                  <a:ext uri="{0D108BD9-81ED-4DB2-BD59-A6C34878D82A}">
                    <a16:rowId xmlns:a16="http://schemas.microsoft.com/office/drawing/2014/main" val="10001"/>
                  </a:ext>
                </a:extLst>
              </a:tr>
              <a:tr h="370840">
                <a:tc>
                  <a:txBody>
                    <a:bodyPr/>
                    <a:lstStyle/>
                    <a:p>
                      <a:r>
                        <a:rPr lang="en-US" dirty="0"/>
                        <a:t>0     1</a:t>
                      </a:r>
                      <a:endParaRPr lang="en-GB" dirty="0"/>
                    </a:p>
                  </a:txBody>
                  <a:tcPr/>
                </a:tc>
                <a:tc>
                  <a:txBody>
                    <a:bodyPr/>
                    <a:lstStyle/>
                    <a:p>
                      <a:pPr algn="ctr"/>
                      <a:r>
                        <a:rPr lang="en-US" dirty="0"/>
                        <a:t>1</a:t>
                      </a:r>
                      <a:endParaRPr lang="en-GB" dirty="0"/>
                    </a:p>
                  </a:txBody>
                  <a:tcPr/>
                </a:tc>
                <a:extLst>
                  <a:ext uri="{0D108BD9-81ED-4DB2-BD59-A6C34878D82A}">
                    <a16:rowId xmlns:a16="http://schemas.microsoft.com/office/drawing/2014/main" val="10002"/>
                  </a:ext>
                </a:extLst>
              </a:tr>
              <a:tr h="370840">
                <a:tc>
                  <a:txBody>
                    <a:bodyPr/>
                    <a:lstStyle/>
                    <a:p>
                      <a:r>
                        <a:rPr lang="en-US" dirty="0"/>
                        <a:t>1     0</a:t>
                      </a:r>
                      <a:endParaRPr lang="en-GB" dirty="0"/>
                    </a:p>
                  </a:txBody>
                  <a:tcPr/>
                </a:tc>
                <a:tc>
                  <a:txBody>
                    <a:bodyPr/>
                    <a:lstStyle/>
                    <a:p>
                      <a:pPr algn="ctr"/>
                      <a:r>
                        <a:rPr lang="en-US" dirty="0"/>
                        <a:t>-1</a:t>
                      </a:r>
                      <a:endParaRPr lang="en-GB" dirty="0"/>
                    </a:p>
                  </a:txBody>
                  <a:tcPr/>
                </a:tc>
                <a:extLst>
                  <a:ext uri="{0D108BD9-81ED-4DB2-BD59-A6C34878D82A}">
                    <a16:rowId xmlns:a16="http://schemas.microsoft.com/office/drawing/2014/main" val="10003"/>
                  </a:ext>
                </a:extLst>
              </a:tr>
              <a:tr h="370840">
                <a:tc>
                  <a:txBody>
                    <a:bodyPr/>
                    <a:lstStyle/>
                    <a:p>
                      <a:r>
                        <a:rPr lang="en-US" dirty="0"/>
                        <a:t>1     1</a:t>
                      </a:r>
                      <a:endParaRPr lang="en-GB" dirty="0"/>
                    </a:p>
                  </a:txBody>
                  <a:tcPr/>
                </a:tc>
                <a:tc>
                  <a:txBody>
                    <a:bodyPr/>
                    <a:lstStyle/>
                    <a:p>
                      <a:pPr algn="ctr"/>
                      <a:r>
                        <a:rPr lang="en-US" dirty="0"/>
                        <a:t>0</a:t>
                      </a:r>
                      <a:endParaRPr lang="en-GB" dirty="0"/>
                    </a:p>
                  </a:txBody>
                  <a:tcPr/>
                </a:tc>
                <a:extLst>
                  <a:ext uri="{0D108BD9-81ED-4DB2-BD59-A6C34878D82A}">
                    <a16:rowId xmlns:a16="http://schemas.microsoft.com/office/drawing/2014/main" val="10004"/>
                  </a:ext>
                </a:extLst>
              </a:tr>
            </a:tbl>
          </a:graphicData>
        </a:graphic>
      </p:graphicFrame>
      <p:sp>
        <p:nvSpPr>
          <p:cNvPr id="3" name="Title 2">
            <a:extLst>
              <a:ext uri="{FF2B5EF4-FFF2-40B4-BE49-F238E27FC236}">
                <a16:creationId xmlns:a16="http://schemas.microsoft.com/office/drawing/2014/main" id="{9F8FD2E3-1E04-5324-DB61-6C8EB7018D9B}"/>
              </a:ext>
            </a:extLst>
          </p:cNvPr>
          <p:cNvSpPr>
            <a:spLocks noGrp="1"/>
          </p:cNvSpPr>
          <p:nvPr>
            <p:ph type="title"/>
          </p:nvPr>
        </p:nvSpPr>
        <p:spPr/>
        <p:txBody>
          <a:bodyPr>
            <a:normAutofit/>
          </a:bodyPr>
          <a:lstStyle/>
          <a:p>
            <a:r>
              <a:rPr lang="en-US" dirty="0"/>
              <a:t>Example</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4">
            <a:extLst>
              <a:ext uri="{FF2B5EF4-FFF2-40B4-BE49-F238E27FC236}">
                <a16:creationId xmlns:a16="http://schemas.microsoft.com/office/drawing/2014/main" id="{59F07DD4-0D4A-71A4-0F30-2FFBE63198CA}"/>
              </a:ext>
            </a:extLst>
          </p:cNvPr>
          <p:cNvSpPr>
            <a:spLocks noGrp="1" noChangeArrowheads="1"/>
          </p:cNvSpPr>
          <p:nvPr>
            <p:ph type="title"/>
          </p:nvPr>
        </p:nvSpPr>
        <p:spPr/>
        <p:txBody>
          <a:bodyPr/>
          <a:lstStyle/>
          <a:p>
            <a:r>
              <a:rPr lang="en-US" altLang="en-US"/>
              <a:t>Substantiation of the algorithm </a:t>
            </a:r>
            <a:endParaRPr lang="ru-RU" altLang="en-US"/>
          </a:p>
        </p:txBody>
      </p:sp>
      <p:sp>
        <p:nvSpPr>
          <p:cNvPr id="3" name="Text Placeholder 2">
            <a:extLst>
              <a:ext uri="{FF2B5EF4-FFF2-40B4-BE49-F238E27FC236}">
                <a16:creationId xmlns:a16="http://schemas.microsoft.com/office/drawing/2014/main" id="{56B0E139-177F-F6FA-6A5C-BD555169D14E}"/>
              </a:ext>
            </a:extLst>
          </p:cNvPr>
          <p:cNvSpPr>
            <a:spLocks noGrp="1"/>
          </p:cNvSpPr>
          <p:nvPr>
            <p:ph type="body" sz="quarter" idx="10"/>
          </p:nvPr>
        </p:nvSpPr>
        <p:spPr/>
        <p:txBody>
          <a:bodyPr/>
          <a:lstStyle/>
          <a:p>
            <a:pPr marL="365760" marR="0" lvl="0" indent="-365760" algn="l" defTabSz="914400" rtl="0" eaLnBrk="1" fontAlgn="auto" latinLnBrk="0" hangingPunct="1">
              <a:lnSpc>
                <a:spcPct val="100000"/>
              </a:lnSpc>
              <a:spcBef>
                <a:spcPts val="600"/>
              </a:spcBef>
              <a:spcAft>
                <a:spcPts val="600"/>
              </a:spcAft>
              <a:buClr>
                <a:srgbClr val="00638A"/>
              </a:buClr>
              <a:buSzPct val="75000"/>
              <a:buFont typeface="Wingdings" panose="05000000000000000000" pitchFamily="2" charset="2"/>
              <a:buChar char=""/>
              <a:tabLst/>
              <a:defRPr/>
            </a:pPr>
            <a:r>
              <a:rPr lang="en-US" sz="2200" dirty="0">
                <a:solidFill>
                  <a:srgbClr val="0000FF"/>
                </a:solidFill>
              </a:rPr>
              <a:t>B&gt;0</a:t>
            </a:r>
          </a:p>
          <a:p>
            <a:pPr eaLnBrk="1" hangingPunct="1">
              <a:defRPr/>
            </a:pPr>
            <a:r>
              <a:rPr lang="en-US" sz="2200" dirty="0"/>
              <a:t>A*(00011110)=A*(2</a:t>
            </a:r>
            <a:r>
              <a:rPr lang="en-US" sz="2200" baseline="30000" dirty="0"/>
              <a:t>4</a:t>
            </a:r>
            <a:r>
              <a:rPr lang="en-US" sz="2200" dirty="0"/>
              <a:t> +2</a:t>
            </a:r>
            <a:r>
              <a:rPr lang="en-US" sz="2200" baseline="30000" dirty="0"/>
              <a:t>3</a:t>
            </a:r>
            <a:r>
              <a:rPr lang="en-US" sz="2200" dirty="0"/>
              <a:t> +2</a:t>
            </a:r>
            <a:r>
              <a:rPr lang="en-US" sz="2200" baseline="30000" dirty="0"/>
              <a:t>2</a:t>
            </a:r>
            <a:r>
              <a:rPr lang="en-US" sz="2200" dirty="0"/>
              <a:t> +2</a:t>
            </a:r>
            <a:r>
              <a:rPr lang="en-US" sz="2200" baseline="30000" dirty="0"/>
              <a:t>1</a:t>
            </a:r>
            <a:r>
              <a:rPr lang="en-US" sz="2200" dirty="0"/>
              <a:t>) = A*30</a:t>
            </a:r>
          </a:p>
          <a:p>
            <a:pPr eaLnBrk="1" hangingPunct="1">
              <a:defRPr/>
            </a:pPr>
            <a:r>
              <a:rPr lang="en-US" sz="2200" dirty="0">
                <a:solidFill>
                  <a:srgbClr val="0000FF"/>
                </a:solidFill>
              </a:rPr>
              <a:t>The set of addition operations can be replaced only by two operations (addition and subtraction) as the following expressions take place:</a:t>
            </a:r>
          </a:p>
          <a:p>
            <a:pPr eaLnBrk="1" hangingPunct="1">
              <a:defRPr/>
            </a:pPr>
            <a:r>
              <a:rPr lang="en-US" sz="2200" dirty="0"/>
              <a:t>2</a:t>
            </a:r>
            <a:r>
              <a:rPr lang="en-US" sz="2200" baseline="30000" dirty="0"/>
              <a:t>n </a:t>
            </a:r>
            <a:r>
              <a:rPr lang="en-US" sz="2200" dirty="0"/>
              <a:t>+ 2</a:t>
            </a:r>
            <a:r>
              <a:rPr lang="en-US" sz="2200" baseline="30000" dirty="0"/>
              <a:t>n-1</a:t>
            </a:r>
            <a:r>
              <a:rPr lang="en-US" sz="2200" dirty="0"/>
              <a:t>+ . . . +2</a:t>
            </a:r>
            <a:r>
              <a:rPr lang="en-US" sz="2200" baseline="30000" dirty="0"/>
              <a:t>n-k</a:t>
            </a:r>
            <a:r>
              <a:rPr lang="en-US" sz="2200" dirty="0"/>
              <a:t> = 2</a:t>
            </a:r>
            <a:r>
              <a:rPr lang="en-US" sz="2200" baseline="30000" dirty="0"/>
              <a:t>n+1</a:t>
            </a:r>
            <a:r>
              <a:rPr lang="en-US" sz="2200" dirty="0"/>
              <a:t> – 2</a:t>
            </a:r>
            <a:r>
              <a:rPr lang="en-US" sz="2200" baseline="30000" dirty="0"/>
              <a:t>n-k</a:t>
            </a:r>
          </a:p>
          <a:p>
            <a:pPr>
              <a:defRPr/>
            </a:pPr>
            <a:r>
              <a:rPr lang="en-US" sz="2200" dirty="0"/>
              <a:t>А*(00011110)=A*(2</a:t>
            </a:r>
            <a:r>
              <a:rPr lang="en-US" sz="2200" baseline="30000" dirty="0"/>
              <a:t>5</a:t>
            </a:r>
            <a:r>
              <a:rPr lang="en-US" sz="2200" dirty="0"/>
              <a:t>-2</a:t>
            </a:r>
            <a:r>
              <a:rPr lang="en-US" sz="2200" baseline="30000" dirty="0"/>
              <a:t>1</a:t>
            </a:r>
            <a:r>
              <a:rPr lang="en-US" sz="2200" dirty="0"/>
              <a:t>)=A*30.</a:t>
            </a:r>
          </a:p>
          <a:p>
            <a:pPr>
              <a:defRPr/>
            </a:pPr>
            <a:r>
              <a:rPr lang="en-US" sz="2200" dirty="0"/>
              <a:t>This can be expanded at any number of consequently following “1s”.This algorithm is called </a:t>
            </a:r>
            <a:r>
              <a:rPr lang="en-US" sz="2200" dirty="0">
                <a:solidFill>
                  <a:srgbClr val="0000FF"/>
                </a:solidFill>
              </a:rPr>
              <a:t>Booth’s recoding</a:t>
            </a:r>
            <a:r>
              <a:rPr lang="en-US" sz="2200" dirty="0"/>
              <a:t>.</a:t>
            </a:r>
          </a:p>
          <a:p>
            <a:pPr lvl="1">
              <a:defRPr/>
            </a:pPr>
            <a:r>
              <a:rPr lang="en-US" sz="2200" dirty="0">
                <a:solidFill>
                  <a:srgbClr val="0000FF"/>
                </a:solidFill>
              </a:rPr>
              <a:t>(0,1) </a:t>
            </a:r>
            <a:r>
              <a:rPr lang="en-US" sz="2200" dirty="0">
                <a:solidFill>
                  <a:srgbClr val="0000FF"/>
                </a:solidFill>
                <a:sym typeface="Symbol" pitchFamily="18" charset="2"/>
              </a:rPr>
              <a:t> (-1,0,1)</a:t>
            </a:r>
          </a:p>
          <a:p>
            <a:pPr lvl="1" eaLnBrk="1" hangingPunct="1">
              <a:defRPr/>
            </a:pPr>
            <a:r>
              <a:rPr lang="en-US" sz="2200" dirty="0">
                <a:solidFill>
                  <a:srgbClr val="0000FF"/>
                </a:solidFill>
                <a:sym typeface="Symbol" pitchFamily="18" charset="2"/>
              </a:rPr>
              <a:t>Multiplier:  00011110  0,0,1,0,0,0, -1,0</a:t>
            </a:r>
          </a:p>
          <a:p>
            <a:pPr lvl="1" eaLnBrk="1" hangingPunct="1">
              <a:defRPr/>
            </a:pPr>
            <a:r>
              <a:rPr lang="en-US" sz="2200" dirty="0">
                <a:solidFill>
                  <a:srgbClr val="0000FF"/>
                </a:solidFill>
                <a:sym typeface="Symbol" pitchFamily="18" charset="2"/>
              </a:rPr>
              <a:t>Instead of 4 additions - 2.</a:t>
            </a:r>
          </a:p>
          <a:p>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4">
            <a:extLst>
              <a:ext uri="{FF2B5EF4-FFF2-40B4-BE49-F238E27FC236}">
                <a16:creationId xmlns:a16="http://schemas.microsoft.com/office/drawing/2014/main" id="{FE00B510-01A4-B6E0-CCD0-8E5B0A021C36}"/>
              </a:ext>
            </a:extLst>
          </p:cNvPr>
          <p:cNvSpPr>
            <a:spLocks noGrp="1" noChangeArrowheads="1"/>
          </p:cNvSpPr>
          <p:nvPr>
            <p:ph type="title"/>
          </p:nvPr>
        </p:nvSpPr>
        <p:spPr/>
        <p:txBody>
          <a:bodyPr/>
          <a:lstStyle/>
          <a:p>
            <a:r>
              <a:rPr lang="en-US" altLang="en-US"/>
              <a:t>Substantiation of the algorithm (2)</a:t>
            </a:r>
            <a:endParaRPr lang="ru-RU" altLang="en-US"/>
          </a:p>
        </p:txBody>
      </p:sp>
      <p:sp>
        <p:nvSpPr>
          <p:cNvPr id="3" name="Text Placeholder 2">
            <a:extLst>
              <a:ext uri="{FF2B5EF4-FFF2-40B4-BE49-F238E27FC236}">
                <a16:creationId xmlns:a16="http://schemas.microsoft.com/office/drawing/2014/main" id="{97B80BB1-B161-E72E-1275-D5A9860F77E2}"/>
              </a:ext>
            </a:extLst>
          </p:cNvPr>
          <p:cNvSpPr>
            <a:spLocks noGrp="1"/>
          </p:cNvSpPr>
          <p:nvPr>
            <p:ph type="body" sz="quarter" idx="10"/>
          </p:nvPr>
        </p:nvSpPr>
        <p:spPr/>
        <p:txBody>
          <a:bodyPr/>
          <a:lstStyle/>
          <a:p>
            <a:pPr eaLnBrk="1" hangingPunct="1">
              <a:defRPr/>
            </a:pPr>
            <a:r>
              <a:rPr lang="en-US" sz="1800" dirty="0"/>
              <a:t>B &lt; 0</a:t>
            </a:r>
          </a:p>
          <a:p>
            <a:pPr eaLnBrk="1" hangingPunct="1">
              <a:defRPr/>
            </a:pPr>
            <a:r>
              <a:rPr lang="en-US" sz="1800" dirty="0"/>
              <a:t>B= -2</a:t>
            </a:r>
            <a:r>
              <a:rPr lang="en-US" sz="1800" baseline="30000" dirty="0"/>
              <a:t>n-1</a:t>
            </a:r>
            <a:r>
              <a:rPr lang="en-US" sz="1800" dirty="0"/>
              <a:t> + (b</a:t>
            </a:r>
            <a:r>
              <a:rPr lang="en-US" sz="1800" baseline="-25000" dirty="0"/>
              <a:t>n-2</a:t>
            </a:r>
            <a:r>
              <a:rPr lang="en-US" sz="1800" dirty="0"/>
              <a:t>*2</a:t>
            </a:r>
            <a:r>
              <a:rPr lang="en-US" sz="1800" baseline="30000" dirty="0"/>
              <a:t>n-2</a:t>
            </a:r>
            <a:r>
              <a:rPr lang="en-US" sz="1800" dirty="0"/>
              <a:t>) +(b</a:t>
            </a:r>
            <a:r>
              <a:rPr lang="en-US" sz="1800" baseline="-25000" dirty="0"/>
              <a:t>n-3</a:t>
            </a:r>
            <a:r>
              <a:rPr lang="en-US" sz="1800" dirty="0"/>
              <a:t>*2</a:t>
            </a:r>
            <a:r>
              <a:rPr lang="en-US" sz="1800" baseline="30000" dirty="0"/>
              <a:t>n-3</a:t>
            </a:r>
            <a:r>
              <a:rPr lang="en-US" sz="1800" dirty="0"/>
              <a:t>) + . . . +(b</a:t>
            </a:r>
            <a:r>
              <a:rPr lang="en-US" sz="1800" baseline="-25000" dirty="0"/>
              <a:t>1</a:t>
            </a:r>
            <a:r>
              <a:rPr lang="en-US" sz="1800" dirty="0"/>
              <a:t>*2</a:t>
            </a:r>
            <a:r>
              <a:rPr lang="en-US" sz="1800" baseline="30000" dirty="0"/>
              <a:t>1</a:t>
            </a:r>
            <a:r>
              <a:rPr lang="en-US" sz="1800" dirty="0"/>
              <a:t>) + b</a:t>
            </a:r>
            <a:r>
              <a:rPr lang="en-US" sz="1800" baseline="-25000" dirty="0"/>
              <a:t>0</a:t>
            </a:r>
            <a:r>
              <a:rPr lang="en-US" sz="1800" dirty="0"/>
              <a:t>*2</a:t>
            </a:r>
            <a:r>
              <a:rPr lang="en-US" sz="1800" baseline="30000" dirty="0"/>
              <a:t>0</a:t>
            </a:r>
          </a:p>
          <a:p>
            <a:pPr eaLnBrk="1" hangingPunct="1">
              <a:defRPr/>
            </a:pPr>
            <a:r>
              <a:rPr lang="en-US" sz="1800" dirty="0"/>
              <a:t>Assume  B=111110b</a:t>
            </a:r>
            <a:r>
              <a:rPr lang="en-US" sz="1800" baseline="-25000" dirty="0"/>
              <a:t>k-1</a:t>
            </a:r>
            <a:r>
              <a:rPr lang="en-US" sz="1800" dirty="0"/>
              <a:t>b</a:t>
            </a:r>
            <a:r>
              <a:rPr lang="en-US" sz="1800" baseline="-25000" dirty="0"/>
              <a:t>k-2 </a:t>
            </a:r>
            <a:r>
              <a:rPr lang="en-US" sz="1800" dirty="0"/>
              <a:t>. . . b</a:t>
            </a:r>
            <a:r>
              <a:rPr lang="en-US" sz="1800" baseline="-25000" dirty="0"/>
              <a:t>1</a:t>
            </a:r>
            <a:r>
              <a:rPr lang="en-US" sz="1800" dirty="0"/>
              <a:t>b</a:t>
            </a:r>
            <a:r>
              <a:rPr lang="en-US" sz="1800" baseline="-25000" dirty="0"/>
              <a:t>0</a:t>
            </a:r>
          </a:p>
          <a:p>
            <a:pPr eaLnBrk="1" hangingPunct="1">
              <a:defRPr/>
            </a:pPr>
            <a:r>
              <a:rPr lang="en-US" sz="1800" dirty="0"/>
              <a:t>Then B= -2</a:t>
            </a:r>
            <a:r>
              <a:rPr lang="en-US" sz="1800" baseline="30000" dirty="0"/>
              <a:t>n-1</a:t>
            </a:r>
            <a:r>
              <a:rPr lang="en-US" sz="1800" dirty="0"/>
              <a:t>+2</a:t>
            </a:r>
            <a:r>
              <a:rPr lang="en-US" sz="1800" baseline="30000" dirty="0"/>
              <a:t>n-2</a:t>
            </a:r>
            <a:r>
              <a:rPr lang="en-US" sz="1800" dirty="0"/>
              <a:t>+. . .+2</a:t>
            </a:r>
            <a:r>
              <a:rPr lang="en-US" sz="1800" baseline="30000" dirty="0"/>
              <a:t>k+1</a:t>
            </a:r>
            <a:r>
              <a:rPr lang="en-US" sz="1800" dirty="0"/>
              <a:t>+b</a:t>
            </a:r>
            <a:r>
              <a:rPr lang="en-US" sz="1800" baseline="-25000" dirty="0"/>
              <a:t>k-1</a:t>
            </a:r>
            <a:r>
              <a:rPr lang="en-US" sz="1800" dirty="0"/>
              <a:t>*2</a:t>
            </a:r>
            <a:r>
              <a:rPr lang="en-US" sz="1800" baseline="30000" dirty="0"/>
              <a:t>k-1</a:t>
            </a:r>
            <a:r>
              <a:rPr lang="en-US" sz="1800" dirty="0"/>
              <a:t>+ . . .  +b</a:t>
            </a:r>
            <a:r>
              <a:rPr lang="en-US" sz="1800" baseline="-25000" dirty="0"/>
              <a:t>0</a:t>
            </a:r>
            <a:r>
              <a:rPr lang="en-US" sz="1800" dirty="0"/>
              <a:t> *2</a:t>
            </a:r>
            <a:r>
              <a:rPr lang="en-US" sz="1800" baseline="30000" dirty="0"/>
              <a:t>0</a:t>
            </a:r>
          </a:p>
          <a:p>
            <a:pPr eaLnBrk="1" hangingPunct="1">
              <a:defRPr/>
            </a:pPr>
            <a:r>
              <a:rPr lang="en-US" sz="1800" dirty="0"/>
              <a:t>2</a:t>
            </a:r>
            <a:r>
              <a:rPr lang="en-US" sz="1800" baseline="30000" dirty="0"/>
              <a:t>n-2</a:t>
            </a:r>
            <a:r>
              <a:rPr lang="en-US" sz="1800" dirty="0"/>
              <a:t> + 2</a:t>
            </a:r>
            <a:r>
              <a:rPr lang="en-US" sz="1800" baseline="30000" dirty="0"/>
              <a:t>n-3</a:t>
            </a:r>
            <a:r>
              <a:rPr lang="en-US" sz="1800" dirty="0"/>
              <a:t> + … + 2</a:t>
            </a:r>
            <a:r>
              <a:rPr lang="en-US" sz="1800" baseline="30000" dirty="0"/>
              <a:t>k+1</a:t>
            </a:r>
            <a:r>
              <a:rPr lang="en-US" sz="1800" dirty="0"/>
              <a:t> = (2</a:t>
            </a:r>
            <a:r>
              <a:rPr lang="en-US" sz="1800" baseline="30000" dirty="0"/>
              <a:t>n-2 </a:t>
            </a:r>
            <a:r>
              <a:rPr lang="en-US" sz="1800" dirty="0"/>
              <a:t>*2 - 2</a:t>
            </a:r>
            <a:r>
              <a:rPr lang="en-US" sz="1800" baseline="30000" dirty="0"/>
              <a:t>k+1</a:t>
            </a:r>
            <a:r>
              <a:rPr lang="en-US" sz="1800" dirty="0"/>
              <a:t>)/(2-1) =2</a:t>
            </a:r>
            <a:r>
              <a:rPr lang="en-US" sz="1800" baseline="30000" dirty="0"/>
              <a:t>n-1</a:t>
            </a:r>
            <a:r>
              <a:rPr lang="en-US" sz="1800" dirty="0"/>
              <a:t> – 2</a:t>
            </a:r>
            <a:r>
              <a:rPr lang="en-US" sz="1800" baseline="30000" dirty="0"/>
              <a:t>k+1</a:t>
            </a:r>
            <a:r>
              <a:rPr lang="en-US" sz="1800" dirty="0"/>
              <a:t>.</a:t>
            </a:r>
          </a:p>
          <a:p>
            <a:pPr eaLnBrk="1" hangingPunct="1">
              <a:defRPr/>
            </a:pPr>
            <a:r>
              <a:rPr lang="en-US" sz="1800" dirty="0"/>
              <a:t> (Sum  of  n-k terms of geometric progression).</a:t>
            </a:r>
          </a:p>
          <a:p>
            <a:pPr eaLnBrk="1" hangingPunct="1">
              <a:defRPr/>
            </a:pPr>
            <a:r>
              <a:rPr lang="en-US" sz="1800" dirty="0"/>
              <a:t>Hence: -2</a:t>
            </a:r>
            <a:r>
              <a:rPr lang="en-US" sz="1800" baseline="30000" dirty="0"/>
              <a:t>n-1</a:t>
            </a:r>
            <a:r>
              <a:rPr lang="en-US" sz="1800" dirty="0"/>
              <a:t> + 2</a:t>
            </a:r>
            <a:r>
              <a:rPr lang="en-US" sz="1800" baseline="30000" dirty="0"/>
              <a:t>n-1</a:t>
            </a:r>
            <a:r>
              <a:rPr lang="en-US" sz="1800" dirty="0"/>
              <a:t> – 2</a:t>
            </a:r>
            <a:r>
              <a:rPr lang="en-US" sz="1800" baseline="30000" dirty="0"/>
              <a:t>k+1</a:t>
            </a:r>
            <a:r>
              <a:rPr lang="en-US" sz="1800" dirty="0"/>
              <a:t> + b</a:t>
            </a:r>
            <a:r>
              <a:rPr lang="en-US" sz="1800" baseline="-25000" dirty="0"/>
              <a:t>k-1</a:t>
            </a:r>
            <a:r>
              <a:rPr lang="en-US" sz="1800" dirty="0"/>
              <a:t>*2</a:t>
            </a:r>
            <a:r>
              <a:rPr lang="en-US" sz="1800" baseline="30000" dirty="0"/>
              <a:t>k-1 </a:t>
            </a:r>
            <a:r>
              <a:rPr lang="en-US" sz="1800" dirty="0"/>
              <a:t>+ . . . +b</a:t>
            </a:r>
            <a:r>
              <a:rPr lang="en-US" sz="1800" baseline="-25000" dirty="0"/>
              <a:t>0</a:t>
            </a:r>
            <a:r>
              <a:rPr lang="en-US" sz="1800" dirty="0"/>
              <a:t>*2</a:t>
            </a:r>
            <a:r>
              <a:rPr lang="en-US" sz="1800" baseline="30000" dirty="0"/>
              <a:t>0</a:t>
            </a:r>
            <a:r>
              <a:rPr lang="en-US" sz="1800" dirty="0"/>
              <a:t>= B.</a:t>
            </a:r>
            <a:br>
              <a:rPr lang="en-US" sz="1800" dirty="0"/>
            </a:br>
            <a:r>
              <a:rPr lang="en-US" sz="1800" dirty="0"/>
              <a:t>For example:</a:t>
            </a:r>
          </a:p>
          <a:p>
            <a:pPr>
              <a:defRPr/>
            </a:pPr>
            <a:r>
              <a:rPr lang="en-US" sz="1800" dirty="0"/>
              <a:t>A*(11111010)=A*(-2</a:t>
            </a:r>
            <a:r>
              <a:rPr lang="en-US" sz="1800" baseline="30000" dirty="0"/>
              <a:t>3</a:t>
            </a:r>
            <a:r>
              <a:rPr lang="en-US" sz="1800" dirty="0"/>
              <a:t>+2</a:t>
            </a:r>
            <a:r>
              <a:rPr lang="en-US" sz="1800" baseline="30000" dirty="0"/>
              <a:t>2</a:t>
            </a:r>
            <a:r>
              <a:rPr lang="en-US" sz="1800" dirty="0"/>
              <a:t>-2</a:t>
            </a:r>
            <a:r>
              <a:rPr lang="en-US" sz="1800" baseline="30000" dirty="0"/>
              <a:t>1</a:t>
            </a:r>
            <a:r>
              <a:rPr lang="en-US" sz="1800" dirty="0"/>
              <a:t>); A*(11100111)= A*(-2</a:t>
            </a:r>
            <a:r>
              <a:rPr lang="en-US" sz="1800" baseline="30000" dirty="0"/>
              <a:t>5</a:t>
            </a:r>
            <a:r>
              <a:rPr lang="en-US" sz="1800" dirty="0"/>
              <a:t>+2</a:t>
            </a:r>
            <a:r>
              <a:rPr lang="en-US" sz="1800" baseline="30000" dirty="0"/>
              <a:t>3</a:t>
            </a:r>
            <a:r>
              <a:rPr lang="en-US" sz="1800" dirty="0"/>
              <a:t>-2</a:t>
            </a:r>
            <a:r>
              <a:rPr lang="en-US" sz="1800" baseline="30000" dirty="0"/>
              <a:t>0</a:t>
            </a:r>
            <a:r>
              <a:rPr lang="en-US" sz="1800" dirty="0"/>
              <a:t>).</a:t>
            </a:r>
          </a:p>
          <a:p>
            <a:pPr>
              <a:defRPr/>
            </a:pPr>
            <a:r>
              <a:rPr lang="en-US" sz="1800" dirty="0"/>
              <a:t>It is obvious that Booth’s algorithm allows using the least number of additions in comparison with the usual simplest algorithm.</a:t>
            </a:r>
          </a:p>
          <a:p>
            <a:pPr>
              <a:defRPr/>
            </a:pPr>
            <a:r>
              <a:rPr lang="en-US" sz="1800" dirty="0"/>
              <a:t>B=11111010 </a:t>
            </a:r>
            <a:r>
              <a:rPr lang="en-US" sz="1800" dirty="0">
                <a:sym typeface="Symbol" pitchFamily="18" charset="2"/>
              </a:rPr>
              <a:t> 0,0,0,0, -1,1,-1,0; B+=</a:t>
            </a:r>
            <a:r>
              <a:rPr lang="en-US" sz="1800" dirty="0"/>
              <a:t>11100111</a:t>
            </a:r>
            <a:r>
              <a:rPr lang="en-US" sz="1800" dirty="0">
                <a:sym typeface="Symbol" pitchFamily="18" charset="2"/>
              </a:rPr>
              <a:t>  0,0,-1,0,1,0,0,-1;</a:t>
            </a:r>
          </a:p>
          <a:p>
            <a:pPr>
              <a:defRPr/>
            </a:pPr>
            <a:r>
              <a:rPr lang="en-US" sz="1800" dirty="0">
                <a:sym typeface="Symbol" pitchFamily="18" charset="2"/>
              </a:rPr>
              <a:t>Instead of  6 additions 3.</a:t>
            </a:r>
          </a:p>
          <a:p>
            <a:endParaRPr lang="en-US" sz="1800" dirty="0"/>
          </a:p>
        </p:txBody>
      </p:sp>
      <p:grpSp>
        <p:nvGrpSpPr>
          <p:cNvPr id="100355" name="Group 8">
            <a:extLst>
              <a:ext uri="{FF2B5EF4-FFF2-40B4-BE49-F238E27FC236}">
                <a16:creationId xmlns:a16="http://schemas.microsoft.com/office/drawing/2014/main" id="{86399546-803D-6C01-925D-1AFCB9F910E2}"/>
              </a:ext>
            </a:extLst>
          </p:cNvPr>
          <p:cNvGrpSpPr>
            <a:grpSpLocks/>
          </p:cNvGrpSpPr>
          <p:nvPr/>
        </p:nvGrpSpPr>
        <p:grpSpPr bwMode="auto">
          <a:xfrm>
            <a:off x="1905000" y="1296988"/>
            <a:ext cx="8610600" cy="2387498"/>
            <a:chOff x="152400" y="1143000"/>
            <a:chExt cx="8920892" cy="2387140"/>
          </a:xfrm>
        </p:grpSpPr>
        <p:sp>
          <p:nvSpPr>
            <p:cNvPr id="82947" name="Text Box 5">
              <a:extLst>
                <a:ext uri="{FF2B5EF4-FFF2-40B4-BE49-F238E27FC236}">
                  <a16:creationId xmlns:a16="http://schemas.microsoft.com/office/drawing/2014/main" id="{C2038432-81A7-4C8A-A89F-54EE8EA94ECA}"/>
                </a:ext>
              </a:extLst>
            </p:cNvPr>
            <p:cNvSpPr txBox="1">
              <a:spLocks noChangeArrowheads="1"/>
            </p:cNvSpPr>
            <p:nvPr/>
          </p:nvSpPr>
          <p:spPr bwMode="auto">
            <a:xfrm>
              <a:off x="152400" y="1143000"/>
              <a:ext cx="8920892" cy="430822"/>
            </a:xfrm>
            <a:prstGeom prst="rect">
              <a:avLst/>
            </a:prstGeom>
            <a:noFill/>
            <a:ln w="9525">
              <a:noFill/>
              <a:miter lim="800000"/>
              <a:headEnd/>
              <a:tailEnd/>
            </a:ln>
          </p:spPr>
          <p:txBody>
            <a:bodyPr>
              <a:spAutoFit/>
            </a:bodyPr>
            <a:lstStyle/>
            <a:p>
              <a:pPr marL="344488" indent="-344488">
                <a:buClr>
                  <a:schemeClr val="accent1"/>
                </a:buClr>
                <a:buFont typeface="+mj-lt"/>
                <a:buAutoNum type="arabicPeriod" startAt="2"/>
                <a:defRPr/>
              </a:pPr>
              <a:endParaRPr lang="en-US" sz="2200" dirty="0">
                <a:sym typeface="Symbol" pitchFamily="18" charset="2"/>
              </a:endParaRPr>
            </a:p>
          </p:txBody>
        </p:sp>
        <p:cxnSp>
          <p:nvCxnSpPr>
            <p:cNvPr id="100357" name="Straight Connector 4">
              <a:extLst>
                <a:ext uri="{FF2B5EF4-FFF2-40B4-BE49-F238E27FC236}">
                  <a16:creationId xmlns:a16="http://schemas.microsoft.com/office/drawing/2014/main" id="{4BF220F9-F967-8221-1931-D7F08922A1EF}"/>
                </a:ext>
              </a:extLst>
            </p:cNvPr>
            <p:cNvCxnSpPr>
              <a:cxnSpLocks noChangeShapeType="1"/>
            </p:cNvCxnSpPr>
            <p:nvPr/>
          </p:nvCxnSpPr>
          <p:spPr bwMode="auto">
            <a:xfrm rot="5400000" flipH="1" flipV="1">
              <a:off x="1371600" y="3241965"/>
              <a:ext cx="27432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0358" name="Straight Connector 6">
              <a:extLst>
                <a:ext uri="{FF2B5EF4-FFF2-40B4-BE49-F238E27FC236}">
                  <a16:creationId xmlns:a16="http://schemas.microsoft.com/office/drawing/2014/main" id="{86DEFAFE-CA9E-4BC7-AAB4-0C3F5F0F93FE}"/>
                </a:ext>
              </a:extLst>
            </p:cNvPr>
            <p:cNvCxnSpPr>
              <a:cxnSpLocks noChangeShapeType="1"/>
            </p:cNvCxnSpPr>
            <p:nvPr/>
          </p:nvCxnSpPr>
          <p:spPr bwMode="auto">
            <a:xfrm rot="5400000" flipH="1" flipV="1">
              <a:off x="2133600" y="3255820"/>
              <a:ext cx="274320" cy="27432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2D223C64-9135-4333-BA80-5828F0D11790}"/>
              </a:ext>
            </a:extLst>
          </p:cNvPr>
          <p:cNvSpPr txBox="1">
            <a:spLocks noChangeArrowheads="1"/>
          </p:cNvSpPr>
          <p:nvPr/>
        </p:nvSpPr>
        <p:spPr bwMode="auto">
          <a:xfrm>
            <a:off x="1981200" y="277814"/>
            <a:ext cx="8229600" cy="1139825"/>
          </a:xfrm>
          <a:prstGeom prst="rect">
            <a:avLst/>
          </a:prstGeom>
          <a:noFill/>
          <a:ln w="9525">
            <a:noFill/>
            <a:miter lim="800000"/>
            <a:headEnd/>
            <a:tailEnd/>
          </a:ln>
        </p:spPr>
        <p:txBody>
          <a:bodyPr/>
          <a:lstStyle/>
          <a:p>
            <a:pPr eaLnBrk="1" hangingPunct="1">
              <a:defRPr/>
            </a:pPr>
            <a:endParaRPr lang="ru-RU" sz="3200" b="1" kern="0" dirty="0">
              <a:latin typeface="+mj-lt"/>
              <a:ea typeface="+mj-ea"/>
              <a:cs typeface="+mj-cs"/>
            </a:endParaRPr>
          </a:p>
        </p:txBody>
      </p:sp>
      <p:sp>
        <p:nvSpPr>
          <p:cNvPr id="101379" name="Title 6">
            <a:extLst>
              <a:ext uri="{FF2B5EF4-FFF2-40B4-BE49-F238E27FC236}">
                <a16:creationId xmlns:a16="http://schemas.microsoft.com/office/drawing/2014/main" id="{9382714A-4BC8-FEB8-1E94-0B235ACF6D98}"/>
              </a:ext>
            </a:extLst>
          </p:cNvPr>
          <p:cNvSpPr>
            <a:spLocks noGrp="1" noChangeArrowheads="1"/>
          </p:cNvSpPr>
          <p:nvPr>
            <p:ph type="title"/>
          </p:nvPr>
        </p:nvSpPr>
        <p:spPr/>
        <p:txBody>
          <a:bodyPr>
            <a:normAutofit/>
          </a:bodyPr>
          <a:lstStyle/>
          <a:p>
            <a:r>
              <a:rPr lang="en-US" altLang="en-US" dirty="0"/>
              <a:t>Booth Multiplier in Verilog</a:t>
            </a:r>
          </a:p>
        </p:txBody>
      </p:sp>
      <p:sp>
        <p:nvSpPr>
          <p:cNvPr id="91140" name="Content Placeholder 5">
            <a:extLst>
              <a:ext uri="{FF2B5EF4-FFF2-40B4-BE49-F238E27FC236}">
                <a16:creationId xmlns:a16="http://schemas.microsoft.com/office/drawing/2014/main" id="{A5C41A49-EB33-4D37-B8BD-ED0623002022}"/>
              </a:ext>
            </a:extLst>
          </p:cNvPr>
          <p:cNvSpPr>
            <a:spLocks noGrp="1"/>
          </p:cNvSpPr>
          <p:nvPr>
            <p:ph type="body" sz="quarter" idx="13"/>
          </p:nvPr>
        </p:nvSpPr>
        <p:spPr>
          <a:solidFill>
            <a:schemeClr val="accent1">
              <a:lumMod val="20000"/>
              <a:lumOff val="80000"/>
            </a:schemeClr>
          </a:solidFill>
        </p:spPr>
        <p:txBody>
          <a:bodyPr/>
          <a:lstStyle/>
          <a:p>
            <a:pPr marL="0" indent="0">
              <a:buNone/>
            </a:pPr>
            <a:r>
              <a:rPr lang="en-US" sz="1800" dirty="0"/>
              <a:t>module </a:t>
            </a:r>
            <a:r>
              <a:rPr lang="en-US" sz="1800" dirty="0" err="1"/>
              <a:t>Booth_multiplier</a:t>
            </a:r>
            <a:r>
              <a:rPr lang="en-US" sz="1800" dirty="0"/>
              <a:t>(</a:t>
            </a:r>
            <a:r>
              <a:rPr lang="en-US" sz="1800" dirty="0" err="1"/>
              <a:t>a,b,clock</a:t>
            </a:r>
            <a:r>
              <a:rPr lang="en-US" sz="1800" dirty="0"/>
              <a:t>,</a:t>
            </a:r>
          </a:p>
          <a:p>
            <a:pPr marL="0" indent="0">
              <a:buNone/>
            </a:pPr>
            <a:r>
              <a:rPr lang="en-US" sz="1800" dirty="0"/>
              <a:t>start, </a:t>
            </a:r>
            <a:r>
              <a:rPr lang="en-US" sz="1800" dirty="0" err="1"/>
              <a:t>ready,result</a:t>
            </a:r>
            <a:r>
              <a:rPr lang="en-US" sz="1800" dirty="0"/>
              <a:t>);</a:t>
            </a:r>
            <a:br>
              <a:rPr lang="en-US" sz="1800" dirty="0"/>
            </a:br>
            <a:r>
              <a:rPr lang="en-US" sz="1800" dirty="0"/>
              <a:t>parameter n=16;</a:t>
            </a:r>
            <a:br>
              <a:rPr lang="en-US" sz="1800" dirty="0"/>
            </a:br>
            <a:r>
              <a:rPr lang="en-US" sz="1800" dirty="0"/>
              <a:t>input [n-1:0] </a:t>
            </a:r>
            <a:r>
              <a:rPr lang="en-US" sz="1800" dirty="0" err="1"/>
              <a:t>a,b</a:t>
            </a:r>
            <a:r>
              <a:rPr lang="en-US" sz="1800" dirty="0"/>
              <a:t>;</a:t>
            </a:r>
            <a:br>
              <a:rPr lang="en-US" sz="1800" dirty="0"/>
            </a:br>
            <a:r>
              <a:rPr lang="en-US" sz="1800" dirty="0"/>
              <a:t>input clock, start;</a:t>
            </a:r>
            <a:br>
              <a:rPr lang="en-US" sz="1800" dirty="0"/>
            </a:br>
            <a:r>
              <a:rPr lang="en-US" sz="1800" dirty="0"/>
              <a:t>output </a:t>
            </a:r>
            <a:r>
              <a:rPr lang="en-US" sz="1800" dirty="0" err="1"/>
              <a:t>reg</a:t>
            </a:r>
            <a:r>
              <a:rPr lang="en-US" sz="1800" dirty="0"/>
              <a:t> [2*n-1:0] result;</a:t>
            </a:r>
            <a:br>
              <a:rPr lang="en-US" sz="1800" dirty="0"/>
            </a:br>
            <a:r>
              <a:rPr lang="en-US" sz="1800" dirty="0"/>
              <a:t>output </a:t>
            </a:r>
            <a:r>
              <a:rPr lang="en-US" sz="1800" dirty="0" err="1"/>
              <a:t>reg</a:t>
            </a:r>
            <a:r>
              <a:rPr lang="en-US" sz="1800" dirty="0"/>
              <a:t> ready;</a:t>
            </a:r>
            <a:br>
              <a:rPr lang="en-US" sz="1800" dirty="0"/>
            </a:br>
            <a:r>
              <a:rPr lang="en-US" sz="1800" dirty="0" err="1"/>
              <a:t>reg</a:t>
            </a:r>
            <a:r>
              <a:rPr lang="en-US" sz="1800" dirty="0"/>
              <a:t>[n-1:0] </a:t>
            </a:r>
            <a:r>
              <a:rPr lang="en-US" sz="1800" dirty="0" err="1"/>
              <a:t>acc,ra,rb</a:t>
            </a:r>
            <a:r>
              <a:rPr lang="en-US" sz="1800" dirty="0"/>
              <a:t>;</a:t>
            </a:r>
            <a:br>
              <a:rPr lang="en-US" sz="1800" dirty="0"/>
            </a:br>
            <a:r>
              <a:rPr lang="en-US" sz="1800" dirty="0" err="1"/>
              <a:t>reg</a:t>
            </a:r>
            <a:r>
              <a:rPr lang="en-US" sz="1800" dirty="0"/>
              <a:t> q;</a:t>
            </a:r>
            <a:br>
              <a:rPr lang="en-US" sz="1800" dirty="0"/>
            </a:br>
            <a:r>
              <a:rPr lang="en-US" sz="1800" dirty="0"/>
              <a:t>always@(</a:t>
            </a:r>
            <a:r>
              <a:rPr lang="en-US" sz="1800" dirty="0" err="1"/>
              <a:t>posedge</a:t>
            </a:r>
            <a:r>
              <a:rPr lang="en-US" sz="1800" dirty="0"/>
              <a:t> start)</a:t>
            </a:r>
            <a:br>
              <a:rPr lang="en-US" sz="1800" dirty="0"/>
            </a:br>
            <a:r>
              <a:rPr lang="en-US" sz="1800" dirty="0"/>
              <a:t>begin</a:t>
            </a:r>
            <a:br>
              <a:rPr lang="en-US" sz="1800" dirty="0"/>
            </a:br>
            <a:r>
              <a:rPr lang="en-US" sz="1800" dirty="0" err="1"/>
              <a:t>ra</a:t>
            </a:r>
            <a:r>
              <a:rPr lang="en-US" sz="1800" dirty="0"/>
              <a:t> =a;</a:t>
            </a:r>
            <a:br>
              <a:rPr lang="en-US" sz="1800" dirty="0"/>
            </a:br>
            <a:r>
              <a:rPr lang="en-US" sz="1800" dirty="0" err="1"/>
              <a:t>rb</a:t>
            </a:r>
            <a:r>
              <a:rPr lang="en-US" sz="1800" dirty="0"/>
              <a:t>=b;</a:t>
            </a:r>
            <a:br>
              <a:rPr lang="en-US" sz="1800" dirty="0"/>
            </a:br>
            <a:r>
              <a:rPr lang="en-US" sz="1800" dirty="0"/>
              <a:t>acc=0;</a:t>
            </a:r>
            <a:br>
              <a:rPr lang="en-US" sz="1800" dirty="0"/>
            </a:br>
            <a:r>
              <a:rPr lang="en-US" sz="1800" dirty="0"/>
              <a:t>q=0; ready=0;</a:t>
            </a:r>
            <a:endParaRPr lang="ru-RU" sz="1800" dirty="0"/>
          </a:p>
          <a:p>
            <a:pPr marL="0" indent="0">
              <a:buNone/>
            </a:pPr>
            <a:endParaRPr lang="en-US" sz="1800" dirty="0"/>
          </a:p>
        </p:txBody>
      </p:sp>
      <p:sp>
        <p:nvSpPr>
          <p:cNvPr id="5" name="Content Placeholder 5">
            <a:extLst>
              <a:ext uri="{FF2B5EF4-FFF2-40B4-BE49-F238E27FC236}">
                <a16:creationId xmlns:a16="http://schemas.microsoft.com/office/drawing/2014/main" id="{77BB31F4-1034-4D61-AD1A-732E32E6AE4F}"/>
              </a:ext>
            </a:extLst>
          </p:cNvPr>
          <p:cNvSpPr txBox="1">
            <a:spLocks/>
          </p:cNvSpPr>
          <p:nvPr/>
        </p:nvSpPr>
        <p:spPr bwMode="auto">
          <a:xfrm>
            <a:off x="7505700" y="1646238"/>
            <a:ext cx="4267200" cy="4114800"/>
          </a:xfrm>
          <a:prstGeom prst="rect">
            <a:avLst/>
          </a:prstGeom>
          <a:solidFill>
            <a:schemeClr val="accent1">
              <a:lumMod val="20000"/>
              <a:lumOff val="80000"/>
            </a:schemeClr>
          </a:solidFill>
          <a:ln w="9525">
            <a:noFill/>
            <a:miter lim="800000"/>
            <a:headEnd/>
            <a:tailEnd/>
          </a:ln>
        </p:spPr>
        <p:txBody>
          <a:bodyPr/>
          <a:lstStyle/>
          <a:p>
            <a:pPr marL="342900" indent="-342900">
              <a:spcBef>
                <a:spcPts val="432"/>
              </a:spcBef>
              <a:buClr>
                <a:schemeClr val="accent1"/>
              </a:buClr>
              <a:buSzPct val="65000"/>
              <a:defRPr/>
            </a:pPr>
            <a:r>
              <a:rPr lang="en-US" sz="1600" kern="0" dirty="0">
                <a:solidFill>
                  <a:srgbClr val="0000FF"/>
                </a:solidFill>
              </a:rPr>
              <a:t>repeat</a:t>
            </a:r>
            <a:r>
              <a:rPr lang="en-US" sz="1600" kern="0" dirty="0"/>
              <a:t> (n)</a:t>
            </a:r>
            <a:br>
              <a:rPr lang="en-US" sz="1600" kern="0" dirty="0"/>
            </a:br>
            <a:r>
              <a:rPr lang="en-US" sz="1600" kern="0" dirty="0">
                <a:solidFill>
                  <a:srgbClr val="0000FF"/>
                </a:solidFill>
              </a:rPr>
              <a:t>begin</a:t>
            </a:r>
            <a:br>
              <a:rPr lang="en-US" sz="1600" kern="0" dirty="0"/>
            </a:br>
            <a:r>
              <a:rPr lang="en-US" sz="1600" kern="0" dirty="0"/>
              <a:t>@(</a:t>
            </a:r>
            <a:r>
              <a:rPr lang="en-US" sz="1600" kern="0" dirty="0" err="1"/>
              <a:t>posedge</a:t>
            </a:r>
            <a:r>
              <a:rPr lang="en-US" sz="1600" kern="0" dirty="0"/>
              <a:t> clock)</a:t>
            </a:r>
            <a:br>
              <a:rPr lang="en-US" sz="1600" kern="0" dirty="0"/>
            </a:br>
            <a:r>
              <a:rPr lang="en-US" sz="1600" kern="0" dirty="0"/>
              <a:t> </a:t>
            </a:r>
            <a:r>
              <a:rPr lang="en-US" sz="1600" kern="0" dirty="0">
                <a:solidFill>
                  <a:srgbClr val="0000FF"/>
                </a:solidFill>
              </a:rPr>
              <a:t>if</a:t>
            </a:r>
            <a:r>
              <a:rPr lang="en-US" sz="1600" kern="0" dirty="0"/>
              <a:t>(</a:t>
            </a:r>
            <a:r>
              <a:rPr lang="en-US" sz="1600" kern="0" dirty="0" err="1"/>
              <a:t>rb</a:t>
            </a:r>
            <a:r>
              <a:rPr lang="en-US" sz="1600" kern="0" dirty="0"/>
              <a:t>[0]!==q)</a:t>
            </a:r>
            <a:br>
              <a:rPr lang="en-US" sz="1600" kern="0" dirty="0"/>
            </a:br>
            <a:r>
              <a:rPr lang="en-US" sz="1600" kern="0" dirty="0"/>
              <a:t> begin </a:t>
            </a:r>
            <a:r>
              <a:rPr lang="en-US" sz="1600" kern="0" dirty="0">
                <a:solidFill>
                  <a:srgbClr val="0000FF"/>
                </a:solidFill>
              </a:rPr>
              <a:t>if</a:t>
            </a:r>
            <a:r>
              <a:rPr lang="en-US" sz="1600" kern="0" dirty="0"/>
              <a:t>(q)</a:t>
            </a:r>
            <a:br>
              <a:rPr lang="en-US" sz="1600" kern="0" dirty="0"/>
            </a:br>
            <a:r>
              <a:rPr lang="en-US" sz="1600" kern="0" dirty="0"/>
              <a:t> acc=</a:t>
            </a:r>
            <a:r>
              <a:rPr lang="en-US" sz="1600" kern="0" dirty="0" err="1"/>
              <a:t>acc+ra</a:t>
            </a:r>
            <a:r>
              <a:rPr lang="en-US" sz="1600" kern="0" dirty="0"/>
              <a:t>;</a:t>
            </a:r>
            <a:br>
              <a:rPr lang="en-US" sz="1600" kern="0" dirty="0"/>
            </a:br>
            <a:r>
              <a:rPr lang="en-US" sz="1600" kern="0" dirty="0"/>
              <a:t> </a:t>
            </a:r>
            <a:r>
              <a:rPr lang="en-US" sz="1600" kern="0" dirty="0">
                <a:solidFill>
                  <a:srgbClr val="0000FF"/>
                </a:solidFill>
              </a:rPr>
              <a:t>else</a:t>
            </a:r>
            <a:r>
              <a:rPr lang="en-US" sz="1600" kern="0" dirty="0"/>
              <a:t> acc=acc-</a:t>
            </a:r>
            <a:r>
              <a:rPr lang="en-US" sz="1600" kern="0" dirty="0" err="1"/>
              <a:t>ra</a:t>
            </a:r>
            <a:r>
              <a:rPr lang="en-US" sz="1600" kern="0" dirty="0"/>
              <a:t>;</a:t>
            </a:r>
            <a:br>
              <a:rPr lang="en-US" sz="1600" kern="0" dirty="0"/>
            </a:br>
            <a:r>
              <a:rPr lang="en-US" sz="1600" kern="0" dirty="0"/>
              <a:t> </a:t>
            </a:r>
            <a:r>
              <a:rPr lang="en-US" sz="1600" kern="0" dirty="0">
                <a:solidFill>
                  <a:srgbClr val="0000FF"/>
                </a:solidFill>
              </a:rPr>
              <a:t>end</a:t>
            </a:r>
            <a:br>
              <a:rPr lang="en-US" sz="1600" kern="0" dirty="0"/>
            </a:br>
            <a:r>
              <a:rPr lang="en-US" sz="1600" kern="0" dirty="0"/>
              <a:t> q=</a:t>
            </a:r>
            <a:r>
              <a:rPr lang="en-US" sz="1600" kern="0" dirty="0" err="1"/>
              <a:t>rb</a:t>
            </a:r>
            <a:r>
              <a:rPr lang="en-US" sz="1600" kern="0" dirty="0"/>
              <a:t>[0];</a:t>
            </a:r>
            <a:br>
              <a:rPr lang="en-US" sz="1600" kern="0" dirty="0"/>
            </a:br>
            <a:r>
              <a:rPr lang="en-US" sz="1600" kern="0" dirty="0"/>
              <a:t> </a:t>
            </a:r>
            <a:r>
              <a:rPr lang="en-US" sz="1600" kern="0" dirty="0" err="1"/>
              <a:t>rb</a:t>
            </a:r>
            <a:r>
              <a:rPr lang="en-US" sz="1600" kern="0" dirty="0"/>
              <a:t>={acc[0],</a:t>
            </a:r>
            <a:r>
              <a:rPr lang="en-US" sz="1600" kern="0" dirty="0" err="1"/>
              <a:t>rb</a:t>
            </a:r>
            <a:r>
              <a:rPr lang="en-US" sz="1600" kern="0" dirty="0"/>
              <a:t>[n-1:1]};</a:t>
            </a:r>
          </a:p>
          <a:p>
            <a:pPr marL="342900" indent="-342900">
              <a:spcBef>
                <a:spcPts val="432"/>
              </a:spcBef>
              <a:buClr>
                <a:schemeClr val="accent1"/>
              </a:buClr>
              <a:buSzPct val="65000"/>
              <a:defRPr/>
            </a:pPr>
            <a:r>
              <a:rPr lang="en-US" sz="1600" kern="0" dirty="0"/>
              <a:t>acc={acc[n-1],acc[n-1:1]};//</a:t>
            </a:r>
            <a:r>
              <a:rPr lang="en-US" sz="1600" kern="0" dirty="0" err="1"/>
              <a:t>arithm</a:t>
            </a:r>
            <a:r>
              <a:rPr lang="en-US" sz="1600" kern="0" dirty="0"/>
              <a:t>. shift right</a:t>
            </a:r>
            <a:br>
              <a:rPr lang="en-US" sz="1600" kern="0" dirty="0"/>
            </a:br>
            <a:r>
              <a:rPr lang="en-US" sz="1600" kern="0" dirty="0"/>
              <a:t> </a:t>
            </a:r>
            <a:r>
              <a:rPr lang="en-US" sz="1600" kern="0" dirty="0">
                <a:solidFill>
                  <a:srgbClr val="0000FF"/>
                </a:solidFill>
              </a:rPr>
              <a:t>end</a:t>
            </a:r>
            <a:br>
              <a:rPr lang="en-US" sz="1600" kern="0" dirty="0"/>
            </a:br>
            <a:r>
              <a:rPr lang="en-US" sz="1600" kern="0" dirty="0"/>
              <a:t> result={</a:t>
            </a:r>
            <a:r>
              <a:rPr lang="en-US" sz="1600" kern="0" dirty="0" err="1"/>
              <a:t>acc,rb</a:t>
            </a:r>
            <a:r>
              <a:rPr lang="en-US" sz="1600" kern="0" dirty="0"/>
              <a:t>};</a:t>
            </a:r>
            <a:br>
              <a:rPr lang="en-US" sz="1600" kern="0" dirty="0"/>
            </a:br>
            <a:r>
              <a:rPr lang="en-US" sz="1600" kern="0" dirty="0"/>
              <a:t> ready =1;</a:t>
            </a:r>
            <a:br>
              <a:rPr lang="en-US" sz="1600" kern="0" dirty="0"/>
            </a:br>
            <a:r>
              <a:rPr lang="en-US" sz="1600" kern="0" dirty="0"/>
              <a:t> </a:t>
            </a:r>
            <a:r>
              <a:rPr lang="en-US" sz="1600" kern="0" dirty="0">
                <a:solidFill>
                  <a:srgbClr val="0000FF"/>
                </a:solidFill>
              </a:rPr>
              <a:t>end</a:t>
            </a:r>
            <a:br>
              <a:rPr lang="en-US" sz="1600" kern="0" dirty="0"/>
            </a:br>
            <a:r>
              <a:rPr lang="en-US" sz="1600" kern="0" dirty="0"/>
              <a:t> </a:t>
            </a:r>
            <a:r>
              <a:rPr lang="en-US" sz="1600" kern="0" dirty="0" err="1">
                <a:solidFill>
                  <a:srgbClr val="0000FF"/>
                </a:solidFill>
              </a:rPr>
              <a:t>endmodule</a:t>
            </a:r>
            <a:r>
              <a:rPr lang="en-US" sz="1600" kern="0" dirty="0"/>
              <a:t>//</a:t>
            </a:r>
            <a:r>
              <a:rPr lang="en-US" sz="1600" kern="0" dirty="0" err="1"/>
              <a:t>Booth_multiplier</a:t>
            </a:r>
            <a:endParaRPr lang="ru-RU" sz="1600" kern="0" dirty="0"/>
          </a:p>
          <a:p>
            <a:pPr marL="342900" indent="-342900">
              <a:spcBef>
                <a:spcPts val="432"/>
              </a:spcBef>
              <a:buClr>
                <a:schemeClr val="accent1"/>
              </a:buClr>
              <a:buSzPct val="65000"/>
              <a:defRPr/>
            </a:pPr>
            <a:endParaRPr lang="en-US" sz="1600" kern="0" dirty="0"/>
          </a:p>
        </p:txBody>
      </p:sp>
      <p:sp>
        <p:nvSpPr>
          <p:cNvPr id="101382" name="Right Arrow 5">
            <a:extLst>
              <a:ext uri="{FF2B5EF4-FFF2-40B4-BE49-F238E27FC236}">
                <a16:creationId xmlns:a16="http://schemas.microsoft.com/office/drawing/2014/main" id="{C7B3B8B8-EE3F-173F-6236-74DA325F48DE}"/>
              </a:ext>
            </a:extLst>
          </p:cNvPr>
          <p:cNvSpPr>
            <a:spLocks noChangeArrowheads="1"/>
          </p:cNvSpPr>
          <p:nvPr/>
        </p:nvSpPr>
        <p:spPr bwMode="auto">
          <a:xfrm>
            <a:off x="6640513" y="3648028"/>
            <a:ext cx="457200" cy="274638"/>
          </a:xfrm>
          <a:prstGeom prst="rightArrow">
            <a:avLst>
              <a:gd name="adj1" fmla="val 50000"/>
              <a:gd name="adj2" fmla="val 49942"/>
            </a:avLst>
          </a:prstGeom>
          <a:solidFill>
            <a:schemeClr val="accent1"/>
          </a:solidFill>
          <a:ln w="9525" algn="ctr">
            <a:solidFill>
              <a:schemeClr val="tx1"/>
            </a:solidFill>
            <a:round/>
            <a:headEnd/>
            <a:tailEnd/>
          </a:ln>
        </p:spPr>
        <p:txBody>
          <a:bodyPr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sz="180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2CAEAADA-EABC-4235-A253-FCE342A45F8F}"/>
              </a:ext>
            </a:extLst>
          </p:cNvPr>
          <p:cNvSpPr>
            <a:spLocks noGrp="1" noChangeArrowheads="1"/>
          </p:cNvSpPr>
          <p:nvPr>
            <p:ph type="title"/>
          </p:nvPr>
        </p:nvSpPr>
        <p:spPr/>
        <p:txBody>
          <a:bodyPr/>
          <a:lstStyle/>
          <a:p>
            <a:r>
              <a:rPr lang="en-US" altLang="en-US"/>
              <a:t>Modified Booth Algorithm</a:t>
            </a:r>
            <a:endParaRPr lang="ru-RU" altLang="en-US"/>
          </a:p>
        </p:txBody>
      </p:sp>
      <p:sp>
        <p:nvSpPr>
          <p:cNvPr id="3" name="Text Placeholder 2">
            <a:extLst>
              <a:ext uri="{FF2B5EF4-FFF2-40B4-BE49-F238E27FC236}">
                <a16:creationId xmlns:a16="http://schemas.microsoft.com/office/drawing/2014/main" id="{EECB6D83-5DF9-F00C-4CE1-8C9EB2FA594D}"/>
              </a:ext>
            </a:extLst>
          </p:cNvPr>
          <p:cNvSpPr>
            <a:spLocks noGrp="1"/>
          </p:cNvSpPr>
          <p:nvPr>
            <p:ph type="body" sz="quarter" idx="10"/>
          </p:nvPr>
        </p:nvSpPr>
        <p:spPr/>
        <p:txBody>
          <a:bodyPr/>
          <a:lstStyle/>
          <a:p>
            <a:pPr eaLnBrk="1" hangingPunct="1"/>
            <a:r>
              <a:rPr lang="en-US" altLang="en-US" sz="2400" dirty="0"/>
              <a:t>Radix-4 multiplication</a:t>
            </a:r>
          </a:p>
          <a:p>
            <a:pPr eaLnBrk="1" hangingPunct="1"/>
            <a:r>
              <a:rPr lang="en-US" altLang="en-US" sz="2400" dirty="0"/>
              <a:t>Booth recoding: {0,1} </a:t>
            </a:r>
            <a:r>
              <a:rPr lang="en-US" altLang="en-US" sz="2400" dirty="0">
                <a:sym typeface="Symbol" panose="05050102010706020507" pitchFamily="18" charset="2"/>
              </a:rPr>
              <a:t> </a:t>
            </a:r>
            <a:r>
              <a:rPr lang="ru-RU" altLang="en-US" sz="2400" dirty="0"/>
              <a:t>{-2, -1, 0</a:t>
            </a:r>
            <a:r>
              <a:rPr lang="en-US" altLang="en-US" sz="2400" dirty="0"/>
              <a:t>,</a:t>
            </a:r>
            <a:r>
              <a:rPr lang="ru-RU" altLang="en-US" sz="2400" dirty="0"/>
              <a:t> 1, 2}.</a:t>
            </a:r>
            <a:endParaRPr lang="en-US" altLang="en-US" sz="2400" dirty="0">
              <a:sym typeface="Symbol" panose="05050102010706020507" pitchFamily="18" charset="2"/>
            </a:endParaRPr>
          </a:p>
          <a:p>
            <a:pPr eaLnBrk="1" hangingPunct="1"/>
            <a:r>
              <a:rPr lang="en-US" altLang="en-US" sz="2400" dirty="0"/>
              <a:t>Each number in this system is a factor that multiplies the multiplicand before adding to the sum of the partial products.</a:t>
            </a:r>
            <a:br>
              <a:rPr lang="en-US" altLang="en-US" sz="2400" dirty="0"/>
            </a:br>
            <a:r>
              <a:rPr lang="en-US" altLang="en-US" sz="2400" dirty="0"/>
              <a:t>Simultaneously analyzed three digits of the multiplier</a:t>
            </a:r>
            <a:r>
              <a:rPr lang="ru-RU" altLang="en-US" sz="2400" dirty="0"/>
              <a:t> </a:t>
            </a:r>
            <a:r>
              <a:rPr lang="en-US" altLang="en-US" sz="2400" dirty="0"/>
              <a:t>b</a:t>
            </a:r>
            <a:r>
              <a:rPr lang="ru-RU" altLang="en-US" sz="2400" baseline="-25000" dirty="0"/>
              <a:t>1</a:t>
            </a:r>
            <a:r>
              <a:rPr lang="ru-RU" altLang="en-US" sz="2400" dirty="0"/>
              <a:t>,</a:t>
            </a:r>
            <a:r>
              <a:rPr lang="en-US" altLang="en-US" sz="2400" dirty="0"/>
              <a:t>b</a:t>
            </a:r>
            <a:r>
              <a:rPr lang="ru-RU" altLang="en-US" sz="2400" baseline="-25000" dirty="0"/>
              <a:t>0</a:t>
            </a:r>
            <a:r>
              <a:rPr lang="ru-RU" altLang="en-US" sz="2400" dirty="0"/>
              <a:t>,</a:t>
            </a:r>
            <a:r>
              <a:rPr lang="en-US" altLang="en-US" sz="2400" dirty="0"/>
              <a:t>b</a:t>
            </a:r>
            <a:r>
              <a:rPr lang="ru-RU" altLang="en-US" sz="2400" baseline="-25000" dirty="0"/>
              <a:t>-1</a:t>
            </a:r>
            <a:r>
              <a:rPr lang="ru-RU" altLang="en-US" sz="2400" dirty="0"/>
              <a:t> (</a:t>
            </a:r>
            <a:r>
              <a:rPr lang="en-US" altLang="en-US" sz="2400" dirty="0"/>
              <a:t>two current bits b</a:t>
            </a:r>
            <a:r>
              <a:rPr lang="en-US" altLang="en-US" sz="2400" baseline="-25000" dirty="0"/>
              <a:t>1</a:t>
            </a:r>
            <a:r>
              <a:rPr lang="en-US" altLang="en-US" sz="2400" dirty="0"/>
              <a:t>, b</a:t>
            </a:r>
            <a:r>
              <a:rPr lang="en-US" altLang="en-US" sz="2400" baseline="-25000" dirty="0"/>
              <a:t>0</a:t>
            </a:r>
            <a:r>
              <a:rPr lang="en-US" altLang="en-US" sz="2400" dirty="0"/>
              <a:t> and older bit b</a:t>
            </a:r>
            <a:r>
              <a:rPr lang="en-US" altLang="en-US" sz="2400" baseline="-25000" dirty="0"/>
              <a:t>-1</a:t>
            </a:r>
            <a:r>
              <a:rPr lang="en-US" altLang="en-US" sz="2400" dirty="0"/>
              <a:t> from the previous triple)</a:t>
            </a:r>
            <a:r>
              <a:rPr lang="ru-RU" altLang="en-US" sz="2400" dirty="0"/>
              <a:t>.</a:t>
            </a:r>
          </a:p>
          <a:p>
            <a:endParaRPr lang="en-US"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7E99CF83-4E65-5CEC-150E-B4A94ADE7505}"/>
              </a:ext>
            </a:extLst>
          </p:cNvPr>
          <p:cNvSpPr>
            <a:spLocks noGrp="1" noChangeArrowheads="1"/>
          </p:cNvSpPr>
          <p:nvPr>
            <p:ph type="title"/>
          </p:nvPr>
        </p:nvSpPr>
        <p:spPr/>
        <p:txBody>
          <a:bodyPr/>
          <a:lstStyle/>
          <a:p>
            <a:r>
              <a:rPr lang="en-US" altLang="en-US"/>
              <a:t>Modified Booth Algorithm (2)</a:t>
            </a:r>
            <a:endParaRPr lang="ru-RU" altLang="en-US"/>
          </a:p>
        </p:txBody>
      </p:sp>
      <p:graphicFrame>
        <p:nvGraphicFramePr>
          <p:cNvPr id="249903" name="Group 47">
            <a:extLst>
              <a:ext uri="{FF2B5EF4-FFF2-40B4-BE49-F238E27FC236}">
                <a16:creationId xmlns:a16="http://schemas.microsoft.com/office/drawing/2014/main" id="{4DFA10F9-A19A-4B13-8C6F-208AC766CA72}"/>
              </a:ext>
            </a:extLst>
          </p:cNvPr>
          <p:cNvGraphicFramePr>
            <a:graphicFrameLocks noGrp="1"/>
          </p:cNvGraphicFramePr>
          <p:nvPr>
            <p:ph type="tbl" idx="4294967295"/>
            <p:extLst>
              <p:ext uri="{D42A27DB-BD31-4B8C-83A1-F6EECF244321}">
                <p14:modId xmlns:p14="http://schemas.microsoft.com/office/powerpoint/2010/main" val="3436564214"/>
              </p:ext>
            </p:extLst>
          </p:nvPr>
        </p:nvGraphicFramePr>
        <p:xfrm>
          <a:off x="2324100" y="1651000"/>
          <a:ext cx="5915025" cy="4249740"/>
        </p:xfrm>
        <a:graphic>
          <a:graphicData uri="http://schemas.openxmlformats.org/drawingml/2006/table">
            <a:tbl>
              <a:tblPr>
                <a:tableStyleId>{5C22544A-7EE6-4342-B048-85BDC9FD1C3A}</a:tableStyleId>
              </a:tblPr>
              <a:tblGrid>
                <a:gridCol w="1377950">
                  <a:extLst>
                    <a:ext uri="{9D8B030D-6E8A-4147-A177-3AD203B41FA5}">
                      <a16:colId xmlns:a16="http://schemas.microsoft.com/office/drawing/2014/main" val="20000"/>
                    </a:ext>
                  </a:extLst>
                </a:gridCol>
                <a:gridCol w="2203450">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tblGrid>
              <a:tr h="485877">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solidFill>
                            <a:schemeClr val="bg2"/>
                          </a:solidFill>
                          <a:effectLst/>
                        </a:rPr>
                        <a:t>b</a:t>
                      </a:r>
                      <a:r>
                        <a:rPr kumimoji="0" lang="en-US" sz="1800" u="none" strike="noStrike" cap="none" normalizeH="0" baseline="-30000" dirty="0">
                          <a:ln>
                            <a:noFill/>
                          </a:ln>
                          <a:solidFill>
                            <a:schemeClr val="bg2"/>
                          </a:solidFill>
                          <a:effectLst/>
                        </a:rPr>
                        <a:t>1</a:t>
                      </a:r>
                      <a:r>
                        <a:rPr kumimoji="0" lang="en-US" sz="1800" u="none" strike="noStrike" cap="none" normalizeH="0" baseline="0" dirty="0">
                          <a:ln>
                            <a:noFill/>
                          </a:ln>
                          <a:solidFill>
                            <a:schemeClr val="bg2"/>
                          </a:solidFill>
                          <a:effectLst/>
                        </a:rPr>
                        <a:t> b</a:t>
                      </a:r>
                      <a:r>
                        <a:rPr kumimoji="0" lang="en-US" sz="1800" u="none" strike="noStrike" cap="none" normalizeH="0" baseline="-30000" dirty="0">
                          <a:ln>
                            <a:noFill/>
                          </a:ln>
                          <a:solidFill>
                            <a:schemeClr val="bg2"/>
                          </a:solidFill>
                          <a:effectLst/>
                        </a:rPr>
                        <a:t>0</a:t>
                      </a:r>
                      <a:r>
                        <a:rPr kumimoji="0" lang="en-US" sz="1800" u="none" strike="noStrike" cap="none" normalizeH="0" baseline="0" dirty="0">
                          <a:ln>
                            <a:noFill/>
                          </a:ln>
                          <a:solidFill>
                            <a:schemeClr val="bg2"/>
                          </a:solidFill>
                          <a:effectLst/>
                        </a:rPr>
                        <a:t> b</a:t>
                      </a:r>
                      <a:r>
                        <a:rPr kumimoji="0" lang="en-US" sz="1800" u="none" strike="noStrike" cap="none" normalizeH="0" baseline="-30000" dirty="0">
                          <a:ln>
                            <a:noFill/>
                          </a:ln>
                          <a:solidFill>
                            <a:schemeClr val="bg2"/>
                          </a:solidFill>
                          <a:effectLst/>
                        </a:rPr>
                        <a:t>-1</a:t>
                      </a:r>
                      <a:endParaRPr kumimoji="0" lang="en-US" sz="1800" b="0" i="0" u="none" strike="noStrike" cap="none" normalizeH="0" baseline="0" dirty="0">
                        <a:ln>
                          <a:noFill/>
                        </a:ln>
                        <a:solidFill>
                          <a:schemeClr val="bg2"/>
                        </a:solidFill>
                        <a:effectLst/>
                        <a:latin typeface="Arial" charset="0"/>
                        <a:cs typeface="Arial" charset="0"/>
                      </a:endParaRPr>
                    </a:p>
                  </a:txBody>
                  <a:tcPr marT="45724" marB="45724" horzOverflow="overflow">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solidFill>
                            <a:schemeClr val="bg2"/>
                          </a:solidFill>
                          <a:effectLst/>
                        </a:rPr>
                        <a:t>Code {-2,-1,0,1,2}</a:t>
                      </a:r>
                      <a:endParaRPr kumimoji="0" lang="en-US" sz="1800" b="0" i="0" u="none" strike="noStrike" cap="none" normalizeH="0" baseline="0" dirty="0">
                        <a:ln>
                          <a:noFill/>
                        </a:ln>
                        <a:solidFill>
                          <a:schemeClr val="bg2"/>
                        </a:solidFill>
                        <a:effectLst/>
                        <a:latin typeface="Arial" charset="0"/>
                        <a:cs typeface="Arial" charset="0"/>
                      </a:endParaRPr>
                    </a:p>
                  </a:txBody>
                  <a:tcPr marT="45724" marB="45724" horzOverflow="overflow">
                    <a:solidFill>
                      <a:schemeClr val="accent1"/>
                    </a:solidFill>
                  </a:tcPr>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solidFill>
                            <a:schemeClr val="bg2"/>
                          </a:solidFill>
                          <a:effectLst/>
                        </a:rPr>
                        <a:t>Operation</a:t>
                      </a:r>
                      <a:endParaRPr kumimoji="0" lang="en-US" sz="1800" b="0" i="0" u="none" strike="noStrike" cap="none" normalizeH="0" baseline="0" dirty="0">
                        <a:ln>
                          <a:noFill/>
                        </a:ln>
                        <a:solidFill>
                          <a:schemeClr val="bg2"/>
                        </a:solidFill>
                        <a:effectLst/>
                        <a:latin typeface="Arial" charset="0"/>
                        <a:cs typeface="Arial" charset="0"/>
                      </a:endParaRPr>
                    </a:p>
                  </a:txBody>
                  <a:tcPr marT="45724" marB="45724" horzOverflow="overflow">
                    <a:solidFill>
                      <a:schemeClr val="accent1"/>
                    </a:solidFill>
                  </a:tcPr>
                </a:tc>
                <a:extLst>
                  <a:ext uri="{0D108BD9-81ED-4DB2-BD59-A6C34878D82A}">
                    <a16:rowId xmlns:a16="http://schemas.microsoft.com/office/drawing/2014/main" val="10000"/>
                  </a:ext>
                </a:extLst>
              </a:tr>
              <a:tr h="485877">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0   0   0</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0</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0</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1"/>
                  </a:ext>
                </a:extLst>
              </a:tr>
              <a:tr h="484343">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0   0   1</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1</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A</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2"/>
                  </a:ext>
                </a:extLst>
              </a:tr>
              <a:tr h="485877">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0   1   0</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1</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A</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3"/>
                  </a:ext>
                </a:extLst>
              </a:tr>
              <a:tr h="485877">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0   1   1</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2</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2*A</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4"/>
                  </a:ext>
                </a:extLst>
              </a:tr>
              <a:tr h="485877">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1   0   0</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-2</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-2*A</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5"/>
                  </a:ext>
                </a:extLst>
              </a:tr>
              <a:tr h="484343">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1   0   1</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-1</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-A</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6"/>
                  </a:ext>
                </a:extLst>
              </a:tr>
              <a:tr h="485877">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1   1   0</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-1</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-A</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7"/>
                  </a:ext>
                </a:extLst>
              </a:tr>
              <a:tr h="365792">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1   1   1</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a:ln>
                            <a:noFill/>
                          </a:ln>
                          <a:effectLst/>
                        </a:rPr>
                        <a:t>0</a:t>
                      </a:r>
                      <a:endParaRPr kumimoji="0" lang="en-US" sz="1800" b="0" i="0" u="none" strike="noStrike" cap="none" normalizeH="0" baseline="0">
                        <a:ln>
                          <a:noFill/>
                        </a:ln>
                        <a:solidFill>
                          <a:schemeClr val="tx1"/>
                        </a:solidFill>
                        <a:effectLst/>
                        <a:latin typeface="Arial" charset="0"/>
                        <a:cs typeface="Arial" charset="0"/>
                      </a:endParaRPr>
                    </a:p>
                  </a:txBody>
                  <a:tcPr marT="45724" marB="45724" horzOverflow="overflow"/>
                </a:tc>
                <a:tc>
                  <a:txBody>
                    <a:bodyPr/>
                    <a:lstStyle/>
                    <a:p>
                      <a:pPr marL="0" marR="0" lvl="0" indent="0" algn="ctr" defTabSz="914400" rtl="0" eaLnBrk="0" fontAlgn="base" latinLnBrk="0" hangingPunct="0">
                        <a:lnSpc>
                          <a:spcPct val="100000"/>
                        </a:lnSpc>
                        <a:spcBef>
                          <a:spcPct val="0"/>
                        </a:spcBef>
                        <a:spcAft>
                          <a:spcPct val="0"/>
                        </a:spcAft>
                        <a:buClr>
                          <a:srgbClr val="0000FF"/>
                        </a:buClr>
                        <a:buSzPct val="100000"/>
                        <a:buFont typeface="Arial" charset="0"/>
                        <a:buNone/>
                        <a:tabLst>
                          <a:tab pos="228600" algn="l"/>
                        </a:tabLst>
                      </a:pPr>
                      <a:r>
                        <a:rPr kumimoji="0" lang="en-US" sz="1800" u="none" strike="noStrike" cap="none" normalizeH="0" baseline="0" dirty="0">
                          <a:ln>
                            <a:noFill/>
                          </a:ln>
                          <a:effectLst/>
                        </a:rPr>
                        <a:t>Add  0</a:t>
                      </a:r>
                      <a:endParaRPr kumimoji="0" lang="en-US" sz="1800" b="0" i="0" u="none" strike="noStrike" cap="none" normalizeH="0" baseline="0" dirty="0">
                        <a:ln>
                          <a:noFill/>
                        </a:ln>
                        <a:solidFill>
                          <a:schemeClr val="tx1"/>
                        </a:solidFill>
                        <a:effectLst/>
                        <a:latin typeface="Arial" charset="0"/>
                        <a:cs typeface="Arial" charset="0"/>
                      </a:endParaRPr>
                    </a:p>
                  </a:txBody>
                  <a:tcPr marT="45724" marB="45724" horzOverflow="overflow"/>
                </a:tc>
                <a:extLst>
                  <a:ext uri="{0D108BD9-81ED-4DB2-BD59-A6C34878D82A}">
                    <a16:rowId xmlns:a16="http://schemas.microsoft.com/office/drawing/2014/main" val="10008"/>
                  </a:ext>
                </a:extLst>
              </a:tr>
            </a:tbl>
          </a:graphicData>
        </a:graphic>
      </p:graphicFrame>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8D4A190B-8C00-E19E-159F-81064BE2E644}"/>
              </a:ext>
            </a:extLst>
          </p:cNvPr>
          <p:cNvSpPr>
            <a:spLocks noGrp="1" noChangeArrowheads="1"/>
          </p:cNvSpPr>
          <p:nvPr>
            <p:ph type="title"/>
          </p:nvPr>
        </p:nvSpPr>
        <p:spPr/>
        <p:txBody>
          <a:bodyPr/>
          <a:lstStyle/>
          <a:p>
            <a:r>
              <a:rPr lang="en-US" altLang="en-US"/>
              <a:t>Multiplication Unit Flow-Chart </a:t>
            </a:r>
            <a:endParaRPr lang="ru-RU" altLang="en-US"/>
          </a:p>
        </p:txBody>
      </p:sp>
      <p:grpSp>
        <p:nvGrpSpPr>
          <p:cNvPr id="104451" name="Group 109">
            <a:extLst>
              <a:ext uri="{FF2B5EF4-FFF2-40B4-BE49-F238E27FC236}">
                <a16:creationId xmlns:a16="http://schemas.microsoft.com/office/drawing/2014/main" id="{2EE31676-75DA-9FAF-BAED-2940F5EC88E5}"/>
              </a:ext>
            </a:extLst>
          </p:cNvPr>
          <p:cNvGrpSpPr>
            <a:grpSpLocks/>
          </p:cNvGrpSpPr>
          <p:nvPr/>
        </p:nvGrpSpPr>
        <p:grpSpPr bwMode="auto">
          <a:xfrm>
            <a:off x="2781300" y="1625601"/>
            <a:ext cx="6629400" cy="4672013"/>
            <a:chOff x="1219200" y="990600"/>
            <a:chExt cx="6628815" cy="4671755"/>
          </a:xfrm>
        </p:grpSpPr>
        <p:sp>
          <p:nvSpPr>
            <p:cNvPr id="104452" name="Rectangle 4">
              <a:extLst>
                <a:ext uri="{FF2B5EF4-FFF2-40B4-BE49-F238E27FC236}">
                  <a16:creationId xmlns:a16="http://schemas.microsoft.com/office/drawing/2014/main" id="{55375391-B9DB-E071-F5AB-44884BC2F7F2}"/>
                </a:ext>
              </a:extLst>
            </p:cNvPr>
            <p:cNvSpPr>
              <a:spLocks noChangeArrowheads="1"/>
            </p:cNvSpPr>
            <p:nvPr/>
          </p:nvSpPr>
          <p:spPr bwMode="auto">
            <a:xfrm>
              <a:off x="2073970" y="1432809"/>
              <a:ext cx="1988550" cy="425493"/>
            </a:xfrm>
            <a:prstGeom prst="rect">
              <a:avLst/>
            </a:prstGeom>
            <a:solidFill>
              <a:schemeClr val="accent1">
                <a:lumMod val="40000"/>
                <a:lumOff val="60000"/>
                <a:alpha val="52156"/>
              </a:schemeClr>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dirty="0"/>
                <a:t>RA</a:t>
              </a:r>
              <a:endParaRPr lang="ru-RU" altLang="en-US" sz="2000" dirty="0"/>
            </a:p>
          </p:txBody>
        </p:sp>
        <p:sp>
          <p:nvSpPr>
            <p:cNvPr id="104453" name="Line 5">
              <a:extLst>
                <a:ext uri="{FF2B5EF4-FFF2-40B4-BE49-F238E27FC236}">
                  <a16:creationId xmlns:a16="http://schemas.microsoft.com/office/drawing/2014/main" id="{ADFE628E-2C70-F8AD-BDD6-D04921FEBE3D}"/>
                </a:ext>
              </a:extLst>
            </p:cNvPr>
            <p:cNvSpPr>
              <a:spLocks noChangeShapeType="1"/>
            </p:cNvSpPr>
            <p:nvPr/>
          </p:nvSpPr>
          <p:spPr bwMode="auto">
            <a:xfrm>
              <a:off x="3360963" y="1005796"/>
              <a:ext cx="0" cy="42701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54" name="AutoShape 6">
              <a:extLst>
                <a:ext uri="{FF2B5EF4-FFF2-40B4-BE49-F238E27FC236}">
                  <a16:creationId xmlns:a16="http://schemas.microsoft.com/office/drawing/2014/main" id="{E5682B1B-6A08-A47F-411E-ABE13A74DC45}"/>
                </a:ext>
              </a:extLst>
            </p:cNvPr>
            <p:cNvSpPr>
              <a:spLocks noChangeArrowheads="1"/>
            </p:cNvSpPr>
            <p:nvPr/>
          </p:nvSpPr>
          <p:spPr bwMode="auto">
            <a:xfrm>
              <a:off x="2069132" y="2850610"/>
              <a:ext cx="2580437" cy="667112"/>
            </a:xfrm>
            <a:custGeom>
              <a:avLst/>
              <a:gdLst>
                <a:gd name="T0" fmla="*/ 2147483646 w 21600"/>
                <a:gd name="T1" fmla="*/ 332383304 h 21600"/>
                <a:gd name="T2" fmla="*/ 2147483646 w 21600"/>
                <a:gd name="T3" fmla="*/ 664765650 h 21600"/>
                <a:gd name="T4" fmla="*/ 2147483646 w 21600"/>
                <a:gd name="T5" fmla="*/ 332383304 h 21600"/>
                <a:gd name="T6" fmla="*/ 2147483646 w 21600"/>
                <a:gd name="T7" fmla="*/ 0 h 21600"/>
                <a:gd name="T8" fmla="*/ 0 60000 65536"/>
                <a:gd name="T9" fmla="*/ 0 60000 65536"/>
                <a:gd name="T10" fmla="*/ 0 60000 65536"/>
                <a:gd name="T11" fmla="*/ 0 60000 65536"/>
                <a:gd name="T12" fmla="*/ 4500 w 21600"/>
                <a:gd name="T13" fmla="*/ 4500 h 21600"/>
                <a:gd name="T14" fmla="*/ 17100 w 21600"/>
                <a:gd name="T15" fmla="*/ 17100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60000"/>
                <a:lumOff val="40000"/>
                <a:alpha val="56862"/>
              </a:schemeClr>
            </a:solidFill>
            <a:ln w="25400">
              <a:solidFill>
                <a:srgbClr val="000000"/>
              </a:solidFill>
              <a:miter lim="800000"/>
              <a:headEnd/>
              <a:tailEnd/>
            </a:ln>
          </p:spPr>
          <p:txBody>
            <a:bodyPr/>
            <a:lstStyle/>
            <a:p>
              <a:endParaRPr lang="en-US"/>
            </a:p>
          </p:txBody>
        </p:sp>
        <p:sp>
          <p:nvSpPr>
            <p:cNvPr id="104455" name="Text Box 7">
              <a:extLst>
                <a:ext uri="{FF2B5EF4-FFF2-40B4-BE49-F238E27FC236}">
                  <a16:creationId xmlns:a16="http://schemas.microsoft.com/office/drawing/2014/main" id="{B78F75D7-C99F-8AF2-B084-0C648272D20F}"/>
                </a:ext>
              </a:extLst>
            </p:cNvPr>
            <p:cNvSpPr txBox="1">
              <a:spLocks noChangeArrowheads="1"/>
            </p:cNvSpPr>
            <p:nvPr/>
          </p:nvSpPr>
          <p:spPr bwMode="auto">
            <a:xfrm>
              <a:off x="2214282" y="2838453"/>
              <a:ext cx="343520" cy="30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0</a:t>
              </a:r>
              <a:endParaRPr lang="ru-RU" altLang="en-US" sz="1800"/>
            </a:p>
          </p:txBody>
        </p:sp>
        <p:sp>
          <p:nvSpPr>
            <p:cNvPr id="104456" name="Text Box 8">
              <a:extLst>
                <a:ext uri="{FF2B5EF4-FFF2-40B4-BE49-F238E27FC236}">
                  <a16:creationId xmlns:a16="http://schemas.microsoft.com/office/drawing/2014/main" id="{25E63F5B-E564-378D-90F4-7B51CA7A50DA}"/>
                </a:ext>
              </a:extLst>
            </p:cNvPr>
            <p:cNvSpPr txBox="1">
              <a:spLocks noChangeArrowheads="1"/>
            </p:cNvSpPr>
            <p:nvPr/>
          </p:nvSpPr>
          <p:spPr bwMode="auto">
            <a:xfrm>
              <a:off x="2451359" y="2830856"/>
              <a:ext cx="343521" cy="30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1</a:t>
              </a:r>
              <a:endParaRPr lang="ru-RU" altLang="en-US" sz="1800"/>
            </a:p>
          </p:txBody>
        </p:sp>
        <p:sp>
          <p:nvSpPr>
            <p:cNvPr id="104457" name="Line 9">
              <a:extLst>
                <a:ext uri="{FF2B5EF4-FFF2-40B4-BE49-F238E27FC236}">
                  <a16:creationId xmlns:a16="http://schemas.microsoft.com/office/drawing/2014/main" id="{FA81FB52-502B-CAA7-828A-2FB9882B5512}"/>
                </a:ext>
              </a:extLst>
            </p:cNvPr>
            <p:cNvSpPr>
              <a:spLocks noChangeShapeType="1"/>
            </p:cNvSpPr>
            <p:nvPr/>
          </p:nvSpPr>
          <p:spPr bwMode="auto">
            <a:xfrm>
              <a:off x="4356044" y="2514776"/>
              <a:ext cx="0" cy="340394"/>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58" name="Line 10">
              <a:extLst>
                <a:ext uri="{FF2B5EF4-FFF2-40B4-BE49-F238E27FC236}">
                  <a16:creationId xmlns:a16="http://schemas.microsoft.com/office/drawing/2014/main" id="{53DA928B-13B1-3DF0-CA9B-112737257989}"/>
                </a:ext>
              </a:extLst>
            </p:cNvPr>
            <p:cNvSpPr>
              <a:spLocks noChangeShapeType="1"/>
            </p:cNvSpPr>
            <p:nvPr/>
          </p:nvSpPr>
          <p:spPr bwMode="auto">
            <a:xfrm>
              <a:off x="2386848" y="2508697"/>
              <a:ext cx="0" cy="340394"/>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59" name="Line 11">
              <a:extLst>
                <a:ext uri="{FF2B5EF4-FFF2-40B4-BE49-F238E27FC236}">
                  <a16:creationId xmlns:a16="http://schemas.microsoft.com/office/drawing/2014/main" id="{07A33DD2-18C4-F92B-84F4-DA546263EE12}"/>
                </a:ext>
              </a:extLst>
            </p:cNvPr>
            <p:cNvSpPr>
              <a:spLocks noChangeShapeType="1"/>
            </p:cNvSpPr>
            <p:nvPr/>
          </p:nvSpPr>
          <p:spPr bwMode="auto">
            <a:xfrm>
              <a:off x="1996557" y="3632148"/>
              <a:ext cx="0" cy="294806"/>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60" name="Line 12">
              <a:extLst>
                <a:ext uri="{FF2B5EF4-FFF2-40B4-BE49-F238E27FC236}">
                  <a16:creationId xmlns:a16="http://schemas.microsoft.com/office/drawing/2014/main" id="{E7F38DB2-B67F-AB38-33A1-60344541E0F4}"/>
                </a:ext>
              </a:extLst>
            </p:cNvPr>
            <p:cNvSpPr>
              <a:spLocks noChangeShapeType="1"/>
            </p:cNvSpPr>
            <p:nvPr/>
          </p:nvSpPr>
          <p:spPr bwMode="auto">
            <a:xfrm>
              <a:off x="1691743" y="3933032"/>
              <a:ext cx="7644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1" name="Line 13">
              <a:extLst>
                <a:ext uri="{FF2B5EF4-FFF2-40B4-BE49-F238E27FC236}">
                  <a16:creationId xmlns:a16="http://schemas.microsoft.com/office/drawing/2014/main" id="{8A427B67-CF56-85EA-707D-EA8073E38FA9}"/>
                </a:ext>
              </a:extLst>
            </p:cNvPr>
            <p:cNvSpPr>
              <a:spLocks noChangeShapeType="1"/>
            </p:cNvSpPr>
            <p:nvPr/>
          </p:nvSpPr>
          <p:spPr bwMode="auto">
            <a:xfrm>
              <a:off x="2456198" y="3933032"/>
              <a:ext cx="153213" cy="1428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2" name="Line 14">
              <a:extLst>
                <a:ext uri="{FF2B5EF4-FFF2-40B4-BE49-F238E27FC236}">
                  <a16:creationId xmlns:a16="http://schemas.microsoft.com/office/drawing/2014/main" id="{BF9C8478-DBED-937E-A1BF-10B1E8B4CADB}"/>
                </a:ext>
              </a:extLst>
            </p:cNvPr>
            <p:cNvSpPr>
              <a:spLocks noChangeShapeType="1"/>
            </p:cNvSpPr>
            <p:nvPr/>
          </p:nvSpPr>
          <p:spPr bwMode="auto">
            <a:xfrm flipV="1">
              <a:off x="2609410" y="3933032"/>
              <a:ext cx="153214" cy="1428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3" name="Line 15">
              <a:extLst>
                <a:ext uri="{FF2B5EF4-FFF2-40B4-BE49-F238E27FC236}">
                  <a16:creationId xmlns:a16="http://schemas.microsoft.com/office/drawing/2014/main" id="{D03428A0-FEE7-F032-13C4-094BA2622ADB}"/>
                </a:ext>
              </a:extLst>
            </p:cNvPr>
            <p:cNvSpPr>
              <a:spLocks noChangeShapeType="1"/>
            </p:cNvSpPr>
            <p:nvPr/>
          </p:nvSpPr>
          <p:spPr bwMode="auto">
            <a:xfrm>
              <a:off x="2762624" y="3933032"/>
              <a:ext cx="7644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4" name="Line 16">
              <a:extLst>
                <a:ext uri="{FF2B5EF4-FFF2-40B4-BE49-F238E27FC236}">
                  <a16:creationId xmlns:a16="http://schemas.microsoft.com/office/drawing/2014/main" id="{D37FFBE9-CC60-E95C-EC02-C8B40C5AC4F8}"/>
                </a:ext>
              </a:extLst>
            </p:cNvPr>
            <p:cNvSpPr>
              <a:spLocks noChangeShapeType="1"/>
            </p:cNvSpPr>
            <p:nvPr/>
          </p:nvSpPr>
          <p:spPr bwMode="auto">
            <a:xfrm>
              <a:off x="2073969" y="4497091"/>
              <a:ext cx="109728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5" name="Line 17">
              <a:extLst>
                <a:ext uri="{FF2B5EF4-FFF2-40B4-BE49-F238E27FC236}">
                  <a16:creationId xmlns:a16="http://schemas.microsoft.com/office/drawing/2014/main" id="{33FFA8E4-A366-4B6B-B7F4-BD0F6B0E8DF8}"/>
                </a:ext>
              </a:extLst>
            </p:cNvPr>
            <p:cNvSpPr>
              <a:spLocks noChangeShapeType="1"/>
            </p:cNvSpPr>
            <p:nvPr/>
          </p:nvSpPr>
          <p:spPr bwMode="auto">
            <a:xfrm>
              <a:off x="1703618" y="3933032"/>
              <a:ext cx="377389" cy="5561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66" name="Line 18">
              <a:extLst>
                <a:ext uri="{FF2B5EF4-FFF2-40B4-BE49-F238E27FC236}">
                  <a16:creationId xmlns:a16="http://schemas.microsoft.com/office/drawing/2014/main" id="{7FEEB321-ED9C-2E46-630C-39C7BDB68B07}"/>
                </a:ext>
              </a:extLst>
            </p:cNvPr>
            <p:cNvSpPr>
              <a:spLocks noChangeShapeType="1"/>
            </p:cNvSpPr>
            <p:nvPr/>
          </p:nvSpPr>
          <p:spPr bwMode="auto">
            <a:xfrm flipV="1">
              <a:off x="3152916" y="3933032"/>
              <a:ext cx="374163" cy="55618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4226" name="Text Box 19">
              <a:extLst>
                <a:ext uri="{FF2B5EF4-FFF2-40B4-BE49-F238E27FC236}">
                  <a16:creationId xmlns:a16="http://schemas.microsoft.com/office/drawing/2014/main" id="{8AC8BE91-88EE-4386-809C-7CC46E272A49}"/>
                </a:ext>
              </a:extLst>
            </p:cNvPr>
            <p:cNvSpPr txBox="1">
              <a:spLocks noChangeArrowheads="1"/>
            </p:cNvSpPr>
            <p:nvPr/>
          </p:nvSpPr>
          <p:spPr bwMode="auto">
            <a:xfrm>
              <a:off x="2133519" y="3986048"/>
              <a:ext cx="1177821" cy="433363"/>
            </a:xfrm>
            <a:prstGeom prst="rect">
              <a:avLst/>
            </a:prstGeom>
            <a:noFill/>
            <a:ln w="25400">
              <a:noFill/>
              <a:miter lim="800000"/>
              <a:headEnd/>
              <a:tailEnd/>
            </a:ln>
          </p:spPr>
          <p:txBody>
            <a:bodyPr/>
            <a:lstStyle/>
            <a:p>
              <a:pPr algn="ctr" eaLnBrk="1" hangingPunct="1">
                <a:defRPr/>
              </a:pPr>
              <a:r>
                <a:rPr lang="en-US" sz="2000" dirty="0">
                  <a:latin typeface="+mj-lt"/>
                  <a:cs typeface="Arial" charset="0"/>
                </a:rPr>
                <a:t>Adder</a:t>
              </a:r>
              <a:endParaRPr lang="ru-RU" sz="2000" dirty="0">
                <a:latin typeface="+mj-lt"/>
                <a:cs typeface="Arial" charset="0"/>
              </a:endParaRPr>
            </a:p>
          </p:txBody>
        </p:sp>
        <p:sp>
          <p:nvSpPr>
            <p:cNvPr id="104468" name="Line 20">
              <a:extLst>
                <a:ext uri="{FF2B5EF4-FFF2-40B4-BE49-F238E27FC236}">
                  <a16:creationId xmlns:a16="http://schemas.microsoft.com/office/drawing/2014/main" id="{A9580466-CB10-E9F6-9E5C-1BB14B7C81C6}"/>
                </a:ext>
              </a:extLst>
            </p:cNvPr>
            <p:cNvSpPr>
              <a:spLocks noChangeShapeType="1"/>
            </p:cNvSpPr>
            <p:nvPr/>
          </p:nvSpPr>
          <p:spPr bwMode="auto">
            <a:xfrm>
              <a:off x="2604573" y="4501368"/>
              <a:ext cx="0" cy="43309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69" name="Rectangle 21">
              <a:extLst>
                <a:ext uri="{FF2B5EF4-FFF2-40B4-BE49-F238E27FC236}">
                  <a16:creationId xmlns:a16="http://schemas.microsoft.com/office/drawing/2014/main" id="{B02065C0-B4F6-EF5C-08BA-4E692E7FBFCC}"/>
                </a:ext>
              </a:extLst>
            </p:cNvPr>
            <p:cNvSpPr>
              <a:spLocks noChangeArrowheads="1"/>
            </p:cNvSpPr>
            <p:nvPr/>
          </p:nvSpPr>
          <p:spPr bwMode="auto">
            <a:xfrm>
              <a:off x="1609491" y="4946615"/>
              <a:ext cx="2043384" cy="427013"/>
            </a:xfrm>
            <a:prstGeom prst="rect">
              <a:avLst/>
            </a:prstGeom>
            <a:solidFill>
              <a:schemeClr val="accent1">
                <a:lumMod val="60000"/>
                <a:lumOff val="40000"/>
                <a:alpha val="50980"/>
              </a:schemeClr>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1"/>
                <a:t>Acc</a:t>
              </a:r>
              <a:endParaRPr lang="ru-RU" altLang="en-US" sz="2000" b="1"/>
            </a:p>
          </p:txBody>
        </p:sp>
        <p:sp>
          <p:nvSpPr>
            <p:cNvPr id="104470" name="Line 22">
              <a:extLst>
                <a:ext uri="{FF2B5EF4-FFF2-40B4-BE49-F238E27FC236}">
                  <a16:creationId xmlns:a16="http://schemas.microsoft.com/office/drawing/2014/main" id="{DF7366BE-1D40-CDB2-47F5-0D34CB6BF227}"/>
                </a:ext>
              </a:extLst>
            </p:cNvPr>
            <p:cNvSpPr>
              <a:spLocks noChangeShapeType="1"/>
            </p:cNvSpPr>
            <p:nvPr/>
          </p:nvSpPr>
          <p:spPr bwMode="auto">
            <a:xfrm>
              <a:off x="3654487" y="5145685"/>
              <a:ext cx="306427"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71" name="Rectangle 23">
              <a:extLst>
                <a:ext uri="{FF2B5EF4-FFF2-40B4-BE49-F238E27FC236}">
                  <a16:creationId xmlns:a16="http://schemas.microsoft.com/office/drawing/2014/main" id="{E90E2D8A-2261-6783-A499-222D98122E42}"/>
                </a:ext>
              </a:extLst>
            </p:cNvPr>
            <p:cNvSpPr>
              <a:spLocks noChangeArrowheads="1"/>
            </p:cNvSpPr>
            <p:nvPr/>
          </p:nvSpPr>
          <p:spPr bwMode="auto">
            <a:xfrm>
              <a:off x="3956077" y="4940537"/>
              <a:ext cx="1988549" cy="427013"/>
            </a:xfrm>
            <a:prstGeom prst="rect">
              <a:avLst/>
            </a:prstGeom>
            <a:solidFill>
              <a:schemeClr val="accent1">
                <a:lumMod val="60000"/>
                <a:lumOff val="40000"/>
                <a:alpha val="52940"/>
              </a:schemeClr>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b="1"/>
                <a:t>RB</a:t>
              </a:r>
              <a:endParaRPr lang="ru-RU" altLang="en-US" sz="2000" b="1"/>
            </a:p>
          </p:txBody>
        </p:sp>
        <p:sp>
          <p:nvSpPr>
            <p:cNvPr id="104472" name="Line 24">
              <a:extLst>
                <a:ext uri="{FF2B5EF4-FFF2-40B4-BE49-F238E27FC236}">
                  <a16:creationId xmlns:a16="http://schemas.microsoft.com/office/drawing/2014/main" id="{E0382B7B-7B50-5CA0-7566-6F0A0846C8A5}"/>
                </a:ext>
              </a:extLst>
            </p:cNvPr>
            <p:cNvSpPr>
              <a:spLocks noChangeShapeType="1"/>
            </p:cNvSpPr>
            <p:nvPr/>
          </p:nvSpPr>
          <p:spPr bwMode="auto">
            <a:xfrm>
              <a:off x="5089856" y="4501368"/>
              <a:ext cx="0" cy="427012"/>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73" name="Rectangle 25">
              <a:extLst>
                <a:ext uri="{FF2B5EF4-FFF2-40B4-BE49-F238E27FC236}">
                  <a16:creationId xmlns:a16="http://schemas.microsoft.com/office/drawing/2014/main" id="{8C24938E-C2B2-D141-8A58-BE7739CF4389}"/>
                </a:ext>
              </a:extLst>
            </p:cNvPr>
            <p:cNvSpPr>
              <a:spLocks noChangeArrowheads="1"/>
            </p:cNvSpPr>
            <p:nvPr/>
          </p:nvSpPr>
          <p:spPr bwMode="auto">
            <a:xfrm>
              <a:off x="6263954" y="4928380"/>
              <a:ext cx="306427" cy="427013"/>
            </a:xfrm>
            <a:prstGeom prst="rect">
              <a:avLst/>
            </a:prstGeom>
            <a:solidFill>
              <a:srgbClr val="FFFFFF"/>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4474" name="Line 26">
              <a:extLst>
                <a:ext uri="{FF2B5EF4-FFF2-40B4-BE49-F238E27FC236}">
                  <a16:creationId xmlns:a16="http://schemas.microsoft.com/office/drawing/2014/main" id="{716D0D87-964C-7F24-83E8-457D9791F145}"/>
                </a:ext>
              </a:extLst>
            </p:cNvPr>
            <p:cNvSpPr>
              <a:spLocks noChangeShapeType="1"/>
            </p:cNvSpPr>
            <p:nvPr/>
          </p:nvSpPr>
          <p:spPr bwMode="auto">
            <a:xfrm>
              <a:off x="5676905" y="4946615"/>
              <a:ext cx="0" cy="4087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5" name="Line 27">
              <a:extLst>
                <a:ext uri="{FF2B5EF4-FFF2-40B4-BE49-F238E27FC236}">
                  <a16:creationId xmlns:a16="http://schemas.microsoft.com/office/drawing/2014/main" id="{32B26549-C8CB-5ACF-336F-58A007B23EEB}"/>
                </a:ext>
              </a:extLst>
            </p:cNvPr>
            <p:cNvSpPr>
              <a:spLocks noChangeShapeType="1"/>
            </p:cNvSpPr>
            <p:nvPr/>
          </p:nvSpPr>
          <p:spPr bwMode="auto">
            <a:xfrm>
              <a:off x="5417249" y="4951175"/>
              <a:ext cx="0" cy="40877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76" name="Line 28">
              <a:extLst>
                <a:ext uri="{FF2B5EF4-FFF2-40B4-BE49-F238E27FC236}">
                  <a16:creationId xmlns:a16="http://schemas.microsoft.com/office/drawing/2014/main" id="{52C5DE3A-4B5B-13A5-F820-3B7D7697EC56}"/>
                </a:ext>
              </a:extLst>
            </p:cNvPr>
            <p:cNvSpPr>
              <a:spLocks noChangeShapeType="1"/>
            </p:cNvSpPr>
            <p:nvPr/>
          </p:nvSpPr>
          <p:spPr bwMode="auto">
            <a:xfrm>
              <a:off x="5957528" y="5125930"/>
              <a:ext cx="306427"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77" name="Line 29">
              <a:extLst>
                <a:ext uri="{FF2B5EF4-FFF2-40B4-BE49-F238E27FC236}">
                  <a16:creationId xmlns:a16="http://schemas.microsoft.com/office/drawing/2014/main" id="{06E31F3C-E825-4452-5C49-BC41D3FD7539}"/>
                </a:ext>
              </a:extLst>
            </p:cNvPr>
            <p:cNvSpPr>
              <a:spLocks noChangeShapeType="1"/>
            </p:cNvSpPr>
            <p:nvPr/>
          </p:nvSpPr>
          <p:spPr bwMode="auto">
            <a:xfrm flipV="1">
              <a:off x="5552722" y="4075876"/>
              <a:ext cx="0" cy="866181"/>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78" name="Line 30">
              <a:extLst>
                <a:ext uri="{FF2B5EF4-FFF2-40B4-BE49-F238E27FC236}">
                  <a16:creationId xmlns:a16="http://schemas.microsoft.com/office/drawing/2014/main" id="{39BF060B-1DE7-8C68-A8B5-235DD75C0783}"/>
                </a:ext>
              </a:extLst>
            </p:cNvPr>
            <p:cNvSpPr>
              <a:spLocks noChangeShapeType="1"/>
            </p:cNvSpPr>
            <p:nvPr/>
          </p:nvSpPr>
          <p:spPr bwMode="auto">
            <a:xfrm flipV="1">
              <a:off x="5778510" y="4068277"/>
              <a:ext cx="0" cy="864662"/>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79" name="Line 31">
              <a:extLst>
                <a:ext uri="{FF2B5EF4-FFF2-40B4-BE49-F238E27FC236}">
                  <a16:creationId xmlns:a16="http://schemas.microsoft.com/office/drawing/2014/main" id="{F14A055E-C788-07EC-5F59-B2BFF6385CDD}"/>
                </a:ext>
              </a:extLst>
            </p:cNvPr>
            <p:cNvSpPr>
              <a:spLocks noChangeShapeType="1"/>
            </p:cNvSpPr>
            <p:nvPr/>
          </p:nvSpPr>
          <p:spPr bwMode="auto">
            <a:xfrm flipV="1">
              <a:off x="6013975" y="4075876"/>
              <a:ext cx="0" cy="577454"/>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80" name="Line 32">
              <a:extLst>
                <a:ext uri="{FF2B5EF4-FFF2-40B4-BE49-F238E27FC236}">
                  <a16:creationId xmlns:a16="http://schemas.microsoft.com/office/drawing/2014/main" id="{FC030AC8-E476-A372-7C04-357188C1F46E}"/>
                </a:ext>
              </a:extLst>
            </p:cNvPr>
            <p:cNvSpPr>
              <a:spLocks noChangeShapeType="1"/>
            </p:cNvSpPr>
            <p:nvPr/>
          </p:nvSpPr>
          <p:spPr bwMode="auto">
            <a:xfrm>
              <a:off x="6013975" y="4653330"/>
              <a:ext cx="40964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1" name="Line 33">
              <a:extLst>
                <a:ext uri="{FF2B5EF4-FFF2-40B4-BE49-F238E27FC236}">
                  <a16:creationId xmlns:a16="http://schemas.microsoft.com/office/drawing/2014/main" id="{75CE6031-3343-EE49-8A4B-7C8513641830}"/>
                </a:ext>
              </a:extLst>
            </p:cNvPr>
            <p:cNvSpPr>
              <a:spLocks noChangeShapeType="1"/>
            </p:cNvSpPr>
            <p:nvPr/>
          </p:nvSpPr>
          <p:spPr bwMode="auto">
            <a:xfrm flipV="1">
              <a:off x="6434908" y="4653330"/>
              <a:ext cx="0" cy="27201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2" name="Line 34">
              <a:extLst>
                <a:ext uri="{FF2B5EF4-FFF2-40B4-BE49-F238E27FC236}">
                  <a16:creationId xmlns:a16="http://schemas.microsoft.com/office/drawing/2014/main" id="{244219A2-165F-F854-7759-36C7014D500D}"/>
                </a:ext>
              </a:extLst>
            </p:cNvPr>
            <p:cNvSpPr>
              <a:spLocks noChangeShapeType="1"/>
            </p:cNvSpPr>
            <p:nvPr/>
          </p:nvSpPr>
          <p:spPr bwMode="auto">
            <a:xfrm>
              <a:off x="3214201" y="3517722"/>
              <a:ext cx="0" cy="429768"/>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83" name="Line 35">
              <a:extLst>
                <a:ext uri="{FF2B5EF4-FFF2-40B4-BE49-F238E27FC236}">
                  <a16:creationId xmlns:a16="http://schemas.microsoft.com/office/drawing/2014/main" id="{02FB5D81-0942-F099-0FF6-CD718D5FBE3B}"/>
                </a:ext>
              </a:extLst>
            </p:cNvPr>
            <p:cNvSpPr>
              <a:spLocks noChangeShapeType="1"/>
            </p:cNvSpPr>
            <p:nvPr/>
          </p:nvSpPr>
          <p:spPr bwMode="auto">
            <a:xfrm>
              <a:off x="2623340" y="5373628"/>
              <a:ext cx="0" cy="2887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4" name="Line 36">
              <a:extLst>
                <a:ext uri="{FF2B5EF4-FFF2-40B4-BE49-F238E27FC236}">
                  <a16:creationId xmlns:a16="http://schemas.microsoft.com/office/drawing/2014/main" id="{FBCB30EE-D9F4-10C4-31B0-535C3F8B539F}"/>
                </a:ext>
              </a:extLst>
            </p:cNvPr>
            <p:cNvSpPr>
              <a:spLocks noChangeShapeType="1"/>
            </p:cNvSpPr>
            <p:nvPr/>
          </p:nvSpPr>
          <p:spPr bwMode="auto">
            <a:xfrm flipH="1">
              <a:off x="1232102" y="5650480"/>
              <a:ext cx="1377308"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5" name="Line 37">
              <a:extLst>
                <a:ext uri="{FF2B5EF4-FFF2-40B4-BE49-F238E27FC236}">
                  <a16:creationId xmlns:a16="http://schemas.microsoft.com/office/drawing/2014/main" id="{7AEAA4C4-E402-2A4D-78B3-F74F1FA373E1}"/>
                </a:ext>
              </a:extLst>
            </p:cNvPr>
            <p:cNvSpPr>
              <a:spLocks noChangeShapeType="1"/>
            </p:cNvSpPr>
            <p:nvPr/>
          </p:nvSpPr>
          <p:spPr bwMode="auto">
            <a:xfrm flipV="1">
              <a:off x="1232102" y="3644305"/>
              <a:ext cx="0" cy="201805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6" name="Line 38">
              <a:extLst>
                <a:ext uri="{FF2B5EF4-FFF2-40B4-BE49-F238E27FC236}">
                  <a16:creationId xmlns:a16="http://schemas.microsoft.com/office/drawing/2014/main" id="{A884455A-4C3D-98F4-63BF-D4F2081BB365}"/>
                </a:ext>
              </a:extLst>
            </p:cNvPr>
            <p:cNvSpPr>
              <a:spLocks noChangeShapeType="1"/>
            </p:cNvSpPr>
            <p:nvPr/>
          </p:nvSpPr>
          <p:spPr bwMode="auto">
            <a:xfrm>
              <a:off x="1219200" y="3632148"/>
              <a:ext cx="76445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87" name="Rectangle 39">
              <a:extLst>
                <a:ext uri="{FF2B5EF4-FFF2-40B4-BE49-F238E27FC236}">
                  <a16:creationId xmlns:a16="http://schemas.microsoft.com/office/drawing/2014/main" id="{B9D1DA17-879A-B31F-5864-ED94410E9022}"/>
                </a:ext>
              </a:extLst>
            </p:cNvPr>
            <p:cNvSpPr>
              <a:spLocks noChangeArrowheads="1"/>
            </p:cNvSpPr>
            <p:nvPr/>
          </p:nvSpPr>
          <p:spPr bwMode="auto">
            <a:xfrm>
              <a:off x="6730795" y="4041990"/>
              <a:ext cx="1070881" cy="372306"/>
            </a:xfrm>
            <a:prstGeom prst="rect">
              <a:avLst/>
            </a:prstGeom>
            <a:solidFill>
              <a:srgbClr val="FFFFFF"/>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CT</a:t>
              </a:r>
              <a:endParaRPr lang="ru-RU" altLang="en-US" sz="2000"/>
            </a:p>
          </p:txBody>
        </p:sp>
        <p:sp>
          <p:nvSpPr>
            <p:cNvPr id="104488" name="Rectangle 40">
              <a:extLst>
                <a:ext uri="{FF2B5EF4-FFF2-40B4-BE49-F238E27FC236}">
                  <a16:creationId xmlns:a16="http://schemas.microsoft.com/office/drawing/2014/main" id="{4857CE11-BF4A-E770-BC24-790AF1DFECDB}"/>
                </a:ext>
              </a:extLst>
            </p:cNvPr>
            <p:cNvSpPr>
              <a:spLocks noChangeArrowheads="1"/>
            </p:cNvSpPr>
            <p:nvPr/>
          </p:nvSpPr>
          <p:spPr bwMode="auto">
            <a:xfrm>
              <a:off x="6271155" y="2525413"/>
              <a:ext cx="1530521" cy="721818"/>
            </a:xfrm>
            <a:prstGeom prst="rect">
              <a:avLst/>
            </a:prstGeom>
            <a:solidFill>
              <a:schemeClr val="accent1">
                <a:lumMod val="40000"/>
                <a:lumOff val="60000"/>
              </a:schemeClr>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Control Unit</a:t>
              </a:r>
              <a:endParaRPr lang="ru-RU" altLang="en-US" sz="2000"/>
            </a:p>
          </p:txBody>
        </p:sp>
        <p:sp>
          <p:nvSpPr>
            <p:cNvPr id="104489" name="Line 41">
              <a:extLst>
                <a:ext uri="{FF2B5EF4-FFF2-40B4-BE49-F238E27FC236}">
                  <a16:creationId xmlns:a16="http://schemas.microsoft.com/office/drawing/2014/main" id="{4F3EB6EE-C0C2-585F-DEB2-FB167CB762AF}"/>
                </a:ext>
              </a:extLst>
            </p:cNvPr>
            <p:cNvSpPr>
              <a:spLocks noChangeShapeType="1"/>
            </p:cNvSpPr>
            <p:nvPr/>
          </p:nvSpPr>
          <p:spPr bwMode="auto">
            <a:xfrm flipV="1">
              <a:off x="2522321" y="4578868"/>
              <a:ext cx="153214" cy="14436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90" name="Line 42">
              <a:extLst>
                <a:ext uri="{FF2B5EF4-FFF2-40B4-BE49-F238E27FC236}">
                  <a16:creationId xmlns:a16="http://schemas.microsoft.com/office/drawing/2014/main" id="{90003B90-88D1-4B74-E9AA-07C9E77C298A}"/>
                </a:ext>
              </a:extLst>
            </p:cNvPr>
            <p:cNvSpPr>
              <a:spLocks noChangeShapeType="1"/>
            </p:cNvSpPr>
            <p:nvPr/>
          </p:nvSpPr>
          <p:spPr bwMode="auto">
            <a:xfrm flipV="1">
              <a:off x="3281937" y="1134964"/>
              <a:ext cx="153213" cy="14436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91" name="Line 43">
              <a:extLst>
                <a:ext uri="{FF2B5EF4-FFF2-40B4-BE49-F238E27FC236}">
                  <a16:creationId xmlns:a16="http://schemas.microsoft.com/office/drawing/2014/main" id="{7B91FC1C-1499-EEBB-CBB2-586781F4071D}"/>
                </a:ext>
              </a:extLst>
            </p:cNvPr>
            <p:cNvSpPr>
              <a:spLocks noChangeShapeType="1"/>
            </p:cNvSpPr>
            <p:nvPr/>
          </p:nvSpPr>
          <p:spPr bwMode="auto">
            <a:xfrm flipV="1">
              <a:off x="7292040" y="3741106"/>
              <a:ext cx="0" cy="28872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492" name="Line 44">
              <a:extLst>
                <a:ext uri="{FF2B5EF4-FFF2-40B4-BE49-F238E27FC236}">
                  <a16:creationId xmlns:a16="http://schemas.microsoft.com/office/drawing/2014/main" id="{CC6F710E-2D7A-EC91-EDEB-8CDAFFDAB53C}"/>
                </a:ext>
              </a:extLst>
            </p:cNvPr>
            <p:cNvSpPr>
              <a:spLocks noChangeShapeType="1"/>
            </p:cNvSpPr>
            <p:nvPr/>
          </p:nvSpPr>
          <p:spPr bwMode="auto">
            <a:xfrm flipV="1">
              <a:off x="5017281" y="4512005"/>
              <a:ext cx="151601" cy="14436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493" name="Text Box 45">
              <a:extLst>
                <a:ext uri="{FF2B5EF4-FFF2-40B4-BE49-F238E27FC236}">
                  <a16:creationId xmlns:a16="http://schemas.microsoft.com/office/drawing/2014/main" id="{19FC7712-2DE5-F3A1-78B6-0C0FF50B40F8}"/>
                </a:ext>
              </a:extLst>
            </p:cNvPr>
            <p:cNvSpPr txBox="1">
              <a:spLocks noChangeArrowheads="1"/>
            </p:cNvSpPr>
            <p:nvPr/>
          </p:nvSpPr>
          <p:spPr bwMode="auto">
            <a:xfrm>
              <a:off x="4815684" y="4367642"/>
              <a:ext cx="304815" cy="43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n</a:t>
              </a:r>
              <a:endParaRPr lang="ru-RU" altLang="en-US" sz="2000"/>
            </a:p>
          </p:txBody>
        </p:sp>
        <p:sp>
          <p:nvSpPr>
            <p:cNvPr id="94253" name="Text Box 46">
              <a:extLst>
                <a:ext uri="{FF2B5EF4-FFF2-40B4-BE49-F238E27FC236}">
                  <a16:creationId xmlns:a16="http://schemas.microsoft.com/office/drawing/2014/main" id="{1B002488-D8FE-44C1-BAD3-BF08DC298578}"/>
                </a:ext>
              </a:extLst>
            </p:cNvPr>
            <p:cNvSpPr txBox="1">
              <a:spLocks noChangeArrowheads="1"/>
            </p:cNvSpPr>
            <p:nvPr/>
          </p:nvSpPr>
          <p:spPr bwMode="auto">
            <a:xfrm>
              <a:off x="2708144" y="4454334"/>
              <a:ext cx="652405" cy="431776"/>
            </a:xfrm>
            <a:prstGeom prst="rect">
              <a:avLst/>
            </a:prstGeom>
            <a:noFill/>
            <a:ln w="25400">
              <a:noFill/>
              <a:miter lim="800000"/>
              <a:headEnd/>
              <a:tailEnd/>
            </a:ln>
          </p:spPr>
          <p:txBody>
            <a:bodyPr/>
            <a:lstStyle/>
            <a:p>
              <a:pPr eaLnBrk="1" hangingPunct="1">
                <a:defRPr/>
              </a:pPr>
              <a:r>
                <a:rPr lang="en-US" sz="2000" dirty="0">
                  <a:latin typeface="+mj-lt"/>
                  <a:cs typeface="Arial" charset="0"/>
                </a:rPr>
                <a:t>n+2</a:t>
              </a:r>
              <a:endParaRPr lang="ru-RU" sz="2000" dirty="0">
                <a:latin typeface="+mj-lt"/>
                <a:cs typeface="Arial" charset="0"/>
              </a:endParaRPr>
            </a:p>
          </p:txBody>
        </p:sp>
        <p:sp>
          <p:nvSpPr>
            <p:cNvPr id="94254" name="Text Box 47">
              <a:extLst>
                <a:ext uri="{FF2B5EF4-FFF2-40B4-BE49-F238E27FC236}">
                  <a16:creationId xmlns:a16="http://schemas.microsoft.com/office/drawing/2014/main" id="{4CD88CE7-1936-4464-9A3B-CC44BBA8E453}"/>
                </a:ext>
              </a:extLst>
            </p:cNvPr>
            <p:cNvSpPr txBox="1">
              <a:spLocks noChangeArrowheads="1"/>
            </p:cNvSpPr>
            <p:nvPr/>
          </p:nvSpPr>
          <p:spPr bwMode="auto">
            <a:xfrm>
              <a:off x="3514522" y="990600"/>
              <a:ext cx="306361" cy="433364"/>
            </a:xfrm>
            <a:prstGeom prst="rect">
              <a:avLst/>
            </a:prstGeom>
            <a:noFill/>
            <a:ln w="25400">
              <a:noFill/>
              <a:miter lim="800000"/>
              <a:headEnd/>
              <a:tailEnd/>
            </a:ln>
          </p:spPr>
          <p:txBody>
            <a:bodyPr/>
            <a:lstStyle/>
            <a:p>
              <a:pPr eaLnBrk="1" hangingPunct="1">
                <a:defRPr/>
              </a:pPr>
              <a:r>
                <a:rPr lang="en-US" dirty="0">
                  <a:latin typeface="+mj-lt"/>
                  <a:cs typeface="Arial" charset="0"/>
                </a:rPr>
                <a:t>n</a:t>
              </a:r>
              <a:endParaRPr lang="ru-RU" dirty="0">
                <a:latin typeface="+mj-lt"/>
                <a:cs typeface="Arial" charset="0"/>
              </a:endParaRPr>
            </a:p>
          </p:txBody>
        </p:sp>
        <p:sp>
          <p:nvSpPr>
            <p:cNvPr id="104496" name="Text Box 48">
              <a:extLst>
                <a:ext uri="{FF2B5EF4-FFF2-40B4-BE49-F238E27FC236}">
                  <a16:creationId xmlns:a16="http://schemas.microsoft.com/office/drawing/2014/main" id="{2258BEFF-A767-EB7D-15AA-1201A2F0E8BA}"/>
                </a:ext>
              </a:extLst>
            </p:cNvPr>
            <p:cNvSpPr txBox="1">
              <a:spLocks noChangeArrowheads="1"/>
            </p:cNvSpPr>
            <p:nvPr/>
          </p:nvSpPr>
          <p:spPr bwMode="auto">
            <a:xfrm>
              <a:off x="2902935" y="990600"/>
              <a:ext cx="304815" cy="433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A</a:t>
              </a:r>
              <a:endParaRPr lang="ru-RU" altLang="en-US" sz="1600"/>
            </a:p>
          </p:txBody>
        </p:sp>
        <p:sp>
          <p:nvSpPr>
            <p:cNvPr id="104497" name="Text Box 49">
              <a:extLst>
                <a:ext uri="{FF2B5EF4-FFF2-40B4-BE49-F238E27FC236}">
                  <a16:creationId xmlns:a16="http://schemas.microsoft.com/office/drawing/2014/main" id="{2B36C379-E82B-4400-5E45-2547C7CEB5E7}"/>
                </a:ext>
              </a:extLst>
            </p:cNvPr>
            <p:cNvSpPr txBox="1">
              <a:spLocks noChangeArrowheads="1"/>
            </p:cNvSpPr>
            <p:nvPr/>
          </p:nvSpPr>
          <p:spPr bwMode="auto">
            <a:xfrm>
              <a:off x="5128562" y="4492250"/>
              <a:ext cx="586438" cy="433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B</a:t>
              </a:r>
              <a:endParaRPr lang="ru-RU" altLang="en-US" sz="2000"/>
            </a:p>
          </p:txBody>
        </p:sp>
        <p:sp>
          <p:nvSpPr>
            <p:cNvPr id="104498" name="Text Box 50">
              <a:extLst>
                <a:ext uri="{FF2B5EF4-FFF2-40B4-BE49-F238E27FC236}">
                  <a16:creationId xmlns:a16="http://schemas.microsoft.com/office/drawing/2014/main" id="{0DE36087-7182-367E-D5BC-2F3E11A7BE0A}"/>
                </a:ext>
              </a:extLst>
            </p:cNvPr>
            <p:cNvSpPr txBox="1">
              <a:spLocks noChangeArrowheads="1"/>
            </p:cNvSpPr>
            <p:nvPr/>
          </p:nvSpPr>
          <p:spPr bwMode="auto">
            <a:xfrm>
              <a:off x="6260729" y="4913184"/>
              <a:ext cx="444871" cy="43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q</a:t>
              </a:r>
              <a:endParaRPr lang="ru-RU" altLang="en-US" sz="2000"/>
            </a:p>
          </p:txBody>
        </p:sp>
        <p:sp>
          <p:nvSpPr>
            <p:cNvPr id="104499" name="Rectangle 51">
              <a:extLst>
                <a:ext uri="{FF2B5EF4-FFF2-40B4-BE49-F238E27FC236}">
                  <a16:creationId xmlns:a16="http://schemas.microsoft.com/office/drawing/2014/main" id="{5401B3FA-93CE-783E-A1D9-C02FEFE90315}"/>
                </a:ext>
              </a:extLst>
            </p:cNvPr>
            <p:cNvSpPr>
              <a:spLocks noChangeArrowheads="1"/>
            </p:cNvSpPr>
            <p:nvPr/>
          </p:nvSpPr>
          <p:spPr bwMode="auto">
            <a:xfrm>
              <a:off x="6730795" y="4041990"/>
              <a:ext cx="1070881" cy="372306"/>
            </a:xfrm>
            <a:prstGeom prst="rect">
              <a:avLst/>
            </a:prstGeom>
            <a:solidFill>
              <a:schemeClr val="accent1">
                <a:lumMod val="40000"/>
                <a:lumOff val="60000"/>
              </a:schemeClr>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000"/>
                <a:t>CT</a:t>
              </a:r>
              <a:endParaRPr lang="ru-RU" altLang="en-US" sz="2000"/>
            </a:p>
          </p:txBody>
        </p:sp>
        <p:sp>
          <p:nvSpPr>
            <p:cNvPr id="104500" name="Line 52">
              <a:extLst>
                <a:ext uri="{FF2B5EF4-FFF2-40B4-BE49-F238E27FC236}">
                  <a16:creationId xmlns:a16="http://schemas.microsoft.com/office/drawing/2014/main" id="{61DBC0B5-DB70-DB65-C1E3-87B6648156A5}"/>
                </a:ext>
              </a:extLst>
            </p:cNvPr>
            <p:cNvSpPr>
              <a:spLocks noChangeShapeType="1"/>
            </p:cNvSpPr>
            <p:nvPr/>
          </p:nvSpPr>
          <p:spPr bwMode="auto">
            <a:xfrm flipV="1">
              <a:off x="7292040" y="3741106"/>
              <a:ext cx="0" cy="28872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01" name="Rectangle 53">
              <a:extLst>
                <a:ext uri="{FF2B5EF4-FFF2-40B4-BE49-F238E27FC236}">
                  <a16:creationId xmlns:a16="http://schemas.microsoft.com/office/drawing/2014/main" id="{B7FEF132-FBC0-ED3E-7378-FB6C75E01949}"/>
                </a:ext>
              </a:extLst>
            </p:cNvPr>
            <p:cNvSpPr>
              <a:spLocks noChangeArrowheads="1"/>
            </p:cNvSpPr>
            <p:nvPr/>
          </p:nvSpPr>
          <p:spPr bwMode="auto">
            <a:xfrm>
              <a:off x="4955996" y="1482956"/>
              <a:ext cx="1835336" cy="372306"/>
            </a:xfrm>
            <a:prstGeom prst="rect">
              <a:avLst/>
            </a:prstGeom>
            <a:solidFill>
              <a:srgbClr val="FFFFFF"/>
            </a:solidFill>
            <a:ln w="2540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1800"/>
                <a:t>Complement</a:t>
              </a:r>
              <a:endParaRPr lang="ru-RU" altLang="en-US" sz="1800"/>
            </a:p>
          </p:txBody>
        </p:sp>
        <p:sp>
          <p:nvSpPr>
            <p:cNvPr id="104502" name="Text Box 54">
              <a:extLst>
                <a:ext uri="{FF2B5EF4-FFF2-40B4-BE49-F238E27FC236}">
                  <a16:creationId xmlns:a16="http://schemas.microsoft.com/office/drawing/2014/main" id="{554E404C-8F55-208C-9628-7B2D6704125D}"/>
                </a:ext>
              </a:extLst>
            </p:cNvPr>
            <p:cNvSpPr txBox="1">
              <a:spLocks noChangeArrowheads="1"/>
            </p:cNvSpPr>
            <p:nvPr/>
          </p:nvSpPr>
          <p:spPr bwMode="auto">
            <a:xfrm>
              <a:off x="2714241" y="2835414"/>
              <a:ext cx="343520" cy="29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2</a:t>
              </a:r>
              <a:endParaRPr lang="ru-RU" altLang="en-US" sz="1800"/>
            </a:p>
          </p:txBody>
        </p:sp>
        <p:sp>
          <p:nvSpPr>
            <p:cNvPr id="104503" name="Text Box 55">
              <a:extLst>
                <a:ext uri="{FF2B5EF4-FFF2-40B4-BE49-F238E27FC236}">
                  <a16:creationId xmlns:a16="http://schemas.microsoft.com/office/drawing/2014/main" id="{233B3115-A749-FE5B-13BC-8031098317FC}"/>
                </a:ext>
              </a:extLst>
            </p:cNvPr>
            <p:cNvSpPr txBox="1">
              <a:spLocks noChangeArrowheads="1"/>
            </p:cNvSpPr>
            <p:nvPr/>
          </p:nvSpPr>
          <p:spPr bwMode="auto">
            <a:xfrm>
              <a:off x="2988413" y="2829336"/>
              <a:ext cx="345133" cy="299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3</a:t>
              </a:r>
              <a:endParaRPr lang="ru-RU" altLang="en-US" sz="1800"/>
            </a:p>
          </p:txBody>
        </p:sp>
        <p:sp>
          <p:nvSpPr>
            <p:cNvPr id="104504" name="Text Box 56">
              <a:extLst>
                <a:ext uri="{FF2B5EF4-FFF2-40B4-BE49-F238E27FC236}">
                  <a16:creationId xmlns:a16="http://schemas.microsoft.com/office/drawing/2014/main" id="{FABCF3C6-49EA-46C4-98E0-E3D8F119D2AF}"/>
                </a:ext>
              </a:extLst>
            </p:cNvPr>
            <p:cNvSpPr txBox="1">
              <a:spLocks noChangeArrowheads="1"/>
            </p:cNvSpPr>
            <p:nvPr/>
          </p:nvSpPr>
          <p:spPr bwMode="auto">
            <a:xfrm>
              <a:off x="3315805" y="2832375"/>
              <a:ext cx="343521" cy="30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4</a:t>
              </a:r>
              <a:endParaRPr lang="ru-RU" altLang="en-US" sz="1800"/>
            </a:p>
          </p:txBody>
        </p:sp>
        <p:sp>
          <p:nvSpPr>
            <p:cNvPr id="104505" name="Text Box 57">
              <a:extLst>
                <a:ext uri="{FF2B5EF4-FFF2-40B4-BE49-F238E27FC236}">
                  <a16:creationId xmlns:a16="http://schemas.microsoft.com/office/drawing/2014/main" id="{0CF64F59-0E96-DF79-CADD-888B2DD9E639}"/>
                </a:ext>
              </a:extLst>
            </p:cNvPr>
            <p:cNvSpPr txBox="1">
              <a:spLocks noChangeArrowheads="1"/>
            </p:cNvSpPr>
            <p:nvPr/>
          </p:nvSpPr>
          <p:spPr bwMode="auto">
            <a:xfrm>
              <a:off x="3654487" y="2838453"/>
              <a:ext cx="345133" cy="30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5</a:t>
              </a:r>
              <a:endParaRPr lang="ru-RU" altLang="en-US" sz="1800"/>
            </a:p>
          </p:txBody>
        </p:sp>
        <p:sp>
          <p:nvSpPr>
            <p:cNvPr id="104506" name="Text Box 58">
              <a:extLst>
                <a:ext uri="{FF2B5EF4-FFF2-40B4-BE49-F238E27FC236}">
                  <a16:creationId xmlns:a16="http://schemas.microsoft.com/office/drawing/2014/main" id="{5B2C23CD-755F-09C5-77FF-E0503EEA4660}"/>
                </a:ext>
              </a:extLst>
            </p:cNvPr>
            <p:cNvSpPr txBox="1">
              <a:spLocks noChangeArrowheads="1"/>
            </p:cNvSpPr>
            <p:nvPr/>
          </p:nvSpPr>
          <p:spPr bwMode="auto">
            <a:xfrm>
              <a:off x="3935110" y="2852130"/>
              <a:ext cx="345133" cy="30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6</a:t>
              </a:r>
              <a:endParaRPr lang="ru-RU" altLang="en-US" sz="1800"/>
            </a:p>
          </p:txBody>
        </p:sp>
        <p:sp>
          <p:nvSpPr>
            <p:cNvPr id="104507" name="Text Box 59">
              <a:extLst>
                <a:ext uri="{FF2B5EF4-FFF2-40B4-BE49-F238E27FC236}">
                  <a16:creationId xmlns:a16="http://schemas.microsoft.com/office/drawing/2014/main" id="{5EA9D9E9-CD2B-8F56-456F-1781A74BE302}"/>
                </a:ext>
              </a:extLst>
            </p:cNvPr>
            <p:cNvSpPr txBox="1">
              <a:spLocks noChangeArrowheads="1"/>
            </p:cNvSpPr>
            <p:nvPr/>
          </p:nvSpPr>
          <p:spPr bwMode="auto">
            <a:xfrm>
              <a:off x="4215733" y="2852130"/>
              <a:ext cx="343521" cy="300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7</a:t>
              </a:r>
              <a:endParaRPr lang="ru-RU" altLang="en-US" sz="1800"/>
            </a:p>
          </p:txBody>
        </p:sp>
        <p:sp>
          <p:nvSpPr>
            <p:cNvPr id="104508" name="Line 60">
              <a:extLst>
                <a:ext uri="{FF2B5EF4-FFF2-40B4-BE49-F238E27FC236}">
                  <a16:creationId xmlns:a16="http://schemas.microsoft.com/office/drawing/2014/main" id="{ACC8041F-F92D-CA95-A48F-3091BDBA6020}"/>
                </a:ext>
              </a:extLst>
            </p:cNvPr>
            <p:cNvSpPr>
              <a:spLocks noChangeShapeType="1"/>
            </p:cNvSpPr>
            <p:nvPr/>
          </p:nvSpPr>
          <p:spPr bwMode="auto">
            <a:xfrm flipH="1">
              <a:off x="2654568" y="1867419"/>
              <a:ext cx="0" cy="981672"/>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09" name="Line 61">
              <a:extLst>
                <a:ext uri="{FF2B5EF4-FFF2-40B4-BE49-F238E27FC236}">
                  <a16:creationId xmlns:a16="http://schemas.microsoft.com/office/drawing/2014/main" id="{ED792AFC-3B83-C7D5-DA85-A4128A67676B}"/>
                </a:ext>
              </a:extLst>
            </p:cNvPr>
            <p:cNvSpPr>
              <a:spLocks noChangeShapeType="1"/>
            </p:cNvSpPr>
            <p:nvPr/>
          </p:nvSpPr>
          <p:spPr bwMode="auto">
            <a:xfrm>
              <a:off x="2922288" y="2446392"/>
              <a:ext cx="0" cy="408777"/>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10" name="Line 62">
              <a:extLst>
                <a:ext uri="{FF2B5EF4-FFF2-40B4-BE49-F238E27FC236}">
                  <a16:creationId xmlns:a16="http://schemas.microsoft.com/office/drawing/2014/main" id="{1EAD7B9C-9417-15B0-F825-299ED76CC5F3}"/>
                </a:ext>
              </a:extLst>
            </p:cNvPr>
            <p:cNvSpPr>
              <a:spLocks noChangeShapeType="1"/>
            </p:cNvSpPr>
            <p:nvPr/>
          </p:nvSpPr>
          <p:spPr bwMode="auto">
            <a:xfrm>
              <a:off x="2671282" y="2456748"/>
              <a:ext cx="251593"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4511" name="Line 63">
              <a:extLst>
                <a:ext uri="{FF2B5EF4-FFF2-40B4-BE49-F238E27FC236}">
                  <a16:creationId xmlns:a16="http://schemas.microsoft.com/office/drawing/2014/main" id="{A005D299-ABE6-8A76-0FF4-9AF41BD987AC}"/>
                </a:ext>
              </a:extLst>
            </p:cNvPr>
            <p:cNvSpPr>
              <a:spLocks noChangeShapeType="1"/>
            </p:cNvSpPr>
            <p:nvPr/>
          </p:nvSpPr>
          <p:spPr bwMode="auto">
            <a:xfrm flipH="1">
              <a:off x="3822216" y="2143989"/>
              <a:ext cx="0" cy="703582"/>
            </a:xfrm>
            <a:prstGeom prst="line">
              <a:avLst/>
            </a:prstGeom>
            <a:noFill/>
            <a:ln w="25400">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12" name="Line 64">
              <a:extLst>
                <a:ext uri="{FF2B5EF4-FFF2-40B4-BE49-F238E27FC236}">
                  <a16:creationId xmlns:a16="http://schemas.microsoft.com/office/drawing/2014/main" id="{CEE0C7B4-6834-6F92-A95A-40DE3320DBAE}"/>
                </a:ext>
              </a:extLst>
            </p:cNvPr>
            <p:cNvSpPr>
              <a:spLocks noChangeShapeType="1"/>
            </p:cNvSpPr>
            <p:nvPr/>
          </p:nvSpPr>
          <p:spPr bwMode="auto">
            <a:xfrm flipH="1">
              <a:off x="4091549" y="2347618"/>
              <a:ext cx="0" cy="499953"/>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13" name="Line 65">
              <a:extLst>
                <a:ext uri="{FF2B5EF4-FFF2-40B4-BE49-F238E27FC236}">
                  <a16:creationId xmlns:a16="http://schemas.microsoft.com/office/drawing/2014/main" id="{9DF0325B-1D78-4858-688B-B8B0936F0630}"/>
                </a:ext>
              </a:extLst>
            </p:cNvPr>
            <p:cNvSpPr>
              <a:spLocks noChangeShapeType="1"/>
            </p:cNvSpPr>
            <p:nvPr/>
          </p:nvSpPr>
          <p:spPr bwMode="auto">
            <a:xfrm>
              <a:off x="3830279" y="2341539"/>
              <a:ext cx="274320"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4514" name="Line 66">
              <a:extLst>
                <a:ext uri="{FF2B5EF4-FFF2-40B4-BE49-F238E27FC236}">
                  <a16:creationId xmlns:a16="http://schemas.microsoft.com/office/drawing/2014/main" id="{4F1E3AD3-5FDA-839B-D479-6ADB33975CA6}"/>
                </a:ext>
              </a:extLst>
            </p:cNvPr>
            <p:cNvSpPr>
              <a:spLocks noChangeShapeType="1"/>
            </p:cNvSpPr>
            <p:nvPr/>
          </p:nvSpPr>
          <p:spPr bwMode="auto">
            <a:xfrm>
              <a:off x="2659407" y="2273156"/>
              <a:ext cx="448056"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4515" name="Line 67">
              <a:extLst>
                <a:ext uri="{FF2B5EF4-FFF2-40B4-BE49-F238E27FC236}">
                  <a16:creationId xmlns:a16="http://schemas.microsoft.com/office/drawing/2014/main" id="{0646DAEA-5679-CB78-772E-D0264499C88C}"/>
                </a:ext>
              </a:extLst>
            </p:cNvPr>
            <p:cNvSpPr>
              <a:spLocks noChangeShapeType="1"/>
            </p:cNvSpPr>
            <p:nvPr/>
          </p:nvSpPr>
          <p:spPr bwMode="auto">
            <a:xfrm>
              <a:off x="3100280" y="2276195"/>
              <a:ext cx="0" cy="57593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16" name="Line 68">
              <a:extLst>
                <a:ext uri="{FF2B5EF4-FFF2-40B4-BE49-F238E27FC236}">
                  <a16:creationId xmlns:a16="http://schemas.microsoft.com/office/drawing/2014/main" id="{AFB4DBD4-533D-4A23-327E-66AEFCC505E5}"/>
                </a:ext>
              </a:extLst>
            </p:cNvPr>
            <p:cNvSpPr>
              <a:spLocks noChangeShapeType="1"/>
            </p:cNvSpPr>
            <p:nvPr/>
          </p:nvSpPr>
          <p:spPr bwMode="auto">
            <a:xfrm>
              <a:off x="3194848" y="2510216"/>
              <a:ext cx="0" cy="340394"/>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17" name="Oval 69">
              <a:extLst>
                <a:ext uri="{FF2B5EF4-FFF2-40B4-BE49-F238E27FC236}">
                  <a16:creationId xmlns:a16="http://schemas.microsoft.com/office/drawing/2014/main" id="{BC5B4542-973D-C4A0-CC37-EA13120A67C1}"/>
                </a:ext>
              </a:extLst>
            </p:cNvPr>
            <p:cNvSpPr>
              <a:spLocks noChangeArrowheads="1"/>
            </p:cNvSpPr>
            <p:nvPr/>
          </p:nvSpPr>
          <p:spPr bwMode="auto">
            <a:xfrm>
              <a:off x="2986799" y="2543648"/>
              <a:ext cx="283848" cy="95736"/>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4518" name="Line 70">
              <a:extLst>
                <a:ext uri="{FF2B5EF4-FFF2-40B4-BE49-F238E27FC236}">
                  <a16:creationId xmlns:a16="http://schemas.microsoft.com/office/drawing/2014/main" id="{4E0A4B21-289C-CE76-FC73-B90202A94FD2}"/>
                </a:ext>
              </a:extLst>
            </p:cNvPr>
            <p:cNvSpPr>
              <a:spLocks noChangeShapeType="1"/>
            </p:cNvSpPr>
            <p:nvPr/>
          </p:nvSpPr>
          <p:spPr bwMode="auto">
            <a:xfrm>
              <a:off x="2659407" y="1999625"/>
              <a:ext cx="1725667" cy="0"/>
            </a:xfrm>
            <a:prstGeom prst="line">
              <a:avLst/>
            </a:prstGeom>
            <a:noFill/>
            <a:ln w="25400">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4519" name="Line 71">
              <a:extLst>
                <a:ext uri="{FF2B5EF4-FFF2-40B4-BE49-F238E27FC236}">
                  <a16:creationId xmlns:a16="http://schemas.microsoft.com/office/drawing/2014/main" id="{7E2AA092-B3DC-7696-9E01-E3D55EB68F86}"/>
                </a:ext>
              </a:extLst>
            </p:cNvPr>
            <p:cNvSpPr>
              <a:spLocks noChangeShapeType="1"/>
            </p:cNvSpPr>
            <p:nvPr/>
          </p:nvSpPr>
          <p:spPr bwMode="auto">
            <a:xfrm flipV="1">
              <a:off x="4381849" y="1134964"/>
              <a:ext cx="0" cy="86466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20" name="Line 72">
              <a:extLst>
                <a:ext uri="{FF2B5EF4-FFF2-40B4-BE49-F238E27FC236}">
                  <a16:creationId xmlns:a16="http://schemas.microsoft.com/office/drawing/2014/main" id="{56C129EB-A4A2-DB07-D446-598E548EF92D}"/>
                </a:ext>
              </a:extLst>
            </p:cNvPr>
            <p:cNvSpPr>
              <a:spLocks noChangeShapeType="1"/>
            </p:cNvSpPr>
            <p:nvPr/>
          </p:nvSpPr>
          <p:spPr bwMode="auto">
            <a:xfrm>
              <a:off x="4381849" y="1134964"/>
              <a:ext cx="153052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21" name="Line 73">
              <a:extLst>
                <a:ext uri="{FF2B5EF4-FFF2-40B4-BE49-F238E27FC236}">
                  <a16:creationId xmlns:a16="http://schemas.microsoft.com/office/drawing/2014/main" id="{340D7026-C51E-9A24-4265-FFA2D1F4798B}"/>
                </a:ext>
              </a:extLst>
            </p:cNvPr>
            <p:cNvSpPr>
              <a:spLocks noChangeShapeType="1"/>
            </p:cNvSpPr>
            <p:nvPr/>
          </p:nvSpPr>
          <p:spPr bwMode="auto">
            <a:xfrm>
              <a:off x="5912370" y="1131925"/>
              <a:ext cx="0" cy="337355"/>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22" name="Line 74">
              <a:extLst>
                <a:ext uri="{FF2B5EF4-FFF2-40B4-BE49-F238E27FC236}">
                  <a16:creationId xmlns:a16="http://schemas.microsoft.com/office/drawing/2014/main" id="{BA1DFA98-8C4B-DE96-FBE7-EC727ECCBBCB}"/>
                </a:ext>
              </a:extLst>
            </p:cNvPr>
            <p:cNvSpPr>
              <a:spLocks noChangeShapeType="1"/>
            </p:cNvSpPr>
            <p:nvPr/>
          </p:nvSpPr>
          <p:spPr bwMode="auto">
            <a:xfrm>
              <a:off x="5873663" y="1855262"/>
              <a:ext cx="0" cy="2887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23" name="Line 75">
              <a:extLst>
                <a:ext uri="{FF2B5EF4-FFF2-40B4-BE49-F238E27FC236}">
                  <a16:creationId xmlns:a16="http://schemas.microsoft.com/office/drawing/2014/main" id="{8A3D56A7-524D-F3C6-D091-44FD31D70424}"/>
                </a:ext>
              </a:extLst>
            </p:cNvPr>
            <p:cNvSpPr>
              <a:spLocks noChangeShapeType="1"/>
            </p:cNvSpPr>
            <p:nvPr/>
          </p:nvSpPr>
          <p:spPr bwMode="auto">
            <a:xfrm>
              <a:off x="3438376" y="2143989"/>
              <a:ext cx="242883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24" name="Line 76">
              <a:extLst>
                <a:ext uri="{FF2B5EF4-FFF2-40B4-BE49-F238E27FC236}">
                  <a16:creationId xmlns:a16="http://schemas.microsoft.com/office/drawing/2014/main" id="{B0A4BB09-EF20-8257-F2D4-A215806B6503}"/>
                </a:ext>
              </a:extLst>
            </p:cNvPr>
            <p:cNvSpPr>
              <a:spLocks noChangeShapeType="1"/>
            </p:cNvSpPr>
            <p:nvPr/>
          </p:nvSpPr>
          <p:spPr bwMode="auto">
            <a:xfrm>
              <a:off x="3548044" y="2499580"/>
              <a:ext cx="0" cy="340394"/>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25" name="Line 77">
              <a:extLst>
                <a:ext uri="{FF2B5EF4-FFF2-40B4-BE49-F238E27FC236}">
                  <a16:creationId xmlns:a16="http://schemas.microsoft.com/office/drawing/2014/main" id="{4B1916E6-2CA4-492B-368B-572C4BA25D91}"/>
                </a:ext>
              </a:extLst>
            </p:cNvPr>
            <p:cNvSpPr>
              <a:spLocks noChangeShapeType="1"/>
            </p:cNvSpPr>
            <p:nvPr/>
          </p:nvSpPr>
          <p:spPr bwMode="auto">
            <a:xfrm>
              <a:off x="3437349" y="2143989"/>
              <a:ext cx="0" cy="708141"/>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26" name="Oval 78">
              <a:extLst>
                <a:ext uri="{FF2B5EF4-FFF2-40B4-BE49-F238E27FC236}">
                  <a16:creationId xmlns:a16="http://schemas.microsoft.com/office/drawing/2014/main" id="{4DD778CE-34CD-17EE-587E-2C6D3CF18D51}"/>
                </a:ext>
              </a:extLst>
            </p:cNvPr>
            <p:cNvSpPr>
              <a:spLocks noChangeArrowheads="1"/>
            </p:cNvSpPr>
            <p:nvPr/>
          </p:nvSpPr>
          <p:spPr bwMode="auto">
            <a:xfrm>
              <a:off x="3338384" y="2539090"/>
              <a:ext cx="283848" cy="95735"/>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104527" name="Text Box 79">
              <a:extLst>
                <a:ext uri="{FF2B5EF4-FFF2-40B4-BE49-F238E27FC236}">
                  <a16:creationId xmlns:a16="http://schemas.microsoft.com/office/drawing/2014/main" id="{91CEF189-FBB7-48BF-E7DB-D8D21D70324D}"/>
                </a:ext>
              </a:extLst>
            </p:cNvPr>
            <p:cNvSpPr txBox="1">
              <a:spLocks noChangeArrowheads="1"/>
            </p:cNvSpPr>
            <p:nvPr/>
          </p:nvSpPr>
          <p:spPr bwMode="auto">
            <a:xfrm>
              <a:off x="2790041" y="3025367"/>
              <a:ext cx="1006370" cy="43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MUX</a:t>
              </a:r>
              <a:endParaRPr lang="ru-RU" altLang="en-US" sz="1800"/>
            </a:p>
          </p:txBody>
        </p:sp>
        <p:sp>
          <p:nvSpPr>
            <p:cNvPr id="104528" name="AutoShape 80">
              <a:extLst>
                <a:ext uri="{FF2B5EF4-FFF2-40B4-BE49-F238E27FC236}">
                  <a16:creationId xmlns:a16="http://schemas.microsoft.com/office/drawing/2014/main" id="{E27A04A8-35EC-9B47-292A-B82633C078BB}"/>
                </a:ext>
              </a:extLst>
            </p:cNvPr>
            <p:cNvSpPr>
              <a:spLocks/>
            </p:cNvSpPr>
            <p:nvPr/>
          </p:nvSpPr>
          <p:spPr bwMode="auto">
            <a:xfrm rot="5400000">
              <a:off x="5702296" y="3723726"/>
              <a:ext cx="144363" cy="459641"/>
            </a:xfrm>
            <a:prstGeom prst="leftBrace">
              <a:avLst>
                <a:gd name="adj1" fmla="val 25000"/>
                <a:gd name="adj2" fmla="val 50000"/>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en-GB" altLang="en-US"/>
            </a:p>
          </p:txBody>
        </p:sp>
        <p:sp>
          <p:nvSpPr>
            <p:cNvPr id="94288" name="Text Box 81">
              <a:extLst>
                <a:ext uri="{FF2B5EF4-FFF2-40B4-BE49-F238E27FC236}">
                  <a16:creationId xmlns:a16="http://schemas.microsoft.com/office/drawing/2014/main" id="{31F617F9-3D83-43B2-9FD1-E76390398D8E}"/>
                </a:ext>
              </a:extLst>
            </p:cNvPr>
            <p:cNvSpPr txBox="1">
              <a:spLocks noChangeArrowheads="1"/>
            </p:cNvSpPr>
            <p:nvPr/>
          </p:nvSpPr>
          <p:spPr bwMode="auto">
            <a:xfrm>
              <a:off x="5592377" y="3536809"/>
              <a:ext cx="611133" cy="431776"/>
            </a:xfrm>
            <a:prstGeom prst="rect">
              <a:avLst/>
            </a:prstGeom>
            <a:noFill/>
            <a:ln w="25400">
              <a:noFill/>
              <a:miter lim="800000"/>
              <a:headEnd/>
              <a:tailEnd/>
            </a:ln>
          </p:spPr>
          <p:txBody>
            <a:bodyPr/>
            <a:lstStyle/>
            <a:p>
              <a:pPr eaLnBrk="1" hangingPunct="1">
                <a:defRPr/>
              </a:pPr>
              <a:r>
                <a:rPr lang="en-US" sz="2000" dirty="0">
                  <a:latin typeface="+mj-lt"/>
                  <a:cs typeface="Arial" charset="0"/>
                </a:rPr>
                <a:t>S</a:t>
              </a:r>
              <a:endParaRPr lang="ru-RU" sz="2000" dirty="0">
                <a:latin typeface="+mj-lt"/>
                <a:cs typeface="Arial" charset="0"/>
              </a:endParaRPr>
            </a:p>
          </p:txBody>
        </p:sp>
        <p:sp>
          <p:nvSpPr>
            <p:cNvPr id="104530" name="Text Box 82">
              <a:extLst>
                <a:ext uri="{FF2B5EF4-FFF2-40B4-BE49-F238E27FC236}">
                  <a16:creationId xmlns:a16="http://schemas.microsoft.com/office/drawing/2014/main" id="{1163E289-912B-0228-8306-A7AF70DB9D7D}"/>
                </a:ext>
              </a:extLst>
            </p:cNvPr>
            <p:cNvSpPr txBox="1">
              <a:spLocks noChangeArrowheads="1"/>
            </p:cNvSpPr>
            <p:nvPr/>
          </p:nvSpPr>
          <p:spPr bwMode="auto">
            <a:xfrm>
              <a:off x="4912451" y="2994974"/>
              <a:ext cx="612854" cy="431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S</a:t>
              </a:r>
              <a:endParaRPr lang="ru-RU" altLang="en-US" sz="2000"/>
            </a:p>
          </p:txBody>
        </p:sp>
        <p:sp>
          <p:nvSpPr>
            <p:cNvPr id="104531" name="Line 83">
              <a:extLst>
                <a:ext uri="{FF2B5EF4-FFF2-40B4-BE49-F238E27FC236}">
                  <a16:creationId xmlns:a16="http://schemas.microsoft.com/office/drawing/2014/main" id="{9B4EC424-BA59-EF86-F0D4-E2B90AE3FDBC}"/>
                </a:ext>
              </a:extLst>
            </p:cNvPr>
            <p:cNvSpPr>
              <a:spLocks noChangeShapeType="1"/>
            </p:cNvSpPr>
            <p:nvPr/>
          </p:nvSpPr>
          <p:spPr bwMode="auto">
            <a:xfrm flipH="1">
              <a:off x="4356044" y="3153015"/>
              <a:ext cx="611241" cy="0"/>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32" name="Line 84">
              <a:extLst>
                <a:ext uri="{FF2B5EF4-FFF2-40B4-BE49-F238E27FC236}">
                  <a16:creationId xmlns:a16="http://schemas.microsoft.com/office/drawing/2014/main" id="{430415DE-692E-FBE6-4892-B455FDCABDFC}"/>
                </a:ext>
              </a:extLst>
            </p:cNvPr>
            <p:cNvSpPr>
              <a:spLocks noChangeShapeType="1"/>
            </p:cNvSpPr>
            <p:nvPr/>
          </p:nvSpPr>
          <p:spPr bwMode="auto">
            <a:xfrm flipH="1">
              <a:off x="4572156" y="3075514"/>
              <a:ext cx="153213" cy="14436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33" name="Text Box 85">
              <a:extLst>
                <a:ext uri="{FF2B5EF4-FFF2-40B4-BE49-F238E27FC236}">
                  <a16:creationId xmlns:a16="http://schemas.microsoft.com/office/drawing/2014/main" id="{A834F169-9DF3-95D4-F781-D4DC8DAA632A}"/>
                </a:ext>
              </a:extLst>
            </p:cNvPr>
            <p:cNvSpPr txBox="1">
              <a:spLocks noChangeArrowheads="1"/>
            </p:cNvSpPr>
            <p:nvPr/>
          </p:nvSpPr>
          <p:spPr bwMode="auto">
            <a:xfrm>
              <a:off x="2307092" y="1770273"/>
              <a:ext cx="458028" cy="343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a:t>
              </a:r>
              <a:endParaRPr lang="ru-RU" altLang="en-US" sz="2000"/>
            </a:p>
          </p:txBody>
        </p:sp>
        <p:sp>
          <p:nvSpPr>
            <p:cNvPr id="104534" name="Text Box 86">
              <a:extLst>
                <a:ext uri="{FF2B5EF4-FFF2-40B4-BE49-F238E27FC236}">
                  <a16:creationId xmlns:a16="http://schemas.microsoft.com/office/drawing/2014/main" id="{3A571881-4A99-7B7B-4273-E909ACE40731}"/>
                </a:ext>
              </a:extLst>
            </p:cNvPr>
            <p:cNvSpPr txBox="1">
              <a:spLocks noChangeArrowheads="1"/>
            </p:cNvSpPr>
            <p:nvPr/>
          </p:nvSpPr>
          <p:spPr bwMode="auto">
            <a:xfrm flipV="1">
              <a:off x="3578688" y="2216930"/>
              <a:ext cx="365760" cy="18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t>
              </a:r>
              <a:endParaRPr lang="ru-RU" altLang="en-US" sz="2000"/>
            </a:p>
          </p:txBody>
        </p:sp>
        <p:sp>
          <p:nvSpPr>
            <p:cNvPr id="104535" name="Text Box 87">
              <a:extLst>
                <a:ext uri="{FF2B5EF4-FFF2-40B4-BE49-F238E27FC236}">
                  <a16:creationId xmlns:a16="http://schemas.microsoft.com/office/drawing/2014/main" id="{2E320D4E-CC10-A77F-A4D1-EB2697B1FBC4}"/>
                </a:ext>
              </a:extLst>
            </p:cNvPr>
            <p:cNvSpPr txBox="1">
              <a:spLocks noChangeArrowheads="1"/>
            </p:cNvSpPr>
            <p:nvPr/>
          </p:nvSpPr>
          <p:spPr bwMode="auto">
            <a:xfrm>
              <a:off x="2162673" y="2348182"/>
              <a:ext cx="306427" cy="347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endParaRPr lang="ru-RU" altLang="en-US" sz="1600"/>
            </a:p>
          </p:txBody>
        </p:sp>
        <p:sp>
          <p:nvSpPr>
            <p:cNvPr id="104536" name="Line 88">
              <a:extLst>
                <a:ext uri="{FF2B5EF4-FFF2-40B4-BE49-F238E27FC236}">
                  <a16:creationId xmlns:a16="http://schemas.microsoft.com/office/drawing/2014/main" id="{D271A410-5492-2D41-518A-8AEB5C790F5D}"/>
                </a:ext>
              </a:extLst>
            </p:cNvPr>
            <p:cNvSpPr>
              <a:spLocks noChangeShapeType="1"/>
            </p:cNvSpPr>
            <p:nvPr/>
          </p:nvSpPr>
          <p:spPr bwMode="auto">
            <a:xfrm flipV="1">
              <a:off x="3144851" y="3654941"/>
              <a:ext cx="106443" cy="10029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4537" name="Text Box 89">
              <a:extLst>
                <a:ext uri="{FF2B5EF4-FFF2-40B4-BE49-F238E27FC236}">
                  <a16:creationId xmlns:a16="http://schemas.microsoft.com/office/drawing/2014/main" id="{134247CD-6F45-C5F5-5882-8B2ED4E8A6E1}"/>
                </a:ext>
              </a:extLst>
            </p:cNvPr>
            <p:cNvSpPr txBox="1">
              <a:spLocks noChangeArrowheads="1"/>
            </p:cNvSpPr>
            <p:nvPr/>
          </p:nvSpPr>
          <p:spPr bwMode="auto">
            <a:xfrm>
              <a:off x="4303993" y="2289934"/>
              <a:ext cx="304815" cy="2279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endParaRPr lang="ru-RU" altLang="en-US" sz="1600"/>
            </a:p>
          </p:txBody>
        </p:sp>
        <p:sp>
          <p:nvSpPr>
            <p:cNvPr id="104538" name="Text Box 90">
              <a:extLst>
                <a:ext uri="{FF2B5EF4-FFF2-40B4-BE49-F238E27FC236}">
                  <a16:creationId xmlns:a16="http://schemas.microsoft.com/office/drawing/2014/main" id="{6A71FF4A-FD8A-56FA-AFC4-FCB5C2F6EC1A}"/>
                </a:ext>
              </a:extLst>
            </p:cNvPr>
            <p:cNvSpPr txBox="1">
              <a:spLocks noChangeArrowheads="1"/>
            </p:cNvSpPr>
            <p:nvPr/>
          </p:nvSpPr>
          <p:spPr bwMode="auto">
            <a:xfrm>
              <a:off x="3043247" y="2193634"/>
              <a:ext cx="304814" cy="287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endParaRPr lang="ru-RU" altLang="en-US" sz="1600"/>
            </a:p>
          </p:txBody>
        </p:sp>
        <p:sp>
          <p:nvSpPr>
            <p:cNvPr id="104539" name="Line 91">
              <a:extLst>
                <a:ext uri="{FF2B5EF4-FFF2-40B4-BE49-F238E27FC236}">
                  <a16:creationId xmlns:a16="http://schemas.microsoft.com/office/drawing/2014/main" id="{8E7AF9BB-422F-8295-EA1C-6684EBAE0D1D}"/>
                </a:ext>
              </a:extLst>
            </p:cNvPr>
            <p:cNvSpPr>
              <a:spLocks noChangeShapeType="1"/>
            </p:cNvSpPr>
            <p:nvPr/>
          </p:nvSpPr>
          <p:spPr bwMode="auto">
            <a:xfrm>
              <a:off x="3974844" y="2516295"/>
              <a:ext cx="0" cy="340394"/>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40" name="Line 92">
              <a:extLst>
                <a:ext uri="{FF2B5EF4-FFF2-40B4-BE49-F238E27FC236}">
                  <a16:creationId xmlns:a16="http://schemas.microsoft.com/office/drawing/2014/main" id="{8D983AC3-D95A-ED19-B5A9-ED5B0B1F49E8}"/>
                </a:ext>
              </a:extLst>
            </p:cNvPr>
            <p:cNvSpPr>
              <a:spLocks noChangeShapeType="1"/>
            </p:cNvSpPr>
            <p:nvPr/>
          </p:nvSpPr>
          <p:spPr bwMode="auto">
            <a:xfrm>
              <a:off x="3689383" y="2507177"/>
              <a:ext cx="0" cy="340394"/>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41" name="Text Box 93">
              <a:extLst>
                <a:ext uri="{FF2B5EF4-FFF2-40B4-BE49-F238E27FC236}">
                  <a16:creationId xmlns:a16="http://schemas.microsoft.com/office/drawing/2014/main" id="{AA2DCD0B-3B5A-B7FE-C793-A4DAAB0E97F9}"/>
                </a:ext>
              </a:extLst>
            </p:cNvPr>
            <p:cNvSpPr txBox="1">
              <a:spLocks noChangeArrowheads="1"/>
            </p:cNvSpPr>
            <p:nvPr/>
          </p:nvSpPr>
          <p:spPr bwMode="auto">
            <a:xfrm>
              <a:off x="3381929" y="2210069"/>
              <a:ext cx="306427" cy="288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0</a:t>
              </a:r>
              <a:endParaRPr lang="ru-RU" altLang="en-US" sz="1600"/>
            </a:p>
          </p:txBody>
        </p:sp>
        <p:sp>
          <p:nvSpPr>
            <p:cNvPr id="104542" name="Line 94">
              <a:extLst>
                <a:ext uri="{FF2B5EF4-FFF2-40B4-BE49-F238E27FC236}">
                  <a16:creationId xmlns:a16="http://schemas.microsoft.com/office/drawing/2014/main" id="{9A431DBC-3CDE-31EB-FAA6-D56BF9371AA5}"/>
                </a:ext>
              </a:extLst>
            </p:cNvPr>
            <p:cNvSpPr>
              <a:spLocks noChangeShapeType="1"/>
            </p:cNvSpPr>
            <p:nvPr/>
          </p:nvSpPr>
          <p:spPr bwMode="auto">
            <a:xfrm>
              <a:off x="2536250" y="2540609"/>
              <a:ext cx="0" cy="294806"/>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43" name="Line 95">
              <a:extLst>
                <a:ext uri="{FF2B5EF4-FFF2-40B4-BE49-F238E27FC236}">
                  <a16:creationId xmlns:a16="http://schemas.microsoft.com/office/drawing/2014/main" id="{F5A55934-AE10-DBCC-ECB7-8B358B11F140}"/>
                </a:ext>
              </a:extLst>
            </p:cNvPr>
            <p:cNvSpPr>
              <a:spLocks noChangeShapeType="1"/>
            </p:cNvSpPr>
            <p:nvPr/>
          </p:nvSpPr>
          <p:spPr bwMode="auto">
            <a:xfrm>
              <a:off x="2817459" y="2545168"/>
              <a:ext cx="0" cy="294806"/>
            </a:xfrm>
            <a:prstGeom prst="line">
              <a:avLst/>
            </a:prstGeom>
            <a:noFill/>
            <a:ln w="254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4544" name="Text Box 96">
              <a:extLst>
                <a:ext uri="{FF2B5EF4-FFF2-40B4-BE49-F238E27FC236}">
                  <a16:creationId xmlns:a16="http://schemas.microsoft.com/office/drawing/2014/main" id="{25CC4C70-3461-4D12-FDEA-7DD8F641DE15}"/>
                </a:ext>
              </a:extLst>
            </p:cNvPr>
            <p:cNvSpPr txBox="1">
              <a:spLocks noChangeArrowheads="1"/>
            </p:cNvSpPr>
            <p:nvPr/>
          </p:nvSpPr>
          <p:spPr bwMode="auto">
            <a:xfrm>
              <a:off x="5873663" y="1855262"/>
              <a:ext cx="458028" cy="3434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a:t>-A</a:t>
              </a:r>
              <a:endParaRPr lang="ru-RU" altLang="en-US" sz="2000"/>
            </a:p>
          </p:txBody>
        </p:sp>
        <p:sp>
          <p:nvSpPr>
            <p:cNvPr id="94304" name="Text Box 97">
              <a:extLst>
                <a:ext uri="{FF2B5EF4-FFF2-40B4-BE49-F238E27FC236}">
                  <a16:creationId xmlns:a16="http://schemas.microsoft.com/office/drawing/2014/main" id="{24A49173-4CED-4FC3-9E01-F909778BDAA0}"/>
                </a:ext>
              </a:extLst>
            </p:cNvPr>
            <p:cNvSpPr txBox="1">
              <a:spLocks noChangeArrowheads="1"/>
            </p:cNvSpPr>
            <p:nvPr/>
          </p:nvSpPr>
          <p:spPr bwMode="auto">
            <a:xfrm>
              <a:off x="7052748" y="3430453"/>
              <a:ext cx="795267" cy="433363"/>
            </a:xfrm>
            <a:prstGeom prst="rect">
              <a:avLst/>
            </a:prstGeom>
            <a:noFill/>
            <a:ln w="25400">
              <a:noFill/>
              <a:miter lim="800000"/>
              <a:headEnd/>
              <a:tailEnd/>
            </a:ln>
          </p:spPr>
          <p:txBody>
            <a:bodyPr/>
            <a:lstStyle/>
            <a:p>
              <a:pPr eaLnBrk="1" hangingPunct="1">
                <a:defRPr/>
              </a:pPr>
              <a:r>
                <a:rPr lang="en-US" sz="2000" dirty="0">
                  <a:latin typeface="+mj-lt"/>
                </a:rPr>
                <a:t>done</a:t>
              </a:r>
              <a:endParaRPr lang="ru-RU" sz="2000" dirty="0">
                <a:latin typeface="+mj-lt"/>
              </a:endParaRPr>
            </a:p>
          </p:txBody>
        </p:sp>
        <p:sp>
          <p:nvSpPr>
            <p:cNvPr id="100" name="Text Box 47">
              <a:extLst>
                <a:ext uri="{FF2B5EF4-FFF2-40B4-BE49-F238E27FC236}">
                  <a16:creationId xmlns:a16="http://schemas.microsoft.com/office/drawing/2014/main" id="{4C99B208-4C8D-4261-A291-543A3A9CA6F6}"/>
                </a:ext>
              </a:extLst>
            </p:cNvPr>
            <p:cNvSpPr txBox="1">
              <a:spLocks noChangeArrowheads="1"/>
            </p:cNvSpPr>
            <p:nvPr/>
          </p:nvSpPr>
          <p:spPr bwMode="auto">
            <a:xfrm>
              <a:off x="3352612" y="3505061"/>
              <a:ext cx="761933" cy="433364"/>
            </a:xfrm>
            <a:prstGeom prst="rect">
              <a:avLst/>
            </a:prstGeom>
            <a:noFill/>
            <a:ln w="25400">
              <a:noFill/>
              <a:miter lim="800000"/>
              <a:headEnd/>
              <a:tailEnd/>
            </a:ln>
          </p:spPr>
          <p:txBody>
            <a:bodyPr/>
            <a:lstStyle/>
            <a:p>
              <a:pPr eaLnBrk="1" hangingPunct="1">
                <a:defRPr/>
              </a:pPr>
              <a:r>
                <a:rPr lang="en-US" dirty="0">
                  <a:latin typeface="+mj-lt"/>
                  <a:cs typeface="Arial" charset="0"/>
                </a:rPr>
                <a:t>n+1</a:t>
              </a:r>
              <a:endParaRPr lang="ru-RU" dirty="0">
                <a:latin typeface="+mj-lt"/>
                <a:cs typeface="Arial" charset="0"/>
              </a:endParaRPr>
            </a:p>
          </p:txBody>
        </p:sp>
        <p:cxnSp>
          <p:nvCxnSpPr>
            <p:cNvPr id="104547" name="Straight Connector 103">
              <a:extLst>
                <a:ext uri="{FF2B5EF4-FFF2-40B4-BE49-F238E27FC236}">
                  <a16:creationId xmlns:a16="http://schemas.microsoft.com/office/drawing/2014/main" id="{87D88194-171A-C468-E019-8498C5709FDC}"/>
                </a:ext>
              </a:extLst>
            </p:cNvPr>
            <p:cNvCxnSpPr>
              <a:cxnSpLocks noChangeShapeType="1"/>
              <a:stCxn id="104542" idx="0"/>
              <a:endCxn id="104542" idx="0"/>
            </p:cNvCxnSpPr>
            <p:nvPr/>
          </p:nvCxnSpPr>
          <p:spPr bwMode="auto">
            <a:xfrm rot="5400000">
              <a:off x="2536250" y="2540609"/>
              <a:ext cx="1588"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48" name="Straight Connector 105">
              <a:extLst>
                <a:ext uri="{FF2B5EF4-FFF2-40B4-BE49-F238E27FC236}">
                  <a16:creationId xmlns:a16="http://schemas.microsoft.com/office/drawing/2014/main" id="{B8E95557-6733-A439-B9EF-66B818B08212}"/>
                </a:ext>
              </a:extLst>
            </p:cNvPr>
            <p:cNvCxnSpPr>
              <a:cxnSpLocks noChangeShapeType="1"/>
            </p:cNvCxnSpPr>
            <p:nvPr/>
          </p:nvCxnSpPr>
          <p:spPr bwMode="auto">
            <a:xfrm>
              <a:off x="3962400" y="2514600"/>
              <a:ext cx="14630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49" name="Straight Connector 106">
              <a:extLst>
                <a:ext uri="{FF2B5EF4-FFF2-40B4-BE49-F238E27FC236}">
                  <a16:creationId xmlns:a16="http://schemas.microsoft.com/office/drawing/2014/main" id="{0CB00D8C-C0A5-0588-D864-E08D8F7E6A75}"/>
                </a:ext>
              </a:extLst>
            </p:cNvPr>
            <p:cNvCxnSpPr>
              <a:cxnSpLocks noChangeShapeType="1"/>
            </p:cNvCxnSpPr>
            <p:nvPr/>
          </p:nvCxnSpPr>
          <p:spPr bwMode="auto">
            <a:xfrm>
              <a:off x="2514600" y="2531425"/>
              <a:ext cx="15240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50" name="Straight Connector 107">
              <a:extLst>
                <a:ext uri="{FF2B5EF4-FFF2-40B4-BE49-F238E27FC236}">
                  <a16:creationId xmlns:a16="http://schemas.microsoft.com/office/drawing/2014/main" id="{4934CF87-130F-0F6D-A82D-AC44B8E2E447}"/>
                </a:ext>
              </a:extLst>
            </p:cNvPr>
            <p:cNvCxnSpPr>
              <a:cxnSpLocks noChangeShapeType="1"/>
            </p:cNvCxnSpPr>
            <p:nvPr/>
          </p:nvCxnSpPr>
          <p:spPr bwMode="auto">
            <a:xfrm>
              <a:off x="2795650" y="2538350"/>
              <a:ext cx="146304"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104551" name="Straight Connector 108">
              <a:extLst>
                <a:ext uri="{FF2B5EF4-FFF2-40B4-BE49-F238E27FC236}">
                  <a16:creationId xmlns:a16="http://schemas.microsoft.com/office/drawing/2014/main" id="{8DDDCE0E-EC71-64E2-B634-12838DC742CA}"/>
                </a:ext>
              </a:extLst>
            </p:cNvPr>
            <p:cNvCxnSpPr>
              <a:cxnSpLocks noChangeShapeType="1"/>
            </p:cNvCxnSpPr>
            <p:nvPr/>
          </p:nvCxnSpPr>
          <p:spPr bwMode="auto">
            <a:xfrm>
              <a:off x="3686300" y="2502725"/>
              <a:ext cx="137160"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a:extLst>
              <a:ext uri="{FF2B5EF4-FFF2-40B4-BE49-F238E27FC236}">
                <a16:creationId xmlns:a16="http://schemas.microsoft.com/office/drawing/2014/main" id="{BD3413A7-48FA-52CC-5111-7312F9EDB060}"/>
              </a:ext>
            </a:extLst>
          </p:cNvPr>
          <p:cNvSpPr>
            <a:spLocks noGrp="1" noChangeArrowheads="1"/>
          </p:cNvSpPr>
          <p:nvPr>
            <p:ph type="title"/>
          </p:nvPr>
        </p:nvSpPr>
        <p:spPr/>
        <p:txBody>
          <a:bodyPr/>
          <a:lstStyle/>
          <a:p>
            <a:r>
              <a:rPr lang="en-US" altLang="en-US"/>
              <a:t>Flow-Chart of Modified Booth Algorithm</a:t>
            </a:r>
            <a:endParaRPr lang="en-GB" altLang="en-US"/>
          </a:p>
        </p:txBody>
      </p:sp>
      <p:grpSp>
        <p:nvGrpSpPr>
          <p:cNvPr id="105475" name="Group 19">
            <a:extLst>
              <a:ext uri="{FF2B5EF4-FFF2-40B4-BE49-F238E27FC236}">
                <a16:creationId xmlns:a16="http://schemas.microsoft.com/office/drawing/2014/main" id="{D7AE5B4B-CF66-6AEE-9846-C851B91B8A67}"/>
              </a:ext>
            </a:extLst>
          </p:cNvPr>
          <p:cNvGrpSpPr>
            <a:grpSpLocks/>
          </p:cNvGrpSpPr>
          <p:nvPr/>
        </p:nvGrpSpPr>
        <p:grpSpPr bwMode="auto">
          <a:xfrm>
            <a:off x="2732088" y="1301751"/>
            <a:ext cx="7275512" cy="4113213"/>
            <a:chOff x="1208357" y="1301786"/>
            <a:chExt cx="7274712" cy="4113464"/>
          </a:xfrm>
        </p:grpSpPr>
        <p:sp>
          <p:nvSpPr>
            <p:cNvPr id="105476" name="Text Box 620">
              <a:extLst>
                <a:ext uri="{FF2B5EF4-FFF2-40B4-BE49-F238E27FC236}">
                  <a16:creationId xmlns:a16="http://schemas.microsoft.com/office/drawing/2014/main" id="{6DCD624A-85EA-0AD5-A0C2-CC9D6D7C604E}"/>
                </a:ext>
              </a:extLst>
            </p:cNvPr>
            <p:cNvSpPr txBox="1">
              <a:spLocks noChangeArrowheads="1"/>
            </p:cNvSpPr>
            <p:nvPr/>
          </p:nvSpPr>
          <p:spPr bwMode="auto">
            <a:xfrm>
              <a:off x="2230253" y="1964165"/>
              <a:ext cx="1468890" cy="344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spcAft>
                  <a:spcPts val="1000"/>
                </a:spcAft>
              </a:pPr>
              <a:r>
                <a:rPr lang="en-GB" altLang="en-US" sz="900" b="1"/>
                <a:t>A1</a:t>
              </a:r>
              <a:r>
                <a:rPr lang="en-GB" altLang="en-US" sz="1000" b="1"/>
                <a:t>No</a:t>
              </a:r>
              <a:endParaRPr lang="en-US" altLang="en-US" sz="1800" b="1"/>
            </a:p>
          </p:txBody>
        </p:sp>
        <p:sp>
          <p:nvSpPr>
            <p:cNvPr id="940" name="Oval 590">
              <a:extLst>
                <a:ext uri="{FF2B5EF4-FFF2-40B4-BE49-F238E27FC236}">
                  <a16:creationId xmlns:a16="http://schemas.microsoft.com/office/drawing/2014/main" id="{469ADCEE-C6E8-452C-BE7A-268A853B6ACF}"/>
                </a:ext>
              </a:extLst>
            </p:cNvPr>
            <p:cNvSpPr>
              <a:spLocks noChangeArrowheads="1"/>
            </p:cNvSpPr>
            <p:nvPr/>
          </p:nvSpPr>
          <p:spPr bwMode="auto">
            <a:xfrm>
              <a:off x="2341707" y="1301786"/>
              <a:ext cx="1188906" cy="365147"/>
            </a:xfrm>
            <a:prstGeom prst="ellipse">
              <a:avLst/>
            </a:prstGeom>
            <a:solidFill>
              <a:srgbClr val="FFFFFF"/>
            </a:solidFill>
            <a:ln w="19050">
              <a:solidFill>
                <a:srgbClr val="000000"/>
              </a:solidFill>
              <a:round/>
              <a:headEnd/>
              <a:tailEnd/>
            </a:ln>
          </p:spPr>
          <p:txBody>
            <a:bodyPr/>
            <a:lstStyle/>
            <a:p>
              <a:pPr algn="ctr">
                <a:spcAft>
                  <a:spcPts val="1000"/>
                </a:spcAft>
                <a:defRPr/>
              </a:pPr>
              <a:r>
                <a:rPr lang="en-US" sz="1400" dirty="0">
                  <a:latin typeface="+mj-lt"/>
                </a:rPr>
                <a:t>Begin</a:t>
              </a:r>
            </a:p>
            <a:p>
              <a:pPr algn="ctr">
                <a:spcAft>
                  <a:spcPts val="1000"/>
                </a:spcAft>
                <a:defRPr/>
              </a:pPr>
              <a:endParaRPr lang="ru-RU" sz="1400" b="1" dirty="0"/>
            </a:p>
            <a:p>
              <a:pPr algn="ctr" eaLnBrk="1" hangingPunct="1">
                <a:defRPr/>
              </a:pPr>
              <a:endParaRPr lang="en-US" sz="1400" b="1" dirty="0"/>
            </a:p>
          </p:txBody>
        </p:sp>
        <p:cxnSp>
          <p:nvCxnSpPr>
            <p:cNvPr id="105478" name="AutoShape 591">
              <a:extLst>
                <a:ext uri="{FF2B5EF4-FFF2-40B4-BE49-F238E27FC236}">
                  <a16:creationId xmlns:a16="http://schemas.microsoft.com/office/drawing/2014/main" id="{B81524CA-E976-5E78-7A7C-14F76089A34B}"/>
                </a:ext>
              </a:extLst>
            </p:cNvPr>
            <p:cNvCxnSpPr>
              <a:cxnSpLocks noChangeShapeType="1"/>
            </p:cNvCxnSpPr>
            <p:nvPr/>
          </p:nvCxnSpPr>
          <p:spPr bwMode="auto">
            <a:xfrm>
              <a:off x="2939407" y="1679070"/>
              <a:ext cx="0" cy="229219"/>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479" name="AutoShape 592">
              <a:extLst>
                <a:ext uri="{FF2B5EF4-FFF2-40B4-BE49-F238E27FC236}">
                  <a16:creationId xmlns:a16="http://schemas.microsoft.com/office/drawing/2014/main" id="{29089BD1-EF5B-EA4B-904A-DB69239F0541}"/>
                </a:ext>
              </a:extLst>
            </p:cNvPr>
            <p:cNvSpPr>
              <a:spLocks noChangeArrowheads="1"/>
            </p:cNvSpPr>
            <p:nvPr/>
          </p:nvSpPr>
          <p:spPr bwMode="auto">
            <a:xfrm>
              <a:off x="2080488" y="1917178"/>
              <a:ext cx="1687091" cy="457200"/>
            </a:xfrm>
            <a:prstGeom prst="diamond">
              <a:avLst/>
            </a:prstGeom>
            <a:solidFill>
              <a:srgbClr val="FFFFFF"/>
            </a:solidFill>
            <a:ln w="190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endParaRPr lang="en-GB" altLang="en-US" sz="1200" b="1"/>
            </a:p>
          </p:txBody>
        </p:sp>
        <p:sp>
          <p:nvSpPr>
            <p:cNvPr id="943" name="Text Box 593">
              <a:extLst>
                <a:ext uri="{FF2B5EF4-FFF2-40B4-BE49-F238E27FC236}">
                  <a16:creationId xmlns:a16="http://schemas.microsoft.com/office/drawing/2014/main" id="{86D17531-61DA-44CC-A057-5E4B63C71E35}"/>
                </a:ext>
              </a:extLst>
            </p:cNvPr>
            <p:cNvSpPr txBox="1">
              <a:spLocks noChangeArrowheads="1"/>
            </p:cNvSpPr>
            <p:nvPr/>
          </p:nvSpPr>
          <p:spPr bwMode="auto">
            <a:xfrm>
              <a:off x="2225832" y="1965401"/>
              <a:ext cx="1406370" cy="311169"/>
            </a:xfrm>
            <a:prstGeom prst="rect">
              <a:avLst/>
            </a:prstGeom>
            <a:noFill/>
            <a:ln w="9525">
              <a:noFill/>
              <a:miter lim="800000"/>
              <a:headEnd/>
              <a:tailEnd/>
            </a:ln>
          </p:spPr>
          <p:txBody>
            <a:bodyPr/>
            <a:lstStyle/>
            <a:p>
              <a:pPr algn="ctr">
                <a:spcAft>
                  <a:spcPts val="1000"/>
                </a:spcAft>
                <a:defRPr/>
              </a:pPr>
              <a:r>
                <a:rPr lang="hy-AM" sz="1400" dirty="0"/>
                <a:t>   </a:t>
              </a:r>
              <a:r>
                <a:rPr lang="en-GB" sz="1400" dirty="0"/>
                <a:t>Multiply==1?</a:t>
              </a:r>
              <a:endParaRPr lang="en-US" sz="1400" dirty="0"/>
            </a:p>
          </p:txBody>
        </p:sp>
        <p:cxnSp>
          <p:nvCxnSpPr>
            <p:cNvPr id="105481" name="AutoShape 594">
              <a:extLst>
                <a:ext uri="{FF2B5EF4-FFF2-40B4-BE49-F238E27FC236}">
                  <a16:creationId xmlns:a16="http://schemas.microsoft.com/office/drawing/2014/main" id="{AC8C4EE9-E5C3-798C-2CB7-FBD275EB6D6F}"/>
                </a:ext>
              </a:extLst>
            </p:cNvPr>
            <p:cNvCxnSpPr>
              <a:cxnSpLocks noChangeShapeType="1"/>
            </p:cNvCxnSpPr>
            <p:nvPr/>
          </p:nvCxnSpPr>
          <p:spPr bwMode="auto">
            <a:xfrm>
              <a:off x="2924529" y="2368638"/>
              <a:ext cx="0" cy="27432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5482" name="AutoShape 595">
              <a:extLst>
                <a:ext uri="{FF2B5EF4-FFF2-40B4-BE49-F238E27FC236}">
                  <a16:creationId xmlns:a16="http://schemas.microsoft.com/office/drawing/2014/main" id="{D334F171-C096-787C-AE4E-36B53007B3AF}"/>
                </a:ext>
              </a:extLst>
            </p:cNvPr>
            <p:cNvCxnSpPr>
              <a:cxnSpLocks noChangeShapeType="1"/>
            </p:cNvCxnSpPr>
            <p:nvPr/>
          </p:nvCxnSpPr>
          <p:spPr bwMode="auto">
            <a:xfrm>
              <a:off x="3745807" y="2153386"/>
              <a:ext cx="485001"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5483" name="AutoShape 596">
              <a:extLst>
                <a:ext uri="{FF2B5EF4-FFF2-40B4-BE49-F238E27FC236}">
                  <a16:creationId xmlns:a16="http://schemas.microsoft.com/office/drawing/2014/main" id="{BDBC15EB-C072-7ED6-6065-4EAE6C680226}"/>
                </a:ext>
              </a:extLst>
            </p:cNvPr>
            <p:cNvCxnSpPr>
              <a:cxnSpLocks noChangeShapeType="1"/>
            </p:cNvCxnSpPr>
            <p:nvPr/>
          </p:nvCxnSpPr>
          <p:spPr bwMode="auto">
            <a:xfrm>
              <a:off x="4223817" y="1765423"/>
              <a:ext cx="0" cy="384048"/>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5484" name="AutoShape 597">
              <a:extLst>
                <a:ext uri="{FF2B5EF4-FFF2-40B4-BE49-F238E27FC236}">
                  <a16:creationId xmlns:a16="http://schemas.microsoft.com/office/drawing/2014/main" id="{C762F73A-F6F6-86E9-2DC3-B4B4E3040834}"/>
                </a:ext>
              </a:extLst>
            </p:cNvPr>
            <p:cNvCxnSpPr>
              <a:cxnSpLocks noChangeShapeType="1"/>
            </p:cNvCxnSpPr>
            <p:nvPr/>
          </p:nvCxnSpPr>
          <p:spPr bwMode="auto">
            <a:xfrm flipH="1">
              <a:off x="2939407" y="1765424"/>
              <a:ext cx="1293337"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485" name="Text Box 598">
              <a:extLst>
                <a:ext uri="{FF2B5EF4-FFF2-40B4-BE49-F238E27FC236}">
                  <a16:creationId xmlns:a16="http://schemas.microsoft.com/office/drawing/2014/main" id="{C59D6EB9-0480-FAD8-A5D5-AA50FFBB6D78}"/>
                </a:ext>
              </a:extLst>
            </p:cNvPr>
            <p:cNvSpPr txBox="1">
              <a:spLocks noChangeArrowheads="1"/>
            </p:cNvSpPr>
            <p:nvPr/>
          </p:nvSpPr>
          <p:spPr bwMode="auto">
            <a:xfrm>
              <a:off x="3288685" y="2308311"/>
              <a:ext cx="743867" cy="31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1800" b="1"/>
            </a:p>
          </p:txBody>
        </p:sp>
        <p:sp>
          <p:nvSpPr>
            <p:cNvPr id="949" name="Text Box 599">
              <a:extLst>
                <a:ext uri="{FF2B5EF4-FFF2-40B4-BE49-F238E27FC236}">
                  <a16:creationId xmlns:a16="http://schemas.microsoft.com/office/drawing/2014/main" id="{2A4C0BC5-03DD-4000-A5A8-1A0B61308F00}"/>
                </a:ext>
              </a:extLst>
            </p:cNvPr>
            <p:cNvSpPr txBox="1">
              <a:spLocks noChangeArrowheads="1"/>
            </p:cNvSpPr>
            <p:nvPr/>
          </p:nvSpPr>
          <p:spPr bwMode="auto">
            <a:xfrm>
              <a:off x="3559185" y="1844744"/>
              <a:ext cx="742868" cy="311169"/>
            </a:xfrm>
            <a:prstGeom prst="rect">
              <a:avLst/>
            </a:prstGeom>
            <a:noFill/>
            <a:ln w="9525">
              <a:noFill/>
              <a:miter lim="800000"/>
              <a:headEnd/>
              <a:tailEnd/>
            </a:ln>
          </p:spPr>
          <p:txBody>
            <a:bodyPr/>
            <a:lstStyle/>
            <a:p>
              <a:pPr algn="ctr">
                <a:spcAft>
                  <a:spcPts val="1000"/>
                </a:spcAft>
                <a:defRPr/>
              </a:pPr>
              <a:r>
                <a:rPr lang="en-GB" sz="1400" dirty="0">
                  <a:latin typeface="+mj-lt"/>
                </a:rPr>
                <a:t>No</a:t>
              </a:r>
              <a:endParaRPr lang="en-US" sz="1400" dirty="0">
                <a:latin typeface="+mj-lt"/>
              </a:endParaRPr>
            </a:p>
          </p:txBody>
        </p:sp>
        <p:sp>
          <p:nvSpPr>
            <p:cNvPr id="950" name="Rectangle 600">
              <a:extLst>
                <a:ext uri="{FF2B5EF4-FFF2-40B4-BE49-F238E27FC236}">
                  <a16:creationId xmlns:a16="http://schemas.microsoft.com/office/drawing/2014/main" id="{9AD0CB2D-D6F5-4A77-B0E1-06EC06C0D496}"/>
                </a:ext>
              </a:extLst>
            </p:cNvPr>
            <p:cNvSpPr>
              <a:spLocks noChangeArrowheads="1"/>
            </p:cNvSpPr>
            <p:nvPr/>
          </p:nvSpPr>
          <p:spPr bwMode="auto">
            <a:xfrm>
              <a:off x="1729000" y="2657594"/>
              <a:ext cx="2468291" cy="547721"/>
            </a:xfrm>
            <a:prstGeom prst="rect">
              <a:avLst/>
            </a:prstGeom>
            <a:solidFill>
              <a:srgbClr val="FFFFFF"/>
            </a:solidFill>
            <a:ln w="19050">
              <a:solidFill>
                <a:srgbClr val="000000"/>
              </a:solidFill>
              <a:miter lim="800000"/>
              <a:headEnd/>
              <a:tailEnd/>
            </a:ln>
          </p:spPr>
          <p:txBody>
            <a:bodyPr/>
            <a:lstStyle/>
            <a:p>
              <a:pPr algn="ctr">
                <a:spcAft>
                  <a:spcPts val="1000"/>
                </a:spcAft>
                <a:defRPr/>
              </a:pPr>
              <a:r>
                <a:rPr lang="en-GB" sz="1400" dirty="0">
                  <a:latin typeface="+mj-lt"/>
                </a:rPr>
                <a:t>RA=A, RB=B; </a:t>
              </a:r>
              <a:r>
                <a:rPr lang="en-GB" sz="1400" dirty="0" err="1">
                  <a:latin typeface="+mj-lt"/>
                </a:rPr>
                <a:t>acc</a:t>
              </a:r>
              <a:r>
                <a:rPr lang="en-GB" sz="1400" dirty="0">
                  <a:latin typeface="+mj-lt"/>
                </a:rPr>
                <a:t>=0;</a:t>
              </a:r>
              <a:br>
                <a:rPr lang="en-GB" sz="1400" dirty="0">
                  <a:latin typeface="+mj-lt"/>
                </a:rPr>
              </a:br>
              <a:r>
                <a:rPr lang="en-GB" sz="1400" dirty="0">
                  <a:latin typeface="+mj-lt"/>
                </a:rPr>
                <a:t>RB</a:t>
              </a:r>
              <a:r>
                <a:rPr lang="en-GB" sz="1400" baseline="-25000" dirty="0">
                  <a:latin typeface="+mj-lt"/>
                </a:rPr>
                <a:t>-1</a:t>
              </a:r>
              <a:r>
                <a:rPr lang="en-GB" sz="1400" dirty="0">
                  <a:latin typeface="+mj-lt"/>
                </a:rPr>
                <a:t>=0; CT=n/2; done=0</a:t>
              </a:r>
              <a:br>
                <a:rPr lang="en-GB" sz="1400" dirty="0">
                  <a:latin typeface="+mj-lt"/>
                </a:rPr>
              </a:br>
              <a:endParaRPr lang="en-GB" sz="1400" dirty="0">
                <a:latin typeface="+mj-lt"/>
              </a:endParaRPr>
            </a:p>
            <a:p>
              <a:pPr algn="ctr" eaLnBrk="1" hangingPunct="1">
                <a:defRPr/>
              </a:pPr>
              <a:endParaRPr lang="en-US" sz="1200" b="1" dirty="0"/>
            </a:p>
          </p:txBody>
        </p:sp>
        <p:cxnSp>
          <p:nvCxnSpPr>
            <p:cNvPr id="105488" name="AutoShape 601">
              <a:extLst>
                <a:ext uri="{FF2B5EF4-FFF2-40B4-BE49-F238E27FC236}">
                  <a16:creationId xmlns:a16="http://schemas.microsoft.com/office/drawing/2014/main" id="{0F0EACB5-0B78-BADC-333E-F878369C1355}"/>
                </a:ext>
              </a:extLst>
            </p:cNvPr>
            <p:cNvCxnSpPr>
              <a:cxnSpLocks noChangeShapeType="1"/>
            </p:cNvCxnSpPr>
            <p:nvPr/>
          </p:nvCxnSpPr>
          <p:spPr bwMode="auto">
            <a:xfrm>
              <a:off x="2949639" y="3223260"/>
              <a:ext cx="0" cy="27432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954" name="Rectangle 604">
              <a:extLst>
                <a:ext uri="{FF2B5EF4-FFF2-40B4-BE49-F238E27FC236}">
                  <a16:creationId xmlns:a16="http://schemas.microsoft.com/office/drawing/2014/main" id="{297BB1BF-D5FA-4BB8-95DD-A71CE88A0212}"/>
                </a:ext>
              </a:extLst>
            </p:cNvPr>
            <p:cNvSpPr>
              <a:spLocks noChangeArrowheads="1"/>
            </p:cNvSpPr>
            <p:nvPr/>
          </p:nvSpPr>
          <p:spPr bwMode="auto">
            <a:xfrm>
              <a:off x="1671856" y="4151523"/>
              <a:ext cx="2566705" cy="549309"/>
            </a:xfrm>
            <a:prstGeom prst="rect">
              <a:avLst/>
            </a:prstGeom>
            <a:solidFill>
              <a:srgbClr val="FFFFFF"/>
            </a:solidFill>
            <a:ln w="19050">
              <a:solidFill>
                <a:srgbClr val="000000"/>
              </a:solidFill>
              <a:miter lim="800000"/>
              <a:headEnd/>
              <a:tailEnd/>
            </a:ln>
          </p:spPr>
          <p:txBody>
            <a:bodyPr/>
            <a:lstStyle/>
            <a:p>
              <a:pPr algn="ctr">
                <a:spcAft>
                  <a:spcPts val="1000"/>
                </a:spcAft>
                <a:defRPr/>
              </a:pPr>
              <a:r>
                <a:rPr lang="en-GB" sz="1400" dirty="0">
                  <a:latin typeface="+mj-lt"/>
                </a:rPr>
                <a:t>RB={</a:t>
              </a:r>
              <a:r>
                <a:rPr lang="en-GB" sz="1400" dirty="0" err="1">
                  <a:latin typeface="+mj-lt"/>
                </a:rPr>
                <a:t>acc</a:t>
              </a:r>
              <a:r>
                <a:rPr lang="en-GB" sz="1400" dirty="0">
                  <a:latin typeface="+mj-lt"/>
                </a:rPr>
                <a:t>[1:0], </a:t>
              </a:r>
              <a:r>
                <a:rPr lang="en-GB" sz="1400" dirty="0" err="1">
                  <a:latin typeface="+mj-lt"/>
                </a:rPr>
                <a:t>rb</a:t>
              </a:r>
              <a:r>
                <a:rPr lang="en-GB" sz="1400" dirty="0">
                  <a:latin typeface="+mj-lt"/>
                </a:rPr>
                <a:t>[n-1:2]</a:t>
              </a:r>
              <a:br>
                <a:rPr lang="en-GB" sz="1400" dirty="0">
                  <a:latin typeface="+mj-lt"/>
                </a:rPr>
              </a:br>
              <a:r>
                <a:rPr lang="en-GB" sz="1400" dirty="0" err="1">
                  <a:latin typeface="+mj-lt"/>
                </a:rPr>
                <a:t>Acc</a:t>
              </a:r>
              <a:r>
                <a:rPr lang="en-GB" sz="1400" dirty="0">
                  <a:latin typeface="+mj-lt"/>
                </a:rPr>
                <a:t>=&gt;&gt;2;  CT=CT-1</a:t>
              </a:r>
              <a:endParaRPr lang="en-US" sz="1400" dirty="0">
                <a:latin typeface="+mj-lt"/>
              </a:endParaRPr>
            </a:p>
          </p:txBody>
        </p:sp>
        <p:sp>
          <p:nvSpPr>
            <p:cNvPr id="105490" name="AutoShape 605">
              <a:extLst>
                <a:ext uri="{FF2B5EF4-FFF2-40B4-BE49-F238E27FC236}">
                  <a16:creationId xmlns:a16="http://schemas.microsoft.com/office/drawing/2014/main" id="{B607A22A-FE98-9C5C-8814-691513723324}"/>
                </a:ext>
              </a:extLst>
            </p:cNvPr>
            <p:cNvSpPr>
              <a:spLocks noChangeArrowheads="1"/>
            </p:cNvSpPr>
            <p:nvPr/>
          </p:nvSpPr>
          <p:spPr bwMode="auto">
            <a:xfrm>
              <a:off x="2125120" y="4951670"/>
              <a:ext cx="1630557" cy="457200"/>
            </a:xfrm>
            <a:prstGeom prst="diamond">
              <a:avLst/>
            </a:prstGeom>
            <a:solidFill>
              <a:srgbClr val="FFFFFF"/>
            </a:solidFill>
            <a:ln w="190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endParaRPr lang="en-GB" altLang="en-US" sz="1200" b="1"/>
            </a:p>
          </p:txBody>
        </p:sp>
        <p:sp>
          <p:nvSpPr>
            <p:cNvPr id="956" name="Text Box 606">
              <a:extLst>
                <a:ext uri="{FF2B5EF4-FFF2-40B4-BE49-F238E27FC236}">
                  <a16:creationId xmlns:a16="http://schemas.microsoft.com/office/drawing/2014/main" id="{282E01A1-23F7-4370-8AF6-2152738AEC51}"/>
                </a:ext>
              </a:extLst>
            </p:cNvPr>
            <p:cNvSpPr txBox="1">
              <a:spLocks noChangeArrowheads="1"/>
            </p:cNvSpPr>
            <p:nvPr/>
          </p:nvSpPr>
          <p:spPr bwMode="auto">
            <a:xfrm>
              <a:off x="2432184" y="5062803"/>
              <a:ext cx="1071445" cy="273067"/>
            </a:xfrm>
            <a:prstGeom prst="rect">
              <a:avLst/>
            </a:prstGeom>
            <a:noFill/>
            <a:ln w="9525">
              <a:noFill/>
              <a:miter lim="800000"/>
              <a:headEnd/>
              <a:tailEnd/>
            </a:ln>
          </p:spPr>
          <p:txBody>
            <a:bodyPr/>
            <a:lstStyle/>
            <a:p>
              <a:pPr algn="ctr">
                <a:spcAft>
                  <a:spcPts val="1000"/>
                </a:spcAft>
                <a:defRPr/>
              </a:pPr>
              <a:r>
                <a:rPr lang="en-GB" sz="1400" dirty="0">
                  <a:latin typeface="+mj-lt"/>
                </a:rPr>
                <a:t>CT==0?</a:t>
              </a:r>
              <a:endParaRPr lang="en-US" sz="1400" dirty="0">
                <a:latin typeface="+mj-lt"/>
              </a:endParaRPr>
            </a:p>
          </p:txBody>
        </p:sp>
        <p:cxnSp>
          <p:nvCxnSpPr>
            <p:cNvPr id="105492" name="AutoShape 607">
              <a:extLst>
                <a:ext uri="{FF2B5EF4-FFF2-40B4-BE49-F238E27FC236}">
                  <a16:creationId xmlns:a16="http://schemas.microsoft.com/office/drawing/2014/main" id="{8ABD20BF-7CC4-DEE2-8C1B-C07A0E30CFA0}"/>
                </a:ext>
              </a:extLst>
            </p:cNvPr>
            <p:cNvCxnSpPr>
              <a:cxnSpLocks noChangeShapeType="1"/>
            </p:cNvCxnSpPr>
            <p:nvPr/>
          </p:nvCxnSpPr>
          <p:spPr bwMode="auto">
            <a:xfrm flipH="1">
              <a:off x="1212639" y="3349663"/>
              <a:ext cx="1737360" cy="0"/>
            </a:xfrm>
            <a:prstGeom prst="straightConnector1">
              <a:avLst/>
            </a:prstGeom>
            <a:noFill/>
            <a:ln w="19050">
              <a:solidFill>
                <a:srgbClr val="000000"/>
              </a:solidFill>
              <a:round/>
              <a:headEnd type="triangle" w="med" len="lg"/>
              <a:tailEnd/>
            </a:ln>
            <a:extLst>
              <a:ext uri="{909E8E84-426E-40DD-AFC4-6F175D3DCCD1}">
                <a14:hiddenFill xmlns:a14="http://schemas.microsoft.com/office/drawing/2010/main">
                  <a:noFill/>
                </a14:hiddenFill>
              </a:ext>
            </a:extLst>
          </p:spPr>
        </p:cxnSp>
        <p:cxnSp>
          <p:nvCxnSpPr>
            <p:cNvPr id="105493" name="AutoShape 610">
              <a:extLst>
                <a:ext uri="{FF2B5EF4-FFF2-40B4-BE49-F238E27FC236}">
                  <a16:creationId xmlns:a16="http://schemas.microsoft.com/office/drawing/2014/main" id="{276B02A8-0185-289B-31E8-52E7359F6633}"/>
                </a:ext>
              </a:extLst>
            </p:cNvPr>
            <p:cNvCxnSpPr>
              <a:cxnSpLocks noChangeShapeType="1"/>
            </p:cNvCxnSpPr>
            <p:nvPr/>
          </p:nvCxnSpPr>
          <p:spPr bwMode="auto">
            <a:xfrm>
              <a:off x="6334229" y="4678680"/>
              <a:ext cx="0" cy="27432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sp>
          <p:nvSpPr>
            <p:cNvPr id="961" name="Text Box 611">
              <a:extLst>
                <a:ext uri="{FF2B5EF4-FFF2-40B4-BE49-F238E27FC236}">
                  <a16:creationId xmlns:a16="http://schemas.microsoft.com/office/drawing/2014/main" id="{6DACA5FB-58BF-4194-BC6C-114A7004AA2B}"/>
                </a:ext>
              </a:extLst>
            </p:cNvPr>
            <p:cNvSpPr txBox="1">
              <a:spLocks noChangeArrowheads="1"/>
            </p:cNvSpPr>
            <p:nvPr/>
          </p:nvSpPr>
          <p:spPr bwMode="auto">
            <a:xfrm>
              <a:off x="1663919" y="4843715"/>
              <a:ext cx="639693" cy="242902"/>
            </a:xfrm>
            <a:prstGeom prst="rect">
              <a:avLst/>
            </a:prstGeom>
            <a:noFill/>
            <a:ln w="9525">
              <a:noFill/>
              <a:miter lim="800000"/>
              <a:headEnd/>
              <a:tailEnd/>
            </a:ln>
          </p:spPr>
          <p:txBody>
            <a:bodyPr/>
            <a:lstStyle/>
            <a:p>
              <a:pPr algn="ctr">
                <a:spcAft>
                  <a:spcPts val="1000"/>
                </a:spcAft>
                <a:defRPr/>
              </a:pPr>
              <a:r>
                <a:rPr lang="en-GB" sz="1400" dirty="0">
                  <a:latin typeface="+mj-lt"/>
                </a:rPr>
                <a:t>No</a:t>
              </a:r>
              <a:endParaRPr lang="en-US" sz="1400" dirty="0">
                <a:latin typeface="+mj-lt"/>
              </a:endParaRPr>
            </a:p>
          </p:txBody>
        </p:sp>
        <p:sp>
          <p:nvSpPr>
            <p:cNvPr id="105495" name="AutoShape 614">
              <a:extLst>
                <a:ext uri="{FF2B5EF4-FFF2-40B4-BE49-F238E27FC236}">
                  <a16:creationId xmlns:a16="http://schemas.microsoft.com/office/drawing/2014/main" id="{27C74828-6414-0E43-8FE6-BB80C2711425}"/>
                </a:ext>
              </a:extLst>
            </p:cNvPr>
            <p:cNvSpPr>
              <a:spLocks noChangeArrowheads="1"/>
            </p:cNvSpPr>
            <p:nvPr/>
          </p:nvSpPr>
          <p:spPr bwMode="auto">
            <a:xfrm>
              <a:off x="5556989" y="4958050"/>
              <a:ext cx="1554480" cy="457200"/>
            </a:xfrm>
            <a:prstGeom prst="diamond">
              <a:avLst/>
            </a:prstGeom>
            <a:solidFill>
              <a:srgbClr val="FFFFFF"/>
            </a:solidFill>
            <a:ln w="190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endParaRPr lang="en-GB" altLang="en-US" sz="1200" b="1"/>
            </a:p>
          </p:txBody>
        </p:sp>
        <p:sp>
          <p:nvSpPr>
            <p:cNvPr id="972" name="Oval 622">
              <a:extLst>
                <a:ext uri="{FF2B5EF4-FFF2-40B4-BE49-F238E27FC236}">
                  <a16:creationId xmlns:a16="http://schemas.microsoft.com/office/drawing/2014/main" id="{BCAFA0DF-3797-42BD-81B0-B9E642C531E8}"/>
                </a:ext>
              </a:extLst>
            </p:cNvPr>
            <p:cNvSpPr>
              <a:spLocks noChangeArrowheads="1"/>
            </p:cNvSpPr>
            <p:nvPr/>
          </p:nvSpPr>
          <p:spPr bwMode="auto">
            <a:xfrm>
              <a:off x="7476705" y="5043752"/>
              <a:ext cx="1006364" cy="366734"/>
            </a:xfrm>
            <a:prstGeom prst="ellipse">
              <a:avLst/>
            </a:prstGeom>
            <a:solidFill>
              <a:srgbClr val="FFFFFF"/>
            </a:solidFill>
            <a:ln w="19050">
              <a:solidFill>
                <a:srgbClr val="000000"/>
              </a:solidFill>
              <a:round/>
              <a:headEnd/>
              <a:tailEnd/>
            </a:ln>
          </p:spPr>
          <p:txBody>
            <a:bodyPr/>
            <a:lstStyle/>
            <a:p>
              <a:pPr algn="ctr">
                <a:spcAft>
                  <a:spcPts val="1000"/>
                </a:spcAft>
                <a:defRPr/>
              </a:pPr>
              <a:r>
                <a:rPr lang="en-GB" sz="1400" dirty="0">
                  <a:latin typeface="+mj-lt"/>
                </a:rPr>
                <a:t>End</a:t>
              </a:r>
              <a:endParaRPr lang="en-US" sz="1400" dirty="0">
                <a:latin typeface="+mj-lt"/>
              </a:endParaRPr>
            </a:p>
          </p:txBody>
        </p:sp>
        <p:sp>
          <p:nvSpPr>
            <p:cNvPr id="3" name="Text Box 599">
              <a:extLst>
                <a:ext uri="{FF2B5EF4-FFF2-40B4-BE49-F238E27FC236}">
                  <a16:creationId xmlns:a16="http://schemas.microsoft.com/office/drawing/2014/main" id="{D499A396-3E73-41BE-84FF-A6771962EE37}"/>
                </a:ext>
              </a:extLst>
            </p:cNvPr>
            <p:cNvSpPr txBox="1">
              <a:spLocks noChangeArrowheads="1"/>
            </p:cNvSpPr>
            <p:nvPr/>
          </p:nvSpPr>
          <p:spPr bwMode="auto">
            <a:xfrm>
              <a:off x="1663919" y="3497433"/>
              <a:ext cx="2560356" cy="365147"/>
            </a:xfrm>
            <a:prstGeom prst="rect">
              <a:avLst/>
            </a:prstGeom>
            <a:noFill/>
            <a:ln w="19050">
              <a:solidFill>
                <a:schemeClr val="tx1"/>
              </a:solidFill>
              <a:miter lim="800000"/>
              <a:headEnd/>
              <a:tailEnd/>
            </a:ln>
          </p:spPr>
          <p:txBody>
            <a:bodyPr/>
            <a:lstStyle/>
            <a:p>
              <a:pPr algn="ctr">
                <a:spcAft>
                  <a:spcPts val="1000"/>
                </a:spcAft>
                <a:defRPr/>
              </a:pPr>
              <a:r>
                <a:rPr lang="en-GB" sz="1400" dirty="0">
                  <a:latin typeface="+mj-lt"/>
                </a:rPr>
                <a:t>Adder=</a:t>
              </a:r>
              <a:r>
                <a:rPr lang="en-GB" sz="1400" dirty="0" err="1">
                  <a:latin typeface="+mj-lt"/>
                </a:rPr>
                <a:t>acc+Mux</a:t>
              </a:r>
              <a:r>
                <a:rPr lang="en-GB" sz="1400" dirty="0">
                  <a:latin typeface="+mj-lt"/>
                </a:rPr>
                <a:t>; </a:t>
              </a:r>
              <a:r>
                <a:rPr lang="en-GB" sz="1400" dirty="0" err="1">
                  <a:latin typeface="+mj-lt"/>
                </a:rPr>
                <a:t>acc</a:t>
              </a:r>
              <a:r>
                <a:rPr lang="en-GB" sz="1400" dirty="0">
                  <a:latin typeface="+mj-lt"/>
                </a:rPr>
                <a:t>=Adder</a:t>
              </a:r>
            </a:p>
            <a:p>
              <a:pPr algn="ctr" eaLnBrk="1" hangingPunct="1">
                <a:defRPr/>
              </a:pPr>
              <a:endParaRPr lang="en-US" sz="1200" b="1" dirty="0"/>
            </a:p>
          </p:txBody>
        </p:sp>
        <p:cxnSp>
          <p:nvCxnSpPr>
            <p:cNvPr id="105498" name="AutoShape 609">
              <a:extLst>
                <a:ext uri="{FF2B5EF4-FFF2-40B4-BE49-F238E27FC236}">
                  <a16:creationId xmlns:a16="http://schemas.microsoft.com/office/drawing/2014/main" id="{483C0197-3A1C-950B-95E2-DA7E9A127361}"/>
                </a:ext>
              </a:extLst>
            </p:cNvPr>
            <p:cNvCxnSpPr>
              <a:cxnSpLocks noChangeShapeType="1"/>
            </p:cNvCxnSpPr>
            <p:nvPr/>
          </p:nvCxnSpPr>
          <p:spPr bwMode="auto">
            <a:xfrm>
              <a:off x="2956897" y="4692601"/>
              <a:ext cx="0" cy="27432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5499" name="AutoShape 618">
              <a:extLst>
                <a:ext uri="{FF2B5EF4-FFF2-40B4-BE49-F238E27FC236}">
                  <a16:creationId xmlns:a16="http://schemas.microsoft.com/office/drawing/2014/main" id="{1F56C926-A746-073E-42D3-D0674F75B201}"/>
                </a:ext>
              </a:extLst>
            </p:cNvPr>
            <p:cNvCxnSpPr>
              <a:cxnSpLocks noChangeShapeType="1"/>
            </p:cNvCxnSpPr>
            <p:nvPr/>
          </p:nvCxnSpPr>
          <p:spPr bwMode="auto">
            <a:xfrm>
              <a:off x="3696015" y="5183997"/>
              <a:ext cx="54864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 name="Rectangle 613">
              <a:extLst>
                <a:ext uri="{FF2B5EF4-FFF2-40B4-BE49-F238E27FC236}">
                  <a16:creationId xmlns:a16="http://schemas.microsoft.com/office/drawing/2014/main" id="{7D0CB02D-096D-4EAA-B591-ABB825F757DA}"/>
                </a:ext>
              </a:extLst>
            </p:cNvPr>
            <p:cNvSpPr>
              <a:spLocks noChangeArrowheads="1"/>
            </p:cNvSpPr>
            <p:nvPr/>
          </p:nvSpPr>
          <p:spPr bwMode="auto">
            <a:xfrm>
              <a:off x="4254434" y="5010412"/>
              <a:ext cx="914299" cy="365147"/>
            </a:xfrm>
            <a:prstGeom prst="rect">
              <a:avLst/>
            </a:prstGeom>
            <a:solidFill>
              <a:srgbClr val="FFFFFF"/>
            </a:solidFill>
            <a:ln w="19050">
              <a:solidFill>
                <a:srgbClr val="000000"/>
              </a:solidFill>
              <a:miter lim="800000"/>
              <a:headEnd/>
              <a:tailEnd/>
            </a:ln>
          </p:spPr>
          <p:txBody>
            <a:bodyPr/>
            <a:lstStyle/>
            <a:p>
              <a:pPr algn="ctr">
                <a:spcAft>
                  <a:spcPts val="1000"/>
                </a:spcAft>
                <a:defRPr/>
              </a:pPr>
              <a:r>
                <a:rPr lang="en-GB" sz="1400" dirty="0">
                  <a:latin typeface="+mj-lt"/>
                </a:rPr>
                <a:t>done=1</a:t>
              </a:r>
              <a:endParaRPr lang="en-US" sz="1400" dirty="0">
                <a:latin typeface="+mj-lt"/>
              </a:endParaRPr>
            </a:p>
          </p:txBody>
        </p:sp>
        <p:sp>
          <p:nvSpPr>
            <p:cNvPr id="11" name="Text Box 612">
              <a:extLst>
                <a:ext uri="{FF2B5EF4-FFF2-40B4-BE49-F238E27FC236}">
                  <a16:creationId xmlns:a16="http://schemas.microsoft.com/office/drawing/2014/main" id="{57794DC4-5333-432D-AFBD-0B895EAAE66C}"/>
                </a:ext>
              </a:extLst>
            </p:cNvPr>
            <p:cNvSpPr txBox="1">
              <a:spLocks noChangeArrowheads="1"/>
            </p:cNvSpPr>
            <p:nvPr/>
          </p:nvSpPr>
          <p:spPr bwMode="auto">
            <a:xfrm>
              <a:off x="5790965" y="4700831"/>
              <a:ext cx="674614" cy="311169"/>
            </a:xfrm>
            <a:prstGeom prst="rect">
              <a:avLst/>
            </a:prstGeom>
            <a:noFill/>
            <a:ln w="9525">
              <a:noFill/>
              <a:miter lim="800000"/>
              <a:headEnd/>
              <a:tailEnd/>
            </a:ln>
          </p:spPr>
          <p:txBody>
            <a:bodyPr/>
            <a:lstStyle/>
            <a:p>
              <a:pPr algn="ctr">
                <a:spcAft>
                  <a:spcPts val="1000"/>
                </a:spcAft>
                <a:defRPr/>
              </a:pPr>
              <a:r>
                <a:rPr lang="en-GB" sz="1400" dirty="0">
                  <a:latin typeface="+mj-lt"/>
                </a:rPr>
                <a:t>Yes</a:t>
              </a:r>
              <a:endParaRPr lang="en-US" sz="1400" dirty="0">
                <a:latin typeface="+mj-lt"/>
              </a:endParaRPr>
            </a:p>
          </p:txBody>
        </p:sp>
        <p:sp>
          <p:nvSpPr>
            <p:cNvPr id="13" name="Text Box 612">
              <a:extLst>
                <a:ext uri="{FF2B5EF4-FFF2-40B4-BE49-F238E27FC236}">
                  <a16:creationId xmlns:a16="http://schemas.microsoft.com/office/drawing/2014/main" id="{ED8B7A3A-2B98-4CDD-AC84-E717C03D831F}"/>
                </a:ext>
              </a:extLst>
            </p:cNvPr>
            <p:cNvSpPr txBox="1">
              <a:spLocks noChangeArrowheads="1"/>
            </p:cNvSpPr>
            <p:nvPr/>
          </p:nvSpPr>
          <p:spPr bwMode="auto">
            <a:xfrm>
              <a:off x="2949653" y="2332137"/>
              <a:ext cx="674614" cy="311169"/>
            </a:xfrm>
            <a:prstGeom prst="rect">
              <a:avLst/>
            </a:prstGeom>
            <a:noFill/>
            <a:ln w="9525">
              <a:noFill/>
              <a:miter lim="800000"/>
              <a:headEnd/>
              <a:tailEnd/>
            </a:ln>
          </p:spPr>
          <p:txBody>
            <a:bodyPr/>
            <a:lstStyle/>
            <a:p>
              <a:pPr algn="ctr">
                <a:spcAft>
                  <a:spcPts val="1000"/>
                </a:spcAft>
                <a:defRPr/>
              </a:pPr>
              <a:r>
                <a:rPr lang="en-GB" sz="1400">
                  <a:latin typeface="+mj-lt"/>
                </a:rPr>
                <a:t>Yes</a:t>
              </a:r>
              <a:endParaRPr lang="en-US" sz="1400">
                <a:latin typeface="+mj-lt"/>
              </a:endParaRPr>
            </a:p>
          </p:txBody>
        </p:sp>
        <p:cxnSp>
          <p:nvCxnSpPr>
            <p:cNvPr id="105503" name="AutoShape 601">
              <a:extLst>
                <a:ext uri="{FF2B5EF4-FFF2-40B4-BE49-F238E27FC236}">
                  <a16:creationId xmlns:a16="http://schemas.microsoft.com/office/drawing/2014/main" id="{7A878DF9-B786-E05D-A28A-25F4388E9639}"/>
                </a:ext>
              </a:extLst>
            </p:cNvPr>
            <p:cNvCxnSpPr>
              <a:cxnSpLocks noChangeShapeType="1"/>
            </p:cNvCxnSpPr>
            <p:nvPr/>
          </p:nvCxnSpPr>
          <p:spPr bwMode="auto">
            <a:xfrm>
              <a:off x="2942382" y="3863340"/>
              <a:ext cx="0" cy="27432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5504" name="AutoShape 618">
              <a:extLst>
                <a:ext uri="{FF2B5EF4-FFF2-40B4-BE49-F238E27FC236}">
                  <a16:creationId xmlns:a16="http://schemas.microsoft.com/office/drawing/2014/main" id="{A72FECF4-E730-6C7E-8F73-F512F394399A}"/>
                </a:ext>
              </a:extLst>
            </p:cNvPr>
            <p:cNvCxnSpPr>
              <a:cxnSpLocks noChangeShapeType="1"/>
            </p:cNvCxnSpPr>
            <p:nvPr/>
          </p:nvCxnSpPr>
          <p:spPr bwMode="auto">
            <a:xfrm>
              <a:off x="1246457" y="5179015"/>
              <a:ext cx="868680" cy="0"/>
            </a:xfrm>
            <a:prstGeom prst="straightConnector1">
              <a:avLst/>
            </a:prstGeom>
            <a:noFill/>
            <a:ln w="19050">
              <a:solidFill>
                <a:srgbClr val="000000"/>
              </a:solidFill>
              <a:round/>
              <a:headEnd/>
              <a:tailEnd/>
            </a:ln>
            <a:extLst>
              <a:ext uri="{909E8E84-426E-40DD-AFC4-6F175D3DCCD1}">
                <a14:hiddenFill xmlns:a14="http://schemas.microsoft.com/office/drawing/2010/main">
                  <a:noFill/>
                </a14:hiddenFill>
              </a:ext>
            </a:extLst>
          </p:spPr>
        </p:cxnSp>
        <p:cxnSp>
          <p:nvCxnSpPr>
            <p:cNvPr id="105505" name="Straight Connector 14">
              <a:extLst>
                <a:ext uri="{FF2B5EF4-FFF2-40B4-BE49-F238E27FC236}">
                  <a16:creationId xmlns:a16="http://schemas.microsoft.com/office/drawing/2014/main" id="{D70B65BE-5D68-6CA2-BE25-FB24E59D28E4}"/>
                </a:ext>
              </a:extLst>
            </p:cNvPr>
            <p:cNvCxnSpPr>
              <a:cxnSpLocks noChangeShapeType="1"/>
            </p:cNvCxnSpPr>
            <p:nvPr/>
          </p:nvCxnSpPr>
          <p:spPr bwMode="auto">
            <a:xfrm>
              <a:off x="1208357" y="3334423"/>
              <a:ext cx="27142" cy="1849574"/>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05506" name="AutoShape 618">
              <a:extLst>
                <a:ext uri="{FF2B5EF4-FFF2-40B4-BE49-F238E27FC236}">
                  <a16:creationId xmlns:a16="http://schemas.microsoft.com/office/drawing/2014/main" id="{151D3DBC-53EB-E012-C225-B65C110DFBE2}"/>
                </a:ext>
              </a:extLst>
            </p:cNvPr>
            <p:cNvCxnSpPr>
              <a:cxnSpLocks noChangeShapeType="1"/>
            </p:cNvCxnSpPr>
            <p:nvPr/>
          </p:nvCxnSpPr>
          <p:spPr bwMode="auto">
            <a:xfrm>
              <a:off x="5191229" y="5183997"/>
              <a:ext cx="36576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48" name="Text Box 615">
              <a:extLst>
                <a:ext uri="{FF2B5EF4-FFF2-40B4-BE49-F238E27FC236}">
                  <a16:creationId xmlns:a16="http://schemas.microsoft.com/office/drawing/2014/main" id="{05BE9B36-13AF-43CA-B8F9-94048F0368DC}"/>
                </a:ext>
              </a:extLst>
            </p:cNvPr>
            <p:cNvSpPr txBox="1">
              <a:spLocks noChangeArrowheads="1"/>
            </p:cNvSpPr>
            <p:nvPr/>
          </p:nvSpPr>
          <p:spPr bwMode="auto">
            <a:xfrm>
              <a:off x="5579851" y="5024701"/>
              <a:ext cx="1600024" cy="311169"/>
            </a:xfrm>
            <a:prstGeom prst="rect">
              <a:avLst/>
            </a:prstGeom>
            <a:noFill/>
            <a:ln w="9525">
              <a:noFill/>
              <a:miter lim="800000"/>
              <a:headEnd/>
              <a:tailEnd/>
            </a:ln>
          </p:spPr>
          <p:txBody>
            <a:bodyPr/>
            <a:lstStyle/>
            <a:p>
              <a:pPr algn="ctr">
                <a:spcAft>
                  <a:spcPts val="1000"/>
                </a:spcAft>
                <a:defRPr/>
              </a:pPr>
              <a:r>
                <a:rPr lang="en-GB" sz="1400" dirty="0">
                  <a:latin typeface="+mj-lt"/>
                </a:rPr>
                <a:t>Multiply==1?</a:t>
              </a:r>
              <a:endParaRPr lang="en-US" sz="1400" dirty="0">
                <a:latin typeface="+mj-lt"/>
              </a:endParaRPr>
            </a:p>
          </p:txBody>
        </p:sp>
        <p:cxnSp>
          <p:nvCxnSpPr>
            <p:cNvPr id="105508" name="Straight Connector 16">
              <a:extLst>
                <a:ext uri="{FF2B5EF4-FFF2-40B4-BE49-F238E27FC236}">
                  <a16:creationId xmlns:a16="http://schemas.microsoft.com/office/drawing/2014/main" id="{95E7AE5F-E475-EC88-3BFE-BA8ECEF6DE70}"/>
                </a:ext>
              </a:extLst>
            </p:cNvPr>
            <p:cNvCxnSpPr>
              <a:cxnSpLocks noChangeShapeType="1"/>
            </p:cNvCxnSpPr>
            <p:nvPr/>
          </p:nvCxnSpPr>
          <p:spPr bwMode="auto">
            <a:xfrm flipH="1">
              <a:off x="5374109" y="4678680"/>
              <a:ext cx="960120" cy="0"/>
            </a:xfrm>
            <a:prstGeom prst="line">
              <a:avLst/>
            </a:prstGeom>
            <a:noFill/>
            <a:ln w="19050" algn="ctr">
              <a:solidFill>
                <a:schemeClr val="tx1"/>
              </a:solidFill>
              <a:round/>
              <a:headEnd/>
              <a:tailEnd/>
            </a:ln>
            <a:extLst>
              <a:ext uri="{909E8E84-426E-40DD-AFC4-6F175D3DCCD1}">
                <a14:hiddenFill xmlns:a14="http://schemas.microsoft.com/office/drawing/2010/main">
                  <a:noFill/>
                </a14:hiddenFill>
              </a:ext>
            </a:extLst>
          </p:spPr>
        </p:cxnSp>
        <p:cxnSp>
          <p:nvCxnSpPr>
            <p:cNvPr id="105509" name="Straight Arrow Connector 18">
              <a:extLst>
                <a:ext uri="{FF2B5EF4-FFF2-40B4-BE49-F238E27FC236}">
                  <a16:creationId xmlns:a16="http://schemas.microsoft.com/office/drawing/2014/main" id="{605D92B0-A3DA-87A1-5F51-8A86922692FF}"/>
                </a:ext>
              </a:extLst>
            </p:cNvPr>
            <p:cNvCxnSpPr>
              <a:cxnSpLocks noChangeShapeType="1"/>
            </p:cNvCxnSpPr>
            <p:nvPr/>
          </p:nvCxnSpPr>
          <p:spPr bwMode="auto">
            <a:xfrm>
              <a:off x="5374109" y="4678680"/>
              <a:ext cx="0" cy="500335"/>
            </a:xfrm>
            <a:prstGeom prst="straightConnector1">
              <a:avLst/>
            </a:prstGeom>
            <a:noFill/>
            <a:ln w="19050"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05510" name="AutoShape 618">
              <a:extLst>
                <a:ext uri="{FF2B5EF4-FFF2-40B4-BE49-F238E27FC236}">
                  <a16:creationId xmlns:a16="http://schemas.microsoft.com/office/drawing/2014/main" id="{65DC818F-620D-89FC-506D-5A7057310FB1}"/>
                </a:ext>
              </a:extLst>
            </p:cNvPr>
            <p:cNvCxnSpPr>
              <a:cxnSpLocks noChangeShapeType="1"/>
            </p:cNvCxnSpPr>
            <p:nvPr/>
          </p:nvCxnSpPr>
          <p:spPr bwMode="auto">
            <a:xfrm>
              <a:off x="7111469" y="5192897"/>
              <a:ext cx="365760" cy="0"/>
            </a:xfrm>
            <a:prstGeom prst="straightConnector1">
              <a:avLst/>
            </a:prstGeom>
            <a:noFill/>
            <a:ln w="1905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4" name="Text Box 599">
              <a:extLst>
                <a:ext uri="{FF2B5EF4-FFF2-40B4-BE49-F238E27FC236}">
                  <a16:creationId xmlns:a16="http://schemas.microsoft.com/office/drawing/2014/main" id="{FCF1823E-EA4B-4DEC-A331-45FF1B5FF225}"/>
                </a:ext>
              </a:extLst>
            </p:cNvPr>
            <p:cNvSpPr txBox="1">
              <a:spLocks noChangeArrowheads="1"/>
            </p:cNvSpPr>
            <p:nvPr/>
          </p:nvSpPr>
          <p:spPr bwMode="auto">
            <a:xfrm>
              <a:off x="6900506" y="4904044"/>
              <a:ext cx="742868" cy="311169"/>
            </a:xfrm>
            <a:prstGeom prst="rect">
              <a:avLst/>
            </a:prstGeom>
            <a:noFill/>
            <a:ln w="9525">
              <a:noFill/>
              <a:miter lim="800000"/>
              <a:headEnd/>
              <a:tailEnd/>
            </a:ln>
          </p:spPr>
          <p:txBody>
            <a:bodyPr/>
            <a:lstStyle/>
            <a:p>
              <a:pPr algn="ctr">
                <a:spcAft>
                  <a:spcPts val="1000"/>
                </a:spcAft>
                <a:defRPr/>
              </a:pPr>
              <a:r>
                <a:rPr lang="en-GB" sz="1400" dirty="0">
                  <a:latin typeface="+mj-lt"/>
                </a:rPr>
                <a:t>No</a:t>
              </a:r>
              <a:endParaRPr lang="en-US" sz="1400" dirty="0">
                <a:latin typeface="+mj-lt"/>
              </a:endParaRPr>
            </a:p>
          </p:txBody>
        </p:sp>
        <p:sp>
          <p:nvSpPr>
            <p:cNvPr id="55" name="Text Box 612">
              <a:extLst>
                <a:ext uri="{FF2B5EF4-FFF2-40B4-BE49-F238E27FC236}">
                  <a16:creationId xmlns:a16="http://schemas.microsoft.com/office/drawing/2014/main" id="{693D84D7-D8C8-4DC3-95BC-BECE04E1E454}"/>
                </a:ext>
              </a:extLst>
            </p:cNvPr>
            <p:cNvSpPr txBox="1">
              <a:spLocks noChangeArrowheads="1"/>
            </p:cNvSpPr>
            <p:nvPr/>
          </p:nvSpPr>
          <p:spPr bwMode="auto">
            <a:xfrm>
              <a:off x="3560773" y="4889755"/>
              <a:ext cx="674613" cy="309582"/>
            </a:xfrm>
            <a:prstGeom prst="rect">
              <a:avLst/>
            </a:prstGeom>
            <a:noFill/>
            <a:ln w="9525">
              <a:noFill/>
              <a:miter lim="800000"/>
              <a:headEnd/>
              <a:tailEnd/>
            </a:ln>
          </p:spPr>
          <p:txBody>
            <a:bodyPr/>
            <a:lstStyle/>
            <a:p>
              <a:pPr algn="ctr">
                <a:spcAft>
                  <a:spcPts val="1000"/>
                </a:spcAft>
                <a:defRPr/>
              </a:pPr>
              <a:r>
                <a:rPr lang="en-GB" sz="1400" dirty="0">
                  <a:latin typeface="+mj-lt"/>
                </a:rPr>
                <a:t>Yes</a:t>
              </a:r>
              <a:endParaRPr lang="en-US" sz="1400" dirty="0">
                <a:latin typeface="+mj-lt"/>
              </a:endParaRPr>
            </a:p>
          </p:txBody>
        </p:sp>
      </p:gr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41983F5E-CCF6-0E58-674A-0466C1D3644F}"/>
              </a:ext>
            </a:extLst>
          </p:cNvPr>
          <p:cNvSpPr>
            <a:spLocks noGrp="1" noChangeArrowheads="1"/>
          </p:cNvSpPr>
          <p:nvPr>
            <p:ph type="title"/>
          </p:nvPr>
        </p:nvSpPr>
        <p:spPr/>
        <p:txBody>
          <a:bodyPr/>
          <a:lstStyle/>
          <a:p>
            <a:r>
              <a:rPr lang="en-US" altLang="en-US"/>
              <a:t>Radix-16 Multiplier </a:t>
            </a:r>
            <a:endParaRPr lang="ru-RU" altLang="en-US"/>
          </a:p>
        </p:txBody>
      </p:sp>
      <p:grpSp>
        <p:nvGrpSpPr>
          <p:cNvPr id="106499" name="Group 3">
            <a:extLst>
              <a:ext uri="{FF2B5EF4-FFF2-40B4-BE49-F238E27FC236}">
                <a16:creationId xmlns:a16="http://schemas.microsoft.com/office/drawing/2014/main" id="{9D1A2AD7-7776-F200-08B1-A3B891CA8689}"/>
              </a:ext>
            </a:extLst>
          </p:cNvPr>
          <p:cNvGrpSpPr>
            <a:grpSpLocks/>
          </p:cNvGrpSpPr>
          <p:nvPr/>
        </p:nvGrpSpPr>
        <p:grpSpPr bwMode="auto">
          <a:xfrm>
            <a:off x="2435226" y="1295401"/>
            <a:ext cx="6099175" cy="4003675"/>
            <a:chOff x="526" y="1039"/>
            <a:chExt cx="3842" cy="2522"/>
          </a:xfrm>
        </p:grpSpPr>
        <p:sp>
          <p:nvSpPr>
            <p:cNvPr id="93188" name="Rectangle 4">
              <a:extLst>
                <a:ext uri="{FF2B5EF4-FFF2-40B4-BE49-F238E27FC236}">
                  <a16:creationId xmlns:a16="http://schemas.microsoft.com/office/drawing/2014/main" id="{E5963055-87C7-4B05-9391-935F872A5018}"/>
                </a:ext>
              </a:extLst>
            </p:cNvPr>
            <p:cNvSpPr>
              <a:spLocks noChangeArrowheads="1"/>
            </p:cNvSpPr>
            <p:nvPr/>
          </p:nvSpPr>
          <p:spPr bwMode="auto">
            <a:xfrm>
              <a:off x="2673" y="1314"/>
              <a:ext cx="1500" cy="193"/>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400">
                  <a:latin typeface="Arial" charset="0"/>
                  <a:cs typeface="Arial" charset="0"/>
                </a:rPr>
                <a:t>RB</a:t>
              </a:r>
            </a:p>
          </p:txBody>
        </p:sp>
        <p:sp>
          <p:nvSpPr>
            <p:cNvPr id="106501" name="Line 5">
              <a:extLst>
                <a:ext uri="{FF2B5EF4-FFF2-40B4-BE49-F238E27FC236}">
                  <a16:creationId xmlns:a16="http://schemas.microsoft.com/office/drawing/2014/main" id="{E5FC555A-7FA7-B9ED-BE02-5800EFA1C531}"/>
                </a:ext>
              </a:extLst>
            </p:cNvPr>
            <p:cNvSpPr>
              <a:spLocks noChangeShapeType="1"/>
            </p:cNvSpPr>
            <p:nvPr/>
          </p:nvSpPr>
          <p:spPr bwMode="auto">
            <a:xfrm>
              <a:off x="4054" y="1315"/>
              <a:ext cx="0" cy="19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2" name="Line 6">
              <a:extLst>
                <a:ext uri="{FF2B5EF4-FFF2-40B4-BE49-F238E27FC236}">
                  <a16:creationId xmlns:a16="http://schemas.microsoft.com/office/drawing/2014/main" id="{7B0688D8-5FBE-DBCB-9D78-6AE9D75610A5}"/>
                </a:ext>
              </a:extLst>
            </p:cNvPr>
            <p:cNvSpPr>
              <a:spLocks noChangeShapeType="1"/>
            </p:cNvSpPr>
            <p:nvPr/>
          </p:nvSpPr>
          <p:spPr bwMode="auto">
            <a:xfrm>
              <a:off x="3931" y="1315"/>
              <a:ext cx="0" cy="19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3" name="Line 7">
              <a:extLst>
                <a:ext uri="{FF2B5EF4-FFF2-40B4-BE49-F238E27FC236}">
                  <a16:creationId xmlns:a16="http://schemas.microsoft.com/office/drawing/2014/main" id="{A91E0CEC-4503-F6DF-40F0-9FA0E0C2640E}"/>
                </a:ext>
              </a:extLst>
            </p:cNvPr>
            <p:cNvSpPr>
              <a:spLocks noChangeShapeType="1"/>
            </p:cNvSpPr>
            <p:nvPr/>
          </p:nvSpPr>
          <p:spPr bwMode="auto">
            <a:xfrm>
              <a:off x="3806" y="1315"/>
              <a:ext cx="0" cy="19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04" name="Line 8">
              <a:extLst>
                <a:ext uri="{FF2B5EF4-FFF2-40B4-BE49-F238E27FC236}">
                  <a16:creationId xmlns:a16="http://schemas.microsoft.com/office/drawing/2014/main" id="{C545E336-607F-44AF-9CFF-2CAA15084D24}"/>
                </a:ext>
              </a:extLst>
            </p:cNvPr>
            <p:cNvSpPr>
              <a:spLocks noChangeShapeType="1"/>
            </p:cNvSpPr>
            <p:nvPr/>
          </p:nvSpPr>
          <p:spPr bwMode="auto">
            <a:xfrm>
              <a:off x="3689" y="1315"/>
              <a:ext cx="0" cy="19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3193" name="AutoShape 9">
              <a:extLst>
                <a:ext uri="{FF2B5EF4-FFF2-40B4-BE49-F238E27FC236}">
                  <a16:creationId xmlns:a16="http://schemas.microsoft.com/office/drawing/2014/main" id="{FC7EEA32-7581-4EF9-A474-1DCFC5F8301F}"/>
                </a:ext>
              </a:extLst>
            </p:cNvPr>
            <p:cNvSpPr>
              <a:spLocks noChangeArrowheads="1"/>
            </p:cNvSpPr>
            <p:nvPr/>
          </p:nvSpPr>
          <p:spPr bwMode="auto">
            <a:xfrm>
              <a:off x="1557" y="2227"/>
              <a:ext cx="740" cy="19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95 w 21600"/>
                <a:gd name="T13" fmla="*/ 4524 h 21600"/>
                <a:gd name="T14" fmla="*/ 17105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40000"/>
                <a:lumOff val="60000"/>
              </a:schemeClr>
            </a:solidFill>
            <a:ln w="22225" algn="ctr">
              <a:solidFill>
                <a:srgbClr val="000000"/>
              </a:solidFill>
              <a:miter lim="800000"/>
              <a:headEnd/>
              <a:tailEnd/>
            </a:ln>
          </p:spPr>
          <p:txBody>
            <a:bodyPr/>
            <a:lstStyle/>
            <a:p>
              <a:pPr eaLnBrk="1" hangingPunct="1">
                <a:defRPr/>
              </a:pPr>
              <a:endParaRPr lang="en-GB">
                <a:latin typeface="Arial" charset="0"/>
                <a:cs typeface="Arial" charset="0"/>
              </a:endParaRPr>
            </a:p>
          </p:txBody>
        </p:sp>
        <p:sp>
          <p:nvSpPr>
            <p:cNvPr id="93194" name="Rectangle 10">
              <a:extLst>
                <a:ext uri="{FF2B5EF4-FFF2-40B4-BE49-F238E27FC236}">
                  <a16:creationId xmlns:a16="http://schemas.microsoft.com/office/drawing/2014/main" id="{2B36432D-2C64-4C04-B77D-8CF16C5ED309}"/>
                </a:ext>
              </a:extLst>
            </p:cNvPr>
            <p:cNvSpPr>
              <a:spLocks noChangeArrowheads="1"/>
            </p:cNvSpPr>
            <p:nvPr/>
          </p:nvSpPr>
          <p:spPr bwMode="auto">
            <a:xfrm>
              <a:off x="526" y="1315"/>
              <a:ext cx="1499" cy="193"/>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400">
                  <a:latin typeface="Arial" charset="0"/>
                  <a:cs typeface="Arial" charset="0"/>
                </a:rPr>
                <a:t>RA</a:t>
              </a:r>
            </a:p>
          </p:txBody>
        </p:sp>
        <p:sp>
          <p:nvSpPr>
            <p:cNvPr id="106507" name="Line 11">
              <a:extLst>
                <a:ext uri="{FF2B5EF4-FFF2-40B4-BE49-F238E27FC236}">
                  <a16:creationId xmlns:a16="http://schemas.microsoft.com/office/drawing/2014/main" id="{BEE70C7B-FB2E-4475-FA1B-E14DE0121D03}"/>
                </a:ext>
              </a:extLst>
            </p:cNvPr>
            <p:cNvSpPr>
              <a:spLocks noChangeShapeType="1"/>
            </p:cNvSpPr>
            <p:nvPr/>
          </p:nvSpPr>
          <p:spPr bwMode="auto">
            <a:xfrm>
              <a:off x="1275" y="1073"/>
              <a:ext cx="0" cy="238"/>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08" name="Line 12">
              <a:extLst>
                <a:ext uri="{FF2B5EF4-FFF2-40B4-BE49-F238E27FC236}">
                  <a16:creationId xmlns:a16="http://schemas.microsoft.com/office/drawing/2014/main" id="{7D31D365-CCE6-FAB2-54A6-2D808893B1C1}"/>
                </a:ext>
              </a:extLst>
            </p:cNvPr>
            <p:cNvSpPr>
              <a:spLocks noChangeShapeType="1"/>
            </p:cNvSpPr>
            <p:nvPr/>
          </p:nvSpPr>
          <p:spPr bwMode="auto">
            <a:xfrm>
              <a:off x="3376" y="1064"/>
              <a:ext cx="0" cy="238"/>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3197" name="AutoShape 13">
              <a:extLst>
                <a:ext uri="{FF2B5EF4-FFF2-40B4-BE49-F238E27FC236}">
                  <a16:creationId xmlns:a16="http://schemas.microsoft.com/office/drawing/2014/main" id="{B556B9C7-2824-45E5-B43C-3C8BA209A0C5}"/>
                </a:ext>
              </a:extLst>
            </p:cNvPr>
            <p:cNvSpPr>
              <a:spLocks noChangeArrowheads="1"/>
            </p:cNvSpPr>
            <p:nvPr/>
          </p:nvSpPr>
          <p:spPr bwMode="auto">
            <a:xfrm>
              <a:off x="713" y="1867"/>
              <a:ext cx="741" cy="19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24 h 21600"/>
                <a:gd name="T14" fmla="*/ 17111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40000"/>
                <a:lumOff val="60000"/>
              </a:schemeClr>
            </a:solidFill>
            <a:ln w="22225" algn="ctr">
              <a:solidFill>
                <a:srgbClr val="000000"/>
              </a:solidFill>
              <a:miter lim="800000"/>
              <a:headEnd/>
              <a:tailEnd/>
            </a:ln>
          </p:spPr>
          <p:txBody>
            <a:bodyPr/>
            <a:lstStyle/>
            <a:p>
              <a:pPr eaLnBrk="1" hangingPunct="1">
                <a:defRPr/>
              </a:pPr>
              <a:endParaRPr lang="en-GB">
                <a:latin typeface="Arial" charset="0"/>
                <a:cs typeface="Arial" charset="0"/>
              </a:endParaRPr>
            </a:p>
          </p:txBody>
        </p:sp>
        <p:sp>
          <p:nvSpPr>
            <p:cNvPr id="93198" name="AutoShape 14">
              <a:extLst>
                <a:ext uri="{FF2B5EF4-FFF2-40B4-BE49-F238E27FC236}">
                  <a16:creationId xmlns:a16="http://schemas.microsoft.com/office/drawing/2014/main" id="{4D2FAFBA-813A-4100-A672-644C57979B0A}"/>
                </a:ext>
              </a:extLst>
            </p:cNvPr>
            <p:cNvSpPr>
              <a:spLocks noChangeArrowheads="1"/>
            </p:cNvSpPr>
            <p:nvPr/>
          </p:nvSpPr>
          <p:spPr bwMode="auto">
            <a:xfrm>
              <a:off x="2306" y="2640"/>
              <a:ext cx="741" cy="19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24 h 21600"/>
                <a:gd name="T14" fmla="*/ 17111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40000"/>
                <a:lumOff val="60000"/>
              </a:schemeClr>
            </a:solidFill>
            <a:ln w="22225" algn="ctr">
              <a:solidFill>
                <a:srgbClr val="000000"/>
              </a:solidFill>
              <a:miter lim="800000"/>
              <a:headEnd/>
              <a:tailEnd/>
            </a:ln>
          </p:spPr>
          <p:txBody>
            <a:bodyPr/>
            <a:lstStyle/>
            <a:p>
              <a:pPr eaLnBrk="1" hangingPunct="1">
                <a:defRPr/>
              </a:pPr>
              <a:endParaRPr lang="en-GB">
                <a:latin typeface="Arial" charset="0"/>
                <a:cs typeface="Arial" charset="0"/>
              </a:endParaRPr>
            </a:p>
          </p:txBody>
        </p:sp>
        <p:sp>
          <p:nvSpPr>
            <p:cNvPr id="93199" name="AutoShape 15">
              <a:extLst>
                <a:ext uri="{FF2B5EF4-FFF2-40B4-BE49-F238E27FC236}">
                  <a16:creationId xmlns:a16="http://schemas.microsoft.com/office/drawing/2014/main" id="{F48FA66C-4A9D-4F2A-8B7B-85A6E6C45C50}"/>
                </a:ext>
              </a:extLst>
            </p:cNvPr>
            <p:cNvSpPr>
              <a:spLocks noChangeArrowheads="1"/>
            </p:cNvSpPr>
            <p:nvPr/>
          </p:nvSpPr>
          <p:spPr bwMode="auto">
            <a:xfrm>
              <a:off x="3212" y="2965"/>
              <a:ext cx="741" cy="191"/>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89 w 21600"/>
                <a:gd name="T13" fmla="*/ 4524 h 21600"/>
                <a:gd name="T14" fmla="*/ 17111 w 21600"/>
                <a:gd name="T15" fmla="*/ 17076 h 21600"/>
              </a:gdLst>
              <a:ahLst/>
              <a:cxnLst>
                <a:cxn ang="T8">
                  <a:pos x="T0" y="T1"/>
                </a:cxn>
                <a:cxn ang="T9">
                  <a:pos x="T2" y="T3"/>
                </a:cxn>
                <a:cxn ang="T10">
                  <a:pos x="T4" y="T5"/>
                </a:cxn>
                <a:cxn ang="T11">
                  <a:pos x="T6" y="T7"/>
                </a:cxn>
              </a:cxnLst>
              <a:rect l="T12" t="T13" r="T14" b="T15"/>
              <a:pathLst>
                <a:path w="21600" h="21600">
                  <a:moveTo>
                    <a:pt x="0" y="0"/>
                  </a:moveTo>
                  <a:lnTo>
                    <a:pt x="5400" y="21600"/>
                  </a:lnTo>
                  <a:lnTo>
                    <a:pt x="16200" y="21600"/>
                  </a:lnTo>
                  <a:lnTo>
                    <a:pt x="21600" y="0"/>
                  </a:lnTo>
                  <a:lnTo>
                    <a:pt x="0" y="0"/>
                  </a:lnTo>
                  <a:close/>
                </a:path>
              </a:pathLst>
            </a:custGeom>
            <a:solidFill>
              <a:schemeClr val="accent1">
                <a:lumMod val="40000"/>
                <a:lumOff val="60000"/>
              </a:schemeClr>
            </a:solidFill>
            <a:ln w="22225" algn="ctr">
              <a:solidFill>
                <a:srgbClr val="000000"/>
              </a:solidFill>
              <a:miter lim="800000"/>
              <a:headEnd/>
              <a:tailEnd/>
            </a:ln>
          </p:spPr>
          <p:txBody>
            <a:bodyPr/>
            <a:lstStyle/>
            <a:p>
              <a:pPr eaLnBrk="1" hangingPunct="1">
                <a:defRPr/>
              </a:pPr>
              <a:endParaRPr lang="en-GB">
                <a:latin typeface="Arial" charset="0"/>
                <a:cs typeface="Arial" charset="0"/>
              </a:endParaRPr>
            </a:p>
          </p:txBody>
        </p:sp>
        <p:sp>
          <p:nvSpPr>
            <p:cNvPr id="106512" name="Line 16">
              <a:extLst>
                <a:ext uri="{FF2B5EF4-FFF2-40B4-BE49-F238E27FC236}">
                  <a16:creationId xmlns:a16="http://schemas.microsoft.com/office/drawing/2014/main" id="{C4852A94-0B89-DF7F-AEA4-2DBFA8144AAB}"/>
                </a:ext>
              </a:extLst>
            </p:cNvPr>
            <p:cNvSpPr>
              <a:spLocks noChangeShapeType="1"/>
            </p:cNvSpPr>
            <p:nvPr/>
          </p:nvSpPr>
          <p:spPr bwMode="auto">
            <a:xfrm>
              <a:off x="4110" y="1506"/>
              <a:ext cx="0" cy="15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3" name="Line 17">
              <a:extLst>
                <a:ext uri="{FF2B5EF4-FFF2-40B4-BE49-F238E27FC236}">
                  <a16:creationId xmlns:a16="http://schemas.microsoft.com/office/drawing/2014/main" id="{4CFE2EE6-3EA4-56FB-5218-F3307894EABC}"/>
                </a:ext>
              </a:extLst>
            </p:cNvPr>
            <p:cNvSpPr>
              <a:spLocks noChangeShapeType="1"/>
            </p:cNvSpPr>
            <p:nvPr/>
          </p:nvSpPr>
          <p:spPr bwMode="auto">
            <a:xfrm flipH="1">
              <a:off x="3853" y="3067"/>
              <a:ext cx="251"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14" name="Line 18">
              <a:extLst>
                <a:ext uri="{FF2B5EF4-FFF2-40B4-BE49-F238E27FC236}">
                  <a16:creationId xmlns:a16="http://schemas.microsoft.com/office/drawing/2014/main" id="{263422D3-0BB1-BBB5-A1A6-DAD65B8B2BCE}"/>
                </a:ext>
              </a:extLst>
            </p:cNvPr>
            <p:cNvSpPr>
              <a:spLocks noChangeShapeType="1"/>
            </p:cNvSpPr>
            <p:nvPr/>
          </p:nvSpPr>
          <p:spPr bwMode="auto">
            <a:xfrm>
              <a:off x="2962" y="2731"/>
              <a:ext cx="103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5" name="Line 19">
              <a:extLst>
                <a:ext uri="{FF2B5EF4-FFF2-40B4-BE49-F238E27FC236}">
                  <a16:creationId xmlns:a16="http://schemas.microsoft.com/office/drawing/2014/main" id="{9FC1A758-2F69-F632-9399-7B9D0EE0BD65}"/>
                </a:ext>
              </a:extLst>
            </p:cNvPr>
            <p:cNvSpPr>
              <a:spLocks noChangeShapeType="1"/>
            </p:cNvSpPr>
            <p:nvPr/>
          </p:nvSpPr>
          <p:spPr bwMode="auto">
            <a:xfrm>
              <a:off x="3993" y="1507"/>
              <a:ext cx="0" cy="122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6" name="Line 20">
              <a:extLst>
                <a:ext uri="{FF2B5EF4-FFF2-40B4-BE49-F238E27FC236}">
                  <a16:creationId xmlns:a16="http://schemas.microsoft.com/office/drawing/2014/main" id="{F696EACE-FBF3-10BD-5215-E9B5DD3C0F67}"/>
                </a:ext>
              </a:extLst>
            </p:cNvPr>
            <p:cNvSpPr>
              <a:spLocks noChangeShapeType="1"/>
            </p:cNvSpPr>
            <p:nvPr/>
          </p:nvSpPr>
          <p:spPr bwMode="auto">
            <a:xfrm>
              <a:off x="2206" y="2329"/>
              <a:ext cx="166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7" name="Line 21">
              <a:extLst>
                <a:ext uri="{FF2B5EF4-FFF2-40B4-BE49-F238E27FC236}">
                  <a16:creationId xmlns:a16="http://schemas.microsoft.com/office/drawing/2014/main" id="{E16EEC23-3C2C-7216-E020-49B0B6C582B0}"/>
                </a:ext>
              </a:extLst>
            </p:cNvPr>
            <p:cNvSpPr>
              <a:spLocks noChangeShapeType="1"/>
            </p:cNvSpPr>
            <p:nvPr/>
          </p:nvSpPr>
          <p:spPr bwMode="auto">
            <a:xfrm>
              <a:off x="3868" y="1506"/>
              <a:ext cx="0" cy="81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8" name="Line 22">
              <a:extLst>
                <a:ext uri="{FF2B5EF4-FFF2-40B4-BE49-F238E27FC236}">
                  <a16:creationId xmlns:a16="http://schemas.microsoft.com/office/drawing/2014/main" id="{4011C671-EF6D-2ADA-B56B-711424C86F78}"/>
                </a:ext>
              </a:extLst>
            </p:cNvPr>
            <p:cNvSpPr>
              <a:spLocks noChangeShapeType="1"/>
            </p:cNvSpPr>
            <p:nvPr/>
          </p:nvSpPr>
          <p:spPr bwMode="auto">
            <a:xfrm>
              <a:off x="1368" y="1964"/>
              <a:ext cx="237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19" name="Line 23">
              <a:extLst>
                <a:ext uri="{FF2B5EF4-FFF2-40B4-BE49-F238E27FC236}">
                  <a16:creationId xmlns:a16="http://schemas.microsoft.com/office/drawing/2014/main" id="{57398C44-0457-3D8B-1A5F-4A5F0AC8DA4B}"/>
                </a:ext>
              </a:extLst>
            </p:cNvPr>
            <p:cNvSpPr>
              <a:spLocks noChangeShapeType="1"/>
            </p:cNvSpPr>
            <p:nvPr/>
          </p:nvSpPr>
          <p:spPr bwMode="auto">
            <a:xfrm>
              <a:off x="3743" y="1506"/>
              <a:ext cx="0" cy="45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0" name="Line 24">
              <a:extLst>
                <a:ext uri="{FF2B5EF4-FFF2-40B4-BE49-F238E27FC236}">
                  <a16:creationId xmlns:a16="http://schemas.microsoft.com/office/drawing/2014/main" id="{367A8325-5F4E-819A-5D34-1C7BFA814212}"/>
                </a:ext>
              </a:extLst>
            </p:cNvPr>
            <p:cNvSpPr>
              <a:spLocks noChangeShapeType="1"/>
            </p:cNvSpPr>
            <p:nvPr/>
          </p:nvSpPr>
          <p:spPr bwMode="auto">
            <a:xfrm>
              <a:off x="1275" y="1506"/>
              <a:ext cx="0" cy="144"/>
            </a:xfrm>
            <a:prstGeom prst="line">
              <a:avLst/>
            </a:prstGeom>
            <a:noFill/>
            <a:ln w="22225">
              <a:solidFill>
                <a:srgbClr val="000000"/>
              </a:solidFill>
              <a:round/>
              <a:headEnd/>
              <a:tailEnd type="oval" w="sm" len="sm"/>
            </a:ln>
            <a:extLst>
              <a:ext uri="{909E8E84-426E-40DD-AFC4-6F175D3DCCD1}">
                <a14:hiddenFill xmlns:a14="http://schemas.microsoft.com/office/drawing/2010/main">
                  <a:noFill/>
                </a14:hiddenFill>
              </a:ext>
            </a:extLst>
          </p:spPr>
          <p:txBody>
            <a:bodyPr/>
            <a:lstStyle/>
            <a:p>
              <a:endParaRPr lang="en-US"/>
            </a:p>
          </p:txBody>
        </p:sp>
        <p:sp>
          <p:nvSpPr>
            <p:cNvPr id="106521" name="Line 25">
              <a:extLst>
                <a:ext uri="{FF2B5EF4-FFF2-40B4-BE49-F238E27FC236}">
                  <a16:creationId xmlns:a16="http://schemas.microsoft.com/office/drawing/2014/main" id="{87E8EC26-8B70-4CD5-BFE8-83F718120F82}"/>
                </a:ext>
              </a:extLst>
            </p:cNvPr>
            <p:cNvSpPr>
              <a:spLocks noChangeShapeType="1"/>
            </p:cNvSpPr>
            <p:nvPr/>
          </p:nvSpPr>
          <p:spPr bwMode="auto">
            <a:xfrm>
              <a:off x="858" y="1651"/>
              <a:ext cx="259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22" name="Line 26">
              <a:extLst>
                <a:ext uri="{FF2B5EF4-FFF2-40B4-BE49-F238E27FC236}">
                  <a16:creationId xmlns:a16="http://schemas.microsoft.com/office/drawing/2014/main" id="{968381E9-430C-78E4-99C5-D0039CC255C4}"/>
                </a:ext>
              </a:extLst>
            </p:cNvPr>
            <p:cNvSpPr>
              <a:spLocks noChangeShapeType="1"/>
            </p:cNvSpPr>
            <p:nvPr/>
          </p:nvSpPr>
          <p:spPr bwMode="auto">
            <a:xfrm>
              <a:off x="3454" y="1651"/>
              <a:ext cx="0" cy="13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3" name="Line 27">
              <a:extLst>
                <a:ext uri="{FF2B5EF4-FFF2-40B4-BE49-F238E27FC236}">
                  <a16:creationId xmlns:a16="http://schemas.microsoft.com/office/drawing/2014/main" id="{D36349FF-7401-50B7-230C-301051AED869}"/>
                </a:ext>
              </a:extLst>
            </p:cNvPr>
            <p:cNvSpPr>
              <a:spLocks noChangeShapeType="1"/>
            </p:cNvSpPr>
            <p:nvPr/>
          </p:nvSpPr>
          <p:spPr bwMode="auto">
            <a:xfrm>
              <a:off x="2517" y="1651"/>
              <a:ext cx="0" cy="986"/>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4" name="Line 28">
              <a:extLst>
                <a:ext uri="{FF2B5EF4-FFF2-40B4-BE49-F238E27FC236}">
                  <a16:creationId xmlns:a16="http://schemas.microsoft.com/office/drawing/2014/main" id="{06C5AF18-CA22-0254-EBA2-865DE5001F58}"/>
                </a:ext>
              </a:extLst>
            </p:cNvPr>
            <p:cNvSpPr>
              <a:spLocks noChangeShapeType="1"/>
            </p:cNvSpPr>
            <p:nvPr/>
          </p:nvSpPr>
          <p:spPr bwMode="auto">
            <a:xfrm>
              <a:off x="1705" y="1651"/>
              <a:ext cx="0" cy="576"/>
            </a:xfrm>
            <a:prstGeom prst="line">
              <a:avLst/>
            </a:prstGeom>
            <a:noFill/>
            <a:ln w="22225">
              <a:solidFill>
                <a:srgbClr val="000000"/>
              </a:solidFill>
              <a:round/>
              <a:headEnd type="oval" w="sm" len="sm"/>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5" name="Line 29">
              <a:extLst>
                <a:ext uri="{FF2B5EF4-FFF2-40B4-BE49-F238E27FC236}">
                  <a16:creationId xmlns:a16="http://schemas.microsoft.com/office/drawing/2014/main" id="{3B8D5C46-250B-BE67-E0CE-B3E69D67C4C8}"/>
                </a:ext>
              </a:extLst>
            </p:cNvPr>
            <p:cNvSpPr>
              <a:spLocks noChangeShapeType="1"/>
            </p:cNvSpPr>
            <p:nvPr/>
          </p:nvSpPr>
          <p:spPr bwMode="auto">
            <a:xfrm>
              <a:off x="846" y="1651"/>
              <a:ext cx="0" cy="216"/>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6" name="Text Box 30">
              <a:extLst>
                <a:ext uri="{FF2B5EF4-FFF2-40B4-BE49-F238E27FC236}">
                  <a16:creationId xmlns:a16="http://schemas.microsoft.com/office/drawing/2014/main" id="{3494BD04-7425-4B2E-5966-A9FBA88FCF42}"/>
                </a:ext>
              </a:extLst>
            </p:cNvPr>
            <p:cNvSpPr txBox="1">
              <a:spLocks noChangeArrowheads="1"/>
            </p:cNvSpPr>
            <p:nvPr/>
          </p:nvSpPr>
          <p:spPr bwMode="auto">
            <a:xfrm>
              <a:off x="3748" y="2731"/>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27" name="Line 31">
              <a:extLst>
                <a:ext uri="{FF2B5EF4-FFF2-40B4-BE49-F238E27FC236}">
                  <a16:creationId xmlns:a16="http://schemas.microsoft.com/office/drawing/2014/main" id="{A9BE7447-9DBA-C6FA-28CD-7CB0B22DD72F}"/>
                </a:ext>
              </a:extLst>
            </p:cNvPr>
            <p:cNvSpPr>
              <a:spLocks noChangeShapeType="1"/>
            </p:cNvSpPr>
            <p:nvPr/>
          </p:nvSpPr>
          <p:spPr bwMode="auto">
            <a:xfrm>
              <a:off x="3759" y="2821"/>
              <a:ext cx="0" cy="14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8" name="Line 32">
              <a:extLst>
                <a:ext uri="{FF2B5EF4-FFF2-40B4-BE49-F238E27FC236}">
                  <a16:creationId xmlns:a16="http://schemas.microsoft.com/office/drawing/2014/main" id="{F20F7219-F621-4611-7F5C-43FEE7785908}"/>
                </a:ext>
              </a:extLst>
            </p:cNvPr>
            <p:cNvSpPr>
              <a:spLocks noChangeShapeType="1"/>
            </p:cNvSpPr>
            <p:nvPr/>
          </p:nvSpPr>
          <p:spPr bwMode="auto">
            <a:xfrm>
              <a:off x="2889" y="2499"/>
              <a:ext cx="0" cy="14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29" name="Line 33">
              <a:extLst>
                <a:ext uri="{FF2B5EF4-FFF2-40B4-BE49-F238E27FC236}">
                  <a16:creationId xmlns:a16="http://schemas.microsoft.com/office/drawing/2014/main" id="{8B52838E-34C6-7805-7415-30A9521FFBF5}"/>
                </a:ext>
              </a:extLst>
            </p:cNvPr>
            <p:cNvSpPr>
              <a:spLocks noChangeShapeType="1"/>
            </p:cNvSpPr>
            <p:nvPr/>
          </p:nvSpPr>
          <p:spPr bwMode="auto">
            <a:xfrm>
              <a:off x="2136" y="2076"/>
              <a:ext cx="0" cy="14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30" name="Line 34">
              <a:extLst>
                <a:ext uri="{FF2B5EF4-FFF2-40B4-BE49-F238E27FC236}">
                  <a16:creationId xmlns:a16="http://schemas.microsoft.com/office/drawing/2014/main" id="{31A9A184-C3D2-0E12-C669-202622A29A20}"/>
                </a:ext>
              </a:extLst>
            </p:cNvPr>
            <p:cNvSpPr>
              <a:spLocks noChangeShapeType="1"/>
            </p:cNvSpPr>
            <p:nvPr/>
          </p:nvSpPr>
          <p:spPr bwMode="auto">
            <a:xfrm>
              <a:off x="1290" y="1718"/>
              <a:ext cx="0" cy="144"/>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31" name="Text Box 35">
              <a:extLst>
                <a:ext uri="{FF2B5EF4-FFF2-40B4-BE49-F238E27FC236}">
                  <a16:creationId xmlns:a16="http://schemas.microsoft.com/office/drawing/2014/main" id="{32B9F667-6496-6458-4F2A-579006E1C54A}"/>
                </a:ext>
              </a:extLst>
            </p:cNvPr>
            <p:cNvSpPr txBox="1">
              <a:spLocks noChangeArrowheads="1"/>
            </p:cNvSpPr>
            <p:nvPr/>
          </p:nvSpPr>
          <p:spPr bwMode="auto">
            <a:xfrm>
              <a:off x="2893" y="2427"/>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32" name="Text Box 36">
              <a:extLst>
                <a:ext uri="{FF2B5EF4-FFF2-40B4-BE49-F238E27FC236}">
                  <a16:creationId xmlns:a16="http://schemas.microsoft.com/office/drawing/2014/main" id="{6412129C-E4C8-4D78-39A0-33CCC1C45D4D}"/>
                </a:ext>
              </a:extLst>
            </p:cNvPr>
            <p:cNvSpPr txBox="1">
              <a:spLocks noChangeArrowheads="1"/>
            </p:cNvSpPr>
            <p:nvPr/>
          </p:nvSpPr>
          <p:spPr bwMode="auto">
            <a:xfrm>
              <a:off x="2135" y="1986"/>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33" name="Text Box 37">
              <a:extLst>
                <a:ext uri="{FF2B5EF4-FFF2-40B4-BE49-F238E27FC236}">
                  <a16:creationId xmlns:a16="http://schemas.microsoft.com/office/drawing/2014/main" id="{13E14894-3EDA-44B2-183E-163476AE2719}"/>
                </a:ext>
              </a:extLst>
            </p:cNvPr>
            <p:cNvSpPr txBox="1">
              <a:spLocks noChangeArrowheads="1"/>
            </p:cNvSpPr>
            <p:nvPr/>
          </p:nvSpPr>
          <p:spPr bwMode="auto">
            <a:xfrm>
              <a:off x="1282" y="1652"/>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34" name="Text Box 38">
              <a:extLst>
                <a:ext uri="{FF2B5EF4-FFF2-40B4-BE49-F238E27FC236}">
                  <a16:creationId xmlns:a16="http://schemas.microsoft.com/office/drawing/2014/main" id="{8769BE28-55E3-ACDA-BF9A-A7D2C47CE4BF}"/>
                </a:ext>
              </a:extLst>
            </p:cNvPr>
            <p:cNvSpPr txBox="1">
              <a:spLocks noChangeArrowheads="1"/>
            </p:cNvSpPr>
            <p:nvPr/>
          </p:nvSpPr>
          <p:spPr bwMode="auto">
            <a:xfrm>
              <a:off x="549" y="1660"/>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8А</a:t>
              </a:r>
            </a:p>
          </p:txBody>
        </p:sp>
        <p:sp>
          <p:nvSpPr>
            <p:cNvPr id="106535" name="Text Box 39">
              <a:extLst>
                <a:ext uri="{FF2B5EF4-FFF2-40B4-BE49-F238E27FC236}">
                  <a16:creationId xmlns:a16="http://schemas.microsoft.com/office/drawing/2014/main" id="{EC375C8B-180E-CFF9-D16A-350459F3CE04}"/>
                </a:ext>
              </a:extLst>
            </p:cNvPr>
            <p:cNvSpPr txBox="1">
              <a:spLocks noChangeArrowheads="1"/>
            </p:cNvSpPr>
            <p:nvPr/>
          </p:nvSpPr>
          <p:spPr bwMode="auto">
            <a:xfrm>
              <a:off x="1329" y="2011"/>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4А</a:t>
              </a:r>
            </a:p>
          </p:txBody>
        </p:sp>
        <p:sp>
          <p:nvSpPr>
            <p:cNvPr id="106536" name="Text Box 40">
              <a:extLst>
                <a:ext uri="{FF2B5EF4-FFF2-40B4-BE49-F238E27FC236}">
                  <a16:creationId xmlns:a16="http://schemas.microsoft.com/office/drawing/2014/main" id="{F4E22217-E65E-A5A7-14AD-1B994B9B23A6}"/>
                </a:ext>
              </a:extLst>
            </p:cNvPr>
            <p:cNvSpPr txBox="1">
              <a:spLocks noChangeArrowheads="1"/>
            </p:cNvSpPr>
            <p:nvPr/>
          </p:nvSpPr>
          <p:spPr bwMode="auto">
            <a:xfrm>
              <a:off x="2192" y="2431"/>
              <a:ext cx="37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2А</a:t>
              </a:r>
            </a:p>
          </p:txBody>
        </p:sp>
        <p:sp>
          <p:nvSpPr>
            <p:cNvPr id="106537" name="Text Box 41">
              <a:extLst>
                <a:ext uri="{FF2B5EF4-FFF2-40B4-BE49-F238E27FC236}">
                  <a16:creationId xmlns:a16="http://schemas.microsoft.com/office/drawing/2014/main" id="{684E54F0-3340-8AF2-B33C-0F324C35202B}"/>
                </a:ext>
              </a:extLst>
            </p:cNvPr>
            <p:cNvSpPr txBox="1">
              <a:spLocks noChangeArrowheads="1"/>
            </p:cNvSpPr>
            <p:nvPr/>
          </p:nvSpPr>
          <p:spPr bwMode="auto">
            <a:xfrm>
              <a:off x="3243" y="2782"/>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А</a:t>
              </a:r>
            </a:p>
          </p:txBody>
        </p:sp>
        <p:sp>
          <p:nvSpPr>
            <p:cNvPr id="106538" name="Line 42">
              <a:extLst>
                <a:ext uri="{FF2B5EF4-FFF2-40B4-BE49-F238E27FC236}">
                  <a16:creationId xmlns:a16="http://schemas.microsoft.com/office/drawing/2014/main" id="{326911AA-03A7-2AB8-4F8F-895FED0A809C}"/>
                </a:ext>
              </a:extLst>
            </p:cNvPr>
            <p:cNvSpPr>
              <a:spLocks noChangeShapeType="1"/>
            </p:cNvSpPr>
            <p:nvPr/>
          </p:nvSpPr>
          <p:spPr bwMode="auto">
            <a:xfrm>
              <a:off x="901" y="1735"/>
              <a:ext cx="0" cy="1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39" name="Line 43">
              <a:extLst>
                <a:ext uri="{FF2B5EF4-FFF2-40B4-BE49-F238E27FC236}">
                  <a16:creationId xmlns:a16="http://schemas.microsoft.com/office/drawing/2014/main" id="{82788AAA-B206-AE9F-D9C1-12747C2CC389}"/>
                </a:ext>
              </a:extLst>
            </p:cNvPr>
            <p:cNvSpPr>
              <a:spLocks noChangeShapeType="1"/>
            </p:cNvSpPr>
            <p:nvPr/>
          </p:nvSpPr>
          <p:spPr bwMode="auto">
            <a:xfrm>
              <a:off x="960" y="1743"/>
              <a:ext cx="0" cy="12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0" name="Line 44">
              <a:extLst>
                <a:ext uri="{FF2B5EF4-FFF2-40B4-BE49-F238E27FC236}">
                  <a16:creationId xmlns:a16="http://schemas.microsoft.com/office/drawing/2014/main" id="{A349FB2E-355A-03B2-F05E-51D45ECBCA04}"/>
                </a:ext>
              </a:extLst>
            </p:cNvPr>
            <p:cNvSpPr>
              <a:spLocks noChangeShapeType="1"/>
            </p:cNvSpPr>
            <p:nvPr/>
          </p:nvSpPr>
          <p:spPr bwMode="auto">
            <a:xfrm>
              <a:off x="1019" y="1740"/>
              <a:ext cx="0" cy="1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1" name="Line 45">
              <a:extLst>
                <a:ext uri="{FF2B5EF4-FFF2-40B4-BE49-F238E27FC236}">
                  <a16:creationId xmlns:a16="http://schemas.microsoft.com/office/drawing/2014/main" id="{903F0794-0744-637F-B590-776B21F2A344}"/>
                </a:ext>
              </a:extLst>
            </p:cNvPr>
            <p:cNvSpPr>
              <a:spLocks noChangeShapeType="1"/>
            </p:cNvSpPr>
            <p:nvPr/>
          </p:nvSpPr>
          <p:spPr bwMode="auto">
            <a:xfrm>
              <a:off x="1774" y="2096"/>
              <a:ext cx="0" cy="12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2" name="Line 46">
              <a:extLst>
                <a:ext uri="{FF2B5EF4-FFF2-40B4-BE49-F238E27FC236}">
                  <a16:creationId xmlns:a16="http://schemas.microsoft.com/office/drawing/2014/main" id="{26D25014-9704-35B7-EF30-9A956B0907BC}"/>
                </a:ext>
              </a:extLst>
            </p:cNvPr>
            <p:cNvSpPr>
              <a:spLocks noChangeShapeType="1"/>
            </p:cNvSpPr>
            <p:nvPr/>
          </p:nvSpPr>
          <p:spPr bwMode="auto">
            <a:xfrm>
              <a:off x="2681" y="2827"/>
              <a:ext cx="0" cy="56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43" name="Line 47">
              <a:extLst>
                <a:ext uri="{FF2B5EF4-FFF2-40B4-BE49-F238E27FC236}">
                  <a16:creationId xmlns:a16="http://schemas.microsoft.com/office/drawing/2014/main" id="{283F026E-BB6D-5F9B-D5FC-37806B8D10AB}"/>
                </a:ext>
              </a:extLst>
            </p:cNvPr>
            <p:cNvSpPr>
              <a:spLocks noChangeShapeType="1"/>
            </p:cNvSpPr>
            <p:nvPr/>
          </p:nvSpPr>
          <p:spPr bwMode="auto">
            <a:xfrm>
              <a:off x="1924" y="2419"/>
              <a:ext cx="0" cy="952"/>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44" name="Line 48">
              <a:extLst>
                <a:ext uri="{FF2B5EF4-FFF2-40B4-BE49-F238E27FC236}">
                  <a16:creationId xmlns:a16="http://schemas.microsoft.com/office/drawing/2014/main" id="{A1312814-A06B-E052-CB14-11638D63E90C}"/>
                </a:ext>
              </a:extLst>
            </p:cNvPr>
            <p:cNvSpPr>
              <a:spLocks noChangeShapeType="1"/>
            </p:cNvSpPr>
            <p:nvPr/>
          </p:nvSpPr>
          <p:spPr bwMode="auto">
            <a:xfrm>
              <a:off x="1838" y="2095"/>
              <a:ext cx="0" cy="1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5" name="Line 49">
              <a:extLst>
                <a:ext uri="{FF2B5EF4-FFF2-40B4-BE49-F238E27FC236}">
                  <a16:creationId xmlns:a16="http://schemas.microsoft.com/office/drawing/2014/main" id="{7EFE87E5-DE04-1B14-2EBB-3DFF7EB6B7A6}"/>
                </a:ext>
              </a:extLst>
            </p:cNvPr>
            <p:cNvSpPr>
              <a:spLocks noChangeShapeType="1"/>
            </p:cNvSpPr>
            <p:nvPr/>
          </p:nvSpPr>
          <p:spPr bwMode="auto">
            <a:xfrm>
              <a:off x="2572" y="2515"/>
              <a:ext cx="0" cy="1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46" name="Line 50">
              <a:extLst>
                <a:ext uri="{FF2B5EF4-FFF2-40B4-BE49-F238E27FC236}">
                  <a16:creationId xmlns:a16="http://schemas.microsoft.com/office/drawing/2014/main" id="{5FF029B6-DD12-78F8-DFE6-65AA8A4AEC5A}"/>
                </a:ext>
              </a:extLst>
            </p:cNvPr>
            <p:cNvSpPr>
              <a:spLocks noChangeShapeType="1"/>
            </p:cNvSpPr>
            <p:nvPr/>
          </p:nvSpPr>
          <p:spPr bwMode="auto">
            <a:xfrm>
              <a:off x="1088" y="2058"/>
              <a:ext cx="0" cy="1342"/>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47" name="Text Box 51">
              <a:extLst>
                <a:ext uri="{FF2B5EF4-FFF2-40B4-BE49-F238E27FC236}">
                  <a16:creationId xmlns:a16="http://schemas.microsoft.com/office/drawing/2014/main" id="{AF5C444F-6166-54CE-A9E1-83D51233ABAE}"/>
                </a:ext>
              </a:extLst>
            </p:cNvPr>
            <p:cNvSpPr txBox="1">
              <a:spLocks noChangeArrowheads="1"/>
            </p:cNvSpPr>
            <p:nvPr/>
          </p:nvSpPr>
          <p:spPr bwMode="auto">
            <a:xfrm>
              <a:off x="3657" y="2947"/>
              <a:ext cx="24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48" name="Text Box 52">
              <a:extLst>
                <a:ext uri="{FF2B5EF4-FFF2-40B4-BE49-F238E27FC236}">
                  <a16:creationId xmlns:a16="http://schemas.microsoft.com/office/drawing/2014/main" id="{B30AA44A-FC22-5370-BDF7-D25D0482F52C}"/>
                </a:ext>
              </a:extLst>
            </p:cNvPr>
            <p:cNvSpPr txBox="1">
              <a:spLocks noChangeArrowheads="1"/>
            </p:cNvSpPr>
            <p:nvPr/>
          </p:nvSpPr>
          <p:spPr bwMode="auto">
            <a:xfrm>
              <a:off x="3243" y="2947"/>
              <a:ext cx="24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1</a:t>
              </a:r>
            </a:p>
          </p:txBody>
        </p:sp>
        <p:sp>
          <p:nvSpPr>
            <p:cNvPr id="106549" name="Text Box 53">
              <a:extLst>
                <a:ext uri="{FF2B5EF4-FFF2-40B4-BE49-F238E27FC236}">
                  <a16:creationId xmlns:a16="http://schemas.microsoft.com/office/drawing/2014/main" id="{2549EAE9-B427-94EE-912E-BAEEE9131A10}"/>
                </a:ext>
              </a:extLst>
            </p:cNvPr>
            <p:cNvSpPr txBox="1">
              <a:spLocks noChangeArrowheads="1"/>
            </p:cNvSpPr>
            <p:nvPr/>
          </p:nvSpPr>
          <p:spPr bwMode="auto">
            <a:xfrm>
              <a:off x="2400" y="2629"/>
              <a:ext cx="24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1</a:t>
              </a:r>
            </a:p>
          </p:txBody>
        </p:sp>
        <p:sp>
          <p:nvSpPr>
            <p:cNvPr id="106550" name="Text Box 54">
              <a:extLst>
                <a:ext uri="{FF2B5EF4-FFF2-40B4-BE49-F238E27FC236}">
                  <a16:creationId xmlns:a16="http://schemas.microsoft.com/office/drawing/2014/main" id="{190C9F4E-4283-D0B8-A696-C3BAF5F387DD}"/>
                </a:ext>
              </a:extLst>
            </p:cNvPr>
            <p:cNvSpPr txBox="1">
              <a:spLocks noChangeArrowheads="1"/>
            </p:cNvSpPr>
            <p:nvPr/>
          </p:nvSpPr>
          <p:spPr bwMode="auto">
            <a:xfrm>
              <a:off x="2790" y="2623"/>
              <a:ext cx="24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51" name="Text Box 55">
              <a:extLst>
                <a:ext uri="{FF2B5EF4-FFF2-40B4-BE49-F238E27FC236}">
                  <a16:creationId xmlns:a16="http://schemas.microsoft.com/office/drawing/2014/main" id="{82C259FE-FD78-A86F-C1CD-2874E8440D83}"/>
                </a:ext>
              </a:extLst>
            </p:cNvPr>
            <p:cNvSpPr txBox="1">
              <a:spLocks noChangeArrowheads="1"/>
            </p:cNvSpPr>
            <p:nvPr/>
          </p:nvSpPr>
          <p:spPr bwMode="auto">
            <a:xfrm>
              <a:off x="2025" y="2221"/>
              <a:ext cx="24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52" name="Text Box 56">
              <a:extLst>
                <a:ext uri="{FF2B5EF4-FFF2-40B4-BE49-F238E27FC236}">
                  <a16:creationId xmlns:a16="http://schemas.microsoft.com/office/drawing/2014/main" id="{D406F506-D961-FD29-FBB1-D4D13072C6C9}"/>
                </a:ext>
              </a:extLst>
            </p:cNvPr>
            <p:cNvSpPr txBox="1">
              <a:spLocks noChangeArrowheads="1"/>
            </p:cNvSpPr>
            <p:nvPr/>
          </p:nvSpPr>
          <p:spPr bwMode="auto">
            <a:xfrm>
              <a:off x="1603" y="2209"/>
              <a:ext cx="24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1</a:t>
              </a:r>
            </a:p>
          </p:txBody>
        </p:sp>
        <p:sp>
          <p:nvSpPr>
            <p:cNvPr id="106553" name="Text Box 57">
              <a:extLst>
                <a:ext uri="{FF2B5EF4-FFF2-40B4-BE49-F238E27FC236}">
                  <a16:creationId xmlns:a16="http://schemas.microsoft.com/office/drawing/2014/main" id="{ABBF4580-0D2D-26FC-EB6D-D928A0E53E8A}"/>
                </a:ext>
              </a:extLst>
            </p:cNvPr>
            <p:cNvSpPr txBox="1">
              <a:spLocks noChangeArrowheads="1"/>
            </p:cNvSpPr>
            <p:nvPr/>
          </p:nvSpPr>
          <p:spPr bwMode="auto">
            <a:xfrm>
              <a:off x="807" y="1855"/>
              <a:ext cx="24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1</a:t>
              </a:r>
            </a:p>
          </p:txBody>
        </p:sp>
        <p:sp>
          <p:nvSpPr>
            <p:cNvPr id="106554" name="Text Box 58">
              <a:extLst>
                <a:ext uri="{FF2B5EF4-FFF2-40B4-BE49-F238E27FC236}">
                  <a16:creationId xmlns:a16="http://schemas.microsoft.com/office/drawing/2014/main" id="{126BC640-0F80-F926-62A8-1EB8C7EE472C}"/>
                </a:ext>
              </a:extLst>
            </p:cNvPr>
            <p:cNvSpPr txBox="1">
              <a:spLocks noChangeArrowheads="1"/>
            </p:cNvSpPr>
            <p:nvPr/>
          </p:nvSpPr>
          <p:spPr bwMode="auto">
            <a:xfrm>
              <a:off x="1182" y="1867"/>
              <a:ext cx="24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55" name="Text Box 59">
              <a:extLst>
                <a:ext uri="{FF2B5EF4-FFF2-40B4-BE49-F238E27FC236}">
                  <a16:creationId xmlns:a16="http://schemas.microsoft.com/office/drawing/2014/main" id="{CC859B43-FD8F-7D66-AC97-4FA6D3FDAC36}"/>
                </a:ext>
              </a:extLst>
            </p:cNvPr>
            <p:cNvSpPr txBox="1">
              <a:spLocks noChangeArrowheads="1"/>
            </p:cNvSpPr>
            <p:nvPr/>
          </p:nvSpPr>
          <p:spPr bwMode="auto">
            <a:xfrm>
              <a:off x="1299" y="1057"/>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A</a:t>
              </a:r>
            </a:p>
          </p:txBody>
        </p:sp>
        <p:sp>
          <p:nvSpPr>
            <p:cNvPr id="106556" name="Text Box 60">
              <a:extLst>
                <a:ext uri="{FF2B5EF4-FFF2-40B4-BE49-F238E27FC236}">
                  <a16:creationId xmlns:a16="http://schemas.microsoft.com/office/drawing/2014/main" id="{8F0531B5-AB73-EF99-9C9A-8555B40CAAF2}"/>
                </a:ext>
              </a:extLst>
            </p:cNvPr>
            <p:cNvSpPr txBox="1">
              <a:spLocks noChangeArrowheads="1"/>
            </p:cNvSpPr>
            <p:nvPr/>
          </p:nvSpPr>
          <p:spPr bwMode="auto">
            <a:xfrm>
              <a:off x="3391" y="1039"/>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B</a:t>
              </a:r>
            </a:p>
          </p:txBody>
        </p:sp>
        <p:sp>
          <p:nvSpPr>
            <p:cNvPr id="106557" name="Text Box 61">
              <a:extLst>
                <a:ext uri="{FF2B5EF4-FFF2-40B4-BE49-F238E27FC236}">
                  <a16:creationId xmlns:a16="http://schemas.microsoft.com/office/drawing/2014/main" id="{720FB46C-59BB-04B3-9787-4594E2FDE92D}"/>
                </a:ext>
              </a:extLst>
            </p:cNvPr>
            <p:cNvSpPr txBox="1">
              <a:spLocks noChangeArrowheads="1"/>
            </p:cNvSpPr>
            <p:nvPr/>
          </p:nvSpPr>
          <p:spPr bwMode="auto">
            <a:xfrm>
              <a:off x="3899" y="3031"/>
              <a:ext cx="46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b</a:t>
              </a:r>
              <a:r>
                <a:rPr lang="en-US" altLang="en-US" sz="1400" baseline="-25000"/>
                <a:t>0</a:t>
              </a:r>
              <a:endParaRPr lang="ru-RU" altLang="en-US" sz="1400"/>
            </a:p>
          </p:txBody>
        </p:sp>
        <p:sp>
          <p:nvSpPr>
            <p:cNvPr id="106558" name="Text Box 62">
              <a:extLst>
                <a:ext uri="{FF2B5EF4-FFF2-40B4-BE49-F238E27FC236}">
                  <a16:creationId xmlns:a16="http://schemas.microsoft.com/office/drawing/2014/main" id="{306BE879-D09F-5DC1-A25B-83BFFA471170}"/>
                </a:ext>
              </a:extLst>
            </p:cNvPr>
            <p:cNvSpPr txBox="1">
              <a:spLocks noChangeArrowheads="1"/>
            </p:cNvSpPr>
            <p:nvPr/>
          </p:nvSpPr>
          <p:spPr bwMode="auto">
            <a:xfrm>
              <a:off x="3462" y="2509"/>
              <a:ext cx="46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b</a:t>
              </a:r>
              <a:r>
                <a:rPr lang="ru-RU" altLang="en-US" sz="1400" baseline="-25000"/>
                <a:t>1</a:t>
              </a:r>
              <a:endParaRPr lang="ru-RU" altLang="en-US" sz="1400"/>
            </a:p>
          </p:txBody>
        </p:sp>
        <p:sp>
          <p:nvSpPr>
            <p:cNvPr id="106559" name="Text Box 63">
              <a:extLst>
                <a:ext uri="{FF2B5EF4-FFF2-40B4-BE49-F238E27FC236}">
                  <a16:creationId xmlns:a16="http://schemas.microsoft.com/office/drawing/2014/main" id="{9754E0D5-1169-8C21-AF83-2682B0FBC814}"/>
                </a:ext>
              </a:extLst>
            </p:cNvPr>
            <p:cNvSpPr txBox="1">
              <a:spLocks noChangeArrowheads="1"/>
            </p:cNvSpPr>
            <p:nvPr/>
          </p:nvSpPr>
          <p:spPr bwMode="auto">
            <a:xfrm>
              <a:off x="3446" y="2107"/>
              <a:ext cx="46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b</a:t>
              </a:r>
              <a:r>
                <a:rPr lang="en-US" altLang="en-US" sz="1400" baseline="-25000"/>
                <a:t>2</a:t>
              </a:r>
              <a:endParaRPr lang="ru-RU" altLang="en-US" sz="1400"/>
            </a:p>
          </p:txBody>
        </p:sp>
        <p:sp>
          <p:nvSpPr>
            <p:cNvPr id="106560" name="Text Box 64">
              <a:extLst>
                <a:ext uri="{FF2B5EF4-FFF2-40B4-BE49-F238E27FC236}">
                  <a16:creationId xmlns:a16="http://schemas.microsoft.com/office/drawing/2014/main" id="{5EF7E387-ADBE-DCF3-2DC1-E18516303C93}"/>
                </a:ext>
              </a:extLst>
            </p:cNvPr>
            <p:cNvSpPr txBox="1">
              <a:spLocks noChangeArrowheads="1"/>
            </p:cNvSpPr>
            <p:nvPr/>
          </p:nvSpPr>
          <p:spPr bwMode="auto">
            <a:xfrm>
              <a:off x="3427" y="1747"/>
              <a:ext cx="4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b</a:t>
              </a:r>
              <a:r>
                <a:rPr lang="en-US" altLang="en-US" sz="1400" baseline="-25000"/>
                <a:t>3</a:t>
              </a:r>
              <a:endParaRPr lang="ru-RU" altLang="en-US" sz="1400"/>
            </a:p>
          </p:txBody>
        </p:sp>
        <p:sp>
          <p:nvSpPr>
            <p:cNvPr id="106561" name="Line 65">
              <a:extLst>
                <a:ext uri="{FF2B5EF4-FFF2-40B4-BE49-F238E27FC236}">
                  <a16:creationId xmlns:a16="http://schemas.microsoft.com/office/drawing/2014/main" id="{5254D5A5-0D2D-8FE1-E8B3-A634768833BA}"/>
                </a:ext>
              </a:extLst>
            </p:cNvPr>
            <p:cNvSpPr>
              <a:spLocks noChangeShapeType="1"/>
            </p:cNvSpPr>
            <p:nvPr/>
          </p:nvSpPr>
          <p:spPr bwMode="auto">
            <a:xfrm flipV="1">
              <a:off x="1242" y="1185"/>
              <a:ext cx="65"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2" name="Line 66">
              <a:extLst>
                <a:ext uri="{FF2B5EF4-FFF2-40B4-BE49-F238E27FC236}">
                  <a16:creationId xmlns:a16="http://schemas.microsoft.com/office/drawing/2014/main" id="{9D462E46-BFC8-79AA-9266-9AE5ADFA5CD8}"/>
                </a:ext>
              </a:extLst>
            </p:cNvPr>
            <p:cNvSpPr>
              <a:spLocks noChangeShapeType="1"/>
            </p:cNvSpPr>
            <p:nvPr/>
          </p:nvSpPr>
          <p:spPr bwMode="auto">
            <a:xfrm flipV="1">
              <a:off x="3338" y="1176"/>
              <a:ext cx="66"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3" name="Text Box 67">
              <a:extLst>
                <a:ext uri="{FF2B5EF4-FFF2-40B4-BE49-F238E27FC236}">
                  <a16:creationId xmlns:a16="http://schemas.microsoft.com/office/drawing/2014/main" id="{8AC20F66-32B4-73D3-2A9D-60AC868926D4}"/>
                </a:ext>
              </a:extLst>
            </p:cNvPr>
            <p:cNvSpPr txBox="1">
              <a:spLocks noChangeArrowheads="1"/>
            </p:cNvSpPr>
            <p:nvPr/>
          </p:nvSpPr>
          <p:spPr bwMode="auto">
            <a:xfrm>
              <a:off x="1829" y="1915"/>
              <a:ext cx="37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64" name="Line 68">
              <a:extLst>
                <a:ext uri="{FF2B5EF4-FFF2-40B4-BE49-F238E27FC236}">
                  <a16:creationId xmlns:a16="http://schemas.microsoft.com/office/drawing/2014/main" id="{BE6864A2-DB74-E408-0F17-D498D0D49447}"/>
                </a:ext>
              </a:extLst>
            </p:cNvPr>
            <p:cNvSpPr>
              <a:spLocks noChangeShapeType="1"/>
            </p:cNvSpPr>
            <p:nvPr/>
          </p:nvSpPr>
          <p:spPr bwMode="auto">
            <a:xfrm flipV="1">
              <a:off x="1253" y="1758"/>
              <a:ext cx="65"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5" name="Line 69">
              <a:extLst>
                <a:ext uri="{FF2B5EF4-FFF2-40B4-BE49-F238E27FC236}">
                  <a16:creationId xmlns:a16="http://schemas.microsoft.com/office/drawing/2014/main" id="{2857E3C8-8C93-847F-41E9-38C56B11DB0A}"/>
                </a:ext>
              </a:extLst>
            </p:cNvPr>
            <p:cNvSpPr>
              <a:spLocks noChangeShapeType="1"/>
            </p:cNvSpPr>
            <p:nvPr/>
          </p:nvSpPr>
          <p:spPr bwMode="auto">
            <a:xfrm flipV="1">
              <a:off x="2094" y="2114"/>
              <a:ext cx="65"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6" name="Line 70">
              <a:extLst>
                <a:ext uri="{FF2B5EF4-FFF2-40B4-BE49-F238E27FC236}">
                  <a16:creationId xmlns:a16="http://schemas.microsoft.com/office/drawing/2014/main" id="{B5865316-B121-32C8-8938-C79BA37DEA6D}"/>
                </a:ext>
              </a:extLst>
            </p:cNvPr>
            <p:cNvSpPr>
              <a:spLocks noChangeShapeType="1"/>
            </p:cNvSpPr>
            <p:nvPr/>
          </p:nvSpPr>
          <p:spPr bwMode="auto">
            <a:xfrm flipV="1">
              <a:off x="2856" y="2537"/>
              <a:ext cx="65"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7" name="Line 71">
              <a:extLst>
                <a:ext uri="{FF2B5EF4-FFF2-40B4-BE49-F238E27FC236}">
                  <a16:creationId xmlns:a16="http://schemas.microsoft.com/office/drawing/2014/main" id="{555B36BD-B3D5-5266-71A3-73F50FDC58F1}"/>
                </a:ext>
              </a:extLst>
            </p:cNvPr>
            <p:cNvSpPr>
              <a:spLocks noChangeShapeType="1"/>
            </p:cNvSpPr>
            <p:nvPr/>
          </p:nvSpPr>
          <p:spPr bwMode="auto">
            <a:xfrm flipV="1">
              <a:off x="3728" y="2857"/>
              <a:ext cx="65"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6568" name="AutoShape 72">
              <a:extLst>
                <a:ext uri="{FF2B5EF4-FFF2-40B4-BE49-F238E27FC236}">
                  <a16:creationId xmlns:a16="http://schemas.microsoft.com/office/drawing/2014/main" id="{11A9D704-2270-73E9-E2CF-E5EE1BCB75DA}"/>
                </a:ext>
              </a:extLst>
            </p:cNvPr>
            <p:cNvSpPr>
              <a:spLocks/>
            </p:cNvSpPr>
            <p:nvPr/>
          </p:nvSpPr>
          <p:spPr bwMode="auto">
            <a:xfrm rot="5400000">
              <a:off x="943" y="1599"/>
              <a:ext cx="50" cy="201"/>
            </a:xfrm>
            <a:prstGeom prst="leftBrace">
              <a:avLst>
                <a:gd name="adj1" fmla="val 33500"/>
                <a:gd name="adj2" fmla="val 50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3200"/>
            </a:p>
          </p:txBody>
        </p:sp>
        <p:sp>
          <p:nvSpPr>
            <p:cNvPr id="106569" name="Text Box 73">
              <a:extLst>
                <a:ext uri="{FF2B5EF4-FFF2-40B4-BE49-F238E27FC236}">
                  <a16:creationId xmlns:a16="http://schemas.microsoft.com/office/drawing/2014/main" id="{5849FB91-85DE-0ADB-D446-C63DCC3D89FB}"/>
                </a:ext>
              </a:extLst>
            </p:cNvPr>
            <p:cNvSpPr txBox="1">
              <a:spLocks noChangeArrowheads="1"/>
            </p:cNvSpPr>
            <p:nvPr/>
          </p:nvSpPr>
          <p:spPr bwMode="auto">
            <a:xfrm>
              <a:off x="872" y="1478"/>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70" name="AutoShape 74">
              <a:extLst>
                <a:ext uri="{FF2B5EF4-FFF2-40B4-BE49-F238E27FC236}">
                  <a16:creationId xmlns:a16="http://schemas.microsoft.com/office/drawing/2014/main" id="{91204C7B-287B-B488-7458-2E87B22CE58B}"/>
                </a:ext>
              </a:extLst>
            </p:cNvPr>
            <p:cNvSpPr>
              <a:spLocks/>
            </p:cNvSpPr>
            <p:nvPr/>
          </p:nvSpPr>
          <p:spPr bwMode="auto">
            <a:xfrm rot="5400000">
              <a:off x="1726" y="1959"/>
              <a:ext cx="50" cy="201"/>
            </a:xfrm>
            <a:prstGeom prst="leftBrace">
              <a:avLst>
                <a:gd name="adj1" fmla="val 33500"/>
                <a:gd name="adj2" fmla="val 50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3200"/>
            </a:p>
          </p:txBody>
        </p:sp>
        <p:sp>
          <p:nvSpPr>
            <p:cNvPr id="106571" name="Text Box 75">
              <a:extLst>
                <a:ext uri="{FF2B5EF4-FFF2-40B4-BE49-F238E27FC236}">
                  <a16:creationId xmlns:a16="http://schemas.microsoft.com/office/drawing/2014/main" id="{D082D41C-AEC3-A49B-D31B-16934F397716}"/>
                </a:ext>
              </a:extLst>
            </p:cNvPr>
            <p:cNvSpPr txBox="1">
              <a:spLocks noChangeArrowheads="1"/>
            </p:cNvSpPr>
            <p:nvPr/>
          </p:nvSpPr>
          <p:spPr bwMode="auto">
            <a:xfrm>
              <a:off x="2494" y="2395"/>
              <a:ext cx="3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400"/>
                <a:t>0</a:t>
              </a:r>
            </a:p>
          </p:txBody>
        </p:sp>
        <p:sp>
          <p:nvSpPr>
            <p:cNvPr id="106572" name="Line 76">
              <a:extLst>
                <a:ext uri="{FF2B5EF4-FFF2-40B4-BE49-F238E27FC236}">
                  <a16:creationId xmlns:a16="http://schemas.microsoft.com/office/drawing/2014/main" id="{239D413D-F370-09BD-AE06-364A2F7DD5B3}"/>
                </a:ext>
              </a:extLst>
            </p:cNvPr>
            <p:cNvSpPr>
              <a:spLocks noChangeShapeType="1"/>
            </p:cNvSpPr>
            <p:nvPr/>
          </p:nvSpPr>
          <p:spPr bwMode="auto">
            <a:xfrm>
              <a:off x="3579" y="3147"/>
              <a:ext cx="0" cy="24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6573" name="Text Box 77">
              <a:extLst>
                <a:ext uri="{FF2B5EF4-FFF2-40B4-BE49-F238E27FC236}">
                  <a16:creationId xmlns:a16="http://schemas.microsoft.com/office/drawing/2014/main" id="{696BFB73-0138-ED49-41AA-AF750C38C616}"/>
                </a:ext>
              </a:extLst>
            </p:cNvPr>
            <p:cNvSpPr txBox="1">
              <a:spLocks noChangeArrowheads="1"/>
            </p:cNvSpPr>
            <p:nvPr/>
          </p:nvSpPr>
          <p:spPr bwMode="auto">
            <a:xfrm>
              <a:off x="3278" y="3312"/>
              <a:ext cx="625"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a:sym typeface="Symbol" panose="05050102010706020507" pitchFamily="18" charset="2"/>
                </a:rPr>
                <a:t>b</a:t>
              </a:r>
              <a:r>
                <a:rPr lang="en-US" altLang="en-US" sz="1600" baseline="-25000">
                  <a:sym typeface="Symbol" panose="05050102010706020507" pitchFamily="18" charset="2"/>
                </a:rPr>
                <a:t>0</a:t>
              </a:r>
            </a:p>
          </p:txBody>
        </p:sp>
        <p:sp>
          <p:nvSpPr>
            <p:cNvPr id="106574" name="Text Box 78">
              <a:extLst>
                <a:ext uri="{FF2B5EF4-FFF2-40B4-BE49-F238E27FC236}">
                  <a16:creationId xmlns:a16="http://schemas.microsoft.com/office/drawing/2014/main" id="{B0F7C5F7-5315-CB0C-FFEC-EF4047B87404}"/>
                </a:ext>
              </a:extLst>
            </p:cNvPr>
            <p:cNvSpPr txBox="1">
              <a:spLocks noChangeArrowheads="1"/>
            </p:cNvSpPr>
            <p:nvPr/>
          </p:nvSpPr>
          <p:spPr bwMode="auto">
            <a:xfrm>
              <a:off x="2337" y="3330"/>
              <a:ext cx="7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2A</a:t>
              </a:r>
              <a:r>
                <a:rPr lang="en-US" altLang="en-US" sz="1600">
                  <a:sym typeface="Symbol" panose="05050102010706020507" pitchFamily="18" charset="2"/>
                </a:rPr>
                <a:t>b</a:t>
              </a:r>
              <a:r>
                <a:rPr lang="en-US" altLang="en-US" sz="1600" baseline="-25000">
                  <a:sym typeface="Symbol" panose="05050102010706020507" pitchFamily="18" charset="2"/>
                </a:rPr>
                <a:t>1</a:t>
              </a:r>
            </a:p>
          </p:txBody>
        </p:sp>
        <p:sp>
          <p:nvSpPr>
            <p:cNvPr id="106575" name="Text Box 79">
              <a:extLst>
                <a:ext uri="{FF2B5EF4-FFF2-40B4-BE49-F238E27FC236}">
                  <a16:creationId xmlns:a16="http://schemas.microsoft.com/office/drawing/2014/main" id="{C9C0B4B1-DE4D-0766-A76C-AF4D58066253}"/>
                </a:ext>
              </a:extLst>
            </p:cNvPr>
            <p:cNvSpPr txBox="1">
              <a:spLocks noChangeArrowheads="1"/>
            </p:cNvSpPr>
            <p:nvPr/>
          </p:nvSpPr>
          <p:spPr bwMode="auto">
            <a:xfrm>
              <a:off x="1681" y="3339"/>
              <a:ext cx="7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4A</a:t>
              </a:r>
              <a:r>
                <a:rPr lang="en-US" altLang="en-US" sz="1600">
                  <a:sym typeface="Symbol" panose="05050102010706020507" pitchFamily="18" charset="2"/>
                </a:rPr>
                <a:t>b</a:t>
              </a:r>
              <a:r>
                <a:rPr lang="en-US" altLang="en-US" sz="1600" baseline="-25000">
                  <a:sym typeface="Symbol" panose="05050102010706020507" pitchFamily="18" charset="2"/>
                </a:rPr>
                <a:t>2</a:t>
              </a:r>
            </a:p>
          </p:txBody>
        </p:sp>
        <p:sp>
          <p:nvSpPr>
            <p:cNvPr id="106576" name="Text Box 80">
              <a:extLst>
                <a:ext uri="{FF2B5EF4-FFF2-40B4-BE49-F238E27FC236}">
                  <a16:creationId xmlns:a16="http://schemas.microsoft.com/office/drawing/2014/main" id="{BE260409-F62A-3FBF-7555-2E17949DB1AB}"/>
                </a:ext>
              </a:extLst>
            </p:cNvPr>
            <p:cNvSpPr txBox="1">
              <a:spLocks noChangeArrowheads="1"/>
            </p:cNvSpPr>
            <p:nvPr/>
          </p:nvSpPr>
          <p:spPr bwMode="auto">
            <a:xfrm>
              <a:off x="778" y="3348"/>
              <a:ext cx="767"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8A</a:t>
              </a:r>
              <a:r>
                <a:rPr lang="en-US" altLang="en-US" sz="1600">
                  <a:sym typeface="Symbol" panose="05050102010706020507" pitchFamily="18" charset="2"/>
                </a:rPr>
                <a:t>b</a:t>
              </a:r>
              <a:r>
                <a:rPr lang="en-US" altLang="en-US" sz="1600" baseline="-25000">
                  <a:sym typeface="Symbol" panose="05050102010706020507" pitchFamily="18" charset="2"/>
                </a:rPr>
                <a:t>3</a:t>
              </a:r>
            </a:p>
          </p:txBody>
        </p:sp>
        <p:sp>
          <p:nvSpPr>
            <p:cNvPr id="106577" name="Line 81">
              <a:extLst>
                <a:ext uri="{FF2B5EF4-FFF2-40B4-BE49-F238E27FC236}">
                  <a16:creationId xmlns:a16="http://schemas.microsoft.com/office/drawing/2014/main" id="{316A422A-75B2-F96C-5DFB-10B659A8A060}"/>
                </a:ext>
              </a:extLst>
            </p:cNvPr>
            <p:cNvSpPr>
              <a:spLocks noChangeShapeType="1"/>
            </p:cNvSpPr>
            <p:nvPr/>
          </p:nvSpPr>
          <p:spPr bwMode="auto">
            <a:xfrm>
              <a:off x="2784" y="1392"/>
              <a:ext cx="240" cy="0"/>
            </a:xfrm>
            <a:prstGeom prst="line">
              <a:avLst/>
            </a:prstGeom>
            <a:noFill/>
            <a:ln w="222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84AD623E-C340-4F3B-A1C6-F0D055C8517F}"/>
              </a:ext>
            </a:extLst>
          </p:cNvPr>
          <p:cNvSpPr>
            <a:spLocks noGrp="1" noChangeArrowheads="1"/>
          </p:cNvSpPr>
          <p:nvPr>
            <p:ph type="title"/>
          </p:nvPr>
        </p:nvSpPr>
        <p:spPr/>
        <p:txBody>
          <a:bodyPr/>
          <a:lstStyle/>
          <a:p>
            <a:r>
              <a:rPr lang="en-US" altLang="en-US"/>
              <a:t>Radix-16 Multiplier (2)</a:t>
            </a:r>
            <a:endParaRPr lang="ru-RU" altLang="en-US"/>
          </a:p>
        </p:txBody>
      </p:sp>
      <p:grpSp>
        <p:nvGrpSpPr>
          <p:cNvPr id="107523" name="Group 3">
            <a:extLst>
              <a:ext uri="{FF2B5EF4-FFF2-40B4-BE49-F238E27FC236}">
                <a16:creationId xmlns:a16="http://schemas.microsoft.com/office/drawing/2014/main" id="{B74897EB-FC26-5D67-05F5-AC850FE3A96A}"/>
              </a:ext>
            </a:extLst>
          </p:cNvPr>
          <p:cNvGrpSpPr>
            <a:grpSpLocks/>
          </p:cNvGrpSpPr>
          <p:nvPr/>
        </p:nvGrpSpPr>
        <p:grpSpPr bwMode="auto">
          <a:xfrm>
            <a:off x="2667000" y="1252538"/>
            <a:ext cx="6477000" cy="4538662"/>
            <a:chOff x="672" y="645"/>
            <a:chExt cx="4080" cy="3186"/>
          </a:xfrm>
        </p:grpSpPr>
        <p:sp>
          <p:nvSpPr>
            <p:cNvPr id="107524" name="Line 4">
              <a:extLst>
                <a:ext uri="{FF2B5EF4-FFF2-40B4-BE49-F238E27FC236}">
                  <a16:creationId xmlns:a16="http://schemas.microsoft.com/office/drawing/2014/main" id="{23334D11-25A6-027C-5A95-855CFA56F8F9}"/>
                </a:ext>
              </a:extLst>
            </p:cNvPr>
            <p:cNvSpPr>
              <a:spLocks noChangeShapeType="1"/>
            </p:cNvSpPr>
            <p:nvPr/>
          </p:nvSpPr>
          <p:spPr bwMode="auto">
            <a:xfrm>
              <a:off x="1890" y="2494"/>
              <a:ext cx="0" cy="547"/>
            </a:xfrm>
            <a:prstGeom prst="line">
              <a:avLst/>
            </a:prstGeom>
            <a:noFill/>
            <a:ln w="22225">
              <a:solidFill>
                <a:srgbClr val="000000"/>
              </a:solidFill>
              <a:round/>
              <a:headEnd/>
              <a:tailEnd type="none" w="sm" len="sm"/>
            </a:ln>
            <a:extLst>
              <a:ext uri="{909E8E84-426E-40DD-AFC4-6F175D3DCCD1}">
                <a14:hiddenFill xmlns:a14="http://schemas.microsoft.com/office/drawing/2010/main">
                  <a:noFill/>
                </a14:hiddenFill>
              </a:ext>
            </a:extLst>
          </p:spPr>
          <p:txBody>
            <a:bodyPr/>
            <a:lstStyle/>
            <a:p>
              <a:endParaRPr lang="en-US"/>
            </a:p>
          </p:txBody>
        </p:sp>
        <p:sp>
          <p:nvSpPr>
            <p:cNvPr id="107525" name="Line 5">
              <a:extLst>
                <a:ext uri="{FF2B5EF4-FFF2-40B4-BE49-F238E27FC236}">
                  <a16:creationId xmlns:a16="http://schemas.microsoft.com/office/drawing/2014/main" id="{5D9BE8FC-E04A-C4FB-7D1C-0C1D7210741A}"/>
                </a:ext>
              </a:extLst>
            </p:cNvPr>
            <p:cNvSpPr>
              <a:spLocks noChangeShapeType="1"/>
            </p:cNvSpPr>
            <p:nvPr/>
          </p:nvSpPr>
          <p:spPr bwMode="auto">
            <a:xfrm>
              <a:off x="2106" y="2127"/>
              <a:ext cx="0" cy="58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14" name="Rectangle 6">
              <a:extLst>
                <a:ext uri="{FF2B5EF4-FFF2-40B4-BE49-F238E27FC236}">
                  <a16:creationId xmlns:a16="http://schemas.microsoft.com/office/drawing/2014/main" id="{EF6E8FF5-8BE7-47CA-9E10-D324B34FB3D7}"/>
                </a:ext>
              </a:extLst>
            </p:cNvPr>
            <p:cNvSpPr>
              <a:spLocks noChangeArrowheads="1"/>
            </p:cNvSpPr>
            <p:nvPr/>
          </p:nvSpPr>
          <p:spPr bwMode="auto">
            <a:xfrm>
              <a:off x="2460" y="1113"/>
              <a:ext cx="1084" cy="199"/>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200">
                  <a:latin typeface="Arial" charset="0"/>
                  <a:cs typeface="Arial" charset="0"/>
                </a:rPr>
                <a:t>CSA1</a:t>
              </a:r>
            </a:p>
          </p:txBody>
        </p:sp>
        <p:sp>
          <p:nvSpPr>
            <p:cNvPr id="94215" name="Rectangle 7">
              <a:extLst>
                <a:ext uri="{FF2B5EF4-FFF2-40B4-BE49-F238E27FC236}">
                  <a16:creationId xmlns:a16="http://schemas.microsoft.com/office/drawing/2014/main" id="{4E470A5E-3CCC-4BB5-ACAE-2784204297A4}"/>
                </a:ext>
              </a:extLst>
            </p:cNvPr>
            <p:cNvSpPr>
              <a:spLocks noChangeArrowheads="1"/>
            </p:cNvSpPr>
            <p:nvPr/>
          </p:nvSpPr>
          <p:spPr bwMode="auto">
            <a:xfrm>
              <a:off x="960" y="1119"/>
              <a:ext cx="1084" cy="197"/>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200">
                  <a:latin typeface="Arial" charset="0"/>
                  <a:cs typeface="Arial" charset="0"/>
                </a:rPr>
                <a:t>CSA2</a:t>
              </a:r>
            </a:p>
          </p:txBody>
        </p:sp>
        <p:sp>
          <p:nvSpPr>
            <p:cNvPr id="107528" name="Text Box 8">
              <a:extLst>
                <a:ext uri="{FF2B5EF4-FFF2-40B4-BE49-F238E27FC236}">
                  <a16:creationId xmlns:a16="http://schemas.microsoft.com/office/drawing/2014/main" id="{08C79C18-E160-700F-E5F4-C78FBC0E055A}"/>
                </a:ext>
              </a:extLst>
            </p:cNvPr>
            <p:cNvSpPr txBox="1">
              <a:spLocks noChangeArrowheads="1"/>
            </p:cNvSpPr>
            <p:nvPr/>
          </p:nvSpPr>
          <p:spPr bwMode="auto">
            <a:xfrm>
              <a:off x="3762" y="1215"/>
              <a:ext cx="432"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600"/>
            </a:p>
          </p:txBody>
        </p:sp>
        <p:sp>
          <p:nvSpPr>
            <p:cNvPr id="107529" name="Line 9">
              <a:extLst>
                <a:ext uri="{FF2B5EF4-FFF2-40B4-BE49-F238E27FC236}">
                  <a16:creationId xmlns:a16="http://schemas.microsoft.com/office/drawing/2014/main" id="{4A66E378-AD1B-9155-A695-68348D59233F}"/>
                </a:ext>
              </a:extLst>
            </p:cNvPr>
            <p:cNvSpPr>
              <a:spLocks noChangeShapeType="1"/>
            </p:cNvSpPr>
            <p:nvPr/>
          </p:nvSpPr>
          <p:spPr bwMode="auto">
            <a:xfrm>
              <a:off x="3365" y="894"/>
              <a:ext cx="0" cy="22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30" name="Line 10">
              <a:extLst>
                <a:ext uri="{FF2B5EF4-FFF2-40B4-BE49-F238E27FC236}">
                  <a16:creationId xmlns:a16="http://schemas.microsoft.com/office/drawing/2014/main" id="{59B2FF86-0C5A-8E74-45FE-0FE0C0CA9367}"/>
                </a:ext>
              </a:extLst>
            </p:cNvPr>
            <p:cNvSpPr>
              <a:spLocks noChangeShapeType="1"/>
            </p:cNvSpPr>
            <p:nvPr/>
          </p:nvSpPr>
          <p:spPr bwMode="auto">
            <a:xfrm>
              <a:off x="3042" y="878"/>
              <a:ext cx="0" cy="238"/>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31" name="Line 11">
              <a:extLst>
                <a:ext uri="{FF2B5EF4-FFF2-40B4-BE49-F238E27FC236}">
                  <a16:creationId xmlns:a16="http://schemas.microsoft.com/office/drawing/2014/main" id="{DE20E414-BB96-3181-A2CA-CD0C418D123D}"/>
                </a:ext>
              </a:extLst>
            </p:cNvPr>
            <p:cNvSpPr>
              <a:spLocks noChangeShapeType="1"/>
            </p:cNvSpPr>
            <p:nvPr/>
          </p:nvSpPr>
          <p:spPr bwMode="auto">
            <a:xfrm flipH="1">
              <a:off x="2682" y="876"/>
              <a:ext cx="6" cy="247"/>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20" name="Rectangle 12">
              <a:extLst>
                <a:ext uri="{FF2B5EF4-FFF2-40B4-BE49-F238E27FC236}">
                  <a16:creationId xmlns:a16="http://schemas.microsoft.com/office/drawing/2014/main" id="{020B448C-06A4-4F00-9605-733CE9D52BD3}"/>
                </a:ext>
              </a:extLst>
            </p:cNvPr>
            <p:cNvSpPr>
              <a:spLocks noChangeArrowheads="1"/>
            </p:cNvSpPr>
            <p:nvPr/>
          </p:nvSpPr>
          <p:spPr bwMode="auto">
            <a:xfrm>
              <a:off x="1152" y="1539"/>
              <a:ext cx="1084" cy="197"/>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200">
                  <a:latin typeface="Arial" charset="0"/>
                  <a:cs typeface="Arial" charset="0"/>
                </a:rPr>
                <a:t>CSA3</a:t>
              </a:r>
            </a:p>
          </p:txBody>
        </p:sp>
        <p:sp>
          <p:nvSpPr>
            <p:cNvPr id="94221" name="Rectangle 13">
              <a:extLst>
                <a:ext uri="{FF2B5EF4-FFF2-40B4-BE49-F238E27FC236}">
                  <a16:creationId xmlns:a16="http://schemas.microsoft.com/office/drawing/2014/main" id="{21B9B62A-3B09-4F4D-9543-423BF72580AD}"/>
                </a:ext>
              </a:extLst>
            </p:cNvPr>
            <p:cNvSpPr>
              <a:spLocks noChangeArrowheads="1"/>
            </p:cNvSpPr>
            <p:nvPr/>
          </p:nvSpPr>
          <p:spPr bwMode="auto">
            <a:xfrm>
              <a:off x="1404" y="1941"/>
              <a:ext cx="1084" cy="197"/>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200">
                  <a:latin typeface="Arial" charset="0"/>
                  <a:cs typeface="Arial" charset="0"/>
                </a:rPr>
                <a:t>CSA4</a:t>
              </a:r>
            </a:p>
          </p:txBody>
        </p:sp>
        <p:sp>
          <p:nvSpPr>
            <p:cNvPr id="94222" name="Rectangle 14">
              <a:extLst>
                <a:ext uri="{FF2B5EF4-FFF2-40B4-BE49-F238E27FC236}">
                  <a16:creationId xmlns:a16="http://schemas.microsoft.com/office/drawing/2014/main" id="{CB677192-2DB4-47AC-88C8-39C084F63D1F}"/>
                </a:ext>
              </a:extLst>
            </p:cNvPr>
            <p:cNvSpPr>
              <a:spLocks noChangeArrowheads="1"/>
            </p:cNvSpPr>
            <p:nvPr/>
          </p:nvSpPr>
          <p:spPr bwMode="auto">
            <a:xfrm>
              <a:off x="1398" y="2295"/>
              <a:ext cx="1152" cy="196"/>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200">
                  <a:latin typeface="Arial" charset="0"/>
                  <a:cs typeface="Arial" charset="0"/>
                </a:rPr>
                <a:t>Reg_SUM</a:t>
              </a:r>
            </a:p>
          </p:txBody>
        </p:sp>
        <p:sp>
          <p:nvSpPr>
            <p:cNvPr id="94223" name="Rectangle 15">
              <a:extLst>
                <a:ext uri="{FF2B5EF4-FFF2-40B4-BE49-F238E27FC236}">
                  <a16:creationId xmlns:a16="http://schemas.microsoft.com/office/drawing/2014/main" id="{13E681F1-7E0F-4B43-B783-426BEED3E998}"/>
                </a:ext>
              </a:extLst>
            </p:cNvPr>
            <p:cNvSpPr>
              <a:spLocks noChangeArrowheads="1"/>
            </p:cNvSpPr>
            <p:nvPr/>
          </p:nvSpPr>
          <p:spPr bwMode="auto">
            <a:xfrm>
              <a:off x="1314" y="2716"/>
              <a:ext cx="1152" cy="175"/>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ru-RU" sz="1200">
                  <a:latin typeface="Arial" charset="0"/>
                  <a:cs typeface="Arial" charset="0"/>
                </a:rPr>
                <a:t>Reg_Carry</a:t>
              </a:r>
            </a:p>
          </p:txBody>
        </p:sp>
        <p:sp>
          <p:nvSpPr>
            <p:cNvPr id="107536" name="Line 16">
              <a:extLst>
                <a:ext uri="{FF2B5EF4-FFF2-40B4-BE49-F238E27FC236}">
                  <a16:creationId xmlns:a16="http://schemas.microsoft.com/office/drawing/2014/main" id="{363DB4FD-B3A2-E3AC-DC3F-A28B0AEA272B}"/>
                </a:ext>
              </a:extLst>
            </p:cNvPr>
            <p:cNvSpPr>
              <a:spLocks noChangeShapeType="1"/>
            </p:cNvSpPr>
            <p:nvPr/>
          </p:nvSpPr>
          <p:spPr bwMode="auto">
            <a:xfrm>
              <a:off x="1385" y="1317"/>
              <a:ext cx="0" cy="222"/>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37" name="Line 17">
              <a:extLst>
                <a:ext uri="{FF2B5EF4-FFF2-40B4-BE49-F238E27FC236}">
                  <a16:creationId xmlns:a16="http://schemas.microsoft.com/office/drawing/2014/main" id="{910B58AD-78C6-8273-4673-A92034525479}"/>
                </a:ext>
              </a:extLst>
            </p:cNvPr>
            <p:cNvSpPr>
              <a:spLocks noChangeShapeType="1"/>
            </p:cNvSpPr>
            <p:nvPr/>
          </p:nvSpPr>
          <p:spPr bwMode="auto">
            <a:xfrm>
              <a:off x="1673" y="1317"/>
              <a:ext cx="0" cy="222"/>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38" name="Line 18">
              <a:extLst>
                <a:ext uri="{FF2B5EF4-FFF2-40B4-BE49-F238E27FC236}">
                  <a16:creationId xmlns:a16="http://schemas.microsoft.com/office/drawing/2014/main" id="{8757868A-CE62-EA98-8061-CDE5D3189245}"/>
                </a:ext>
              </a:extLst>
            </p:cNvPr>
            <p:cNvSpPr>
              <a:spLocks noChangeShapeType="1"/>
            </p:cNvSpPr>
            <p:nvPr/>
          </p:nvSpPr>
          <p:spPr bwMode="auto">
            <a:xfrm>
              <a:off x="1956" y="1413"/>
              <a:ext cx="0" cy="122"/>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39" name="Line 19">
              <a:extLst>
                <a:ext uri="{FF2B5EF4-FFF2-40B4-BE49-F238E27FC236}">
                  <a16:creationId xmlns:a16="http://schemas.microsoft.com/office/drawing/2014/main" id="{6A8529F4-708D-BAA2-951F-E218A669FED3}"/>
                </a:ext>
              </a:extLst>
            </p:cNvPr>
            <p:cNvSpPr>
              <a:spLocks noChangeShapeType="1"/>
            </p:cNvSpPr>
            <p:nvPr/>
          </p:nvSpPr>
          <p:spPr bwMode="auto">
            <a:xfrm>
              <a:off x="1956" y="1413"/>
              <a:ext cx="87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40" name="Line 20">
              <a:extLst>
                <a:ext uri="{FF2B5EF4-FFF2-40B4-BE49-F238E27FC236}">
                  <a16:creationId xmlns:a16="http://schemas.microsoft.com/office/drawing/2014/main" id="{B8CD528D-9B21-8A6E-6302-8FD2E8625F81}"/>
                </a:ext>
              </a:extLst>
            </p:cNvPr>
            <p:cNvSpPr>
              <a:spLocks noChangeShapeType="1"/>
            </p:cNvSpPr>
            <p:nvPr/>
          </p:nvSpPr>
          <p:spPr bwMode="auto">
            <a:xfrm>
              <a:off x="2832" y="1311"/>
              <a:ext cx="0" cy="1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41" name="Line 21">
              <a:extLst>
                <a:ext uri="{FF2B5EF4-FFF2-40B4-BE49-F238E27FC236}">
                  <a16:creationId xmlns:a16="http://schemas.microsoft.com/office/drawing/2014/main" id="{5E6A32C1-46A9-D35F-6416-B529D6A1003C}"/>
                </a:ext>
              </a:extLst>
            </p:cNvPr>
            <p:cNvSpPr>
              <a:spLocks noChangeShapeType="1"/>
            </p:cNvSpPr>
            <p:nvPr/>
          </p:nvSpPr>
          <p:spPr bwMode="auto">
            <a:xfrm>
              <a:off x="1686" y="1738"/>
              <a:ext cx="0" cy="20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42" name="Line 22">
              <a:extLst>
                <a:ext uri="{FF2B5EF4-FFF2-40B4-BE49-F238E27FC236}">
                  <a16:creationId xmlns:a16="http://schemas.microsoft.com/office/drawing/2014/main" id="{16EB7B59-CC8B-DB3F-4724-DB31F4816536}"/>
                </a:ext>
              </a:extLst>
            </p:cNvPr>
            <p:cNvSpPr>
              <a:spLocks noChangeShapeType="1"/>
            </p:cNvSpPr>
            <p:nvPr/>
          </p:nvSpPr>
          <p:spPr bwMode="auto">
            <a:xfrm>
              <a:off x="1950" y="1738"/>
              <a:ext cx="0" cy="20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43" name="Line 23">
              <a:extLst>
                <a:ext uri="{FF2B5EF4-FFF2-40B4-BE49-F238E27FC236}">
                  <a16:creationId xmlns:a16="http://schemas.microsoft.com/office/drawing/2014/main" id="{0FDC4342-6CE9-36FB-83BD-D4AAA6039FDE}"/>
                </a:ext>
              </a:extLst>
            </p:cNvPr>
            <p:cNvSpPr>
              <a:spLocks noChangeShapeType="1"/>
            </p:cNvSpPr>
            <p:nvPr/>
          </p:nvSpPr>
          <p:spPr bwMode="auto">
            <a:xfrm>
              <a:off x="3126" y="1311"/>
              <a:ext cx="0" cy="50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44" name="Line 24">
              <a:extLst>
                <a:ext uri="{FF2B5EF4-FFF2-40B4-BE49-F238E27FC236}">
                  <a16:creationId xmlns:a16="http://schemas.microsoft.com/office/drawing/2014/main" id="{756B412A-E118-527B-DFB8-D36427FF0956}"/>
                </a:ext>
              </a:extLst>
            </p:cNvPr>
            <p:cNvSpPr>
              <a:spLocks noChangeShapeType="1"/>
            </p:cNvSpPr>
            <p:nvPr/>
          </p:nvSpPr>
          <p:spPr bwMode="auto">
            <a:xfrm>
              <a:off x="2226" y="1820"/>
              <a:ext cx="0" cy="129"/>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45" name="Line 25">
              <a:extLst>
                <a:ext uri="{FF2B5EF4-FFF2-40B4-BE49-F238E27FC236}">
                  <a16:creationId xmlns:a16="http://schemas.microsoft.com/office/drawing/2014/main" id="{E7551CE6-3664-D9A1-4A91-EE9E09AD0DBD}"/>
                </a:ext>
              </a:extLst>
            </p:cNvPr>
            <p:cNvSpPr>
              <a:spLocks noChangeShapeType="1"/>
            </p:cNvSpPr>
            <p:nvPr/>
          </p:nvSpPr>
          <p:spPr bwMode="auto">
            <a:xfrm>
              <a:off x="2226" y="1820"/>
              <a:ext cx="898"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46" name="Line 26">
              <a:extLst>
                <a:ext uri="{FF2B5EF4-FFF2-40B4-BE49-F238E27FC236}">
                  <a16:creationId xmlns:a16="http://schemas.microsoft.com/office/drawing/2014/main" id="{F0ED7AEC-2D48-6224-E0F8-EE02B16C6AA4}"/>
                </a:ext>
              </a:extLst>
            </p:cNvPr>
            <p:cNvSpPr>
              <a:spLocks noChangeShapeType="1"/>
            </p:cNvSpPr>
            <p:nvPr/>
          </p:nvSpPr>
          <p:spPr bwMode="auto">
            <a:xfrm>
              <a:off x="1890" y="2133"/>
              <a:ext cx="0" cy="159"/>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47" name="Line 27">
              <a:extLst>
                <a:ext uri="{FF2B5EF4-FFF2-40B4-BE49-F238E27FC236}">
                  <a16:creationId xmlns:a16="http://schemas.microsoft.com/office/drawing/2014/main" id="{713BED94-6694-08B2-6E4D-DA5B321C70D0}"/>
                </a:ext>
              </a:extLst>
            </p:cNvPr>
            <p:cNvSpPr>
              <a:spLocks noChangeShapeType="1"/>
            </p:cNvSpPr>
            <p:nvPr/>
          </p:nvSpPr>
          <p:spPr bwMode="auto">
            <a:xfrm flipH="1" flipV="1">
              <a:off x="809" y="2603"/>
              <a:ext cx="1081" cy="0"/>
            </a:xfrm>
            <a:prstGeom prst="line">
              <a:avLst/>
            </a:prstGeom>
            <a:noFill/>
            <a:ln w="22225">
              <a:solidFill>
                <a:srgbClr val="000000"/>
              </a:solidFill>
              <a:round/>
              <a:headEnd type="oval" w="sm" len="sm"/>
              <a:tailEnd/>
            </a:ln>
            <a:extLst>
              <a:ext uri="{909E8E84-426E-40DD-AFC4-6F175D3DCCD1}">
                <a14:hiddenFill xmlns:a14="http://schemas.microsoft.com/office/drawing/2010/main">
                  <a:noFill/>
                </a14:hiddenFill>
              </a:ext>
            </a:extLst>
          </p:spPr>
          <p:txBody>
            <a:bodyPr/>
            <a:lstStyle/>
            <a:p>
              <a:endParaRPr lang="en-US"/>
            </a:p>
          </p:txBody>
        </p:sp>
        <p:sp>
          <p:nvSpPr>
            <p:cNvPr id="107548" name="Line 28">
              <a:extLst>
                <a:ext uri="{FF2B5EF4-FFF2-40B4-BE49-F238E27FC236}">
                  <a16:creationId xmlns:a16="http://schemas.microsoft.com/office/drawing/2014/main" id="{F6A3A5B6-286C-B885-3F7E-230313101A23}"/>
                </a:ext>
              </a:extLst>
            </p:cNvPr>
            <p:cNvSpPr>
              <a:spLocks noChangeShapeType="1"/>
            </p:cNvSpPr>
            <p:nvPr/>
          </p:nvSpPr>
          <p:spPr bwMode="auto">
            <a:xfrm flipV="1">
              <a:off x="809" y="975"/>
              <a:ext cx="0" cy="163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49" name="Line 29">
              <a:extLst>
                <a:ext uri="{FF2B5EF4-FFF2-40B4-BE49-F238E27FC236}">
                  <a16:creationId xmlns:a16="http://schemas.microsoft.com/office/drawing/2014/main" id="{D93890B6-6A68-D344-D6D8-1A17FA49A755}"/>
                </a:ext>
              </a:extLst>
            </p:cNvPr>
            <p:cNvSpPr>
              <a:spLocks noChangeShapeType="1"/>
            </p:cNvSpPr>
            <p:nvPr/>
          </p:nvSpPr>
          <p:spPr bwMode="auto">
            <a:xfrm>
              <a:off x="1686" y="2913"/>
              <a:ext cx="0" cy="227"/>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50" name="Line 30">
              <a:extLst>
                <a:ext uri="{FF2B5EF4-FFF2-40B4-BE49-F238E27FC236}">
                  <a16:creationId xmlns:a16="http://schemas.microsoft.com/office/drawing/2014/main" id="{5D09C4C9-15D8-10A2-D916-661EBB763F4C}"/>
                </a:ext>
              </a:extLst>
            </p:cNvPr>
            <p:cNvSpPr>
              <a:spLocks noChangeShapeType="1"/>
            </p:cNvSpPr>
            <p:nvPr/>
          </p:nvSpPr>
          <p:spPr bwMode="auto">
            <a:xfrm flipH="1" flipV="1">
              <a:off x="678" y="3033"/>
              <a:ext cx="1000" cy="0"/>
            </a:xfrm>
            <a:prstGeom prst="line">
              <a:avLst/>
            </a:prstGeom>
            <a:noFill/>
            <a:ln w="22225">
              <a:solidFill>
                <a:srgbClr val="000000"/>
              </a:solidFill>
              <a:round/>
              <a:headEnd type="oval"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107551" name="Line 31">
              <a:extLst>
                <a:ext uri="{FF2B5EF4-FFF2-40B4-BE49-F238E27FC236}">
                  <a16:creationId xmlns:a16="http://schemas.microsoft.com/office/drawing/2014/main" id="{41A0B627-A17E-CC5D-459A-5D12E60A793A}"/>
                </a:ext>
              </a:extLst>
            </p:cNvPr>
            <p:cNvSpPr>
              <a:spLocks noChangeShapeType="1"/>
            </p:cNvSpPr>
            <p:nvPr/>
          </p:nvSpPr>
          <p:spPr bwMode="auto">
            <a:xfrm>
              <a:off x="810" y="975"/>
              <a:ext cx="432"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52" name="Line 32">
              <a:extLst>
                <a:ext uri="{FF2B5EF4-FFF2-40B4-BE49-F238E27FC236}">
                  <a16:creationId xmlns:a16="http://schemas.microsoft.com/office/drawing/2014/main" id="{17B8EA81-77F5-DD46-3081-376C36D3734A}"/>
                </a:ext>
              </a:extLst>
            </p:cNvPr>
            <p:cNvSpPr>
              <a:spLocks noChangeShapeType="1"/>
            </p:cNvSpPr>
            <p:nvPr/>
          </p:nvSpPr>
          <p:spPr bwMode="auto">
            <a:xfrm>
              <a:off x="1242" y="975"/>
              <a:ext cx="0" cy="14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53" name="Line 33">
              <a:extLst>
                <a:ext uri="{FF2B5EF4-FFF2-40B4-BE49-F238E27FC236}">
                  <a16:creationId xmlns:a16="http://schemas.microsoft.com/office/drawing/2014/main" id="{32462E46-B962-BB96-3B0D-0689AC603C58}"/>
                </a:ext>
              </a:extLst>
            </p:cNvPr>
            <p:cNvSpPr>
              <a:spLocks noChangeShapeType="1"/>
            </p:cNvSpPr>
            <p:nvPr/>
          </p:nvSpPr>
          <p:spPr bwMode="auto">
            <a:xfrm flipV="1">
              <a:off x="672" y="873"/>
              <a:ext cx="0" cy="216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54" name="Line 34">
              <a:extLst>
                <a:ext uri="{FF2B5EF4-FFF2-40B4-BE49-F238E27FC236}">
                  <a16:creationId xmlns:a16="http://schemas.microsoft.com/office/drawing/2014/main" id="{8AF1FD53-3F3C-DD9F-68BE-A21CC0820C68}"/>
                </a:ext>
              </a:extLst>
            </p:cNvPr>
            <p:cNvSpPr>
              <a:spLocks noChangeShapeType="1"/>
            </p:cNvSpPr>
            <p:nvPr/>
          </p:nvSpPr>
          <p:spPr bwMode="auto">
            <a:xfrm>
              <a:off x="678" y="873"/>
              <a:ext cx="853"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55" name="Line 35">
              <a:extLst>
                <a:ext uri="{FF2B5EF4-FFF2-40B4-BE49-F238E27FC236}">
                  <a16:creationId xmlns:a16="http://schemas.microsoft.com/office/drawing/2014/main" id="{2E3F47C3-560C-3D31-22DB-74AAD2FC3ADF}"/>
                </a:ext>
              </a:extLst>
            </p:cNvPr>
            <p:cNvSpPr>
              <a:spLocks noChangeShapeType="1"/>
            </p:cNvSpPr>
            <p:nvPr/>
          </p:nvSpPr>
          <p:spPr bwMode="auto">
            <a:xfrm>
              <a:off x="1530" y="879"/>
              <a:ext cx="0" cy="238"/>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56" name="Line 36">
              <a:extLst>
                <a:ext uri="{FF2B5EF4-FFF2-40B4-BE49-F238E27FC236}">
                  <a16:creationId xmlns:a16="http://schemas.microsoft.com/office/drawing/2014/main" id="{F15B8A01-22D5-06C5-B80C-EB0D7DF1D3B3}"/>
                </a:ext>
              </a:extLst>
            </p:cNvPr>
            <p:cNvSpPr>
              <a:spLocks noChangeShapeType="1"/>
            </p:cNvSpPr>
            <p:nvPr/>
          </p:nvSpPr>
          <p:spPr bwMode="auto">
            <a:xfrm>
              <a:off x="3582" y="2608"/>
              <a:ext cx="0" cy="521"/>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45" name="Rectangle 37">
              <a:extLst>
                <a:ext uri="{FF2B5EF4-FFF2-40B4-BE49-F238E27FC236}">
                  <a16:creationId xmlns:a16="http://schemas.microsoft.com/office/drawing/2014/main" id="{B710C5A3-308A-4DFF-8BC1-4A8FE5F4478A}"/>
                </a:ext>
              </a:extLst>
            </p:cNvPr>
            <p:cNvSpPr>
              <a:spLocks noChangeArrowheads="1"/>
            </p:cNvSpPr>
            <p:nvPr/>
          </p:nvSpPr>
          <p:spPr bwMode="auto">
            <a:xfrm>
              <a:off x="2676" y="3153"/>
              <a:ext cx="288" cy="215"/>
            </a:xfrm>
            <a:prstGeom prst="rect">
              <a:avLst/>
            </a:prstGeom>
            <a:solidFill>
              <a:schemeClr val="accent1">
                <a:lumMod val="40000"/>
                <a:lumOff val="60000"/>
              </a:schemeClr>
            </a:solidFill>
            <a:ln w="22225" algn="ctr">
              <a:solidFill>
                <a:srgbClr val="000000"/>
              </a:solidFill>
              <a:miter lim="800000"/>
              <a:headEnd/>
              <a:tailEnd/>
            </a:ln>
          </p:spPr>
          <p:txBody>
            <a:bodyPr/>
            <a:lstStyle/>
            <a:p>
              <a:pPr eaLnBrk="1" hangingPunct="1">
                <a:defRPr/>
              </a:pPr>
              <a:r>
                <a:rPr lang="ru-RU" sz="1100">
                  <a:latin typeface="Arial" charset="0"/>
                  <a:cs typeface="Arial" charset="0"/>
                </a:rPr>
                <a:t>FF</a:t>
              </a:r>
            </a:p>
          </p:txBody>
        </p:sp>
        <p:sp>
          <p:nvSpPr>
            <p:cNvPr id="107558" name="Line 38">
              <a:extLst>
                <a:ext uri="{FF2B5EF4-FFF2-40B4-BE49-F238E27FC236}">
                  <a16:creationId xmlns:a16="http://schemas.microsoft.com/office/drawing/2014/main" id="{12996532-42A7-AEC0-C196-56E38B8CF4F1}"/>
                </a:ext>
              </a:extLst>
            </p:cNvPr>
            <p:cNvSpPr>
              <a:spLocks noChangeShapeType="1"/>
            </p:cNvSpPr>
            <p:nvPr/>
          </p:nvSpPr>
          <p:spPr bwMode="auto">
            <a:xfrm flipV="1">
              <a:off x="2808" y="3045"/>
              <a:ext cx="0" cy="10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59" name="Line 39">
              <a:extLst>
                <a:ext uri="{FF2B5EF4-FFF2-40B4-BE49-F238E27FC236}">
                  <a16:creationId xmlns:a16="http://schemas.microsoft.com/office/drawing/2014/main" id="{795E219C-3AC3-7AC5-B07A-E064C1996706}"/>
                </a:ext>
              </a:extLst>
            </p:cNvPr>
            <p:cNvSpPr>
              <a:spLocks noChangeShapeType="1"/>
            </p:cNvSpPr>
            <p:nvPr/>
          </p:nvSpPr>
          <p:spPr bwMode="auto">
            <a:xfrm>
              <a:off x="2807" y="3045"/>
              <a:ext cx="4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0" name="Line 40">
              <a:extLst>
                <a:ext uri="{FF2B5EF4-FFF2-40B4-BE49-F238E27FC236}">
                  <a16:creationId xmlns:a16="http://schemas.microsoft.com/office/drawing/2014/main" id="{105D1C1F-A3EC-F233-6F01-7EBF5630B9C0}"/>
                </a:ext>
              </a:extLst>
            </p:cNvPr>
            <p:cNvSpPr>
              <a:spLocks noChangeShapeType="1"/>
            </p:cNvSpPr>
            <p:nvPr/>
          </p:nvSpPr>
          <p:spPr bwMode="auto">
            <a:xfrm>
              <a:off x="3264" y="3045"/>
              <a:ext cx="0" cy="95"/>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61" name="Line 41">
              <a:extLst>
                <a:ext uri="{FF2B5EF4-FFF2-40B4-BE49-F238E27FC236}">
                  <a16:creationId xmlns:a16="http://schemas.microsoft.com/office/drawing/2014/main" id="{6A98A1E0-11CD-65A2-CF7F-C5D7DB17FE3E}"/>
                </a:ext>
              </a:extLst>
            </p:cNvPr>
            <p:cNvSpPr>
              <a:spLocks noChangeShapeType="1"/>
            </p:cNvSpPr>
            <p:nvPr/>
          </p:nvSpPr>
          <p:spPr bwMode="auto">
            <a:xfrm flipH="1">
              <a:off x="3120" y="2967"/>
              <a:ext cx="0" cy="179"/>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nvGrpSpPr>
            <p:cNvPr id="107562" name="Group 42">
              <a:extLst>
                <a:ext uri="{FF2B5EF4-FFF2-40B4-BE49-F238E27FC236}">
                  <a16:creationId xmlns:a16="http://schemas.microsoft.com/office/drawing/2014/main" id="{FCAC3B04-B8D0-AD88-BA2D-C5CDCB473B5E}"/>
                </a:ext>
              </a:extLst>
            </p:cNvPr>
            <p:cNvGrpSpPr>
              <a:grpSpLocks/>
            </p:cNvGrpSpPr>
            <p:nvPr/>
          </p:nvGrpSpPr>
          <p:grpSpPr bwMode="auto">
            <a:xfrm>
              <a:off x="3024" y="3141"/>
              <a:ext cx="708" cy="212"/>
              <a:chOff x="7596" y="13089"/>
              <a:chExt cx="1770" cy="529"/>
            </a:xfrm>
          </p:grpSpPr>
          <p:sp>
            <p:nvSpPr>
              <p:cNvPr id="107629" name="Line 43">
                <a:extLst>
                  <a:ext uri="{FF2B5EF4-FFF2-40B4-BE49-F238E27FC236}">
                    <a16:creationId xmlns:a16="http://schemas.microsoft.com/office/drawing/2014/main" id="{2833A6BF-FFA2-345D-8DC1-D213EF3FEB25}"/>
                  </a:ext>
                </a:extLst>
              </p:cNvPr>
              <p:cNvSpPr>
                <a:spLocks noChangeShapeType="1"/>
              </p:cNvSpPr>
              <p:nvPr/>
            </p:nvSpPr>
            <p:spPr bwMode="auto">
              <a:xfrm>
                <a:off x="7608" y="13097"/>
                <a:ext cx="73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30" name="Line 44">
                <a:extLst>
                  <a:ext uri="{FF2B5EF4-FFF2-40B4-BE49-F238E27FC236}">
                    <a16:creationId xmlns:a16="http://schemas.microsoft.com/office/drawing/2014/main" id="{3EE8A461-CAC1-2656-775B-86EAE2EE157A}"/>
                  </a:ext>
                </a:extLst>
              </p:cNvPr>
              <p:cNvSpPr>
                <a:spLocks noChangeShapeType="1"/>
              </p:cNvSpPr>
              <p:nvPr/>
            </p:nvSpPr>
            <p:spPr bwMode="auto">
              <a:xfrm>
                <a:off x="8336" y="13097"/>
                <a:ext cx="143" cy="15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31" name="Line 45">
                <a:extLst>
                  <a:ext uri="{FF2B5EF4-FFF2-40B4-BE49-F238E27FC236}">
                    <a16:creationId xmlns:a16="http://schemas.microsoft.com/office/drawing/2014/main" id="{56C6F70F-B631-132F-E4C1-441B5475086E}"/>
                  </a:ext>
                </a:extLst>
              </p:cNvPr>
              <p:cNvSpPr>
                <a:spLocks noChangeShapeType="1"/>
              </p:cNvSpPr>
              <p:nvPr/>
            </p:nvSpPr>
            <p:spPr bwMode="auto">
              <a:xfrm flipH="1">
                <a:off x="8470" y="13089"/>
                <a:ext cx="160" cy="15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32" name="Line 46">
                <a:extLst>
                  <a:ext uri="{FF2B5EF4-FFF2-40B4-BE49-F238E27FC236}">
                    <a16:creationId xmlns:a16="http://schemas.microsoft.com/office/drawing/2014/main" id="{67A14F85-2CE9-1B96-A24C-CE37A987ACA0}"/>
                  </a:ext>
                </a:extLst>
              </p:cNvPr>
              <p:cNvSpPr>
                <a:spLocks noChangeShapeType="1"/>
              </p:cNvSpPr>
              <p:nvPr/>
            </p:nvSpPr>
            <p:spPr bwMode="auto">
              <a:xfrm>
                <a:off x="8630" y="13089"/>
                <a:ext cx="735"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33" name="Line 47">
                <a:extLst>
                  <a:ext uri="{FF2B5EF4-FFF2-40B4-BE49-F238E27FC236}">
                    <a16:creationId xmlns:a16="http://schemas.microsoft.com/office/drawing/2014/main" id="{B6A93004-BFB2-21D5-4471-A8F95BE6CC1E}"/>
                  </a:ext>
                </a:extLst>
              </p:cNvPr>
              <p:cNvSpPr>
                <a:spLocks noChangeShapeType="1"/>
              </p:cNvSpPr>
              <p:nvPr/>
            </p:nvSpPr>
            <p:spPr bwMode="auto">
              <a:xfrm>
                <a:off x="7983" y="13618"/>
                <a:ext cx="961"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34" name="Line 48">
                <a:extLst>
                  <a:ext uri="{FF2B5EF4-FFF2-40B4-BE49-F238E27FC236}">
                    <a16:creationId xmlns:a16="http://schemas.microsoft.com/office/drawing/2014/main" id="{1BC33125-517B-40F7-D105-A5ED1E7A6A66}"/>
                  </a:ext>
                </a:extLst>
              </p:cNvPr>
              <p:cNvSpPr>
                <a:spLocks noChangeShapeType="1"/>
              </p:cNvSpPr>
              <p:nvPr/>
            </p:nvSpPr>
            <p:spPr bwMode="auto">
              <a:xfrm>
                <a:off x="7596" y="13097"/>
                <a:ext cx="377" cy="51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35" name="Line 49">
                <a:extLst>
                  <a:ext uri="{FF2B5EF4-FFF2-40B4-BE49-F238E27FC236}">
                    <a16:creationId xmlns:a16="http://schemas.microsoft.com/office/drawing/2014/main" id="{767243C5-37AB-1662-43DE-19726B2E6BF2}"/>
                  </a:ext>
                </a:extLst>
              </p:cNvPr>
              <p:cNvSpPr>
                <a:spLocks noChangeShapeType="1"/>
              </p:cNvSpPr>
              <p:nvPr/>
            </p:nvSpPr>
            <p:spPr bwMode="auto">
              <a:xfrm flipH="1">
                <a:off x="8933" y="13094"/>
                <a:ext cx="433" cy="51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7563" name="Text Box 50">
              <a:extLst>
                <a:ext uri="{FF2B5EF4-FFF2-40B4-BE49-F238E27FC236}">
                  <a16:creationId xmlns:a16="http://schemas.microsoft.com/office/drawing/2014/main" id="{CF81E49C-CB7A-C474-7C39-AFD2123B1A1D}"/>
                </a:ext>
              </a:extLst>
            </p:cNvPr>
            <p:cNvSpPr txBox="1">
              <a:spLocks noChangeArrowheads="1"/>
            </p:cNvSpPr>
            <p:nvPr/>
          </p:nvSpPr>
          <p:spPr bwMode="auto">
            <a:xfrm>
              <a:off x="3263" y="3199"/>
              <a:ext cx="481" cy="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SM1</a:t>
              </a:r>
            </a:p>
          </p:txBody>
        </p:sp>
        <p:sp>
          <p:nvSpPr>
            <p:cNvPr id="107564" name="Line 51">
              <a:extLst>
                <a:ext uri="{FF2B5EF4-FFF2-40B4-BE49-F238E27FC236}">
                  <a16:creationId xmlns:a16="http://schemas.microsoft.com/office/drawing/2014/main" id="{060F5E59-6DE6-1F1C-8884-657CCD30FE90}"/>
                </a:ext>
              </a:extLst>
            </p:cNvPr>
            <p:cNvSpPr>
              <a:spLocks noChangeShapeType="1"/>
            </p:cNvSpPr>
            <p:nvPr/>
          </p:nvSpPr>
          <p:spPr bwMode="auto">
            <a:xfrm flipH="1">
              <a:off x="2958" y="3265"/>
              <a:ext cx="13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5" name="Line 52">
              <a:extLst>
                <a:ext uri="{FF2B5EF4-FFF2-40B4-BE49-F238E27FC236}">
                  <a16:creationId xmlns:a16="http://schemas.microsoft.com/office/drawing/2014/main" id="{273E8162-9BDD-9678-A650-CC9D898331F0}"/>
                </a:ext>
              </a:extLst>
            </p:cNvPr>
            <p:cNvSpPr>
              <a:spLocks noChangeShapeType="1"/>
            </p:cNvSpPr>
            <p:nvPr/>
          </p:nvSpPr>
          <p:spPr bwMode="auto">
            <a:xfrm flipV="1">
              <a:off x="3348" y="3381"/>
              <a:ext cx="40" cy="4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6" name="Line 53">
              <a:extLst>
                <a:ext uri="{FF2B5EF4-FFF2-40B4-BE49-F238E27FC236}">
                  <a16:creationId xmlns:a16="http://schemas.microsoft.com/office/drawing/2014/main" id="{A1FC3D8E-B2BE-5CAC-9A13-4E2CBEE057F1}"/>
                </a:ext>
              </a:extLst>
            </p:cNvPr>
            <p:cNvSpPr>
              <a:spLocks noChangeShapeType="1"/>
            </p:cNvSpPr>
            <p:nvPr/>
          </p:nvSpPr>
          <p:spPr bwMode="auto">
            <a:xfrm>
              <a:off x="2361" y="2967"/>
              <a:ext cx="74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67" name="Line 54">
              <a:extLst>
                <a:ext uri="{FF2B5EF4-FFF2-40B4-BE49-F238E27FC236}">
                  <a16:creationId xmlns:a16="http://schemas.microsoft.com/office/drawing/2014/main" id="{1E55642D-8BBC-9DE4-9EB8-A26F68675792}"/>
                </a:ext>
              </a:extLst>
            </p:cNvPr>
            <p:cNvSpPr>
              <a:spLocks noChangeShapeType="1"/>
            </p:cNvSpPr>
            <p:nvPr/>
          </p:nvSpPr>
          <p:spPr bwMode="auto">
            <a:xfrm>
              <a:off x="1488" y="2400"/>
              <a:ext cx="144"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68" name="Line 55">
              <a:extLst>
                <a:ext uri="{FF2B5EF4-FFF2-40B4-BE49-F238E27FC236}">
                  <a16:creationId xmlns:a16="http://schemas.microsoft.com/office/drawing/2014/main" id="{B667A495-A320-B040-6F61-EAA68304FB0E}"/>
                </a:ext>
              </a:extLst>
            </p:cNvPr>
            <p:cNvSpPr>
              <a:spLocks noChangeShapeType="1"/>
            </p:cNvSpPr>
            <p:nvPr/>
          </p:nvSpPr>
          <p:spPr bwMode="auto">
            <a:xfrm>
              <a:off x="1440" y="2832"/>
              <a:ext cx="14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69" name="Line 56">
              <a:extLst>
                <a:ext uri="{FF2B5EF4-FFF2-40B4-BE49-F238E27FC236}">
                  <a16:creationId xmlns:a16="http://schemas.microsoft.com/office/drawing/2014/main" id="{11F21346-6987-8F70-D67F-540D773920EF}"/>
                </a:ext>
              </a:extLst>
            </p:cNvPr>
            <p:cNvSpPr>
              <a:spLocks noChangeShapeType="1"/>
            </p:cNvSpPr>
            <p:nvPr/>
          </p:nvSpPr>
          <p:spPr bwMode="auto">
            <a:xfrm flipV="1">
              <a:off x="2988" y="2592"/>
              <a:ext cx="59" cy="45"/>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0" name="Line 57">
              <a:extLst>
                <a:ext uri="{FF2B5EF4-FFF2-40B4-BE49-F238E27FC236}">
                  <a16:creationId xmlns:a16="http://schemas.microsoft.com/office/drawing/2014/main" id="{17527563-3893-1906-D5F7-C0231DA5A7A8}"/>
                </a:ext>
              </a:extLst>
            </p:cNvPr>
            <p:cNvSpPr>
              <a:spLocks noChangeShapeType="1"/>
            </p:cNvSpPr>
            <p:nvPr/>
          </p:nvSpPr>
          <p:spPr bwMode="auto">
            <a:xfrm flipV="1">
              <a:off x="2580" y="2956"/>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1" name="Text Box 58">
              <a:extLst>
                <a:ext uri="{FF2B5EF4-FFF2-40B4-BE49-F238E27FC236}">
                  <a16:creationId xmlns:a16="http://schemas.microsoft.com/office/drawing/2014/main" id="{B2EDE249-6309-9BB2-630C-FE1C6B1AEF6F}"/>
                </a:ext>
              </a:extLst>
            </p:cNvPr>
            <p:cNvSpPr txBox="1">
              <a:spLocks noChangeArrowheads="1"/>
            </p:cNvSpPr>
            <p:nvPr/>
          </p:nvSpPr>
          <p:spPr bwMode="auto">
            <a:xfrm>
              <a:off x="2454" y="2784"/>
              <a:ext cx="3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3 bit</a:t>
              </a:r>
            </a:p>
          </p:txBody>
        </p:sp>
        <p:sp>
          <p:nvSpPr>
            <p:cNvPr id="107572" name="Line 59">
              <a:extLst>
                <a:ext uri="{FF2B5EF4-FFF2-40B4-BE49-F238E27FC236}">
                  <a16:creationId xmlns:a16="http://schemas.microsoft.com/office/drawing/2014/main" id="{C471F2F6-440B-BE3A-F97A-096F128397BA}"/>
                </a:ext>
              </a:extLst>
            </p:cNvPr>
            <p:cNvSpPr>
              <a:spLocks noChangeShapeType="1"/>
            </p:cNvSpPr>
            <p:nvPr/>
          </p:nvSpPr>
          <p:spPr bwMode="auto">
            <a:xfrm flipV="1">
              <a:off x="2082" y="2535"/>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3" name="Text Box 60">
              <a:extLst>
                <a:ext uri="{FF2B5EF4-FFF2-40B4-BE49-F238E27FC236}">
                  <a16:creationId xmlns:a16="http://schemas.microsoft.com/office/drawing/2014/main" id="{550872AC-03E0-3667-E6B9-091C7E0EB9A2}"/>
                </a:ext>
              </a:extLst>
            </p:cNvPr>
            <p:cNvSpPr txBox="1">
              <a:spLocks noChangeArrowheads="1"/>
            </p:cNvSpPr>
            <p:nvPr/>
          </p:nvSpPr>
          <p:spPr bwMode="auto">
            <a:xfrm>
              <a:off x="2871" y="2421"/>
              <a:ext cx="3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4 bit</a:t>
              </a:r>
            </a:p>
          </p:txBody>
        </p:sp>
        <p:sp>
          <p:nvSpPr>
            <p:cNvPr id="107574" name="Line 61">
              <a:extLst>
                <a:ext uri="{FF2B5EF4-FFF2-40B4-BE49-F238E27FC236}">
                  <a16:creationId xmlns:a16="http://schemas.microsoft.com/office/drawing/2014/main" id="{78E25A39-72E9-28A3-1EF3-536DC559001B}"/>
                </a:ext>
              </a:extLst>
            </p:cNvPr>
            <p:cNvSpPr>
              <a:spLocks noChangeShapeType="1"/>
            </p:cNvSpPr>
            <p:nvPr/>
          </p:nvSpPr>
          <p:spPr bwMode="auto">
            <a:xfrm>
              <a:off x="1440" y="3148"/>
              <a:ext cx="370"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5" name="Line 62">
              <a:extLst>
                <a:ext uri="{FF2B5EF4-FFF2-40B4-BE49-F238E27FC236}">
                  <a16:creationId xmlns:a16="http://schemas.microsoft.com/office/drawing/2014/main" id="{6A697C03-42A9-D0D5-8319-DB07676F8862}"/>
                </a:ext>
              </a:extLst>
            </p:cNvPr>
            <p:cNvSpPr>
              <a:spLocks noChangeShapeType="1"/>
            </p:cNvSpPr>
            <p:nvPr/>
          </p:nvSpPr>
          <p:spPr bwMode="auto">
            <a:xfrm>
              <a:off x="1806" y="3148"/>
              <a:ext cx="72" cy="7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6" name="Line 63">
              <a:extLst>
                <a:ext uri="{FF2B5EF4-FFF2-40B4-BE49-F238E27FC236}">
                  <a16:creationId xmlns:a16="http://schemas.microsoft.com/office/drawing/2014/main" id="{89AB1D56-F3B3-5034-24EB-8257094778DC}"/>
                </a:ext>
              </a:extLst>
            </p:cNvPr>
            <p:cNvSpPr>
              <a:spLocks noChangeShapeType="1"/>
            </p:cNvSpPr>
            <p:nvPr/>
          </p:nvSpPr>
          <p:spPr bwMode="auto">
            <a:xfrm flipH="1">
              <a:off x="1873" y="3145"/>
              <a:ext cx="81" cy="7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7" name="Line 64">
              <a:extLst>
                <a:ext uri="{FF2B5EF4-FFF2-40B4-BE49-F238E27FC236}">
                  <a16:creationId xmlns:a16="http://schemas.microsoft.com/office/drawing/2014/main" id="{68F6B768-6662-D1D0-5778-B9997362027A}"/>
                </a:ext>
              </a:extLst>
            </p:cNvPr>
            <p:cNvSpPr>
              <a:spLocks noChangeShapeType="1"/>
            </p:cNvSpPr>
            <p:nvPr/>
          </p:nvSpPr>
          <p:spPr bwMode="auto">
            <a:xfrm>
              <a:off x="1954" y="3145"/>
              <a:ext cx="369"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8" name="Line 65">
              <a:extLst>
                <a:ext uri="{FF2B5EF4-FFF2-40B4-BE49-F238E27FC236}">
                  <a16:creationId xmlns:a16="http://schemas.microsoft.com/office/drawing/2014/main" id="{2C81936E-21E9-316C-8952-05F38CC7CE24}"/>
                </a:ext>
              </a:extLst>
            </p:cNvPr>
            <p:cNvSpPr>
              <a:spLocks noChangeShapeType="1"/>
            </p:cNvSpPr>
            <p:nvPr/>
          </p:nvSpPr>
          <p:spPr bwMode="auto">
            <a:xfrm>
              <a:off x="1628" y="3393"/>
              <a:ext cx="484"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79" name="Line 66">
              <a:extLst>
                <a:ext uri="{FF2B5EF4-FFF2-40B4-BE49-F238E27FC236}">
                  <a16:creationId xmlns:a16="http://schemas.microsoft.com/office/drawing/2014/main" id="{7514A030-0317-0346-65E9-1B91F5236015}"/>
                </a:ext>
              </a:extLst>
            </p:cNvPr>
            <p:cNvSpPr>
              <a:spLocks noChangeShapeType="1"/>
            </p:cNvSpPr>
            <p:nvPr/>
          </p:nvSpPr>
          <p:spPr bwMode="auto">
            <a:xfrm>
              <a:off x="1434" y="3148"/>
              <a:ext cx="190" cy="24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0" name="Line 67">
              <a:extLst>
                <a:ext uri="{FF2B5EF4-FFF2-40B4-BE49-F238E27FC236}">
                  <a16:creationId xmlns:a16="http://schemas.microsoft.com/office/drawing/2014/main" id="{F2D1E3E9-B91F-141C-B344-2C04BBC4AF15}"/>
                </a:ext>
              </a:extLst>
            </p:cNvPr>
            <p:cNvSpPr>
              <a:spLocks noChangeShapeType="1"/>
            </p:cNvSpPr>
            <p:nvPr/>
          </p:nvSpPr>
          <p:spPr bwMode="auto">
            <a:xfrm flipH="1">
              <a:off x="2106" y="3147"/>
              <a:ext cx="218" cy="24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1" name="Text Box 68">
              <a:extLst>
                <a:ext uri="{FF2B5EF4-FFF2-40B4-BE49-F238E27FC236}">
                  <a16:creationId xmlns:a16="http://schemas.microsoft.com/office/drawing/2014/main" id="{25750E2B-F2BC-CDC0-A4AE-2D980EFDDBC2}"/>
                </a:ext>
              </a:extLst>
            </p:cNvPr>
            <p:cNvSpPr txBox="1">
              <a:spLocks noChangeArrowheads="1"/>
            </p:cNvSpPr>
            <p:nvPr/>
          </p:nvSpPr>
          <p:spPr bwMode="auto">
            <a:xfrm>
              <a:off x="1734" y="3213"/>
              <a:ext cx="378"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SM2</a:t>
              </a:r>
            </a:p>
          </p:txBody>
        </p:sp>
        <p:sp>
          <p:nvSpPr>
            <p:cNvPr id="107582" name="Line 69">
              <a:extLst>
                <a:ext uri="{FF2B5EF4-FFF2-40B4-BE49-F238E27FC236}">
                  <a16:creationId xmlns:a16="http://schemas.microsoft.com/office/drawing/2014/main" id="{00B51142-3593-2DDE-C9A5-75A0BF945B5C}"/>
                </a:ext>
              </a:extLst>
            </p:cNvPr>
            <p:cNvSpPr>
              <a:spLocks noChangeShapeType="1"/>
            </p:cNvSpPr>
            <p:nvPr/>
          </p:nvSpPr>
          <p:spPr bwMode="auto">
            <a:xfrm>
              <a:off x="1872" y="3397"/>
              <a:ext cx="0" cy="168"/>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83" name="Line 70">
              <a:extLst>
                <a:ext uri="{FF2B5EF4-FFF2-40B4-BE49-F238E27FC236}">
                  <a16:creationId xmlns:a16="http://schemas.microsoft.com/office/drawing/2014/main" id="{472E2E8D-9744-59BF-2327-61A1C6D65888}"/>
                </a:ext>
              </a:extLst>
            </p:cNvPr>
            <p:cNvSpPr>
              <a:spLocks noChangeShapeType="1"/>
            </p:cNvSpPr>
            <p:nvPr/>
          </p:nvSpPr>
          <p:spPr bwMode="auto">
            <a:xfrm flipV="1">
              <a:off x="1848" y="3433"/>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4" name="Line 71">
              <a:extLst>
                <a:ext uri="{FF2B5EF4-FFF2-40B4-BE49-F238E27FC236}">
                  <a16:creationId xmlns:a16="http://schemas.microsoft.com/office/drawing/2014/main" id="{8E121E4E-D3A0-1052-C51C-C8CC4A56D17A}"/>
                </a:ext>
              </a:extLst>
            </p:cNvPr>
            <p:cNvSpPr>
              <a:spLocks noChangeShapeType="1"/>
            </p:cNvSpPr>
            <p:nvPr/>
          </p:nvSpPr>
          <p:spPr bwMode="auto">
            <a:xfrm>
              <a:off x="1890" y="3039"/>
              <a:ext cx="21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5" name="Line 72">
              <a:extLst>
                <a:ext uri="{FF2B5EF4-FFF2-40B4-BE49-F238E27FC236}">
                  <a16:creationId xmlns:a16="http://schemas.microsoft.com/office/drawing/2014/main" id="{D0469050-4B48-DED3-DE02-34B5108B9382}"/>
                </a:ext>
              </a:extLst>
            </p:cNvPr>
            <p:cNvSpPr>
              <a:spLocks noChangeShapeType="1"/>
            </p:cNvSpPr>
            <p:nvPr/>
          </p:nvSpPr>
          <p:spPr bwMode="auto">
            <a:xfrm>
              <a:off x="2106" y="3039"/>
              <a:ext cx="0" cy="113"/>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94274" name="Rectangle 73">
              <a:extLst>
                <a:ext uri="{FF2B5EF4-FFF2-40B4-BE49-F238E27FC236}">
                  <a16:creationId xmlns:a16="http://schemas.microsoft.com/office/drawing/2014/main" id="{AC3A094D-460F-4F81-9D23-C8D8565B51FF}"/>
                </a:ext>
              </a:extLst>
            </p:cNvPr>
            <p:cNvSpPr>
              <a:spLocks noChangeArrowheads="1"/>
            </p:cNvSpPr>
            <p:nvPr/>
          </p:nvSpPr>
          <p:spPr bwMode="auto">
            <a:xfrm>
              <a:off x="1248" y="3572"/>
              <a:ext cx="1168" cy="259"/>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en-US" sz="1200">
                  <a:latin typeface="Arial" charset="0"/>
                  <a:cs typeface="Arial" charset="0"/>
                </a:rPr>
                <a:t>Prroduction</a:t>
              </a:r>
              <a:endParaRPr lang="ru-RU" sz="1200">
                <a:latin typeface="Arial" charset="0"/>
                <a:cs typeface="Arial" charset="0"/>
              </a:endParaRPr>
            </a:p>
          </p:txBody>
        </p:sp>
        <p:sp>
          <p:nvSpPr>
            <p:cNvPr id="94275" name="Rectangle 74">
              <a:extLst>
                <a:ext uri="{FF2B5EF4-FFF2-40B4-BE49-F238E27FC236}">
                  <a16:creationId xmlns:a16="http://schemas.microsoft.com/office/drawing/2014/main" id="{F8709147-C372-4336-9109-70581022418B}"/>
                </a:ext>
              </a:extLst>
            </p:cNvPr>
            <p:cNvSpPr>
              <a:spLocks noChangeArrowheads="1"/>
            </p:cNvSpPr>
            <p:nvPr/>
          </p:nvSpPr>
          <p:spPr bwMode="auto">
            <a:xfrm>
              <a:off x="3000" y="3572"/>
              <a:ext cx="1180" cy="259"/>
            </a:xfrm>
            <a:prstGeom prst="rect">
              <a:avLst/>
            </a:prstGeom>
            <a:solidFill>
              <a:schemeClr val="accent1">
                <a:lumMod val="40000"/>
                <a:lumOff val="60000"/>
              </a:schemeClr>
            </a:solidFill>
            <a:ln w="22225" algn="ctr">
              <a:solidFill>
                <a:srgbClr val="000000"/>
              </a:solidFill>
              <a:miter lim="800000"/>
              <a:headEnd/>
              <a:tailEnd/>
            </a:ln>
          </p:spPr>
          <p:txBody>
            <a:bodyPr/>
            <a:lstStyle/>
            <a:p>
              <a:pPr algn="ctr" eaLnBrk="1" hangingPunct="1">
                <a:defRPr/>
              </a:pPr>
              <a:r>
                <a:rPr lang="en-US" sz="1200">
                  <a:latin typeface="Arial" charset="0"/>
                  <a:cs typeface="Arial" charset="0"/>
                </a:rPr>
                <a:t>Production</a:t>
              </a:r>
              <a:endParaRPr lang="ru-RU" sz="1200">
                <a:latin typeface="Arial" charset="0"/>
                <a:cs typeface="Arial" charset="0"/>
              </a:endParaRPr>
            </a:p>
          </p:txBody>
        </p:sp>
        <p:sp>
          <p:nvSpPr>
            <p:cNvPr id="107588" name="Line 75">
              <a:extLst>
                <a:ext uri="{FF2B5EF4-FFF2-40B4-BE49-F238E27FC236}">
                  <a16:creationId xmlns:a16="http://schemas.microsoft.com/office/drawing/2014/main" id="{BB420EED-DC89-9B0E-ECD9-8E08CF26E0F4}"/>
                </a:ext>
              </a:extLst>
            </p:cNvPr>
            <p:cNvSpPr>
              <a:spLocks noChangeShapeType="1"/>
            </p:cNvSpPr>
            <p:nvPr/>
          </p:nvSpPr>
          <p:spPr bwMode="auto">
            <a:xfrm>
              <a:off x="3365" y="3345"/>
              <a:ext cx="0" cy="122"/>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89" name="Line 76">
              <a:extLst>
                <a:ext uri="{FF2B5EF4-FFF2-40B4-BE49-F238E27FC236}">
                  <a16:creationId xmlns:a16="http://schemas.microsoft.com/office/drawing/2014/main" id="{4FE43CA9-5549-E91E-85B7-773B3CAA3C0D}"/>
                </a:ext>
              </a:extLst>
            </p:cNvPr>
            <p:cNvSpPr>
              <a:spLocks noChangeShapeType="1"/>
            </p:cNvSpPr>
            <p:nvPr/>
          </p:nvSpPr>
          <p:spPr bwMode="auto">
            <a:xfrm flipH="1">
              <a:off x="2838" y="3471"/>
              <a:ext cx="526" cy="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90" name="Line 77">
              <a:extLst>
                <a:ext uri="{FF2B5EF4-FFF2-40B4-BE49-F238E27FC236}">
                  <a16:creationId xmlns:a16="http://schemas.microsoft.com/office/drawing/2014/main" id="{988814B9-C963-60E2-CA53-1B5AA53F4656}"/>
                </a:ext>
              </a:extLst>
            </p:cNvPr>
            <p:cNvSpPr>
              <a:spLocks noChangeShapeType="1"/>
            </p:cNvSpPr>
            <p:nvPr/>
          </p:nvSpPr>
          <p:spPr bwMode="auto">
            <a:xfrm>
              <a:off x="2832" y="3471"/>
              <a:ext cx="0" cy="216"/>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591" name="Line 78">
              <a:extLst>
                <a:ext uri="{FF2B5EF4-FFF2-40B4-BE49-F238E27FC236}">
                  <a16:creationId xmlns:a16="http://schemas.microsoft.com/office/drawing/2014/main" id="{A4E99AF6-C05B-8546-101C-790AB381C3C6}"/>
                </a:ext>
              </a:extLst>
            </p:cNvPr>
            <p:cNvSpPr>
              <a:spLocks noChangeShapeType="1"/>
            </p:cNvSpPr>
            <p:nvPr/>
          </p:nvSpPr>
          <p:spPr bwMode="auto">
            <a:xfrm>
              <a:off x="2832" y="3693"/>
              <a:ext cx="144"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92" name="Line 79">
              <a:extLst>
                <a:ext uri="{FF2B5EF4-FFF2-40B4-BE49-F238E27FC236}">
                  <a16:creationId xmlns:a16="http://schemas.microsoft.com/office/drawing/2014/main" id="{9B2B848E-05FB-9BF7-7C2B-EE8876E77C49}"/>
                </a:ext>
              </a:extLst>
            </p:cNvPr>
            <p:cNvSpPr>
              <a:spLocks noChangeShapeType="1"/>
            </p:cNvSpPr>
            <p:nvPr/>
          </p:nvSpPr>
          <p:spPr bwMode="auto">
            <a:xfrm>
              <a:off x="3888" y="3741"/>
              <a:ext cx="14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593" name="Text Box 80">
              <a:extLst>
                <a:ext uri="{FF2B5EF4-FFF2-40B4-BE49-F238E27FC236}">
                  <a16:creationId xmlns:a16="http://schemas.microsoft.com/office/drawing/2014/main" id="{1C1762BD-D4CF-B84E-2EA3-9DF7A97DAD6B}"/>
                </a:ext>
              </a:extLst>
            </p:cNvPr>
            <p:cNvSpPr txBox="1">
              <a:spLocks noChangeArrowheads="1"/>
            </p:cNvSpPr>
            <p:nvPr/>
          </p:nvSpPr>
          <p:spPr bwMode="auto">
            <a:xfrm>
              <a:off x="1623" y="2565"/>
              <a:ext cx="393"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S’s</a:t>
              </a:r>
            </a:p>
          </p:txBody>
        </p:sp>
        <p:sp>
          <p:nvSpPr>
            <p:cNvPr id="107594" name="Text Box 81">
              <a:extLst>
                <a:ext uri="{FF2B5EF4-FFF2-40B4-BE49-F238E27FC236}">
                  <a16:creationId xmlns:a16="http://schemas.microsoft.com/office/drawing/2014/main" id="{BFFD7045-A8A2-1D61-BCFC-B8A99304DE97}"/>
                </a:ext>
              </a:extLst>
            </p:cNvPr>
            <p:cNvSpPr txBox="1">
              <a:spLocks noChangeArrowheads="1"/>
            </p:cNvSpPr>
            <p:nvPr/>
          </p:nvSpPr>
          <p:spPr bwMode="auto">
            <a:xfrm>
              <a:off x="1422" y="2895"/>
              <a:ext cx="366"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C’s</a:t>
              </a:r>
            </a:p>
          </p:txBody>
        </p:sp>
        <p:sp>
          <p:nvSpPr>
            <p:cNvPr id="107595" name="Text Box 82">
              <a:extLst>
                <a:ext uri="{FF2B5EF4-FFF2-40B4-BE49-F238E27FC236}">
                  <a16:creationId xmlns:a16="http://schemas.microsoft.com/office/drawing/2014/main" id="{55FFC086-A20F-B195-160B-23FC54884C79}"/>
                </a:ext>
              </a:extLst>
            </p:cNvPr>
            <p:cNvSpPr txBox="1">
              <a:spLocks noChangeArrowheads="1"/>
            </p:cNvSpPr>
            <p:nvPr/>
          </p:nvSpPr>
          <p:spPr bwMode="auto">
            <a:xfrm>
              <a:off x="2538" y="1401"/>
              <a:ext cx="438" cy="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S’s1</a:t>
              </a:r>
            </a:p>
          </p:txBody>
        </p:sp>
        <p:sp>
          <p:nvSpPr>
            <p:cNvPr id="107596" name="Text Box 83">
              <a:extLst>
                <a:ext uri="{FF2B5EF4-FFF2-40B4-BE49-F238E27FC236}">
                  <a16:creationId xmlns:a16="http://schemas.microsoft.com/office/drawing/2014/main" id="{3B90624C-267C-4B36-944A-0EFCAF4034B9}"/>
                </a:ext>
              </a:extLst>
            </p:cNvPr>
            <p:cNvSpPr txBox="1">
              <a:spLocks noChangeArrowheads="1"/>
            </p:cNvSpPr>
            <p:nvPr/>
          </p:nvSpPr>
          <p:spPr bwMode="auto">
            <a:xfrm>
              <a:off x="3114" y="1383"/>
              <a:ext cx="438" cy="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C’s1</a:t>
              </a:r>
            </a:p>
          </p:txBody>
        </p:sp>
        <p:sp>
          <p:nvSpPr>
            <p:cNvPr id="107597" name="Text Box 84">
              <a:extLst>
                <a:ext uri="{FF2B5EF4-FFF2-40B4-BE49-F238E27FC236}">
                  <a16:creationId xmlns:a16="http://schemas.microsoft.com/office/drawing/2014/main" id="{21DD09AD-B06B-BEAC-5A25-164EDB04221A}"/>
                </a:ext>
              </a:extLst>
            </p:cNvPr>
            <p:cNvSpPr txBox="1">
              <a:spLocks noChangeArrowheads="1"/>
            </p:cNvSpPr>
            <p:nvPr/>
          </p:nvSpPr>
          <p:spPr bwMode="auto">
            <a:xfrm>
              <a:off x="1650" y="1341"/>
              <a:ext cx="510" cy="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C’s2</a:t>
              </a:r>
            </a:p>
          </p:txBody>
        </p:sp>
        <p:sp>
          <p:nvSpPr>
            <p:cNvPr id="107598" name="Text Box 85">
              <a:extLst>
                <a:ext uri="{FF2B5EF4-FFF2-40B4-BE49-F238E27FC236}">
                  <a16:creationId xmlns:a16="http://schemas.microsoft.com/office/drawing/2014/main" id="{4C1D17FB-D1AB-07AE-5ACA-85146BEFCCB3}"/>
                </a:ext>
              </a:extLst>
            </p:cNvPr>
            <p:cNvSpPr txBox="1">
              <a:spLocks noChangeArrowheads="1"/>
            </p:cNvSpPr>
            <p:nvPr/>
          </p:nvSpPr>
          <p:spPr bwMode="auto">
            <a:xfrm>
              <a:off x="1083" y="1335"/>
              <a:ext cx="420" cy="2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S’s2</a:t>
              </a:r>
            </a:p>
          </p:txBody>
        </p:sp>
        <p:sp>
          <p:nvSpPr>
            <p:cNvPr id="107599" name="Text Box 86">
              <a:extLst>
                <a:ext uri="{FF2B5EF4-FFF2-40B4-BE49-F238E27FC236}">
                  <a16:creationId xmlns:a16="http://schemas.microsoft.com/office/drawing/2014/main" id="{7EE0ECE5-3C94-5012-41CC-115531336A03}"/>
                </a:ext>
              </a:extLst>
            </p:cNvPr>
            <p:cNvSpPr txBox="1">
              <a:spLocks noChangeArrowheads="1"/>
            </p:cNvSpPr>
            <p:nvPr/>
          </p:nvSpPr>
          <p:spPr bwMode="auto">
            <a:xfrm>
              <a:off x="1317" y="1749"/>
              <a:ext cx="501"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S’s3</a:t>
              </a:r>
            </a:p>
          </p:txBody>
        </p:sp>
        <p:sp>
          <p:nvSpPr>
            <p:cNvPr id="107600" name="Text Box 87">
              <a:extLst>
                <a:ext uri="{FF2B5EF4-FFF2-40B4-BE49-F238E27FC236}">
                  <a16:creationId xmlns:a16="http://schemas.microsoft.com/office/drawing/2014/main" id="{0D680394-4120-2156-A47B-6505053C242A}"/>
                </a:ext>
              </a:extLst>
            </p:cNvPr>
            <p:cNvSpPr txBox="1">
              <a:spLocks noChangeArrowheads="1"/>
            </p:cNvSpPr>
            <p:nvPr/>
          </p:nvSpPr>
          <p:spPr bwMode="auto">
            <a:xfrm>
              <a:off x="1932" y="1734"/>
              <a:ext cx="438" cy="1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C’s3</a:t>
              </a:r>
            </a:p>
          </p:txBody>
        </p:sp>
        <p:sp>
          <p:nvSpPr>
            <p:cNvPr id="107601" name="Text Box 88">
              <a:extLst>
                <a:ext uri="{FF2B5EF4-FFF2-40B4-BE49-F238E27FC236}">
                  <a16:creationId xmlns:a16="http://schemas.microsoft.com/office/drawing/2014/main" id="{0021C197-3A29-6B8C-8033-CD6891118652}"/>
                </a:ext>
              </a:extLst>
            </p:cNvPr>
            <p:cNvSpPr txBox="1">
              <a:spLocks noChangeArrowheads="1"/>
            </p:cNvSpPr>
            <p:nvPr/>
          </p:nvSpPr>
          <p:spPr bwMode="auto">
            <a:xfrm>
              <a:off x="1488" y="2112"/>
              <a:ext cx="43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S’s4</a:t>
              </a:r>
            </a:p>
          </p:txBody>
        </p:sp>
        <p:sp>
          <p:nvSpPr>
            <p:cNvPr id="107602" name="Text Box 89">
              <a:extLst>
                <a:ext uri="{FF2B5EF4-FFF2-40B4-BE49-F238E27FC236}">
                  <a16:creationId xmlns:a16="http://schemas.microsoft.com/office/drawing/2014/main" id="{0B68FC3B-6D27-50BF-0C01-7C65E4ED6498}"/>
                </a:ext>
              </a:extLst>
            </p:cNvPr>
            <p:cNvSpPr txBox="1">
              <a:spLocks noChangeArrowheads="1"/>
            </p:cNvSpPr>
            <p:nvPr/>
          </p:nvSpPr>
          <p:spPr bwMode="auto">
            <a:xfrm>
              <a:off x="2163" y="2142"/>
              <a:ext cx="381" cy="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lgn="ctr">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ru-RU" altLang="en-US" sz="1200"/>
                <a:t>C’s4</a:t>
              </a:r>
            </a:p>
          </p:txBody>
        </p:sp>
        <p:sp>
          <p:nvSpPr>
            <p:cNvPr id="107603" name="Line 90">
              <a:extLst>
                <a:ext uri="{FF2B5EF4-FFF2-40B4-BE49-F238E27FC236}">
                  <a16:creationId xmlns:a16="http://schemas.microsoft.com/office/drawing/2014/main" id="{B06FE9D5-9008-9381-A52D-C5052C26E2AA}"/>
                </a:ext>
              </a:extLst>
            </p:cNvPr>
            <p:cNvSpPr>
              <a:spLocks noChangeShapeType="1"/>
            </p:cNvSpPr>
            <p:nvPr/>
          </p:nvSpPr>
          <p:spPr bwMode="auto">
            <a:xfrm flipV="1">
              <a:off x="3346" y="989"/>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04" name="Line 91">
              <a:extLst>
                <a:ext uri="{FF2B5EF4-FFF2-40B4-BE49-F238E27FC236}">
                  <a16:creationId xmlns:a16="http://schemas.microsoft.com/office/drawing/2014/main" id="{2CF53885-21F4-71A7-0E10-091B9055683A}"/>
                </a:ext>
              </a:extLst>
            </p:cNvPr>
            <p:cNvSpPr>
              <a:spLocks noChangeShapeType="1"/>
            </p:cNvSpPr>
            <p:nvPr/>
          </p:nvSpPr>
          <p:spPr bwMode="auto">
            <a:xfrm flipV="1">
              <a:off x="3013" y="992"/>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05" name="Line 92">
              <a:extLst>
                <a:ext uri="{FF2B5EF4-FFF2-40B4-BE49-F238E27FC236}">
                  <a16:creationId xmlns:a16="http://schemas.microsoft.com/office/drawing/2014/main" id="{465A5EA0-9E22-E2F3-80A9-9294FB087C90}"/>
                </a:ext>
              </a:extLst>
            </p:cNvPr>
            <p:cNvSpPr>
              <a:spLocks noChangeShapeType="1"/>
            </p:cNvSpPr>
            <p:nvPr/>
          </p:nvSpPr>
          <p:spPr bwMode="auto">
            <a:xfrm flipV="1">
              <a:off x="2657" y="1006"/>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06" name="Line 93">
              <a:extLst>
                <a:ext uri="{FF2B5EF4-FFF2-40B4-BE49-F238E27FC236}">
                  <a16:creationId xmlns:a16="http://schemas.microsoft.com/office/drawing/2014/main" id="{95C85468-736A-F89B-391C-02337A3DCD30}"/>
                </a:ext>
              </a:extLst>
            </p:cNvPr>
            <p:cNvSpPr>
              <a:spLocks noChangeShapeType="1"/>
            </p:cNvSpPr>
            <p:nvPr/>
          </p:nvSpPr>
          <p:spPr bwMode="auto">
            <a:xfrm flipV="1">
              <a:off x="1494" y="999"/>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07" name="Line 94">
              <a:extLst>
                <a:ext uri="{FF2B5EF4-FFF2-40B4-BE49-F238E27FC236}">
                  <a16:creationId xmlns:a16="http://schemas.microsoft.com/office/drawing/2014/main" id="{7EF96991-E35A-01D2-04DD-A40BA1BFF995}"/>
                </a:ext>
              </a:extLst>
            </p:cNvPr>
            <p:cNvSpPr>
              <a:spLocks noChangeShapeType="1"/>
            </p:cNvSpPr>
            <p:nvPr/>
          </p:nvSpPr>
          <p:spPr bwMode="auto">
            <a:xfrm flipV="1">
              <a:off x="1784" y="997"/>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08" name="Line 95">
              <a:extLst>
                <a:ext uri="{FF2B5EF4-FFF2-40B4-BE49-F238E27FC236}">
                  <a16:creationId xmlns:a16="http://schemas.microsoft.com/office/drawing/2014/main" id="{AD6DBD38-28DA-21A5-8686-78BD38122C60}"/>
                </a:ext>
              </a:extLst>
            </p:cNvPr>
            <p:cNvSpPr>
              <a:spLocks noChangeShapeType="1"/>
            </p:cNvSpPr>
            <p:nvPr/>
          </p:nvSpPr>
          <p:spPr bwMode="auto">
            <a:xfrm flipV="1">
              <a:off x="1216" y="1007"/>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09" name="Line 96">
              <a:extLst>
                <a:ext uri="{FF2B5EF4-FFF2-40B4-BE49-F238E27FC236}">
                  <a16:creationId xmlns:a16="http://schemas.microsoft.com/office/drawing/2014/main" id="{6F1AD4F2-F694-B6F0-7061-8EE8A1B149B8}"/>
                </a:ext>
              </a:extLst>
            </p:cNvPr>
            <p:cNvSpPr>
              <a:spLocks noChangeShapeType="1"/>
            </p:cNvSpPr>
            <p:nvPr/>
          </p:nvSpPr>
          <p:spPr bwMode="auto">
            <a:xfrm flipV="1">
              <a:off x="1650" y="1383"/>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0" name="Line 97">
              <a:extLst>
                <a:ext uri="{FF2B5EF4-FFF2-40B4-BE49-F238E27FC236}">
                  <a16:creationId xmlns:a16="http://schemas.microsoft.com/office/drawing/2014/main" id="{7EF04CA6-9982-8FC6-3041-EA56EB4CB98E}"/>
                </a:ext>
              </a:extLst>
            </p:cNvPr>
            <p:cNvSpPr>
              <a:spLocks noChangeShapeType="1"/>
            </p:cNvSpPr>
            <p:nvPr/>
          </p:nvSpPr>
          <p:spPr bwMode="auto">
            <a:xfrm flipV="1">
              <a:off x="1356" y="1395"/>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1" name="Line 98">
              <a:extLst>
                <a:ext uri="{FF2B5EF4-FFF2-40B4-BE49-F238E27FC236}">
                  <a16:creationId xmlns:a16="http://schemas.microsoft.com/office/drawing/2014/main" id="{D902D430-B3CD-24F6-F87F-1B421FCC9D60}"/>
                </a:ext>
              </a:extLst>
            </p:cNvPr>
            <p:cNvSpPr>
              <a:spLocks noChangeShapeType="1"/>
            </p:cNvSpPr>
            <p:nvPr/>
          </p:nvSpPr>
          <p:spPr bwMode="auto">
            <a:xfrm flipV="1">
              <a:off x="1660" y="1817"/>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2" name="Line 99">
              <a:extLst>
                <a:ext uri="{FF2B5EF4-FFF2-40B4-BE49-F238E27FC236}">
                  <a16:creationId xmlns:a16="http://schemas.microsoft.com/office/drawing/2014/main" id="{E7540B6E-CC23-C73C-5498-5B472BA745C8}"/>
                </a:ext>
              </a:extLst>
            </p:cNvPr>
            <p:cNvSpPr>
              <a:spLocks noChangeShapeType="1"/>
            </p:cNvSpPr>
            <p:nvPr/>
          </p:nvSpPr>
          <p:spPr bwMode="auto">
            <a:xfrm flipV="1">
              <a:off x="1921" y="1826"/>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3" name="Line 100">
              <a:extLst>
                <a:ext uri="{FF2B5EF4-FFF2-40B4-BE49-F238E27FC236}">
                  <a16:creationId xmlns:a16="http://schemas.microsoft.com/office/drawing/2014/main" id="{004EB9C2-A939-5594-40CA-2A244FF00BC1}"/>
                </a:ext>
              </a:extLst>
            </p:cNvPr>
            <p:cNvSpPr>
              <a:spLocks noChangeShapeType="1"/>
            </p:cNvSpPr>
            <p:nvPr/>
          </p:nvSpPr>
          <p:spPr bwMode="auto">
            <a:xfrm flipV="1">
              <a:off x="2081" y="2206"/>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4" name="Line 101">
              <a:extLst>
                <a:ext uri="{FF2B5EF4-FFF2-40B4-BE49-F238E27FC236}">
                  <a16:creationId xmlns:a16="http://schemas.microsoft.com/office/drawing/2014/main" id="{B3920BFE-7540-11B1-B14C-49C76339B306}"/>
                </a:ext>
              </a:extLst>
            </p:cNvPr>
            <p:cNvSpPr>
              <a:spLocks noChangeShapeType="1"/>
            </p:cNvSpPr>
            <p:nvPr/>
          </p:nvSpPr>
          <p:spPr bwMode="auto">
            <a:xfrm flipV="1">
              <a:off x="1868" y="2185"/>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5" name="Line 102">
              <a:extLst>
                <a:ext uri="{FF2B5EF4-FFF2-40B4-BE49-F238E27FC236}">
                  <a16:creationId xmlns:a16="http://schemas.microsoft.com/office/drawing/2014/main" id="{C90741D9-3937-BD4C-E5D5-A3931FE1DFB1}"/>
                </a:ext>
              </a:extLst>
            </p:cNvPr>
            <p:cNvSpPr>
              <a:spLocks noChangeShapeType="1"/>
            </p:cNvSpPr>
            <p:nvPr/>
          </p:nvSpPr>
          <p:spPr bwMode="auto">
            <a:xfrm flipV="1">
              <a:off x="1866" y="2511"/>
              <a:ext cx="50" cy="50"/>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6" name="Line 103">
              <a:extLst>
                <a:ext uri="{FF2B5EF4-FFF2-40B4-BE49-F238E27FC236}">
                  <a16:creationId xmlns:a16="http://schemas.microsoft.com/office/drawing/2014/main" id="{C20408CF-9467-FA50-8D49-AF8238D183C8}"/>
                </a:ext>
              </a:extLst>
            </p:cNvPr>
            <p:cNvSpPr>
              <a:spLocks noChangeShapeType="1"/>
            </p:cNvSpPr>
            <p:nvPr/>
          </p:nvSpPr>
          <p:spPr bwMode="auto">
            <a:xfrm flipH="1">
              <a:off x="1813" y="858"/>
              <a:ext cx="6" cy="247"/>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617" name="Line 104">
              <a:extLst>
                <a:ext uri="{FF2B5EF4-FFF2-40B4-BE49-F238E27FC236}">
                  <a16:creationId xmlns:a16="http://schemas.microsoft.com/office/drawing/2014/main" id="{8D704398-48D5-A7C4-9E37-0298AD74BDE9}"/>
                </a:ext>
              </a:extLst>
            </p:cNvPr>
            <p:cNvSpPr>
              <a:spLocks noChangeShapeType="1"/>
            </p:cNvSpPr>
            <p:nvPr/>
          </p:nvSpPr>
          <p:spPr bwMode="auto">
            <a:xfrm>
              <a:off x="2256" y="2295"/>
              <a:ext cx="0" cy="19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8" name="Line 105">
              <a:extLst>
                <a:ext uri="{FF2B5EF4-FFF2-40B4-BE49-F238E27FC236}">
                  <a16:creationId xmlns:a16="http://schemas.microsoft.com/office/drawing/2014/main" id="{AF099C9D-B930-39FF-8E55-018365A99D2E}"/>
                </a:ext>
              </a:extLst>
            </p:cNvPr>
            <p:cNvSpPr>
              <a:spLocks noChangeShapeType="1"/>
            </p:cNvSpPr>
            <p:nvPr/>
          </p:nvSpPr>
          <p:spPr bwMode="auto">
            <a:xfrm>
              <a:off x="2265" y="2716"/>
              <a:ext cx="0" cy="17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19" name="Line 106">
              <a:extLst>
                <a:ext uri="{FF2B5EF4-FFF2-40B4-BE49-F238E27FC236}">
                  <a16:creationId xmlns:a16="http://schemas.microsoft.com/office/drawing/2014/main" id="{78B9A5DF-B3FF-AE25-7C12-82FB008C48F6}"/>
                </a:ext>
              </a:extLst>
            </p:cNvPr>
            <p:cNvSpPr>
              <a:spLocks noChangeShapeType="1"/>
            </p:cNvSpPr>
            <p:nvPr/>
          </p:nvSpPr>
          <p:spPr bwMode="auto">
            <a:xfrm>
              <a:off x="2400" y="2496"/>
              <a:ext cx="0" cy="111"/>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20" name="Line 107">
              <a:extLst>
                <a:ext uri="{FF2B5EF4-FFF2-40B4-BE49-F238E27FC236}">
                  <a16:creationId xmlns:a16="http://schemas.microsoft.com/office/drawing/2014/main" id="{67841303-330E-B61F-D355-B908F0D43E43}"/>
                </a:ext>
              </a:extLst>
            </p:cNvPr>
            <p:cNvSpPr>
              <a:spLocks noChangeShapeType="1"/>
            </p:cNvSpPr>
            <p:nvPr/>
          </p:nvSpPr>
          <p:spPr bwMode="auto">
            <a:xfrm>
              <a:off x="2400" y="2607"/>
              <a:ext cx="1174"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21" name="Line 108">
              <a:extLst>
                <a:ext uri="{FF2B5EF4-FFF2-40B4-BE49-F238E27FC236}">
                  <a16:creationId xmlns:a16="http://schemas.microsoft.com/office/drawing/2014/main" id="{2EC60D43-3B3D-3160-3DC9-F21D835DA3F7}"/>
                </a:ext>
              </a:extLst>
            </p:cNvPr>
            <p:cNvSpPr>
              <a:spLocks noChangeShapeType="1"/>
            </p:cNvSpPr>
            <p:nvPr/>
          </p:nvSpPr>
          <p:spPr bwMode="auto">
            <a:xfrm>
              <a:off x="2359" y="2901"/>
              <a:ext cx="0" cy="7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7622" name="Text Box 109">
              <a:extLst>
                <a:ext uri="{FF2B5EF4-FFF2-40B4-BE49-F238E27FC236}">
                  <a16:creationId xmlns:a16="http://schemas.microsoft.com/office/drawing/2014/main" id="{31E93807-2696-67D7-96CA-0A046ECCF7DF}"/>
                </a:ext>
              </a:extLst>
            </p:cNvPr>
            <p:cNvSpPr txBox="1">
              <a:spLocks noChangeArrowheads="1"/>
            </p:cNvSpPr>
            <p:nvPr/>
          </p:nvSpPr>
          <p:spPr bwMode="auto">
            <a:xfrm>
              <a:off x="3264" y="654"/>
              <a:ext cx="62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a:sym typeface="Symbol" panose="05050102010706020507" pitchFamily="18" charset="2"/>
                </a:rPr>
                <a:t>b</a:t>
              </a:r>
              <a:r>
                <a:rPr lang="en-US" altLang="en-US" sz="1400" baseline="-25000">
                  <a:sym typeface="Symbol" panose="05050102010706020507" pitchFamily="18" charset="2"/>
                </a:rPr>
                <a:t>0</a:t>
              </a:r>
            </a:p>
          </p:txBody>
        </p:sp>
        <p:sp>
          <p:nvSpPr>
            <p:cNvPr id="107623" name="Text Box 110">
              <a:extLst>
                <a:ext uri="{FF2B5EF4-FFF2-40B4-BE49-F238E27FC236}">
                  <a16:creationId xmlns:a16="http://schemas.microsoft.com/office/drawing/2014/main" id="{83C1E6F0-3EDD-A685-B5D3-45EA56A79A9D}"/>
                </a:ext>
              </a:extLst>
            </p:cNvPr>
            <p:cNvSpPr txBox="1">
              <a:spLocks noChangeArrowheads="1"/>
            </p:cNvSpPr>
            <p:nvPr/>
          </p:nvSpPr>
          <p:spPr bwMode="auto">
            <a:xfrm>
              <a:off x="2878" y="672"/>
              <a:ext cx="509"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2A</a:t>
              </a:r>
              <a:r>
                <a:rPr lang="en-US" altLang="en-US" sz="1400">
                  <a:sym typeface="Symbol" panose="05050102010706020507" pitchFamily="18" charset="2"/>
                </a:rPr>
                <a:t>b</a:t>
              </a:r>
              <a:r>
                <a:rPr lang="en-US" altLang="en-US" sz="1400" baseline="-25000">
                  <a:sym typeface="Symbol" panose="05050102010706020507" pitchFamily="18" charset="2"/>
                </a:rPr>
                <a:t>1</a:t>
              </a:r>
            </a:p>
          </p:txBody>
        </p:sp>
        <p:sp>
          <p:nvSpPr>
            <p:cNvPr id="107624" name="Text Box 111">
              <a:extLst>
                <a:ext uri="{FF2B5EF4-FFF2-40B4-BE49-F238E27FC236}">
                  <a16:creationId xmlns:a16="http://schemas.microsoft.com/office/drawing/2014/main" id="{556FA529-5B21-17C3-8A7E-DB36B2A9E8AB}"/>
                </a:ext>
              </a:extLst>
            </p:cNvPr>
            <p:cNvSpPr txBox="1">
              <a:spLocks noChangeArrowheads="1"/>
            </p:cNvSpPr>
            <p:nvPr/>
          </p:nvSpPr>
          <p:spPr bwMode="auto">
            <a:xfrm>
              <a:off x="2483" y="663"/>
              <a:ext cx="445"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4A</a:t>
              </a:r>
              <a:r>
                <a:rPr lang="en-US" altLang="en-US" sz="1400">
                  <a:sym typeface="Symbol" panose="05050102010706020507" pitchFamily="18" charset="2"/>
                </a:rPr>
                <a:t>b</a:t>
              </a:r>
              <a:r>
                <a:rPr lang="en-US" altLang="en-US" sz="1400" baseline="-25000">
                  <a:sym typeface="Symbol" panose="05050102010706020507" pitchFamily="18" charset="2"/>
                </a:rPr>
                <a:t>2</a:t>
              </a:r>
            </a:p>
          </p:txBody>
        </p:sp>
        <p:sp>
          <p:nvSpPr>
            <p:cNvPr id="107625" name="Text Box 112">
              <a:extLst>
                <a:ext uri="{FF2B5EF4-FFF2-40B4-BE49-F238E27FC236}">
                  <a16:creationId xmlns:a16="http://schemas.microsoft.com/office/drawing/2014/main" id="{ECBF2185-E87B-F281-3420-B492F98EA058}"/>
                </a:ext>
              </a:extLst>
            </p:cNvPr>
            <p:cNvSpPr txBox="1">
              <a:spLocks noChangeArrowheads="1"/>
            </p:cNvSpPr>
            <p:nvPr/>
          </p:nvSpPr>
          <p:spPr bwMode="auto">
            <a:xfrm>
              <a:off x="1580" y="645"/>
              <a:ext cx="76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22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8A</a:t>
              </a:r>
              <a:r>
                <a:rPr lang="en-US" altLang="en-US" sz="1400">
                  <a:sym typeface="Symbol" panose="05050102010706020507" pitchFamily="18" charset="2"/>
                </a:rPr>
                <a:t>b</a:t>
              </a:r>
              <a:r>
                <a:rPr lang="en-US" altLang="en-US" sz="1400" baseline="-25000">
                  <a:sym typeface="Symbol" panose="05050102010706020507" pitchFamily="18" charset="2"/>
                </a:rPr>
                <a:t>3</a:t>
              </a:r>
            </a:p>
          </p:txBody>
        </p:sp>
        <p:sp>
          <p:nvSpPr>
            <p:cNvPr id="107626" name="Line 113">
              <a:extLst>
                <a:ext uri="{FF2B5EF4-FFF2-40B4-BE49-F238E27FC236}">
                  <a16:creationId xmlns:a16="http://schemas.microsoft.com/office/drawing/2014/main" id="{3FDDDDB8-E5A5-D4F2-4804-10BBE0FCD18E}"/>
                </a:ext>
              </a:extLst>
            </p:cNvPr>
            <p:cNvSpPr>
              <a:spLocks noChangeShapeType="1"/>
            </p:cNvSpPr>
            <p:nvPr/>
          </p:nvSpPr>
          <p:spPr bwMode="auto">
            <a:xfrm>
              <a:off x="2208" y="3744"/>
              <a:ext cx="140" cy="0"/>
            </a:xfrm>
            <a:prstGeom prst="line">
              <a:avLst/>
            </a:prstGeom>
            <a:noFill/>
            <a:ln w="222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07627" name="Text Box 114">
              <a:extLst>
                <a:ext uri="{FF2B5EF4-FFF2-40B4-BE49-F238E27FC236}">
                  <a16:creationId xmlns:a16="http://schemas.microsoft.com/office/drawing/2014/main" id="{FF2E2129-2B03-96AE-70B4-CD87996780D3}"/>
                </a:ext>
              </a:extLst>
            </p:cNvPr>
            <p:cNvSpPr txBox="1">
              <a:spLocks noChangeArrowheads="1"/>
            </p:cNvSpPr>
            <p:nvPr/>
          </p:nvSpPr>
          <p:spPr bwMode="auto">
            <a:xfrm>
              <a:off x="912" y="3408"/>
              <a:ext cx="11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Upper bits</a:t>
              </a:r>
              <a:endParaRPr lang="ru-RU" altLang="en-US" sz="1200"/>
            </a:p>
          </p:txBody>
        </p:sp>
        <p:sp>
          <p:nvSpPr>
            <p:cNvPr id="107628" name="Text Box 115">
              <a:extLst>
                <a:ext uri="{FF2B5EF4-FFF2-40B4-BE49-F238E27FC236}">
                  <a16:creationId xmlns:a16="http://schemas.microsoft.com/office/drawing/2014/main" id="{DF7266AF-918A-5794-972B-3716DD688E8C}"/>
                </a:ext>
              </a:extLst>
            </p:cNvPr>
            <p:cNvSpPr txBox="1">
              <a:spLocks noChangeArrowheads="1"/>
            </p:cNvSpPr>
            <p:nvPr/>
          </p:nvSpPr>
          <p:spPr bwMode="auto">
            <a:xfrm>
              <a:off x="3648" y="3360"/>
              <a:ext cx="110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200"/>
                <a:t>Low  bits</a:t>
              </a:r>
              <a:endParaRPr lang="ru-RU" altLang="en-US" sz="1200"/>
            </a:p>
          </p:txBody>
        </p:sp>
      </p:gr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a:extLst>
              <a:ext uri="{FF2B5EF4-FFF2-40B4-BE49-F238E27FC236}">
                <a16:creationId xmlns:a16="http://schemas.microsoft.com/office/drawing/2014/main" id="{F401E341-0F65-F78F-164F-5DF2C4803DB6}"/>
              </a:ext>
            </a:extLst>
          </p:cNvPr>
          <p:cNvSpPr>
            <a:spLocks noGrp="1" noChangeArrowheads="1"/>
          </p:cNvSpPr>
          <p:nvPr>
            <p:ph type="title"/>
          </p:nvPr>
        </p:nvSpPr>
        <p:spPr/>
        <p:txBody>
          <a:bodyPr/>
          <a:lstStyle/>
          <a:p>
            <a:r>
              <a:rPr lang="en-US" altLang="en-US"/>
              <a:t>Earlier  Termination of Multiplication Operation</a:t>
            </a:r>
            <a:endParaRPr lang="en-GB" altLang="en-US"/>
          </a:p>
        </p:txBody>
      </p:sp>
      <p:sp>
        <p:nvSpPr>
          <p:cNvPr id="1027" name="Text Box 3">
            <a:extLst>
              <a:ext uri="{FF2B5EF4-FFF2-40B4-BE49-F238E27FC236}">
                <a16:creationId xmlns:a16="http://schemas.microsoft.com/office/drawing/2014/main" id="{B244E0AC-B72D-4D64-BB6A-1A9127C2BE0F}"/>
              </a:ext>
            </a:extLst>
          </p:cNvPr>
          <p:cNvSpPr txBox="1">
            <a:spLocks noChangeArrowheads="1"/>
          </p:cNvSpPr>
          <p:nvPr/>
        </p:nvSpPr>
        <p:spPr bwMode="auto">
          <a:xfrm>
            <a:off x="3263900" y="1600201"/>
            <a:ext cx="731838" cy="265113"/>
          </a:xfrm>
          <a:prstGeom prst="rect">
            <a:avLst/>
          </a:prstGeom>
          <a:noFill/>
          <a:ln w="9525">
            <a:noFill/>
            <a:miter lim="800000"/>
            <a:headEnd/>
            <a:tailEnd/>
          </a:ln>
        </p:spPr>
        <p:txBody>
          <a:bodyPr/>
          <a:lstStyle/>
          <a:p>
            <a:pPr>
              <a:spcAft>
                <a:spcPts val="1000"/>
              </a:spcAft>
              <a:defRPr/>
            </a:pPr>
            <a:r>
              <a:rPr lang="ru-RU" sz="1600"/>
              <a:t>А</a:t>
            </a:r>
            <a:endParaRPr lang="en-US" sz="1600"/>
          </a:p>
        </p:txBody>
      </p:sp>
      <p:sp>
        <p:nvSpPr>
          <p:cNvPr id="1028" name="Text Box 4">
            <a:extLst>
              <a:ext uri="{FF2B5EF4-FFF2-40B4-BE49-F238E27FC236}">
                <a16:creationId xmlns:a16="http://schemas.microsoft.com/office/drawing/2014/main" id="{55F9A75E-51DE-47FB-9889-F89E5B7F71E5}"/>
              </a:ext>
            </a:extLst>
          </p:cNvPr>
          <p:cNvSpPr txBox="1">
            <a:spLocks noChangeArrowheads="1"/>
          </p:cNvSpPr>
          <p:nvPr/>
        </p:nvSpPr>
        <p:spPr bwMode="auto">
          <a:xfrm>
            <a:off x="5419725" y="1600201"/>
            <a:ext cx="731838" cy="265113"/>
          </a:xfrm>
          <a:prstGeom prst="rect">
            <a:avLst/>
          </a:prstGeom>
          <a:noFill/>
          <a:ln w="9525">
            <a:noFill/>
            <a:miter lim="800000"/>
            <a:headEnd/>
            <a:tailEnd/>
          </a:ln>
        </p:spPr>
        <p:txBody>
          <a:bodyPr/>
          <a:lstStyle/>
          <a:p>
            <a:pPr>
              <a:spcAft>
                <a:spcPts val="1000"/>
              </a:spcAft>
              <a:defRPr/>
            </a:pPr>
            <a:r>
              <a:rPr lang="en-US" sz="1600"/>
              <a:t>B</a:t>
            </a:r>
          </a:p>
        </p:txBody>
      </p:sp>
      <p:cxnSp>
        <p:nvCxnSpPr>
          <p:cNvPr id="108549" name="AutoShape 5">
            <a:extLst>
              <a:ext uri="{FF2B5EF4-FFF2-40B4-BE49-F238E27FC236}">
                <a16:creationId xmlns:a16="http://schemas.microsoft.com/office/drawing/2014/main" id="{BA5E4911-E53A-12EA-DF24-2F24AD86A0BB}"/>
              </a:ext>
            </a:extLst>
          </p:cNvPr>
          <p:cNvCxnSpPr>
            <a:cxnSpLocks noChangeShapeType="1"/>
          </p:cNvCxnSpPr>
          <p:nvPr/>
        </p:nvCxnSpPr>
        <p:spPr bwMode="auto">
          <a:xfrm>
            <a:off x="3597275" y="1809751"/>
            <a:ext cx="0" cy="481013"/>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50" name="AutoShape 6">
            <a:extLst>
              <a:ext uri="{FF2B5EF4-FFF2-40B4-BE49-F238E27FC236}">
                <a16:creationId xmlns:a16="http://schemas.microsoft.com/office/drawing/2014/main" id="{97301C5D-108B-8C26-06C3-9FDE224C7B19}"/>
              </a:ext>
            </a:extLst>
          </p:cNvPr>
          <p:cNvCxnSpPr>
            <a:cxnSpLocks noChangeShapeType="1"/>
          </p:cNvCxnSpPr>
          <p:nvPr/>
        </p:nvCxnSpPr>
        <p:spPr bwMode="auto">
          <a:xfrm>
            <a:off x="5711825" y="1809751"/>
            <a:ext cx="0" cy="481013"/>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31" name="AutoShape 7">
            <a:extLst>
              <a:ext uri="{FF2B5EF4-FFF2-40B4-BE49-F238E27FC236}">
                <a16:creationId xmlns:a16="http://schemas.microsoft.com/office/drawing/2014/main" id="{E94C61F4-CAC5-4ED2-98AD-6A75E516BEBB}"/>
              </a:ext>
            </a:extLst>
          </p:cNvPr>
          <p:cNvSpPr>
            <a:spLocks noChangeArrowheads="1"/>
          </p:cNvSpPr>
          <p:nvPr/>
        </p:nvSpPr>
        <p:spPr bwMode="auto">
          <a:xfrm>
            <a:off x="2689225" y="2281238"/>
            <a:ext cx="1828800" cy="37941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chemeClr val="tx1"/>
            </a:solidFill>
            <a:miter lim="800000"/>
            <a:headEnd/>
            <a:tailEnd/>
          </a:ln>
        </p:spPr>
        <p:txBody>
          <a:bodyPr/>
          <a:lstStyle/>
          <a:p>
            <a:pPr algn="ctr">
              <a:spcAft>
                <a:spcPts val="1000"/>
              </a:spcAft>
              <a:defRPr/>
            </a:pPr>
            <a:r>
              <a:rPr lang="en-US" sz="1600" dirty="0"/>
              <a:t>Encoder A</a:t>
            </a:r>
          </a:p>
        </p:txBody>
      </p:sp>
      <p:sp>
        <p:nvSpPr>
          <p:cNvPr id="1032" name="AutoShape 8">
            <a:extLst>
              <a:ext uri="{FF2B5EF4-FFF2-40B4-BE49-F238E27FC236}">
                <a16:creationId xmlns:a16="http://schemas.microsoft.com/office/drawing/2014/main" id="{2250E9D8-AA5D-4E9B-A1C7-ECB5471C073C}"/>
              </a:ext>
            </a:extLst>
          </p:cNvPr>
          <p:cNvSpPr>
            <a:spLocks noChangeArrowheads="1"/>
          </p:cNvSpPr>
          <p:nvPr/>
        </p:nvSpPr>
        <p:spPr bwMode="auto">
          <a:xfrm>
            <a:off x="4816475" y="2290763"/>
            <a:ext cx="1828800" cy="37941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chemeClr val="tx1"/>
            </a:solidFill>
            <a:miter lim="800000"/>
            <a:headEnd/>
            <a:tailEnd/>
          </a:ln>
        </p:spPr>
        <p:txBody>
          <a:bodyPr/>
          <a:lstStyle/>
          <a:p>
            <a:pPr algn="ctr">
              <a:spcAft>
                <a:spcPts val="1000"/>
              </a:spcAft>
              <a:defRPr/>
            </a:pPr>
            <a:r>
              <a:rPr lang="en-US" sz="1600" dirty="0"/>
              <a:t>Encoder </a:t>
            </a:r>
          </a:p>
        </p:txBody>
      </p:sp>
      <p:cxnSp>
        <p:nvCxnSpPr>
          <p:cNvPr id="108553" name="AutoShape 9">
            <a:extLst>
              <a:ext uri="{FF2B5EF4-FFF2-40B4-BE49-F238E27FC236}">
                <a16:creationId xmlns:a16="http://schemas.microsoft.com/office/drawing/2014/main" id="{12662952-3366-E95E-C108-ACF3D2EF84B1}"/>
              </a:ext>
            </a:extLst>
          </p:cNvPr>
          <p:cNvCxnSpPr>
            <a:cxnSpLocks noChangeShapeType="1"/>
          </p:cNvCxnSpPr>
          <p:nvPr/>
        </p:nvCxnSpPr>
        <p:spPr bwMode="auto">
          <a:xfrm>
            <a:off x="5738813" y="2673351"/>
            <a:ext cx="0" cy="320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8554" name="AutoShape 10">
            <a:extLst>
              <a:ext uri="{FF2B5EF4-FFF2-40B4-BE49-F238E27FC236}">
                <a16:creationId xmlns:a16="http://schemas.microsoft.com/office/drawing/2014/main" id="{A8A74AF4-93F4-3B82-C719-9A23349E9F3A}"/>
              </a:ext>
            </a:extLst>
          </p:cNvPr>
          <p:cNvCxnSpPr>
            <a:cxnSpLocks noChangeShapeType="1"/>
          </p:cNvCxnSpPr>
          <p:nvPr/>
        </p:nvCxnSpPr>
        <p:spPr bwMode="auto">
          <a:xfrm>
            <a:off x="3597275" y="2660651"/>
            <a:ext cx="0" cy="320675"/>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sp>
        <p:nvSpPr>
          <p:cNvPr id="1035" name="AutoShape 11">
            <a:extLst>
              <a:ext uri="{FF2B5EF4-FFF2-40B4-BE49-F238E27FC236}">
                <a16:creationId xmlns:a16="http://schemas.microsoft.com/office/drawing/2014/main" id="{7622F31B-1798-4B16-BF34-2F22F150583F}"/>
              </a:ext>
            </a:extLst>
          </p:cNvPr>
          <p:cNvSpPr>
            <a:spLocks noChangeArrowheads="1"/>
          </p:cNvSpPr>
          <p:nvPr/>
        </p:nvSpPr>
        <p:spPr bwMode="auto">
          <a:xfrm>
            <a:off x="3903664" y="3344863"/>
            <a:ext cx="1557337" cy="37941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chemeClr val="tx1"/>
            </a:solidFill>
            <a:miter lim="800000"/>
            <a:headEnd/>
            <a:tailEnd/>
          </a:ln>
        </p:spPr>
        <p:txBody>
          <a:bodyPr/>
          <a:lstStyle/>
          <a:p>
            <a:pPr algn="ctr">
              <a:spcAft>
                <a:spcPts val="1000"/>
              </a:spcAft>
              <a:defRPr/>
            </a:pPr>
            <a:endParaRPr lang="en-US" sz="1200" dirty="0"/>
          </a:p>
        </p:txBody>
      </p:sp>
      <p:cxnSp>
        <p:nvCxnSpPr>
          <p:cNvPr id="108556" name="AutoShape 12">
            <a:extLst>
              <a:ext uri="{FF2B5EF4-FFF2-40B4-BE49-F238E27FC236}">
                <a16:creationId xmlns:a16="http://schemas.microsoft.com/office/drawing/2014/main" id="{D7BF881F-0185-6AC6-83C0-232B8381C529}"/>
              </a:ext>
            </a:extLst>
          </p:cNvPr>
          <p:cNvCxnSpPr>
            <a:cxnSpLocks noChangeShapeType="1"/>
          </p:cNvCxnSpPr>
          <p:nvPr/>
        </p:nvCxnSpPr>
        <p:spPr bwMode="auto">
          <a:xfrm>
            <a:off x="4368800" y="2989263"/>
            <a:ext cx="0" cy="360362"/>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57" name="AutoShape 13">
            <a:extLst>
              <a:ext uri="{FF2B5EF4-FFF2-40B4-BE49-F238E27FC236}">
                <a16:creationId xmlns:a16="http://schemas.microsoft.com/office/drawing/2014/main" id="{2B53D558-19F9-E5E8-2B7A-9DBC4B806B6E}"/>
              </a:ext>
            </a:extLst>
          </p:cNvPr>
          <p:cNvCxnSpPr>
            <a:cxnSpLocks noChangeShapeType="1"/>
          </p:cNvCxnSpPr>
          <p:nvPr/>
        </p:nvCxnSpPr>
        <p:spPr bwMode="auto">
          <a:xfrm>
            <a:off x="4979988" y="2989263"/>
            <a:ext cx="0" cy="360362"/>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58" name="AutoShape 14">
            <a:extLst>
              <a:ext uri="{FF2B5EF4-FFF2-40B4-BE49-F238E27FC236}">
                <a16:creationId xmlns:a16="http://schemas.microsoft.com/office/drawing/2014/main" id="{68252BB2-6B53-A09B-2821-0C24235F7354}"/>
              </a:ext>
            </a:extLst>
          </p:cNvPr>
          <p:cNvCxnSpPr>
            <a:cxnSpLocks noChangeShapeType="1"/>
          </p:cNvCxnSpPr>
          <p:nvPr/>
        </p:nvCxnSpPr>
        <p:spPr bwMode="auto">
          <a:xfrm>
            <a:off x="3597276" y="2994025"/>
            <a:ext cx="754063"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8559" name="AutoShape 15">
            <a:extLst>
              <a:ext uri="{FF2B5EF4-FFF2-40B4-BE49-F238E27FC236}">
                <a16:creationId xmlns:a16="http://schemas.microsoft.com/office/drawing/2014/main" id="{5CF7DC51-556F-53AF-3FD5-EF71AD87C593}"/>
              </a:ext>
            </a:extLst>
          </p:cNvPr>
          <p:cNvCxnSpPr>
            <a:cxnSpLocks noChangeShapeType="1"/>
          </p:cNvCxnSpPr>
          <p:nvPr/>
        </p:nvCxnSpPr>
        <p:spPr bwMode="auto">
          <a:xfrm>
            <a:off x="4979988" y="2994025"/>
            <a:ext cx="754062"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8560" name="AutoShape 16">
            <a:extLst>
              <a:ext uri="{FF2B5EF4-FFF2-40B4-BE49-F238E27FC236}">
                <a16:creationId xmlns:a16="http://schemas.microsoft.com/office/drawing/2014/main" id="{C831FDF0-8A3A-D653-2E48-BB543762B2A5}"/>
              </a:ext>
            </a:extLst>
          </p:cNvPr>
          <p:cNvCxnSpPr>
            <a:cxnSpLocks noChangeShapeType="1"/>
          </p:cNvCxnSpPr>
          <p:nvPr/>
        </p:nvCxnSpPr>
        <p:spPr bwMode="auto">
          <a:xfrm>
            <a:off x="4381500" y="3724275"/>
            <a:ext cx="0" cy="2809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61" name="AutoShape 17">
            <a:extLst>
              <a:ext uri="{FF2B5EF4-FFF2-40B4-BE49-F238E27FC236}">
                <a16:creationId xmlns:a16="http://schemas.microsoft.com/office/drawing/2014/main" id="{45DD317C-ABC7-0E64-224C-EFC51BB61C77}"/>
              </a:ext>
            </a:extLst>
          </p:cNvPr>
          <p:cNvCxnSpPr>
            <a:cxnSpLocks noChangeShapeType="1"/>
          </p:cNvCxnSpPr>
          <p:nvPr/>
        </p:nvCxnSpPr>
        <p:spPr bwMode="auto">
          <a:xfrm flipH="1">
            <a:off x="2492375" y="2049463"/>
            <a:ext cx="1106488" cy="0"/>
          </a:xfrm>
          <a:prstGeom prst="straightConnector1">
            <a:avLst/>
          </a:prstGeom>
          <a:noFill/>
          <a:ln w="28575">
            <a:solidFill>
              <a:srgbClr val="000000"/>
            </a:solidFill>
            <a:round/>
            <a:headEnd type="oval" w="sm" len="sm"/>
            <a:tailEnd/>
          </a:ln>
          <a:extLst>
            <a:ext uri="{909E8E84-426E-40DD-AFC4-6F175D3DCCD1}">
              <a14:hiddenFill xmlns:a14="http://schemas.microsoft.com/office/drawing/2010/main">
                <a:noFill/>
              </a14:hiddenFill>
            </a:ext>
          </a:extLst>
        </p:spPr>
      </p:cxnSp>
      <p:cxnSp>
        <p:nvCxnSpPr>
          <p:cNvPr id="108562" name="AutoShape 18">
            <a:extLst>
              <a:ext uri="{FF2B5EF4-FFF2-40B4-BE49-F238E27FC236}">
                <a16:creationId xmlns:a16="http://schemas.microsoft.com/office/drawing/2014/main" id="{413534FA-8E53-A192-64BB-8A088922DCBB}"/>
              </a:ext>
            </a:extLst>
          </p:cNvPr>
          <p:cNvCxnSpPr>
            <a:cxnSpLocks noChangeShapeType="1"/>
          </p:cNvCxnSpPr>
          <p:nvPr/>
        </p:nvCxnSpPr>
        <p:spPr bwMode="auto">
          <a:xfrm flipH="1">
            <a:off x="5724525" y="2038350"/>
            <a:ext cx="1106488" cy="1588"/>
          </a:xfrm>
          <a:prstGeom prst="straightConnector1">
            <a:avLst/>
          </a:prstGeom>
          <a:noFill/>
          <a:ln w="28575">
            <a:solidFill>
              <a:srgbClr val="000000"/>
            </a:solidFill>
            <a:round/>
            <a:headEnd type="none" w="sm" len="sm"/>
            <a:tailEnd type="oval" w="sm" len="sm"/>
          </a:ln>
          <a:extLst>
            <a:ext uri="{909E8E84-426E-40DD-AFC4-6F175D3DCCD1}">
              <a14:hiddenFill xmlns:a14="http://schemas.microsoft.com/office/drawing/2010/main">
                <a:noFill/>
              </a14:hiddenFill>
            </a:ext>
          </a:extLst>
        </p:spPr>
      </p:cxnSp>
      <p:sp>
        <p:nvSpPr>
          <p:cNvPr id="1043" name="Rectangle 19">
            <a:extLst>
              <a:ext uri="{FF2B5EF4-FFF2-40B4-BE49-F238E27FC236}">
                <a16:creationId xmlns:a16="http://schemas.microsoft.com/office/drawing/2014/main" id="{818D6FBE-CB10-46CB-8E7A-599B540E4264}"/>
              </a:ext>
            </a:extLst>
          </p:cNvPr>
          <p:cNvSpPr>
            <a:spLocks noChangeArrowheads="1"/>
          </p:cNvSpPr>
          <p:nvPr/>
        </p:nvSpPr>
        <p:spPr bwMode="auto">
          <a:xfrm>
            <a:off x="7162800" y="2339975"/>
            <a:ext cx="1649412" cy="649288"/>
          </a:xfrm>
          <a:prstGeom prst="rect">
            <a:avLst/>
          </a:prstGeom>
          <a:solidFill>
            <a:schemeClr val="accent1"/>
          </a:solidFill>
          <a:ln w="28575">
            <a:solidFill>
              <a:schemeClr val="tx1"/>
            </a:solidFill>
            <a:miter lim="800000"/>
            <a:headEnd/>
            <a:tailEnd/>
          </a:ln>
        </p:spPr>
        <p:txBody>
          <a:bodyPr/>
          <a:lstStyle/>
          <a:p>
            <a:pPr>
              <a:spcAft>
                <a:spcPts val="1000"/>
              </a:spcAft>
              <a:defRPr/>
            </a:pPr>
            <a:r>
              <a:rPr lang="en-US" dirty="0"/>
              <a:t>      </a:t>
            </a:r>
            <a:r>
              <a:rPr lang="en-US" dirty="0">
                <a:solidFill>
                  <a:schemeClr val="bg1"/>
                </a:solidFill>
              </a:rPr>
              <a:t>Multiplier</a:t>
            </a:r>
          </a:p>
        </p:txBody>
      </p:sp>
      <p:cxnSp>
        <p:nvCxnSpPr>
          <p:cNvPr id="108564" name="AutoShape 20">
            <a:extLst>
              <a:ext uri="{FF2B5EF4-FFF2-40B4-BE49-F238E27FC236}">
                <a16:creationId xmlns:a16="http://schemas.microsoft.com/office/drawing/2014/main" id="{A085E787-3361-EADE-A748-44AACF9F88B5}"/>
              </a:ext>
            </a:extLst>
          </p:cNvPr>
          <p:cNvCxnSpPr>
            <a:cxnSpLocks noChangeShapeType="1"/>
          </p:cNvCxnSpPr>
          <p:nvPr/>
        </p:nvCxnSpPr>
        <p:spPr bwMode="auto">
          <a:xfrm>
            <a:off x="7473950" y="1979613"/>
            <a:ext cx="0" cy="36036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65" name="AutoShape 21">
            <a:extLst>
              <a:ext uri="{FF2B5EF4-FFF2-40B4-BE49-F238E27FC236}">
                <a16:creationId xmlns:a16="http://schemas.microsoft.com/office/drawing/2014/main" id="{602D603D-7D8A-BA0E-9680-AD060A245F81}"/>
              </a:ext>
            </a:extLst>
          </p:cNvPr>
          <p:cNvCxnSpPr>
            <a:cxnSpLocks noChangeShapeType="1"/>
          </p:cNvCxnSpPr>
          <p:nvPr/>
        </p:nvCxnSpPr>
        <p:spPr bwMode="auto">
          <a:xfrm>
            <a:off x="8204200" y="1979613"/>
            <a:ext cx="0" cy="36036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46" name="Text Box 22">
            <a:extLst>
              <a:ext uri="{FF2B5EF4-FFF2-40B4-BE49-F238E27FC236}">
                <a16:creationId xmlns:a16="http://schemas.microsoft.com/office/drawing/2014/main" id="{C6658D1E-6192-4EC7-AF88-FFB28A48716E}"/>
              </a:ext>
            </a:extLst>
          </p:cNvPr>
          <p:cNvSpPr txBox="1">
            <a:spLocks noChangeArrowheads="1"/>
          </p:cNvSpPr>
          <p:nvPr/>
        </p:nvSpPr>
        <p:spPr bwMode="auto">
          <a:xfrm>
            <a:off x="7313614" y="1712913"/>
            <a:ext cx="731837" cy="266700"/>
          </a:xfrm>
          <a:prstGeom prst="rect">
            <a:avLst/>
          </a:prstGeom>
          <a:noFill/>
          <a:ln w="9525">
            <a:noFill/>
            <a:miter lim="800000"/>
            <a:headEnd/>
            <a:tailEnd/>
          </a:ln>
        </p:spPr>
        <p:txBody>
          <a:bodyPr/>
          <a:lstStyle/>
          <a:p>
            <a:pPr>
              <a:spcAft>
                <a:spcPts val="1000"/>
              </a:spcAft>
              <a:defRPr/>
            </a:pPr>
            <a:r>
              <a:rPr lang="en-US" sz="1600" dirty="0"/>
              <a:t>R</a:t>
            </a:r>
            <a:r>
              <a:rPr lang="ru-RU" sz="1600" dirty="0"/>
              <a:t>А</a:t>
            </a:r>
            <a:endParaRPr lang="en-US" sz="1600" dirty="0"/>
          </a:p>
        </p:txBody>
      </p:sp>
      <p:sp>
        <p:nvSpPr>
          <p:cNvPr id="1047" name="Text Box 23">
            <a:extLst>
              <a:ext uri="{FF2B5EF4-FFF2-40B4-BE49-F238E27FC236}">
                <a16:creationId xmlns:a16="http://schemas.microsoft.com/office/drawing/2014/main" id="{B333B62C-960E-4F5B-AD3A-AFBEF38954DD}"/>
              </a:ext>
            </a:extLst>
          </p:cNvPr>
          <p:cNvSpPr txBox="1">
            <a:spLocks noChangeArrowheads="1"/>
          </p:cNvSpPr>
          <p:nvPr/>
        </p:nvSpPr>
        <p:spPr bwMode="auto">
          <a:xfrm>
            <a:off x="8045450" y="1712913"/>
            <a:ext cx="731838" cy="266700"/>
          </a:xfrm>
          <a:prstGeom prst="rect">
            <a:avLst/>
          </a:prstGeom>
          <a:noFill/>
          <a:ln w="9525">
            <a:noFill/>
            <a:miter lim="800000"/>
            <a:headEnd/>
            <a:tailEnd/>
          </a:ln>
        </p:spPr>
        <p:txBody>
          <a:bodyPr/>
          <a:lstStyle/>
          <a:p>
            <a:pPr>
              <a:spcAft>
                <a:spcPts val="1000"/>
              </a:spcAft>
              <a:defRPr/>
            </a:pPr>
            <a:r>
              <a:rPr lang="en-US" sz="1600" dirty="0"/>
              <a:t>RB</a:t>
            </a:r>
          </a:p>
        </p:txBody>
      </p:sp>
      <p:cxnSp>
        <p:nvCxnSpPr>
          <p:cNvPr id="108568" name="AutoShape 24">
            <a:extLst>
              <a:ext uri="{FF2B5EF4-FFF2-40B4-BE49-F238E27FC236}">
                <a16:creationId xmlns:a16="http://schemas.microsoft.com/office/drawing/2014/main" id="{CCA35989-D31F-9640-D658-027BE00CF1B9}"/>
              </a:ext>
            </a:extLst>
          </p:cNvPr>
          <p:cNvCxnSpPr>
            <a:cxnSpLocks noChangeShapeType="1"/>
          </p:cNvCxnSpPr>
          <p:nvPr/>
        </p:nvCxnSpPr>
        <p:spPr bwMode="auto">
          <a:xfrm>
            <a:off x="7859713" y="2981325"/>
            <a:ext cx="0" cy="36195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49" name="Text Box 25">
            <a:extLst>
              <a:ext uri="{FF2B5EF4-FFF2-40B4-BE49-F238E27FC236}">
                <a16:creationId xmlns:a16="http://schemas.microsoft.com/office/drawing/2014/main" id="{512847A7-1D76-4FF9-BC8F-05A7F1869B52}"/>
              </a:ext>
            </a:extLst>
          </p:cNvPr>
          <p:cNvSpPr txBox="1">
            <a:spLocks noChangeArrowheads="1"/>
          </p:cNvSpPr>
          <p:nvPr/>
        </p:nvSpPr>
        <p:spPr bwMode="auto">
          <a:xfrm>
            <a:off x="7459663" y="3313113"/>
            <a:ext cx="984250" cy="266700"/>
          </a:xfrm>
          <a:prstGeom prst="rect">
            <a:avLst/>
          </a:prstGeom>
          <a:noFill/>
          <a:ln w="9525">
            <a:noFill/>
            <a:miter lim="800000"/>
            <a:headEnd/>
            <a:tailEnd/>
          </a:ln>
        </p:spPr>
        <p:txBody>
          <a:bodyPr/>
          <a:lstStyle/>
          <a:p>
            <a:pPr>
              <a:spcAft>
                <a:spcPts val="1000"/>
              </a:spcAft>
              <a:defRPr/>
            </a:pPr>
            <a:r>
              <a:rPr lang="en-US" sz="1600"/>
              <a:t>Result C</a:t>
            </a:r>
          </a:p>
        </p:txBody>
      </p:sp>
      <p:cxnSp>
        <p:nvCxnSpPr>
          <p:cNvPr id="108570" name="AutoShape 26">
            <a:extLst>
              <a:ext uri="{FF2B5EF4-FFF2-40B4-BE49-F238E27FC236}">
                <a16:creationId xmlns:a16="http://schemas.microsoft.com/office/drawing/2014/main" id="{9B48F584-E502-BFB5-EF28-AC528876FB69}"/>
              </a:ext>
            </a:extLst>
          </p:cNvPr>
          <p:cNvCxnSpPr>
            <a:cxnSpLocks noChangeShapeType="1"/>
          </p:cNvCxnSpPr>
          <p:nvPr/>
        </p:nvCxnSpPr>
        <p:spPr bwMode="auto">
          <a:xfrm>
            <a:off x="4551363" y="3724275"/>
            <a:ext cx="0" cy="2809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71" name="AutoShape 27">
            <a:extLst>
              <a:ext uri="{FF2B5EF4-FFF2-40B4-BE49-F238E27FC236}">
                <a16:creationId xmlns:a16="http://schemas.microsoft.com/office/drawing/2014/main" id="{4A84F0E1-AD1E-BE00-E532-0F27E250D164}"/>
              </a:ext>
            </a:extLst>
          </p:cNvPr>
          <p:cNvCxnSpPr>
            <a:cxnSpLocks noChangeShapeType="1"/>
          </p:cNvCxnSpPr>
          <p:nvPr/>
        </p:nvCxnSpPr>
        <p:spPr bwMode="auto">
          <a:xfrm>
            <a:off x="4940300" y="3724275"/>
            <a:ext cx="0" cy="28098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2" name="AutoShape 28">
            <a:extLst>
              <a:ext uri="{FF2B5EF4-FFF2-40B4-BE49-F238E27FC236}">
                <a16:creationId xmlns:a16="http://schemas.microsoft.com/office/drawing/2014/main" id="{8DAFD13D-E59B-40E5-8FF0-B133DA22FB9B}"/>
              </a:ext>
            </a:extLst>
          </p:cNvPr>
          <p:cNvSpPr>
            <a:spLocks noChangeArrowheads="1"/>
          </p:cNvSpPr>
          <p:nvPr/>
        </p:nvSpPr>
        <p:spPr bwMode="auto">
          <a:xfrm>
            <a:off x="2786064" y="4532313"/>
            <a:ext cx="1709737" cy="37941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chemeClr val="tx1"/>
            </a:solidFill>
            <a:miter lim="800000"/>
            <a:headEnd/>
            <a:tailEnd/>
          </a:ln>
        </p:spPr>
        <p:txBody>
          <a:bodyPr/>
          <a:lstStyle/>
          <a:p>
            <a:pPr algn="ctr">
              <a:spcAft>
                <a:spcPts val="1000"/>
              </a:spcAft>
              <a:defRPr/>
            </a:pPr>
            <a:r>
              <a:rPr lang="en-US" sz="1600" dirty="0" err="1"/>
              <a:t>Mux</a:t>
            </a:r>
            <a:r>
              <a:rPr lang="en-US" sz="1600" dirty="0"/>
              <a:t> A</a:t>
            </a:r>
          </a:p>
        </p:txBody>
      </p:sp>
      <p:sp>
        <p:nvSpPr>
          <p:cNvPr id="1053" name="AutoShape 29">
            <a:extLst>
              <a:ext uri="{FF2B5EF4-FFF2-40B4-BE49-F238E27FC236}">
                <a16:creationId xmlns:a16="http://schemas.microsoft.com/office/drawing/2014/main" id="{711395D8-9797-439B-937A-D3C4C519568D}"/>
              </a:ext>
            </a:extLst>
          </p:cNvPr>
          <p:cNvSpPr>
            <a:spLocks noChangeArrowheads="1"/>
          </p:cNvSpPr>
          <p:nvPr/>
        </p:nvSpPr>
        <p:spPr bwMode="auto">
          <a:xfrm>
            <a:off x="5024439" y="4532313"/>
            <a:ext cx="1658937" cy="379412"/>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solidFill>
            <a:schemeClr val="accent1">
              <a:lumMod val="60000"/>
              <a:lumOff val="40000"/>
            </a:schemeClr>
          </a:solidFill>
          <a:ln w="28575">
            <a:solidFill>
              <a:schemeClr val="tx1"/>
            </a:solidFill>
            <a:miter lim="800000"/>
            <a:headEnd/>
            <a:tailEnd/>
          </a:ln>
        </p:spPr>
        <p:txBody>
          <a:bodyPr/>
          <a:lstStyle/>
          <a:p>
            <a:pPr algn="ctr">
              <a:spcAft>
                <a:spcPts val="1000"/>
              </a:spcAft>
              <a:defRPr/>
            </a:pPr>
            <a:r>
              <a:rPr lang="ru-RU" sz="1600" dirty="0"/>
              <a:t>М</a:t>
            </a:r>
            <a:r>
              <a:rPr lang="en-US" sz="1600" dirty="0" err="1"/>
              <a:t>ux</a:t>
            </a:r>
            <a:r>
              <a:rPr lang="en-US" sz="1600" dirty="0"/>
              <a:t> B</a:t>
            </a:r>
          </a:p>
        </p:txBody>
      </p:sp>
      <p:cxnSp>
        <p:nvCxnSpPr>
          <p:cNvPr id="108574" name="AutoShape 30">
            <a:extLst>
              <a:ext uri="{FF2B5EF4-FFF2-40B4-BE49-F238E27FC236}">
                <a16:creationId xmlns:a16="http://schemas.microsoft.com/office/drawing/2014/main" id="{3B45D068-EB0E-3078-0689-E602012DC1E6}"/>
              </a:ext>
            </a:extLst>
          </p:cNvPr>
          <p:cNvCxnSpPr>
            <a:cxnSpLocks noChangeShapeType="1"/>
          </p:cNvCxnSpPr>
          <p:nvPr/>
        </p:nvCxnSpPr>
        <p:spPr bwMode="auto">
          <a:xfrm>
            <a:off x="3624263" y="4911725"/>
            <a:ext cx="0" cy="36195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75" name="AutoShape 31">
            <a:extLst>
              <a:ext uri="{FF2B5EF4-FFF2-40B4-BE49-F238E27FC236}">
                <a16:creationId xmlns:a16="http://schemas.microsoft.com/office/drawing/2014/main" id="{40199D82-698A-F4D5-F2EC-4C07473FE46A}"/>
              </a:ext>
            </a:extLst>
          </p:cNvPr>
          <p:cNvCxnSpPr>
            <a:cxnSpLocks noChangeShapeType="1"/>
          </p:cNvCxnSpPr>
          <p:nvPr/>
        </p:nvCxnSpPr>
        <p:spPr bwMode="auto">
          <a:xfrm>
            <a:off x="5780088" y="4911725"/>
            <a:ext cx="0" cy="36195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56" name="Text Box 32">
            <a:extLst>
              <a:ext uri="{FF2B5EF4-FFF2-40B4-BE49-F238E27FC236}">
                <a16:creationId xmlns:a16="http://schemas.microsoft.com/office/drawing/2014/main" id="{9EA788CE-C1E8-476E-804C-851D37537A15}"/>
              </a:ext>
            </a:extLst>
          </p:cNvPr>
          <p:cNvSpPr txBox="1">
            <a:spLocks noChangeArrowheads="1"/>
          </p:cNvSpPr>
          <p:nvPr/>
        </p:nvSpPr>
        <p:spPr bwMode="auto">
          <a:xfrm>
            <a:off x="3813175" y="3757613"/>
            <a:ext cx="1100138" cy="285750"/>
          </a:xfrm>
          <a:prstGeom prst="rect">
            <a:avLst/>
          </a:prstGeom>
          <a:noFill/>
          <a:ln w="9525">
            <a:noFill/>
            <a:miter lim="800000"/>
            <a:headEnd/>
            <a:tailEnd/>
          </a:ln>
        </p:spPr>
        <p:txBody>
          <a:bodyPr/>
          <a:lstStyle/>
          <a:p>
            <a:pPr>
              <a:spcAft>
                <a:spcPts val="1000"/>
              </a:spcAft>
              <a:defRPr/>
            </a:pPr>
            <a:r>
              <a:rPr lang="en-US" sz="1600" dirty="0"/>
              <a:t>Sign</a:t>
            </a:r>
          </a:p>
        </p:txBody>
      </p:sp>
      <p:sp>
        <p:nvSpPr>
          <p:cNvPr id="1057" name="Text Box 33">
            <a:extLst>
              <a:ext uri="{FF2B5EF4-FFF2-40B4-BE49-F238E27FC236}">
                <a16:creationId xmlns:a16="http://schemas.microsoft.com/office/drawing/2014/main" id="{25AFF22D-EC1C-41AB-8C3E-8EDABA6C2349}"/>
              </a:ext>
            </a:extLst>
          </p:cNvPr>
          <p:cNvSpPr txBox="1">
            <a:spLocks noChangeArrowheads="1"/>
          </p:cNvSpPr>
          <p:nvPr/>
        </p:nvSpPr>
        <p:spPr bwMode="auto">
          <a:xfrm>
            <a:off x="2057401" y="4624389"/>
            <a:ext cx="701675" cy="287337"/>
          </a:xfrm>
          <a:prstGeom prst="rect">
            <a:avLst/>
          </a:prstGeom>
          <a:noFill/>
          <a:ln w="9525">
            <a:noFill/>
            <a:miter lim="800000"/>
            <a:headEnd/>
            <a:tailEnd/>
          </a:ln>
        </p:spPr>
        <p:txBody>
          <a:bodyPr/>
          <a:lstStyle/>
          <a:p>
            <a:pPr>
              <a:spcAft>
                <a:spcPts val="1000"/>
              </a:spcAft>
              <a:defRPr/>
            </a:pPr>
            <a:r>
              <a:rPr lang="en-US" sz="1600"/>
              <a:t>Sign</a:t>
            </a:r>
          </a:p>
        </p:txBody>
      </p:sp>
      <p:sp>
        <p:nvSpPr>
          <p:cNvPr id="1058" name="Text Box 34">
            <a:extLst>
              <a:ext uri="{FF2B5EF4-FFF2-40B4-BE49-F238E27FC236}">
                <a16:creationId xmlns:a16="http://schemas.microsoft.com/office/drawing/2014/main" id="{A23FDE54-DF72-4D57-90E8-6A7E7F6CECC1}"/>
              </a:ext>
            </a:extLst>
          </p:cNvPr>
          <p:cNvSpPr txBox="1">
            <a:spLocks noChangeArrowheads="1"/>
          </p:cNvSpPr>
          <p:nvPr/>
        </p:nvSpPr>
        <p:spPr bwMode="auto">
          <a:xfrm>
            <a:off x="4518026" y="4527550"/>
            <a:ext cx="701675" cy="285750"/>
          </a:xfrm>
          <a:prstGeom prst="rect">
            <a:avLst/>
          </a:prstGeom>
          <a:noFill/>
          <a:ln w="9525">
            <a:noFill/>
            <a:miter lim="800000"/>
            <a:headEnd/>
            <a:tailEnd/>
          </a:ln>
        </p:spPr>
        <p:txBody>
          <a:bodyPr/>
          <a:lstStyle/>
          <a:p>
            <a:pPr>
              <a:spcAft>
                <a:spcPts val="1000"/>
              </a:spcAft>
              <a:defRPr/>
            </a:pPr>
            <a:r>
              <a:rPr lang="en-US" sz="1600"/>
              <a:t>Sign</a:t>
            </a:r>
          </a:p>
        </p:txBody>
      </p:sp>
      <p:cxnSp>
        <p:nvCxnSpPr>
          <p:cNvPr id="108579" name="AutoShape 35">
            <a:extLst>
              <a:ext uri="{FF2B5EF4-FFF2-40B4-BE49-F238E27FC236}">
                <a16:creationId xmlns:a16="http://schemas.microsoft.com/office/drawing/2014/main" id="{4018044F-79B9-BB62-C4A8-A72469C0350D}"/>
              </a:ext>
            </a:extLst>
          </p:cNvPr>
          <p:cNvCxnSpPr>
            <a:cxnSpLocks noChangeShapeType="1"/>
          </p:cNvCxnSpPr>
          <p:nvPr/>
        </p:nvCxnSpPr>
        <p:spPr bwMode="auto">
          <a:xfrm>
            <a:off x="2492375" y="2049463"/>
            <a:ext cx="0" cy="2087562"/>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8580" name="AutoShape 36">
            <a:extLst>
              <a:ext uri="{FF2B5EF4-FFF2-40B4-BE49-F238E27FC236}">
                <a16:creationId xmlns:a16="http://schemas.microsoft.com/office/drawing/2014/main" id="{A3AD7959-5BF0-6954-A08B-84EC2BD1E059}"/>
              </a:ext>
            </a:extLst>
          </p:cNvPr>
          <p:cNvCxnSpPr>
            <a:cxnSpLocks noChangeShapeType="1"/>
          </p:cNvCxnSpPr>
          <p:nvPr/>
        </p:nvCxnSpPr>
        <p:spPr bwMode="auto">
          <a:xfrm>
            <a:off x="2492376" y="4133850"/>
            <a:ext cx="3844925"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8581" name="AutoShape 37">
            <a:extLst>
              <a:ext uri="{FF2B5EF4-FFF2-40B4-BE49-F238E27FC236}">
                <a16:creationId xmlns:a16="http://schemas.microsoft.com/office/drawing/2014/main" id="{4CCA607E-ACBB-A409-68A2-76F99BBD293E}"/>
              </a:ext>
            </a:extLst>
          </p:cNvPr>
          <p:cNvCxnSpPr>
            <a:cxnSpLocks noChangeShapeType="1"/>
          </p:cNvCxnSpPr>
          <p:nvPr/>
        </p:nvCxnSpPr>
        <p:spPr bwMode="auto">
          <a:xfrm>
            <a:off x="6831013" y="2049464"/>
            <a:ext cx="0" cy="2249487"/>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8582" name="AutoShape 38">
            <a:extLst>
              <a:ext uri="{FF2B5EF4-FFF2-40B4-BE49-F238E27FC236}">
                <a16:creationId xmlns:a16="http://schemas.microsoft.com/office/drawing/2014/main" id="{4B4A15D7-C529-5139-FEEF-A351D85B310B}"/>
              </a:ext>
            </a:extLst>
          </p:cNvPr>
          <p:cNvCxnSpPr>
            <a:cxnSpLocks noChangeShapeType="1"/>
          </p:cNvCxnSpPr>
          <p:nvPr/>
        </p:nvCxnSpPr>
        <p:spPr bwMode="auto">
          <a:xfrm>
            <a:off x="4064000" y="4298950"/>
            <a:ext cx="2763838" cy="0"/>
          </a:xfrm>
          <a:prstGeom prst="straightConnector1">
            <a:avLst/>
          </a:prstGeom>
          <a:noFill/>
          <a:ln w="28575">
            <a:solidFill>
              <a:srgbClr val="000000"/>
            </a:solidFill>
            <a:round/>
            <a:headEnd/>
            <a:tailEnd/>
          </a:ln>
          <a:extLst>
            <a:ext uri="{909E8E84-426E-40DD-AFC4-6F175D3DCCD1}">
              <a14:hiddenFill xmlns:a14="http://schemas.microsoft.com/office/drawing/2010/main">
                <a:noFill/>
              </a14:hiddenFill>
            </a:ext>
          </a:extLst>
        </p:spPr>
      </p:cxnSp>
      <p:cxnSp>
        <p:nvCxnSpPr>
          <p:cNvPr id="108583" name="AutoShape 39">
            <a:extLst>
              <a:ext uri="{FF2B5EF4-FFF2-40B4-BE49-F238E27FC236}">
                <a16:creationId xmlns:a16="http://schemas.microsoft.com/office/drawing/2014/main" id="{D25827C5-6F85-8D82-8230-BC85EEF6A567}"/>
              </a:ext>
            </a:extLst>
          </p:cNvPr>
          <p:cNvCxnSpPr>
            <a:cxnSpLocks noChangeShapeType="1"/>
          </p:cNvCxnSpPr>
          <p:nvPr/>
        </p:nvCxnSpPr>
        <p:spPr bwMode="auto">
          <a:xfrm>
            <a:off x="6337300" y="4129089"/>
            <a:ext cx="0" cy="401637"/>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84" name="AutoShape 40">
            <a:extLst>
              <a:ext uri="{FF2B5EF4-FFF2-40B4-BE49-F238E27FC236}">
                <a16:creationId xmlns:a16="http://schemas.microsoft.com/office/drawing/2014/main" id="{A3FD90CC-AAE8-0DFC-3AA8-A0FD562A7835}"/>
              </a:ext>
            </a:extLst>
          </p:cNvPr>
          <p:cNvCxnSpPr>
            <a:cxnSpLocks noChangeShapeType="1"/>
          </p:cNvCxnSpPr>
          <p:nvPr/>
        </p:nvCxnSpPr>
        <p:spPr bwMode="auto">
          <a:xfrm>
            <a:off x="3065463" y="4129089"/>
            <a:ext cx="0" cy="401637"/>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85" name="AutoShape 41">
            <a:extLst>
              <a:ext uri="{FF2B5EF4-FFF2-40B4-BE49-F238E27FC236}">
                <a16:creationId xmlns:a16="http://schemas.microsoft.com/office/drawing/2014/main" id="{761EF01E-4F1D-62E0-9E79-2D4E09B8EF03}"/>
              </a:ext>
            </a:extLst>
          </p:cNvPr>
          <p:cNvCxnSpPr>
            <a:cxnSpLocks noChangeShapeType="1"/>
          </p:cNvCxnSpPr>
          <p:nvPr/>
        </p:nvCxnSpPr>
        <p:spPr bwMode="auto">
          <a:xfrm>
            <a:off x="4064000" y="4298950"/>
            <a:ext cx="0" cy="2286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86" name="AutoShape 42">
            <a:extLst>
              <a:ext uri="{FF2B5EF4-FFF2-40B4-BE49-F238E27FC236}">
                <a16:creationId xmlns:a16="http://schemas.microsoft.com/office/drawing/2014/main" id="{A6CEBC6F-1AC3-3D49-AA20-28B4BF90EF77}"/>
              </a:ext>
            </a:extLst>
          </p:cNvPr>
          <p:cNvCxnSpPr>
            <a:cxnSpLocks noChangeShapeType="1"/>
          </p:cNvCxnSpPr>
          <p:nvPr/>
        </p:nvCxnSpPr>
        <p:spPr bwMode="auto">
          <a:xfrm>
            <a:off x="2625725" y="4745038"/>
            <a:ext cx="4127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8587" name="AutoShape 43">
            <a:extLst>
              <a:ext uri="{FF2B5EF4-FFF2-40B4-BE49-F238E27FC236}">
                <a16:creationId xmlns:a16="http://schemas.microsoft.com/office/drawing/2014/main" id="{204EC6DC-62AB-8DFD-0177-053A095E41D8}"/>
              </a:ext>
            </a:extLst>
          </p:cNvPr>
          <p:cNvCxnSpPr>
            <a:cxnSpLocks noChangeShapeType="1"/>
          </p:cNvCxnSpPr>
          <p:nvPr/>
        </p:nvCxnSpPr>
        <p:spPr bwMode="auto">
          <a:xfrm>
            <a:off x="4833938" y="4756150"/>
            <a:ext cx="4127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068" name="Text Box 44">
            <a:extLst>
              <a:ext uri="{FF2B5EF4-FFF2-40B4-BE49-F238E27FC236}">
                <a16:creationId xmlns:a16="http://schemas.microsoft.com/office/drawing/2014/main" id="{768CB55E-533C-406F-AB1B-FA3EAEB78749}"/>
              </a:ext>
            </a:extLst>
          </p:cNvPr>
          <p:cNvSpPr txBox="1">
            <a:spLocks noChangeArrowheads="1"/>
          </p:cNvSpPr>
          <p:nvPr/>
        </p:nvSpPr>
        <p:spPr bwMode="auto">
          <a:xfrm>
            <a:off x="3249613" y="5273675"/>
            <a:ext cx="1090612" cy="349250"/>
          </a:xfrm>
          <a:prstGeom prst="rect">
            <a:avLst/>
          </a:prstGeom>
          <a:noFill/>
          <a:ln w="9525">
            <a:noFill/>
            <a:miter lim="800000"/>
            <a:headEnd/>
            <a:tailEnd/>
          </a:ln>
        </p:spPr>
        <p:txBody>
          <a:bodyPr/>
          <a:lstStyle/>
          <a:p>
            <a:pPr>
              <a:spcAft>
                <a:spcPts val="1000"/>
              </a:spcAft>
              <a:defRPr/>
            </a:pPr>
            <a:r>
              <a:rPr lang="en-US" sz="1600" dirty="0"/>
              <a:t>to</a:t>
            </a:r>
            <a:r>
              <a:rPr lang="ru-RU" sz="1600" dirty="0"/>
              <a:t> </a:t>
            </a:r>
            <a:r>
              <a:rPr lang="en-US" sz="1600" dirty="0"/>
              <a:t> RA</a:t>
            </a:r>
          </a:p>
        </p:txBody>
      </p:sp>
      <p:sp>
        <p:nvSpPr>
          <p:cNvPr id="1069" name="Text Box 45">
            <a:extLst>
              <a:ext uri="{FF2B5EF4-FFF2-40B4-BE49-F238E27FC236}">
                <a16:creationId xmlns:a16="http://schemas.microsoft.com/office/drawing/2014/main" id="{863A7290-9584-454D-A255-C2F2EB59F8E9}"/>
              </a:ext>
            </a:extLst>
          </p:cNvPr>
          <p:cNvSpPr txBox="1">
            <a:spLocks noChangeArrowheads="1"/>
          </p:cNvSpPr>
          <p:nvPr/>
        </p:nvSpPr>
        <p:spPr bwMode="auto">
          <a:xfrm>
            <a:off x="5380038" y="5251450"/>
            <a:ext cx="1090612" cy="350838"/>
          </a:xfrm>
          <a:prstGeom prst="rect">
            <a:avLst/>
          </a:prstGeom>
          <a:noFill/>
          <a:ln w="9525">
            <a:noFill/>
            <a:miter lim="800000"/>
            <a:headEnd/>
            <a:tailEnd/>
          </a:ln>
        </p:spPr>
        <p:txBody>
          <a:bodyPr/>
          <a:lstStyle/>
          <a:p>
            <a:pPr>
              <a:spcAft>
                <a:spcPts val="1000"/>
              </a:spcAft>
              <a:defRPr/>
            </a:pPr>
            <a:r>
              <a:rPr lang="en-US" sz="1600" dirty="0"/>
              <a:t>to</a:t>
            </a:r>
            <a:r>
              <a:rPr lang="ru-RU" sz="1600" dirty="0"/>
              <a:t> </a:t>
            </a:r>
            <a:r>
              <a:rPr lang="en-US" sz="1600" dirty="0"/>
              <a:t> RB</a:t>
            </a:r>
          </a:p>
        </p:txBody>
      </p:sp>
      <p:sp>
        <p:nvSpPr>
          <p:cNvPr id="1070" name="Text Box 46">
            <a:extLst>
              <a:ext uri="{FF2B5EF4-FFF2-40B4-BE49-F238E27FC236}">
                <a16:creationId xmlns:a16="http://schemas.microsoft.com/office/drawing/2014/main" id="{A1E21E4C-9A3C-47F2-AF59-6E17F726013D}"/>
              </a:ext>
            </a:extLst>
          </p:cNvPr>
          <p:cNvSpPr txBox="1">
            <a:spLocks noChangeArrowheads="1"/>
          </p:cNvSpPr>
          <p:nvPr/>
        </p:nvSpPr>
        <p:spPr bwMode="auto">
          <a:xfrm>
            <a:off x="2895601" y="4489450"/>
            <a:ext cx="449263" cy="287338"/>
          </a:xfrm>
          <a:prstGeom prst="rect">
            <a:avLst/>
          </a:prstGeom>
          <a:noFill/>
          <a:ln w="9525">
            <a:noFill/>
            <a:miter lim="800000"/>
            <a:headEnd/>
            <a:tailEnd/>
          </a:ln>
        </p:spPr>
        <p:txBody>
          <a:bodyPr/>
          <a:lstStyle/>
          <a:p>
            <a:pPr>
              <a:spcAft>
                <a:spcPts val="1000"/>
              </a:spcAft>
              <a:defRPr/>
            </a:pPr>
            <a:r>
              <a:rPr lang="en-US" sz="1200"/>
              <a:t>0</a:t>
            </a:r>
          </a:p>
        </p:txBody>
      </p:sp>
      <p:sp>
        <p:nvSpPr>
          <p:cNvPr id="1071" name="Text Box 47">
            <a:extLst>
              <a:ext uri="{FF2B5EF4-FFF2-40B4-BE49-F238E27FC236}">
                <a16:creationId xmlns:a16="http://schemas.microsoft.com/office/drawing/2014/main" id="{5898782A-5C4B-4A10-98C3-9CBA80F5DFCC}"/>
              </a:ext>
            </a:extLst>
          </p:cNvPr>
          <p:cNvSpPr txBox="1">
            <a:spLocks noChangeArrowheads="1"/>
          </p:cNvSpPr>
          <p:nvPr/>
        </p:nvSpPr>
        <p:spPr bwMode="auto">
          <a:xfrm>
            <a:off x="3892551" y="4479925"/>
            <a:ext cx="447675" cy="287338"/>
          </a:xfrm>
          <a:prstGeom prst="rect">
            <a:avLst/>
          </a:prstGeom>
          <a:noFill/>
          <a:ln w="9525">
            <a:noFill/>
            <a:miter lim="800000"/>
            <a:headEnd/>
            <a:tailEnd/>
          </a:ln>
        </p:spPr>
        <p:txBody>
          <a:bodyPr/>
          <a:lstStyle/>
          <a:p>
            <a:pPr>
              <a:spcAft>
                <a:spcPts val="1000"/>
              </a:spcAft>
              <a:defRPr/>
            </a:pPr>
            <a:r>
              <a:rPr lang="en-US" sz="1200"/>
              <a:t>1</a:t>
            </a:r>
          </a:p>
        </p:txBody>
      </p:sp>
      <p:sp>
        <p:nvSpPr>
          <p:cNvPr id="1072" name="Text Box 48">
            <a:extLst>
              <a:ext uri="{FF2B5EF4-FFF2-40B4-BE49-F238E27FC236}">
                <a16:creationId xmlns:a16="http://schemas.microsoft.com/office/drawing/2014/main" id="{ECB56915-E2A2-4809-ABD2-EC332654633F}"/>
              </a:ext>
            </a:extLst>
          </p:cNvPr>
          <p:cNvSpPr txBox="1">
            <a:spLocks noChangeArrowheads="1"/>
          </p:cNvSpPr>
          <p:nvPr/>
        </p:nvSpPr>
        <p:spPr bwMode="auto">
          <a:xfrm>
            <a:off x="5219701" y="4479925"/>
            <a:ext cx="449263" cy="287338"/>
          </a:xfrm>
          <a:prstGeom prst="rect">
            <a:avLst/>
          </a:prstGeom>
          <a:noFill/>
          <a:ln w="9525">
            <a:noFill/>
            <a:miter lim="800000"/>
            <a:headEnd/>
            <a:tailEnd/>
          </a:ln>
        </p:spPr>
        <p:txBody>
          <a:bodyPr/>
          <a:lstStyle/>
          <a:p>
            <a:pPr>
              <a:spcAft>
                <a:spcPts val="1000"/>
              </a:spcAft>
              <a:defRPr/>
            </a:pPr>
            <a:r>
              <a:rPr lang="en-US" sz="1200"/>
              <a:t>0</a:t>
            </a:r>
          </a:p>
        </p:txBody>
      </p:sp>
      <p:sp>
        <p:nvSpPr>
          <p:cNvPr id="1073" name="Text Box 49">
            <a:extLst>
              <a:ext uri="{FF2B5EF4-FFF2-40B4-BE49-F238E27FC236}">
                <a16:creationId xmlns:a16="http://schemas.microsoft.com/office/drawing/2014/main" id="{B766F692-43DA-419B-A19B-50DA547C10E9}"/>
              </a:ext>
            </a:extLst>
          </p:cNvPr>
          <p:cNvSpPr txBox="1">
            <a:spLocks noChangeArrowheads="1"/>
          </p:cNvSpPr>
          <p:nvPr/>
        </p:nvSpPr>
        <p:spPr bwMode="auto">
          <a:xfrm>
            <a:off x="6137276" y="4479925"/>
            <a:ext cx="449263" cy="287338"/>
          </a:xfrm>
          <a:prstGeom prst="rect">
            <a:avLst/>
          </a:prstGeom>
          <a:noFill/>
          <a:ln w="9525">
            <a:noFill/>
            <a:miter lim="800000"/>
            <a:headEnd/>
            <a:tailEnd/>
          </a:ln>
        </p:spPr>
        <p:txBody>
          <a:bodyPr/>
          <a:lstStyle/>
          <a:p>
            <a:pPr>
              <a:spcAft>
                <a:spcPts val="1000"/>
              </a:spcAft>
              <a:defRPr/>
            </a:pPr>
            <a:r>
              <a:rPr lang="en-US" sz="1200"/>
              <a:t>1</a:t>
            </a:r>
          </a:p>
        </p:txBody>
      </p:sp>
      <p:cxnSp>
        <p:nvCxnSpPr>
          <p:cNvPr id="108594" name="AutoShape 50">
            <a:extLst>
              <a:ext uri="{FF2B5EF4-FFF2-40B4-BE49-F238E27FC236}">
                <a16:creationId xmlns:a16="http://schemas.microsoft.com/office/drawing/2014/main" id="{418DF8AC-CF17-C958-EF11-EC01B7719CDF}"/>
              </a:ext>
            </a:extLst>
          </p:cNvPr>
          <p:cNvCxnSpPr>
            <a:cxnSpLocks noChangeShapeType="1"/>
          </p:cNvCxnSpPr>
          <p:nvPr/>
        </p:nvCxnSpPr>
        <p:spPr bwMode="auto">
          <a:xfrm>
            <a:off x="5421313" y="4303713"/>
            <a:ext cx="0" cy="228600"/>
          </a:xfrm>
          <a:prstGeom prst="straightConnector1">
            <a:avLst/>
          </a:prstGeom>
          <a:noFill/>
          <a:ln w="2857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53" name="TextBox 52">
            <a:extLst>
              <a:ext uri="{FF2B5EF4-FFF2-40B4-BE49-F238E27FC236}">
                <a16:creationId xmlns:a16="http://schemas.microsoft.com/office/drawing/2014/main" id="{6B1F1109-F893-4658-8D17-ED685550C215}"/>
              </a:ext>
            </a:extLst>
          </p:cNvPr>
          <p:cNvSpPr txBox="1"/>
          <p:nvPr/>
        </p:nvSpPr>
        <p:spPr>
          <a:xfrm>
            <a:off x="4087814" y="3332164"/>
            <a:ext cx="1474787" cy="338137"/>
          </a:xfrm>
          <a:prstGeom prst="rect">
            <a:avLst/>
          </a:prstGeom>
          <a:noFill/>
        </p:spPr>
        <p:txBody>
          <a:bodyPr>
            <a:spAutoFit/>
          </a:bodyPr>
          <a:lstStyle/>
          <a:p>
            <a:pPr eaLnBrk="1" hangingPunct="1">
              <a:defRPr/>
            </a:pPr>
            <a:r>
              <a:rPr lang="en-US" sz="1600" dirty="0" err="1">
                <a:cs typeface="Arial" charset="0"/>
              </a:rPr>
              <a:t>Subtractor</a:t>
            </a:r>
            <a:endParaRPr lang="en-GB" sz="1600" dirty="0">
              <a:cs typeface="Arial" charset="0"/>
            </a:endParaRPr>
          </a:p>
        </p:txBody>
      </p:sp>
      <p:sp>
        <p:nvSpPr>
          <p:cNvPr id="55" name="TextBox 54">
            <a:extLst>
              <a:ext uri="{FF2B5EF4-FFF2-40B4-BE49-F238E27FC236}">
                <a16:creationId xmlns:a16="http://schemas.microsoft.com/office/drawing/2014/main" id="{1E070BCA-A681-4B46-9C6C-0614F3CBA24B}"/>
              </a:ext>
            </a:extLst>
          </p:cNvPr>
          <p:cNvSpPr txBox="1"/>
          <p:nvPr/>
        </p:nvSpPr>
        <p:spPr>
          <a:xfrm>
            <a:off x="7162800" y="3886200"/>
            <a:ext cx="3276600" cy="1200150"/>
          </a:xfrm>
          <a:prstGeom prst="rect">
            <a:avLst/>
          </a:prstGeom>
          <a:noFill/>
        </p:spPr>
        <p:txBody>
          <a:bodyPr>
            <a:spAutoFit/>
          </a:bodyPr>
          <a:lstStyle/>
          <a:p>
            <a:pPr marL="342900" indent="-342900">
              <a:buFontTx/>
              <a:buAutoNum type="arabicPeriod"/>
              <a:defRPr/>
            </a:pPr>
            <a:r>
              <a:rPr lang="en-US" dirty="0">
                <a:cs typeface="Arial" charset="0"/>
              </a:rPr>
              <a:t>Check operands to 0, or 1…1.</a:t>
            </a:r>
          </a:p>
          <a:p>
            <a:pPr marL="342900" indent="-342900">
              <a:buFontTx/>
              <a:buAutoNum type="arabicPeriod"/>
              <a:defRPr/>
            </a:pPr>
            <a:r>
              <a:rPr lang="en-GB" dirty="0">
                <a:cs typeface="Arial" charset="0"/>
              </a:rPr>
              <a:t>Replacement of operands</a:t>
            </a:r>
            <a:endParaRPr lang="en-US" dirty="0">
              <a:cs typeface="Arial" charset="0"/>
            </a:endParaRPr>
          </a:p>
          <a:p>
            <a:pPr marL="342900" indent="-342900">
              <a:buFontTx/>
              <a:buAutoNum type="arabicPeriod"/>
              <a:defRPr/>
            </a:pPr>
            <a:endParaRPr lang="en-GB" dirty="0">
              <a:cs typeface="Arial"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5">
            <a:extLst>
              <a:ext uri="{FF2B5EF4-FFF2-40B4-BE49-F238E27FC236}">
                <a16:creationId xmlns:a16="http://schemas.microsoft.com/office/drawing/2014/main" id="{08CEFDE2-9EF6-8B37-8BB3-54BB3C711FF8}"/>
              </a:ext>
            </a:extLst>
          </p:cNvPr>
          <p:cNvSpPr>
            <a:spLocks noGrp="1" noChangeArrowheads="1"/>
          </p:cNvSpPr>
          <p:nvPr>
            <p:ph type="title"/>
          </p:nvPr>
        </p:nvSpPr>
        <p:spPr/>
        <p:txBody>
          <a:bodyPr/>
          <a:lstStyle/>
          <a:p>
            <a:r>
              <a:rPr lang="en-US" altLang="en-US"/>
              <a:t>Combinational Multipliers</a:t>
            </a:r>
          </a:p>
        </p:txBody>
      </p:sp>
      <p:sp>
        <p:nvSpPr>
          <p:cNvPr id="109571" name="Content Placeholder 3">
            <a:extLst>
              <a:ext uri="{FF2B5EF4-FFF2-40B4-BE49-F238E27FC236}">
                <a16:creationId xmlns:a16="http://schemas.microsoft.com/office/drawing/2014/main" id="{537E6BF8-3003-C630-2C61-B471AD4880F4}"/>
              </a:ext>
            </a:extLst>
          </p:cNvPr>
          <p:cNvSpPr>
            <a:spLocks noGrp="1" noChangeArrowheads="1"/>
          </p:cNvSpPr>
          <p:nvPr>
            <p:ph type="body" sz="quarter" idx="10"/>
          </p:nvPr>
        </p:nvSpPr>
        <p:spPr/>
        <p:txBody>
          <a:bodyPr/>
          <a:lstStyle/>
          <a:p>
            <a:r>
              <a:rPr lang="en-US" altLang="en-US"/>
              <a:t>Acceleration methods of multiplication: </a:t>
            </a:r>
          </a:p>
          <a:p>
            <a:pPr lvl="1"/>
            <a:r>
              <a:rPr lang="en-US" altLang="en-US"/>
              <a:t>Parallel computing of partial products</a:t>
            </a:r>
          </a:p>
          <a:p>
            <a:pPr lvl="1"/>
            <a:r>
              <a:rPr lang="en-US" altLang="en-US"/>
              <a:t>Reduction of number of additions</a:t>
            </a:r>
          </a:p>
          <a:p>
            <a:pPr lvl="1"/>
            <a:r>
              <a:rPr lang="en-US" altLang="en-US"/>
              <a:t>Reduction of propagation time delay</a:t>
            </a:r>
          </a:p>
          <a:p>
            <a:r>
              <a:rPr lang="en-US" altLang="en-US"/>
              <a:t>Two types of multipliers are used – matrix and tree-like structure.</a:t>
            </a:r>
          </a:p>
          <a:p>
            <a:pPr lvl="1"/>
            <a:r>
              <a:rPr lang="en-US" altLang="en-US"/>
              <a:t>Propagation delay of matrix multipliers – О(n).</a:t>
            </a:r>
          </a:p>
          <a:p>
            <a:pPr lvl="1"/>
            <a:r>
              <a:rPr lang="en-US" altLang="en-US"/>
              <a:t>Propagation delay of tree structured multipliers – O(log2n).</a:t>
            </a:r>
          </a:p>
          <a:p>
            <a:endParaRPr lang="en-US" alt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594" name="Group 71">
            <a:extLst>
              <a:ext uri="{FF2B5EF4-FFF2-40B4-BE49-F238E27FC236}">
                <a16:creationId xmlns:a16="http://schemas.microsoft.com/office/drawing/2014/main" id="{CF652C2D-6ECC-6A2D-4AF5-87A4610E643C}"/>
              </a:ext>
            </a:extLst>
          </p:cNvPr>
          <p:cNvGrpSpPr>
            <a:grpSpLocks/>
          </p:cNvGrpSpPr>
          <p:nvPr/>
        </p:nvGrpSpPr>
        <p:grpSpPr bwMode="auto">
          <a:xfrm>
            <a:off x="3116264" y="1657350"/>
            <a:ext cx="5951537" cy="4057650"/>
            <a:chOff x="1592263" y="1657350"/>
            <a:chExt cx="5951537" cy="4057650"/>
          </a:xfrm>
        </p:grpSpPr>
        <p:sp>
          <p:nvSpPr>
            <p:cNvPr id="96260" name="Rectangle 4">
              <a:extLst>
                <a:ext uri="{FF2B5EF4-FFF2-40B4-BE49-F238E27FC236}">
                  <a16:creationId xmlns:a16="http://schemas.microsoft.com/office/drawing/2014/main" id="{8847415A-D5E4-4C57-B1E3-645FB11B13D2}"/>
                </a:ext>
              </a:extLst>
            </p:cNvPr>
            <p:cNvSpPr>
              <a:spLocks noChangeArrowheads="1"/>
            </p:cNvSpPr>
            <p:nvPr/>
          </p:nvSpPr>
          <p:spPr bwMode="auto">
            <a:xfrm>
              <a:off x="4552950" y="2916238"/>
              <a:ext cx="2914650" cy="520700"/>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110597" name="Line 5">
              <a:extLst>
                <a:ext uri="{FF2B5EF4-FFF2-40B4-BE49-F238E27FC236}">
                  <a16:creationId xmlns:a16="http://schemas.microsoft.com/office/drawing/2014/main" id="{0094038E-DA24-63AD-B36B-C6F4445AFB06}"/>
                </a:ext>
              </a:extLst>
            </p:cNvPr>
            <p:cNvSpPr>
              <a:spLocks noChangeShapeType="1"/>
            </p:cNvSpPr>
            <p:nvPr/>
          </p:nvSpPr>
          <p:spPr bwMode="auto">
            <a:xfrm>
              <a:off x="5992813" y="2916238"/>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98" name="Line 6">
              <a:extLst>
                <a:ext uri="{FF2B5EF4-FFF2-40B4-BE49-F238E27FC236}">
                  <a16:creationId xmlns:a16="http://schemas.microsoft.com/office/drawing/2014/main" id="{CF5EFE63-1EB3-1F10-2B03-ACE3E2F1CC2F}"/>
                </a:ext>
              </a:extLst>
            </p:cNvPr>
            <p:cNvSpPr>
              <a:spLocks noChangeShapeType="1"/>
            </p:cNvSpPr>
            <p:nvPr/>
          </p:nvSpPr>
          <p:spPr bwMode="auto">
            <a:xfrm>
              <a:off x="5281613" y="2916238"/>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599" name="Line 7">
              <a:extLst>
                <a:ext uri="{FF2B5EF4-FFF2-40B4-BE49-F238E27FC236}">
                  <a16:creationId xmlns:a16="http://schemas.microsoft.com/office/drawing/2014/main" id="{54EF1894-50FE-6DD9-9AA1-A2334FA9A91D}"/>
                </a:ext>
              </a:extLst>
            </p:cNvPr>
            <p:cNvSpPr>
              <a:spLocks noChangeShapeType="1"/>
            </p:cNvSpPr>
            <p:nvPr/>
          </p:nvSpPr>
          <p:spPr bwMode="auto">
            <a:xfrm>
              <a:off x="6718300" y="2916238"/>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00" name="Text Box 8">
              <a:extLst>
                <a:ext uri="{FF2B5EF4-FFF2-40B4-BE49-F238E27FC236}">
                  <a16:creationId xmlns:a16="http://schemas.microsoft.com/office/drawing/2014/main" id="{E8BF4195-D22A-7422-6704-23BBB949F08F}"/>
                </a:ext>
              </a:extLst>
            </p:cNvPr>
            <p:cNvSpPr txBox="1">
              <a:spLocks noChangeArrowheads="1"/>
            </p:cNvSpPr>
            <p:nvPr/>
          </p:nvSpPr>
          <p:spPr bwMode="auto">
            <a:xfrm>
              <a:off x="4616450" y="29400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3</a:t>
              </a:r>
              <a:r>
                <a:rPr lang="en-US" altLang="en-US" sz="1600"/>
                <a:t>b</a:t>
              </a:r>
              <a:r>
                <a:rPr lang="en-US" altLang="en-US" sz="1600" baseline="-25000"/>
                <a:t>0</a:t>
              </a:r>
              <a:endParaRPr lang="ru-RU" altLang="en-US" sz="1600" baseline="-25000"/>
            </a:p>
          </p:txBody>
        </p:sp>
        <p:sp>
          <p:nvSpPr>
            <p:cNvPr id="110601" name="Text Box 9">
              <a:extLst>
                <a:ext uri="{FF2B5EF4-FFF2-40B4-BE49-F238E27FC236}">
                  <a16:creationId xmlns:a16="http://schemas.microsoft.com/office/drawing/2014/main" id="{479CBCD8-3544-5523-D822-4B38E8E9E566}"/>
                </a:ext>
              </a:extLst>
            </p:cNvPr>
            <p:cNvSpPr txBox="1">
              <a:spLocks noChangeArrowheads="1"/>
            </p:cNvSpPr>
            <p:nvPr/>
          </p:nvSpPr>
          <p:spPr bwMode="auto">
            <a:xfrm>
              <a:off x="5307013" y="29400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2</a:t>
              </a:r>
              <a:r>
                <a:rPr lang="en-US" altLang="en-US" sz="1600"/>
                <a:t>b</a:t>
              </a:r>
              <a:r>
                <a:rPr lang="en-US" altLang="en-US" sz="1600" baseline="-25000"/>
                <a:t>0</a:t>
              </a:r>
              <a:endParaRPr lang="ru-RU" altLang="en-US" sz="1600" baseline="-25000"/>
            </a:p>
          </p:txBody>
        </p:sp>
        <p:sp>
          <p:nvSpPr>
            <p:cNvPr id="110602" name="Text Box 10">
              <a:extLst>
                <a:ext uri="{FF2B5EF4-FFF2-40B4-BE49-F238E27FC236}">
                  <a16:creationId xmlns:a16="http://schemas.microsoft.com/office/drawing/2014/main" id="{04C14AC2-C294-0C63-B2E4-C45EC4B76505}"/>
                </a:ext>
              </a:extLst>
            </p:cNvPr>
            <p:cNvSpPr txBox="1">
              <a:spLocks noChangeArrowheads="1"/>
            </p:cNvSpPr>
            <p:nvPr/>
          </p:nvSpPr>
          <p:spPr bwMode="auto">
            <a:xfrm>
              <a:off x="6030913" y="2955925"/>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1</a:t>
              </a:r>
              <a:r>
                <a:rPr lang="en-US" altLang="en-US" sz="1600"/>
                <a:t>b</a:t>
              </a:r>
              <a:r>
                <a:rPr lang="en-US" altLang="en-US" sz="1600" baseline="-25000"/>
                <a:t>0</a:t>
              </a:r>
              <a:endParaRPr lang="ru-RU" altLang="en-US" sz="1600" baseline="-25000"/>
            </a:p>
          </p:txBody>
        </p:sp>
        <p:sp>
          <p:nvSpPr>
            <p:cNvPr id="110603" name="Text Box 11">
              <a:extLst>
                <a:ext uri="{FF2B5EF4-FFF2-40B4-BE49-F238E27FC236}">
                  <a16:creationId xmlns:a16="http://schemas.microsoft.com/office/drawing/2014/main" id="{72FEE0AA-93B1-09BF-E05B-F6FD47DDCA82}"/>
                </a:ext>
              </a:extLst>
            </p:cNvPr>
            <p:cNvSpPr txBox="1">
              <a:spLocks noChangeArrowheads="1"/>
            </p:cNvSpPr>
            <p:nvPr/>
          </p:nvSpPr>
          <p:spPr bwMode="auto">
            <a:xfrm>
              <a:off x="6742113" y="2955925"/>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0</a:t>
              </a:r>
              <a:r>
                <a:rPr lang="en-US" altLang="en-US" sz="1600"/>
                <a:t>b</a:t>
              </a:r>
              <a:r>
                <a:rPr lang="en-US" altLang="en-US" sz="1600" baseline="-25000"/>
                <a:t>0</a:t>
              </a:r>
              <a:endParaRPr lang="ru-RU" altLang="en-US" sz="1600" baseline="-25000"/>
            </a:p>
          </p:txBody>
        </p:sp>
        <p:sp>
          <p:nvSpPr>
            <p:cNvPr id="96268" name="Rectangle 12">
              <a:extLst>
                <a:ext uri="{FF2B5EF4-FFF2-40B4-BE49-F238E27FC236}">
                  <a16:creationId xmlns:a16="http://schemas.microsoft.com/office/drawing/2014/main" id="{B1C18585-CF8F-4199-A0A7-4FDCF557F959}"/>
                </a:ext>
              </a:extLst>
            </p:cNvPr>
            <p:cNvSpPr>
              <a:spLocks noChangeArrowheads="1"/>
            </p:cNvSpPr>
            <p:nvPr/>
          </p:nvSpPr>
          <p:spPr bwMode="auto">
            <a:xfrm>
              <a:off x="3836988" y="3436938"/>
              <a:ext cx="2881312" cy="522287"/>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110605" name="Line 13">
              <a:extLst>
                <a:ext uri="{FF2B5EF4-FFF2-40B4-BE49-F238E27FC236}">
                  <a16:creationId xmlns:a16="http://schemas.microsoft.com/office/drawing/2014/main" id="{EE2C08A4-722A-EFB0-22F7-D5E87A1771E5}"/>
                </a:ext>
              </a:extLst>
            </p:cNvPr>
            <p:cNvSpPr>
              <a:spLocks noChangeShapeType="1"/>
            </p:cNvSpPr>
            <p:nvPr/>
          </p:nvSpPr>
          <p:spPr bwMode="auto">
            <a:xfrm>
              <a:off x="5281613" y="3436938"/>
              <a:ext cx="0" cy="522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06" name="Line 14">
              <a:extLst>
                <a:ext uri="{FF2B5EF4-FFF2-40B4-BE49-F238E27FC236}">
                  <a16:creationId xmlns:a16="http://schemas.microsoft.com/office/drawing/2014/main" id="{A47C9956-E9BB-076F-FFAF-D9F00FC88D2A}"/>
                </a:ext>
              </a:extLst>
            </p:cNvPr>
            <p:cNvSpPr>
              <a:spLocks noChangeShapeType="1"/>
            </p:cNvSpPr>
            <p:nvPr/>
          </p:nvSpPr>
          <p:spPr bwMode="auto">
            <a:xfrm>
              <a:off x="4557713" y="3436938"/>
              <a:ext cx="0" cy="522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07" name="Line 15">
              <a:extLst>
                <a:ext uri="{FF2B5EF4-FFF2-40B4-BE49-F238E27FC236}">
                  <a16:creationId xmlns:a16="http://schemas.microsoft.com/office/drawing/2014/main" id="{46238F1A-342A-ECD1-F8B5-E11BAF91E0FD}"/>
                </a:ext>
              </a:extLst>
            </p:cNvPr>
            <p:cNvSpPr>
              <a:spLocks noChangeShapeType="1"/>
            </p:cNvSpPr>
            <p:nvPr/>
          </p:nvSpPr>
          <p:spPr bwMode="auto">
            <a:xfrm>
              <a:off x="5994400" y="3436938"/>
              <a:ext cx="0" cy="522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08" name="Text Box 16">
              <a:extLst>
                <a:ext uri="{FF2B5EF4-FFF2-40B4-BE49-F238E27FC236}">
                  <a16:creationId xmlns:a16="http://schemas.microsoft.com/office/drawing/2014/main" id="{58230D59-2367-2725-8B08-1B00E9CA3DAA}"/>
                </a:ext>
              </a:extLst>
            </p:cNvPr>
            <p:cNvSpPr txBox="1">
              <a:spLocks noChangeArrowheads="1"/>
            </p:cNvSpPr>
            <p:nvPr/>
          </p:nvSpPr>
          <p:spPr bwMode="auto">
            <a:xfrm>
              <a:off x="3808413" y="3462338"/>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3</a:t>
              </a:r>
              <a:r>
                <a:rPr lang="en-US" altLang="en-US" sz="1600"/>
                <a:t>b</a:t>
              </a:r>
              <a:r>
                <a:rPr lang="en-US" altLang="en-US" sz="1600" baseline="-25000"/>
                <a:t>1</a:t>
              </a:r>
              <a:endParaRPr lang="ru-RU" altLang="en-US" sz="1600" baseline="-25000"/>
            </a:p>
          </p:txBody>
        </p:sp>
        <p:sp>
          <p:nvSpPr>
            <p:cNvPr id="110609" name="Text Box 17">
              <a:extLst>
                <a:ext uri="{FF2B5EF4-FFF2-40B4-BE49-F238E27FC236}">
                  <a16:creationId xmlns:a16="http://schemas.microsoft.com/office/drawing/2014/main" id="{BC9DB3A9-2427-C2C1-F9A6-7FB3BFA007A8}"/>
                </a:ext>
              </a:extLst>
            </p:cNvPr>
            <p:cNvSpPr txBox="1">
              <a:spLocks noChangeArrowheads="1"/>
            </p:cNvSpPr>
            <p:nvPr/>
          </p:nvSpPr>
          <p:spPr bwMode="auto">
            <a:xfrm>
              <a:off x="4608513" y="3462338"/>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2</a:t>
              </a:r>
              <a:r>
                <a:rPr lang="en-US" altLang="en-US" sz="1600"/>
                <a:t>b</a:t>
              </a:r>
              <a:r>
                <a:rPr lang="en-US" altLang="en-US" sz="1600" baseline="-25000"/>
                <a:t>1</a:t>
              </a:r>
              <a:endParaRPr lang="ru-RU" altLang="en-US" sz="1600" baseline="-25000"/>
            </a:p>
          </p:txBody>
        </p:sp>
        <p:sp>
          <p:nvSpPr>
            <p:cNvPr id="110610" name="Text Box 18">
              <a:extLst>
                <a:ext uri="{FF2B5EF4-FFF2-40B4-BE49-F238E27FC236}">
                  <a16:creationId xmlns:a16="http://schemas.microsoft.com/office/drawing/2014/main" id="{5407601C-B0AD-B506-515B-81F467283359}"/>
                </a:ext>
              </a:extLst>
            </p:cNvPr>
            <p:cNvSpPr txBox="1">
              <a:spLocks noChangeArrowheads="1"/>
            </p:cNvSpPr>
            <p:nvPr/>
          </p:nvSpPr>
          <p:spPr bwMode="auto">
            <a:xfrm>
              <a:off x="5332413" y="3478213"/>
              <a:ext cx="622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1</a:t>
              </a:r>
              <a:r>
                <a:rPr lang="en-US" altLang="en-US" sz="1600"/>
                <a:t>b</a:t>
              </a:r>
              <a:r>
                <a:rPr lang="en-US" altLang="en-US" sz="1600" baseline="-25000"/>
                <a:t>1</a:t>
              </a:r>
              <a:endParaRPr lang="ru-RU" altLang="en-US" sz="1600" baseline="-25000"/>
            </a:p>
          </p:txBody>
        </p:sp>
        <p:sp>
          <p:nvSpPr>
            <p:cNvPr id="110611" name="Text Box 19">
              <a:extLst>
                <a:ext uri="{FF2B5EF4-FFF2-40B4-BE49-F238E27FC236}">
                  <a16:creationId xmlns:a16="http://schemas.microsoft.com/office/drawing/2014/main" id="{E1A657D4-ED31-C851-7BA7-2435D9A99156}"/>
                </a:ext>
              </a:extLst>
            </p:cNvPr>
            <p:cNvSpPr txBox="1">
              <a:spLocks noChangeArrowheads="1"/>
            </p:cNvSpPr>
            <p:nvPr/>
          </p:nvSpPr>
          <p:spPr bwMode="auto">
            <a:xfrm>
              <a:off x="6048375" y="3478213"/>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0</a:t>
              </a:r>
              <a:r>
                <a:rPr lang="en-US" altLang="en-US" sz="1600"/>
                <a:t>b</a:t>
              </a:r>
              <a:r>
                <a:rPr lang="en-US" altLang="en-US" sz="1600" baseline="-25000"/>
                <a:t>1</a:t>
              </a:r>
              <a:endParaRPr lang="ru-RU" altLang="en-US" sz="1600" baseline="-25000"/>
            </a:p>
          </p:txBody>
        </p:sp>
        <p:sp>
          <p:nvSpPr>
            <p:cNvPr id="96276" name="Rectangle 20">
              <a:extLst>
                <a:ext uri="{FF2B5EF4-FFF2-40B4-BE49-F238E27FC236}">
                  <a16:creationId xmlns:a16="http://schemas.microsoft.com/office/drawing/2014/main" id="{7DAE4DBC-FAEF-46E8-A6D5-C3B22ECE2BD5}"/>
                </a:ext>
              </a:extLst>
            </p:cNvPr>
            <p:cNvSpPr>
              <a:spLocks noChangeArrowheads="1"/>
            </p:cNvSpPr>
            <p:nvPr/>
          </p:nvSpPr>
          <p:spPr bwMode="auto">
            <a:xfrm>
              <a:off x="3078163" y="3965575"/>
              <a:ext cx="2914650" cy="522288"/>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110613" name="Line 21">
              <a:extLst>
                <a:ext uri="{FF2B5EF4-FFF2-40B4-BE49-F238E27FC236}">
                  <a16:creationId xmlns:a16="http://schemas.microsoft.com/office/drawing/2014/main" id="{2D409CBC-6DFB-5F2C-C459-193E5E6FC4C3}"/>
                </a:ext>
              </a:extLst>
            </p:cNvPr>
            <p:cNvSpPr>
              <a:spLocks noChangeShapeType="1"/>
            </p:cNvSpPr>
            <p:nvPr/>
          </p:nvSpPr>
          <p:spPr bwMode="auto">
            <a:xfrm>
              <a:off x="4562475" y="3981450"/>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4" name="Line 22">
              <a:extLst>
                <a:ext uri="{FF2B5EF4-FFF2-40B4-BE49-F238E27FC236}">
                  <a16:creationId xmlns:a16="http://schemas.microsoft.com/office/drawing/2014/main" id="{8D8711A7-201F-2D07-8780-F352DBCBD7AF}"/>
                </a:ext>
              </a:extLst>
            </p:cNvPr>
            <p:cNvSpPr>
              <a:spLocks noChangeShapeType="1"/>
            </p:cNvSpPr>
            <p:nvPr/>
          </p:nvSpPr>
          <p:spPr bwMode="auto">
            <a:xfrm>
              <a:off x="3832225" y="39719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5" name="Line 23">
              <a:extLst>
                <a:ext uri="{FF2B5EF4-FFF2-40B4-BE49-F238E27FC236}">
                  <a16:creationId xmlns:a16="http://schemas.microsoft.com/office/drawing/2014/main" id="{9CF770F8-2EDB-CE1A-ACA2-8EACC1F22EA3}"/>
                </a:ext>
              </a:extLst>
            </p:cNvPr>
            <p:cNvSpPr>
              <a:spLocks noChangeShapeType="1"/>
            </p:cNvSpPr>
            <p:nvPr/>
          </p:nvSpPr>
          <p:spPr bwMode="auto">
            <a:xfrm>
              <a:off x="5281613" y="39719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16" name="Text Box 24">
              <a:extLst>
                <a:ext uri="{FF2B5EF4-FFF2-40B4-BE49-F238E27FC236}">
                  <a16:creationId xmlns:a16="http://schemas.microsoft.com/office/drawing/2014/main" id="{017D6359-7B50-80A0-9FAC-8772E4EDBD0D}"/>
                </a:ext>
              </a:extLst>
            </p:cNvPr>
            <p:cNvSpPr txBox="1">
              <a:spLocks noChangeArrowheads="1"/>
            </p:cNvSpPr>
            <p:nvPr/>
          </p:nvSpPr>
          <p:spPr bwMode="auto">
            <a:xfrm>
              <a:off x="3179763" y="4005263"/>
              <a:ext cx="63023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3</a:t>
              </a:r>
              <a:r>
                <a:rPr lang="en-US" altLang="en-US" sz="1600"/>
                <a:t>b</a:t>
              </a:r>
              <a:r>
                <a:rPr lang="en-US" altLang="en-US" sz="1600" baseline="-25000"/>
                <a:t>2</a:t>
              </a:r>
              <a:endParaRPr lang="ru-RU" altLang="en-US" sz="1600" baseline="-25000"/>
            </a:p>
          </p:txBody>
        </p:sp>
        <p:sp>
          <p:nvSpPr>
            <p:cNvPr id="110617" name="Text Box 25">
              <a:extLst>
                <a:ext uri="{FF2B5EF4-FFF2-40B4-BE49-F238E27FC236}">
                  <a16:creationId xmlns:a16="http://schemas.microsoft.com/office/drawing/2014/main" id="{9BCFBCD1-8369-D1FD-B030-3150DE0B0994}"/>
                </a:ext>
              </a:extLst>
            </p:cNvPr>
            <p:cNvSpPr txBox="1">
              <a:spLocks noChangeArrowheads="1"/>
            </p:cNvSpPr>
            <p:nvPr/>
          </p:nvSpPr>
          <p:spPr bwMode="auto">
            <a:xfrm>
              <a:off x="3870325" y="4005263"/>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2</a:t>
              </a:r>
              <a:r>
                <a:rPr lang="en-US" altLang="en-US" sz="1600"/>
                <a:t>b</a:t>
              </a:r>
              <a:r>
                <a:rPr lang="en-US" altLang="en-US" sz="1600" baseline="-25000"/>
                <a:t>2</a:t>
              </a:r>
              <a:endParaRPr lang="ru-RU" altLang="en-US" sz="1600" baseline="-25000"/>
            </a:p>
          </p:txBody>
        </p:sp>
        <p:sp>
          <p:nvSpPr>
            <p:cNvPr id="110618" name="Text Box 26">
              <a:extLst>
                <a:ext uri="{FF2B5EF4-FFF2-40B4-BE49-F238E27FC236}">
                  <a16:creationId xmlns:a16="http://schemas.microsoft.com/office/drawing/2014/main" id="{F4F77433-9A27-156F-F930-1E8EBE47BA7A}"/>
                </a:ext>
              </a:extLst>
            </p:cNvPr>
            <p:cNvSpPr txBox="1">
              <a:spLocks noChangeArrowheads="1"/>
            </p:cNvSpPr>
            <p:nvPr/>
          </p:nvSpPr>
          <p:spPr bwMode="auto">
            <a:xfrm>
              <a:off x="4594225" y="4021138"/>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1</a:t>
              </a:r>
              <a:r>
                <a:rPr lang="en-US" altLang="en-US" sz="1600"/>
                <a:t>b</a:t>
              </a:r>
              <a:r>
                <a:rPr lang="en-US" altLang="en-US" sz="1600" baseline="-25000"/>
                <a:t>2</a:t>
              </a:r>
              <a:endParaRPr lang="ru-RU" altLang="en-US" sz="1600" baseline="-25000"/>
            </a:p>
          </p:txBody>
        </p:sp>
        <p:sp>
          <p:nvSpPr>
            <p:cNvPr id="110619" name="Text Box 27">
              <a:extLst>
                <a:ext uri="{FF2B5EF4-FFF2-40B4-BE49-F238E27FC236}">
                  <a16:creationId xmlns:a16="http://schemas.microsoft.com/office/drawing/2014/main" id="{4ED6297B-7EE0-1E77-66BE-6972816C0182}"/>
                </a:ext>
              </a:extLst>
            </p:cNvPr>
            <p:cNvSpPr txBox="1">
              <a:spLocks noChangeArrowheads="1"/>
            </p:cNvSpPr>
            <p:nvPr/>
          </p:nvSpPr>
          <p:spPr bwMode="auto">
            <a:xfrm>
              <a:off x="5292725" y="4021138"/>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0</a:t>
              </a:r>
              <a:r>
                <a:rPr lang="en-US" altLang="en-US" sz="1600"/>
                <a:t>b</a:t>
              </a:r>
              <a:r>
                <a:rPr lang="en-US" altLang="en-US" sz="1600" baseline="-25000"/>
                <a:t>2</a:t>
              </a:r>
              <a:endParaRPr lang="ru-RU" altLang="en-US" sz="1600" baseline="-25000"/>
            </a:p>
          </p:txBody>
        </p:sp>
        <p:sp>
          <p:nvSpPr>
            <p:cNvPr id="96284" name="Rectangle 28">
              <a:extLst>
                <a:ext uri="{FF2B5EF4-FFF2-40B4-BE49-F238E27FC236}">
                  <a16:creationId xmlns:a16="http://schemas.microsoft.com/office/drawing/2014/main" id="{D39397AD-035D-4EDC-ABD8-EC6457601E6E}"/>
                </a:ext>
              </a:extLst>
            </p:cNvPr>
            <p:cNvSpPr>
              <a:spLocks noChangeArrowheads="1"/>
            </p:cNvSpPr>
            <p:nvPr/>
          </p:nvSpPr>
          <p:spPr bwMode="auto">
            <a:xfrm>
              <a:off x="2400300" y="4487863"/>
              <a:ext cx="2881313" cy="520700"/>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110621" name="Line 29">
              <a:extLst>
                <a:ext uri="{FF2B5EF4-FFF2-40B4-BE49-F238E27FC236}">
                  <a16:creationId xmlns:a16="http://schemas.microsoft.com/office/drawing/2014/main" id="{21A12FF6-6335-C419-0A29-FBC302ED8819}"/>
                </a:ext>
              </a:extLst>
            </p:cNvPr>
            <p:cNvSpPr>
              <a:spLocks noChangeShapeType="1"/>
            </p:cNvSpPr>
            <p:nvPr/>
          </p:nvSpPr>
          <p:spPr bwMode="auto">
            <a:xfrm>
              <a:off x="3832225" y="4487863"/>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2" name="Line 30">
              <a:extLst>
                <a:ext uri="{FF2B5EF4-FFF2-40B4-BE49-F238E27FC236}">
                  <a16:creationId xmlns:a16="http://schemas.microsoft.com/office/drawing/2014/main" id="{7C9B17D5-5B23-E342-C7E9-2922012D1997}"/>
                </a:ext>
              </a:extLst>
            </p:cNvPr>
            <p:cNvSpPr>
              <a:spLocks noChangeShapeType="1"/>
            </p:cNvSpPr>
            <p:nvPr/>
          </p:nvSpPr>
          <p:spPr bwMode="auto">
            <a:xfrm>
              <a:off x="3070225" y="4487863"/>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3" name="Line 31">
              <a:extLst>
                <a:ext uri="{FF2B5EF4-FFF2-40B4-BE49-F238E27FC236}">
                  <a16:creationId xmlns:a16="http://schemas.microsoft.com/office/drawing/2014/main" id="{F376A897-3B22-4FCE-D49D-A80BDC0A201F}"/>
                </a:ext>
              </a:extLst>
            </p:cNvPr>
            <p:cNvSpPr>
              <a:spLocks noChangeShapeType="1"/>
            </p:cNvSpPr>
            <p:nvPr/>
          </p:nvSpPr>
          <p:spPr bwMode="auto">
            <a:xfrm>
              <a:off x="4557713" y="4487863"/>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24" name="Text Box 32">
              <a:extLst>
                <a:ext uri="{FF2B5EF4-FFF2-40B4-BE49-F238E27FC236}">
                  <a16:creationId xmlns:a16="http://schemas.microsoft.com/office/drawing/2014/main" id="{F9D42166-234B-EF93-D394-DFC327607DF4}"/>
                </a:ext>
              </a:extLst>
            </p:cNvPr>
            <p:cNvSpPr txBox="1">
              <a:spLocks noChangeArrowheads="1"/>
            </p:cNvSpPr>
            <p:nvPr/>
          </p:nvSpPr>
          <p:spPr bwMode="auto">
            <a:xfrm>
              <a:off x="2430463" y="4497388"/>
              <a:ext cx="6651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3</a:t>
              </a:r>
              <a:r>
                <a:rPr lang="en-US" altLang="en-US" sz="1600"/>
                <a:t>b</a:t>
              </a:r>
              <a:r>
                <a:rPr lang="en-US" altLang="en-US" sz="1600" baseline="-25000"/>
                <a:t>3</a:t>
              </a:r>
              <a:endParaRPr lang="ru-RU" altLang="en-US" sz="1600" baseline="-25000"/>
            </a:p>
          </p:txBody>
        </p:sp>
        <p:sp>
          <p:nvSpPr>
            <p:cNvPr id="110625" name="Text Box 33">
              <a:extLst>
                <a:ext uri="{FF2B5EF4-FFF2-40B4-BE49-F238E27FC236}">
                  <a16:creationId xmlns:a16="http://schemas.microsoft.com/office/drawing/2014/main" id="{F7742C24-A179-E184-6F13-FE301F8929DD}"/>
                </a:ext>
              </a:extLst>
            </p:cNvPr>
            <p:cNvSpPr txBox="1">
              <a:spLocks noChangeArrowheads="1"/>
            </p:cNvSpPr>
            <p:nvPr/>
          </p:nvSpPr>
          <p:spPr bwMode="auto">
            <a:xfrm>
              <a:off x="3159125" y="4511675"/>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2</a:t>
              </a:r>
              <a:r>
                <a:rPr lang="en-US" altLang="en-US" sz="1600"/>
                <a:t>b</a:t>
              </a:r>
              <a:r>
                <a:rPr lang="en-US" altLang="en-US" sz="1600" baseline="-25000"/>
                <a:t>3</a:t>
              </a:r>
              <a:endParaRPr lang="ru-RU" altLang="en-US" sz="1600" baseline="-25000"/>
            </a:p>
          </p:txBody>
        </p:sp>
        <p:sp>
          <p:nvSpPr>
            <p:cNvPr id="110626" name="Text Box 34">
              <a:extLst>
                <a:ext uri="{FF2B5EF4-FFF2-40B4-BE49-F238E27FC236}">
                  <a16:creationId xmlns:a16="http://schemas.microsoft.com/office/drawing/2014/main" id="{3F7DB16F-3671-C101-2C4E-B0776B86A96E}"/>
                </a:ext>
              </a:extLst>
            </p:cNvPr>
            <p:cNvSpPr txBox="1">
              <a:spLocks noChangeArrowheads="1"/>
            </p:cNvSpPr>
            <p:nvPr/>
          </p:nvSpPr>
          <p:spPr bwMode="auto">
            <a:xfrm>
              <a:off x="3917950" y="4527550"/>
              <a:ext cx="6381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1</a:t>
              </a:r>
              <a:r>
                <a:rPr lang="en-US" altLang="en-US" sz="1600"/>
                <a:t>b</a:t>
              </a:r>
              <a:r>
                <a:rPr lang="en-US" altLang="en-US" sz="1600" baseline="-25000"/>
                <a:t>3</a:t>
              </a:r>
              <a:endParaRPr lang="ru-RU" altLang="en-US" sz="1600" baseline="-25000"/>
            </a:p>
          </p:txBody>
        </p:sp>
        <p:sp>
          <p:nvSpPr>
            <p:cNvPr id="110627" name="Text Box 35">
              <a:extLst>
                <a:ext uri="{FF2B5EF4-FFF2-40B4-BE49-F238E27FC236}">
                  <a16:creationId xmlns:a16="http://schemas.microsoft.com/office/drawing/2014/main" id="{3FA99FE4-D3DF-0F91-D70F-9F762595B3B7}"/>
                </a:ext>
              </a:extLst>
            </p:cNvPr>
            <p:cNvSpPr txBox="1">
              <a:spLocks noChangeArrowheads="1"/>
            </p:cNvSpPr>
            <p:nvPr/>
          </p:nvSpPr>
          <p:spPr bwMode="auto">
            <a:xfrm>
              <a:off x="4611688" y="45275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0</a:t>
              </a:r>
              <a:r>
                <a:rPr lang="en-US" altLang="en-US" sz="1600"/>
                <a:t>b</a:t>
              </a:r>
              <a:r>
                <a:rPr lang="en-US" altLang="en-US" sz="1600" baseline="-25000"/>
                <a:t>3</a:t>
              </a:r>
              <a:endParaRPr lang="ru-RU" altLang="en-US" sz="1600" baseline="-25000"/>
            </a:p>
          </p:txBody>
        </p:sp>
        <p:sp>
          <p:nvSpPr>
            <p:cNvPr id="110628" name="Line 36">
              <a:extLst>
                <a:ext uri="{FF2B5EF4-FFF2-40B4-BE49-F238E27FC236}">
                  <a16:creationId xmlns:a16="http://schemas.microsoft.com/office/drawing/2014/main" id="{D65E3E0C-7600-0103-9F5D-AA7619EEDA83}"/>
                </a:ext>
              </a:extLst>
            </p:cNvPr>
            <p:cNvSpPr>
              <a:spLocks noChangeShapeType="1"/>
            </p:cNvSpPr>
            <p:nvPr/>
          </p:nvSpPr>
          <p:spPr bwMode="auto">
            <a:xfrm>
              <a:off x="1638300" y="5091113"/>
              <a:ext cx="5905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96293" name="Rectangle 37">
              <a:extLst>
                <a:ext uri="{FF2B5EF4-FFF2-40B4-BE49-F238E27FC236}">
                  <a16:creationId xmlns:a16="http://schemas.microsoft.com/office/drawing/2014/main" id="{BC661365-92AD-4C67-8AB1-32CCD9B4A47A}"/>
                </a:ext>
              </a:extLst>
            </p:cNvPr>
            <p:cNvSpPr>
              <a:spLocks noChangeArrowheads="1"/>
            </p:cNvSpPr>
            <p:nvPr/>
          </p:nvSpPr>
          <p:spPr bwMode="auto">
            <a:xfrm>
              <a:off x="1665288" y="5178425"/>
              <a:ext cx="5835650" cy="525463"/>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110630" name="Line 38">
              <a:extLst>
                <a:ext uri="{FF2B5EF4-FFF2-40B4-BE49-F238E27FC236}">
                  <a16:creationId xmlns:a16="http://schemas.microsoft.com/office/drawing/2014/main" id="{510A9171-83C1-70C1-DB47-4FF6C21E465D}"/>
                </a:ext>
              </a:extLst>
            </p:cNvPr>
            <p:cNvSpPr>
              <a:spLocks noChangeShapeType="1"/>
            </p:cNvSpPr>
            <p:nvPr/>
          </p:nvSpPr>
          <p:spPr bwMode="auto">
            <a:xfrm>
              <a:off x="4560888" y="51784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1" name="Line 39">
              <a:extLst>
                <a:ext uri="{FF2B5EF4-FFF2-40B4-BE49-F238E27FC236}">
                  <a16:creationId xmlns:a16="http://schemas.microsoft.com/office/drawing/2014/main" id="{C18975FB-1A1A-1C9A-CA89-64301CCA546E}"/>
                </a:ext>
              </a:extLst>
            </p:cNvPr>
            <p:cNvSpPr>
              <a:spLocks noChangeShapeType="1"/>
            </p:cNvSpPr>
            <p:nvPr/>
          </p:nvSpPr>
          <p:spPr bwMode="auto">
            <a:xfrm>
              <a:off x="3832225" y="51784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2" name="Line 40">
              <a:extLst>
                <a:ext uri="{FF2B5EF4-FFF2-40B4-BE49-F238E27FC236}">
                  <a16:creationId xmlns:a16="http://schemas.microsoft.com/office/drawing/2014/main" id="{0591ED98-1211-02C3-E18B-AB2C62290C8A}"/>
                </a:ext>
              </a:extLst>
            </p:cNvPr>
            <p:cNvSpPr>
              <a:spLocks noChangeShapeType="1"/>
            </p:cNvSpPr>
            <p:nvPr/>
          </p:nvSpPr>
          <p:spPr bwMode="auto">
            <a:xfrm>
              <a:off x="3074988" y="51784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3" name="Line 41">
              <a:extLst>
                <a:ext uri="{FF2B5EF4-FFF2-40B4-BE49-F238E27FC236}">
                  <a16:creationId xmlns:a16="http://schemas.microsoft.com/office/drawing/2014/main" id="{1A2F7F7E-00C6-81FF-B156-DC93A5CE2E16}"/>
                </a:ext>
              </a:extLst>
            </p:cNvPr>
            <p:cNvSpPr>
              <a:spLocks noChangeShapeType="1"/>
            </p:cNvSpPr>
            <p:nvPr/>
          </p:nvSpPr>
          <p:spPr bwMode="auto">
            <a:xfrm>
              <a:off x="2392363" y="51784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4" name="Line 42">
              <a:extLst>
                <a:ext uri="{FF2B5EF4-FFF2-40B4-BE49-F238E27FC236}">
                  <a16:creationId xmlns:a16="http://schemas.microsoft.com/office/drawing/2014/main" id="{20AADFFA-2426-9007-021E-15F9FF09A019}"/>
                </a:ext>
              </a:extLst>
            </p:cNvPr>
            <p:cNvSpPr>
              <a:spLocks noChangeShapeType="1"/>
            </p:cNvSpPr>
            <p:nvPr/>
          </p:nvSpPr>
          <p:spPr bwMode="auto">
            <a:xfrm>
              <a:off x="5284788" y="5192713"/>
              <a:ext cx="0" cy="522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5" name="Line 43">
              <a:extLst>
                <a:ext uri="{FF2B5EF4-FFF2-40B4-BE49-F238E27FC236}">
                  <a16:creationId xmlns:a16="http://schemas.microsoft.com/office/drawing/2014/main" id="{D9B31461-03E5-4E85-FFBC-F7E07A416DF3}"/>
                </a:ext>
              </a:extLst>
            </p:cNvPr>
            <p:cNvSpPr>
              <a:spLocks noChangeShapeType="1"/>
            </p:cNvSpPr>
            <p:nvPr/>
          </p:nvSpPr>
          <p:spPr bwMode="auto">
            <a:xfrm>
              <a:off x="6026150" y="51784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6" name="Line 44">
              <a:extLst>
                <a:ext uri="{FF2B5EF4-FFF2-40B4-BE49-F238E27FC236}">
                  <a16:creationId xmlns:a16="http://schemas.microsoft.com/office/drawing/2014/main" id="{B5B8FF31-128D-451C-3BED-AC519B1E053F}"/>
                </a:ext>
              </a:extLst>
            </p:cNvPr>
            <p:cNvSpPr>
              <a:spLocks noChangeShapeType="1"/>
            </p:cNvSpPr>
            <p:nvPr/>
          </p:nvSpPr>
          <p:spPr bwMode="auto">
            <a:xfrm>
              <a:off x="6784975" y="5178425"/>
              <a:ext cx="0" cy="5207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37" name="Text Box 45">
              <a:extLst>
                <a:ext uri="{FF2B5EF4-FFF2-40B4-BE49-F238E27FC236}">
                  <a16:creationId xmlns:a16="http://schemas.microsoft.com/office/drawing/2014/main" id="{D205F0D0-A12A-7F1A-6928-4F261497205C}"/>
                </a:ext>
              </a:extLst>
            </p:cNvPr>
            <p:cNvSpPr txBox="1">
              <a:spLocks noChangeArrowheads="1"/>
            </p:cNvSpPr>
            <p:nvPr/>
          </p:nvSpPr>
          <p:spPr bwMode="auto">
            <a:xfrm>
              <a:off x="6919913" y="5156200"/>
              <a:ext cx="57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0</a:t>
              </a:r>
              <a:endParaRPr lang="ru-RU" altLang="en-US" sz="1600"/>
            </a:p>
          </p:txBody>
        </p:sp>
        <p:sp>
          <p:nvSpPr>
            <p:cNvPr id="110638" name="Text Box 46">
              <a:extLst>
                <a:ext uri="{FF2B5EF4-FFF2-40B4-BE49-F238E27FC236}">
                  <a16:creationId xmlns:a16="http://schemas.microsoft.com/office/drawing/2014/main" id="{7BBE47B3-8609-BED2-4315-35E5DB3E0FE1}"/>
                </a:ext>
              </a:extLst>
            </p:cNvPr>
            <p:cNvSpPr txBox="1">
              <a:spLocks noChangeArrowheads="1"/>
            </p:cNvSpPr>
            <p:nvPr/>
          </p:nvSpPr>
          <p:spPr bwMode="auto">
            <a:xfrm>
              <a:off x="6162675" y="5162550"/>
              <a:ext cx="576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1</a:t>
              </a:r>
              <a:endParaRPr lang="ru-RU" altLang="en-US" sz="1600"/>
            </a:p>
          </p:txBody>
        </p:sp>
        <p:sp>
          <p:nvSpPr>
            <p:cNvPr id="110639" name="Text Box 47">
              <a:extLst>
                <a:ext uri="{FF2B5EF4-FFF2-40B4-BE49-F238E27FC236}">
                  <a16:creationId xmlns:a16="http://schemas.microsoft.com/office/drawing/2014/main" id="{607A7682-4F14-2465-CBD6-FF9A01B63FDC}"/>
                </a:ext>
              </a:extLst>
            </p:cNvPr>
            <p:cNvSpPr txBox="1">
              <a:spLocks noChangeArrowheads="1"/>
            </p:cNvSpPr>
            <p:nvPr/>
          </p:nvSpPr>
          <p:spPr bwMode="auto">
            <a:xfrm>
              <a:off x="5530850" y="5178425"/>
              <a:ext cx="576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2</a:t>
              </a:r>
              <a:endParaRPr lang="ru-RU" altLang="en-US" sz="1600"/>
            </a:p>
          </p:txBody>
        </p:sp>
        <p:sp>
          <p:nvSpPr>
            <p:cNvPr id="110640" name="Text Box 48">
              <a:extLst>
                <a:ext uri="{FF2B5EF4-FFF2-40B4-BE49-F238E27FC236}">
                  <a16:creationId xmlns:a16="http://schemas.microsoft.com/office/drawing/2014/main" id="{956C3A2F-B712-A6F9-446E-967521D6A8C7}"/>
                </a:ext>
              </a:extLst>
            </p:cNvPr>
            <p:cNvSpPr txBox="1">
              <a:spLocks noChangeArrowheads="1"/>
            </p:cNvSpPr>
            <p:nvPr/>
          </p:nvSpPr>
          <p:spPr bwMode="auto">
            <a:xfrm>
              <a:off x="4710113" y="5187950"/>
              <a:ext cx="57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3</a:t>
              </a:r>
              <a:endParaRPr lang="ru-RU" altLang="en-US" sz="1600"/>
            </a:p>
          </p:txBody>
        </p:sp>
        <p:sp>
          <p:nvSpPr>
            <p:cNvPr id="110641" name="Text Box 49">
              <a:extLst>
                <a:ext uri="{FF2B5EF4-FFF2-40B4-BE49-F238E27FC236}">
                  <a16:creationId xmlns:a16="http://schemas.microsoft.com/office/drawing/2014/main" id="{DE0B81A7-2E79-B2C6-E0EA-0D47D78E935E}"/>
                </a:ext>
              </a:extLst>
            </p:cNvPr>
            <p:cNvSpPr txBox="1">
              <a:spLocks noChangeArrowheads="1"/>
            </p:cNvSpPr>
            <p:nvPr/>
          </p:nvSpPr>
          <p:spPr bwMode="auto">
            <a:xfrm>
              <a:off x="4014788" y="5187950"/>
              <a:ext cx="57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4</a:t>
              </a:r>
              <a:endParaRPr lang="ru-RU" altLang="en-US" sz="1600"/>
            </a:p>
          </p:txBody>
        </p:sp>
        <p:sp>
          <p:nvSpPr>
            <p:cNvPr id="110642" name="Text Box 50">
              <a:extLst>
                <a:ext uri="{FF2B5EF4-FFF2-40B4-BE49-F238E27FC236}">
                  <a16:creationId xmlns:a16="http://schemas.microsoft.com/office/drawing/2014/main" id="{0FFFF7CD-58E0-29D5-CE64-092F359F9987}"/>
                </a:ext>
              </a:extLst>
            </p:cNvPr>
            <p:cNvSpPr txBox="1">
              <a:spLocks noChangeArrowheads="1"/>
            </p:cNvSpPr>
            <p:nvPr/>
          </p:nvSpPr>
          <p:spPr bwMode="auto">
            <a:xfrm>
              <a:off x="3306763" y="5192713"/>
              <a:ext cx="57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5</a:t>
              </a:r>
              <a:endParaRPr lang="ru-RU" altLang="en-US" sz="1600"/>
            </a:p>
          </p:txBody>
        </p:sp>
        <p:sp>
          <p:nvSpPr>
            <p:cNvPr id="110643" name="Text Box 51">
              <a:extLst>
                <a:ext uri="{FF2B5EF4-FFF2-40B4-BE49-F238E27FC236}">
                  <a16:creationId xmlns:a16="http://schemas.microsoft.com/office/drawing/2014/main" id="{5A9D88EC-1749-7BF1-8A34-50AAB6E9AF09}"/>
                </a:ext>
              </a:extLst>
            </p:cNvPr>
            <p:cNvSpPr txBox="1">
              <a:spLocks noChangeArrowheads="1"/>
            </p:cNvSpPr>
            <p:nvPr/>
          </p:nvSpPr>
          <p:spPr bwMode="auto">
            <a:xfrm>
              <a:off x="2562225" y="5178425"/>
              <a:ext cx="576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6</a:t>
              </a:r>
              <a:endParaRPr lang="ru-RU" altLang="en-US" sz="1600"/>
            </a:p>
          </p:txBody>
        </p:sp>
        <p:sp>
          <p:nvSpPr>
            <p:cNvPr id="110644" name="Text Box 52">
              <a:extLst>
                <a:ext uri="{FF2B5EF4-FFF2-40B4-BE49-F238E27FC236}">
                  <a16:creationId xmlns:a16="http://schemas.microsoft.com/office/drawing/2014/main" id="{F9CE6869-F150-F95B-C7E3-04B7A031D004}"/>
                </a:ext>
              </a:extLst>
            </p:cNvPr>
            <p:cNvSpPr txBox="1">
              <a:spLocks noChangeArrowheads="1"/>
            </p:cNvSpPr>
            <p:nvPr/>
          </p:nvSpPr>
          <p:spPr bwMode="auto">
            <a:xfrm>
              <a:off x="1879600" y="5178425"/>
              <a:ext cx="576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7</a:t>
              </a:r>
              <a:endParaRPr lang="ru-RU" altLang="en-US" sz="1600"/>
            </a:p>
          </p:txBody>
        </p:sp>
        <p:sp>
          <p:nvSpPr>
            <p:cNvPr id="110645" name="Text Box 53">
              <a:extLst>
                <a:ext uri="{FF2B5EF4-FFF2-40B4-BE49-F238E27FC236}">
                  <a16:creationId xmlns:a16="http://schemas.microsoft.com/office/drawing/2014/main" id="{9D2D3418-F547-014C-3055-5D1EAD040DDB}"/>
                </a:ext>
              </a:extLst>
            </p:cNvPr>
            <p:cNvSpPr txBox="1">
              <a:spLocks noChangeArrowheads="1"/>
            </p:cNvSpPr>
            <p:nvPr/>
          </p:nvSpPr>
          <p:spPr bwMode="auto">
            <a:xfrm>
              <a:off x="1760538" y="4533900"/>
              <a:ext cx="5762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t>
              </a:r>
              <a:endParaRPr lang="ru-RU" altLang="en-US" sz="1600"/>
            </a:p>
          </p:txBody>
        </p:sp>
        <p:sp>
          <p:nvSpPr>
            <p:cNvPr id="96310" name="Rectangle 54">
              <a:extLst>
                <a:ext uri="{FF2B5EF4-FFF2-40B4-BE49-F238E27FC236}">
                  <a16:creationId xmlns:a16="http://schemas.microsoft.com/office/drawing/2014/main" id="{03345363-4728-473F-82B8-1333E4BA14E0}"/>
                </a:ext>
              </a:extLst>
            </p:cNvPr>
            <p:cNvSpPr>
              <a:spLocks noChangeArrowheads="1"/>
            </p:cNvSpPr>
            <p:nvPr/>
          </p:nvSpPr>
          <p:spPr bwMode="auto">
            <a:xfrm>
              <a:off x="4557713" y="2265363"/>
              <a:ext cx="2914650" cy="522287"/>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110647" name="Line 55">
              <a:extLst>
                <a:ext uri="{FF2B5EF4-FFF2-40B4-BE49-F238E27FC236}">
                  <a16:creationId xmlns:a16="http://schemas.microsoft.com/office/drawing/2014/main" id="{762ABCB3-D351-634F-DEDA-639768765ED8}"/>
                </a:ext>
              </a:extLst>
            </p:cNvPr>
            <p:cNvSpPr>
              <a:spLocks noChangeShapeType="1"/>
            </p:cNvSpPr>
            <p:nvPr/>
          </p:nvSpPr>
          <p:spPr bwMode="auto">
            <a:xfrm>
              <a:off x="5997575" y="2265363"/>
              <a:ext cx="0" cy="522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48" name="Line 56">
              <a:extLst>
                <a:ext uri="{FF2B5EF4-FFF2-40B4-BE49-F238E27FC236}">
                  <a16:creationId xmlns:a16="http://schemas.microsoft.com/office/drawing/2014/main" id="{820930CF-3ED4-4AAD-4D9D-C4D93D1D3653}"/>
                </a:ext>
              </a:extLst>
            </p:cNvPr>
            <p:cNvSpPr>
              <a:spLocks noChangeShapeType="1"/>
            </p:cNvSpPr>
            <p:nvPr/>
          </p:nvSpPr>
          <p:spPr bwMode="auto">
            <a:xfrm>
              <a:off x="5286375" y="2265363"/>
              <a:ext cx="0" cy="522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49" name="Line 57">
              <a:extLst>
                <a:ext uri="{FF2B5EF4-FFF2-40B4-BE49-F238E27FC236}">
                  <a16:creationId xmlns:a16="http://schemas.microsoft.com/office/drawing/2014/main" id="{CFC2C7CC-5FDE-3AF1-A644-971B857E72ED}"/>
                </a:ext>
              </a:extLst>
            </p:cNvPr>
            <p:cNvSpPr>
              <a:spLocks noChangeShapeType="1"/>
            </p:cNvSpPr>
            <p:nvPr/>
          </p:nvSpPr>
          <p:spPr bwMode="auto">
            <a:xfrm>
              <a:off x="6723063" y="2265363"/>
              <a:ext cx="0" cy="52228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0" name="Text Box 58">
              <a:extLst>
                <a:ext uri="{FF2B5EF4-FFF2-40B4-BE49-F238E27FC236}">
                  <a16:creationId xmlns:a16="http://schemas.microsoft.com/office/drawing/2014/main" id="{40076F20-566A-3485-3EB2-4AD4A2240161}"/>
                </a:ext>
              </a:extLst>
            </p:cNvPr>
            <p:cNvSpPr txBox="1">
              <a:spLocks noChangeArrowheads="1"/>
            </p:cNvSpPr>
            <p:nvPr/>
          </p:nvSpPr>
          <p:spPr bwMode="auto">
            <a:xfrm>
              <a:off x="4621213" y="2290763"/>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b</a:t>
              </a:r>
              <a:r>
                <a:rPr lang="en-US" altLang="en-US" sz="1600" baseline="-25000"/>
                <a:t>3</a:t>
              </a:r>
              <a:endParaRPr lang="ru-RU" altLang="en-US" sz="1600" baseline="-25000"/>
            </a:p>
          </p:txBody>
        </p:sp>
        <p:sp>
          <p:nvSpPr>
            <p:cNvPr id="110651" name="Text Box 59">
              <a:extLst>
                <a:ext uri="{FF2B5EF4-FFF2-40B4-BE49-F238E27FC236}">
                  <a16:creationId xmlns:a16="http://schemas.microsoft.com/office/drawing/2014/main" id="{047E712E-1444-EC54-9FB8-BB74B9221DCB}"/>
                </a:ext>
              </a:extLst>
            </p:cNvPr>
            <p:cNvSpPr txBox="1">
              <a:spLocks noChangeArrowheads="1"/>
            </p:cNvSpPr>
            <p:nvPr/>
          </p:nvSpPr>
          <p:spPr bwMode="auto">
            <a:xfrm>
              <a:off x="5311775" y="2290763"/>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b</a:t>
              </a:r>
              <a:r>
                <a:rPr lang="en-US" altLang="en-US" sz="1600" baseline="-25000"/>
                <a:t>2</a:t>
              </a:r>
              <a:endParaRPr lang="ru-RU" altLang="en-US" sz="1600" baseline="-25000"/>
            </a:p>
          </p:txBody>
        </p:sp>
        <p:sp>
          <p:nvSpPr>
            <p:cNvPr id="110652" name="Text Box 60">
              <a:extLst>
                <a:ext uri="{FF2B5EF4-FFF2-40B4-BE49-F238E27FC236}">
                  <a16:creationId xmlns:a16="http://schemas.microsoft.com/office/drawing/2014/main" id="{61CB888F-F339-1BB4-63E1-FFD8E90625C1}"/>
                </a:ext>
              </a:extLst>
            </p:cNvPr>
            <p:cNvSpPr txBox="1">
              <a:spLocks noChangeArrowheads="1"/>
            </p:cNvSpPr>
            <p:nvPr/>
          </p:nvSpPr>
          <p:spPr bwMode="auto">
            <a:xfrm>
              <a:off x="6035675" y="23050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b</a:t>
              </a:r>
              <a:r>
                <a:rPr lang="en-US" altLang="en-US" sz="1600" baseline="-25000"/>
                <a:t>1</a:t>
              </a:r>
              <a:endParaRPr lang="ru-RU" altLang="en-US" sz="1600" baseline="-25000"/>
            </a:p>
          </p:txBody>
        </p:sp>
        <p:sp>
          <p:nvSpPr>
            <p:cNvPr id="110653" name="Text Box 61">
              <a:extLst>
                <a:ext uri="{FF2B5EF4-FFF2-40B4-BE49-F238E27FC236}">
                  <a16:creationId xmlns:a16="http://schemas.microsoft.com/office/drawing/2014/main" id="{95F52499-9DF7-E39C-4972-E24C00A266FB}"/>
                </a:ext>
              </a:extLst>
            </p:cNvPr>
            <p:cNvSpPr txBox="1">
              <a:spLocks noChangeArrowheads="1"/>
            </p:cNvSpPr>
            <p:nvPr/>
          </p:nvSpPr>
          <p:spPr bwMode="auto">
            <a:xfrm>
              <a:off x="6746875" y="23050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b</a:t>
              </a:r>
              <a:r>
                <a:rPr lang="en-US" altLang="en-US" sz="1600" baseline="-25000"/>
                <a:t>0</a:t>
              </a:r>
              <a:endParaRPr lang="ru-RU" altLang="en-US" sz="1600" baseline="-25000"/>
            </a:p>
          </p:txBody>
        </p:sp>
        <p:sp>
          <p:nvSpPr>
            <p:cNvPr id="96318" name="Rectangle 62">
              <a:extLst>
                <a:ext uri="{FF2B5EF4-FFF2-40B4-BE49-F238E27FC236}">
                  <a16:creationId xmlns:a16="http://schemas.microsoft.com/office/drawing/2014/main" id="{7BF3B0B2-0107-43B1-9FF4-628C05222F24}"/>
                </a:ext>
              </a:extLst>
            </p:cNvPr>
            <p:cNvSpPr>
              <a:spLocks noChangeArrowheads="1"/>
            </p:cNvSpPr>
            <p:nvPr/>
          </p:nvSpPr>
          <p:spPr bwMode="auto">
            <a:xfrm>
              <a:off x="4557713" y="1657350"/>
              <a:ext cx="2914650" cy="522288"/>
            </a:xfrm>
            <a:prstGeom prst="rect">
              <a:avLst/>
            </a:prstGeom>
            <a:solidFill>
              <a:schemeClr val="accent1">
                <a:lumMod val="40000"/>
                <a:lumOff val="60000"/>
              </a:schemeClr>
            </a:solidFill>
            <a:ln w="28575">
              <a:solidFill>
                <a:schemeClr val="tx1"/>
              </a:solidFill>
              <a:miter lim="800000"/>
              <a:headEnd/>
              <a:tailEnd/>
            </a:ln>
          </p:spPr>
          <p:txBody>
            <a:bodyPr wrap="none" anchor="ctr"/>
            <a:lstStyle/>
            <a:p>
              <a:pPr eaLnBrk="1" hangingPunct="1">
                <a:defRPr/>
              </a:pPr>
              <a:endParaRPr lang="ru-RU" sz="1600">
                <a:latin typeface="Arial" charset="0"/>
                <a:cs typeface="Arial" charset="0"/>
              </a:endParaRPr>
            </a:p>
          </p:txBody>
        </p:sp>
        <p:sp>
          <p:nvSpPr>
            <p:cNvPr id="110655" name="Line 63">
              <a:extLst>
                <a:ext uri="{FF2B5EF4-FFF2-40B4-BE49-F238E27FC236}">
                  <a16:creationId xmlns:a16="http://schemas.microsoft.com/office/drawing/2014/main" id="{554C2D06-8248-587E-E122-FB37D56E9484}"/>
                </a:ext>
              </a:extLst>
            </p:cNvPr>
            <p:cNvSpPr>
              <a:spLocks noChangeShapeType="1"/>
            </p:cNvSpPr>
            <p:nvPr/>
          </p:nvSpPr>
          <p:spPr bwMode="auto">
            <a:xfrm>
              <a:off x="5997575" y="1657350"/>
              <a:ext cx="0" cy="522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6" name="Line 64">
              <a:extLst>
                <a:ext uri="{FF2B5EF4-FFF2-40B4-BE49-F238E27FC236}">
                  <a16:creationId xmlns:a16="http://schemas.microsoft.com/office/drawing/2014/main" id="{9FBD3F6C-8E94-2273-3A29-150B263EC553}"/>
                </a:ext>
              </a:extLst>
            </p:cNvPr>
            <p:cNvSpPr>
              <a:spLocks noChangeShapeType="1"/>
            </p:cNvSpPr>
            <p:nvPr/>
          </p:nvSpPr>
          <p:spPr bwMode="auto">
            <a:xfrm>
              <a:off x="5286375" y="1657350"/>
              <a:ext cx="0" cy="522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7" name="Line 65">
              <a:extLst>
                <a:ext uri="{FF2B5EF4-FFF2-40B4-BE49-F238E27FC236}">
                  <a16:creationId xmlns:a16="http://schemas.microsoft.com/office/drawing/2014/main" id="{5747D0B6-3FFF-41E3-4D7B-BCD27495C268}"/>
                </a:ext>
              </a:extLst>
            </p:cNvPr>
            <p:cNvSpPr>
              <a:spLocks noChangeShapeType="1"/>
            </p:cNvSpPr>
            <p:nvPr/>
          </p:nvSpPr>
          <p:spPr bwMode="auto">
            <a:xfrm>
              <a:off x="6723063" y="1657350"/>
              <a:ext cx="0" cy="522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58" name="Text Box 66">
              <a:extLst>
                <a:ext uri="{FF2B5EF4-FFF2-40B4-BE49-F238E27FC236}">
                  <a16:creationId xmlns:a16="http://schemas.microsoft.com/office/drawing/2014/main" id="{D7D57DF6-D4EB-B5B2-0650-AF234FEF858D}"/>
                </a:ext>
              </a:extLst>
            </p:cNvPr>
            <p:cNvSpPr txBox="1">
              <a:spLocks noChangeArrowheads="1"/>
            </p:cNvSpPr>
            <p:nvPr/>
          </p:nvSpPr>
          <p:spPr bwMode="auto">
            <a:xfrm>
              <a:off x="4621213" y="16827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3</a:t>
              </a:r>
              <a:endParaRPr lang="ru-RU" altLang="en-US" sz="1600" baseline="-25000"/>
            </a:p>
          </p:txBody>
        </p:sp>
        <p:sp>
          <p:nvSpPr>
            <p:cNvPr id="110659" name="Text Box 67">
              <a:extLst>
                <a:ext uri="{FF2B5EF4-FFF2-40B4-BE49-F238E27FC236}">
                  <a16:creationId xmlns:a16="http://schemas.microsoft.com/office/drawing/2014/main" id="{44D60DA0-A44E-951B-E989-E3F2651A32BB}"/>
                </a:ext>
              </a:extLst>
            </p:cNvPr>
            <p:cNvSpPr txBox="1">
              <a:spLocks noChangeArrowheads="1"/>
            </p:cNvSpPr>
            <p:nvPr/>
          </p:nvSpPr>
          <p:spPr bwMode="auto">
            <a:xfrm>
              <a:off x="5311775" y="1682750"/>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2</a:t>
              </a:r>
              <a:endParaRPr lang="ru-RU" altLang="en-US" sz="1600" baseline="-25000"/>
            </a:p>
          </p:txBody>
        </p:sp>
        <p:sp>
          <p:nvSpPr>
            <p:cNvPr id="110660" name="Text Box 68">
              <a:extLst>
                <a:ext uri="{FF2B5EF4-FFF2-40B4-BE49-F238E27FC236}">
                  <a16:creationId xmlns:a16="http://schemas.microsoft.com/office/drawing/2014/main" id="{D51FAC62-12BE-7340-A86C-1D2AA469813C}"/>
                </a:ext>
              </a:extLst>
            </p:cNvPr>
            <p:cNvSpPr txBox="1">
              <a:spLocks noChangeArrowheads="1"/>
            </p:cNvSpPr>
            <p:nvPr/>
          </p:nvSpPr>
          <p:spPr bwMode="auto">
            <a:xfrm>
              <a:off x="6035675" y="1697038"/>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1</a:t>
              </a:r>
              <a:endParaRPr lang="ru-RU" altLang="en-US" sz="1600" baseline="-25000"/>
            </a:p>
          </p:txBody>
        </p:sp>
        <p:sp>
          <p:nvSpPr>
            <p:cNvPr id="110661" name="Text Box 69">
              <a:extLst>
                <a:ext uri="{FF2B5EF4-FFF2-40B4-BE49-F238E27FC236}">
                  <a16:creationId xmlns:a16="http://schemas.microsoft.com/office/drawing/2014/main" id="{8712D2CD-A784-6062-5429-DB72811D5192}"/>
                </a:ext>
              </a:extLst>
            </p:cNvPr>
            <p:cNvSpPr txBox="1">
              <a:spLocks noChangeArrowheads="1"/>
            </p:cNvSpPr>
            <p:nvPr/>
          </p:nvSpPr>
          <p:spPr bwMode="auto">
            <a:xfrm>
              <a:off x="6746875" y="1697038"/>
              <a:ext cx="6477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a</a:t>
              </a:r>
              <a:r>
                <a:rPr lang="en-US" altLang="en-US" sz="1600" baseline="-25000"/>
                <a:t>0</a:t>
              </a:r>
              <a:endParaRPr lang="ru-RU" altLang="en-US" sz="1600" baseline="-25000"/>
            </a:p>
          </p:txBody>
        </p:sp>
        <p:sp>
          <p:nvSpPr>
            <p:cNvPr id="110662" name="Line 70">
              <a:extLst>
                <a:ext uri="{FF2B5EF4-FFF2-40B4-BE49-F238E27FC236}">
                  <a16:creationId xmlns:a16="http://schemas.microsoft.com/office/drawing/2014/main" id="{E1D3FB40-9638-A65F-74BB-97A676D8E2D3}"/>
                </a:ext>
              </a:extLst>
            </p:cNvPr>
            <p:cNvSpPr>
              <a:spLocks noChangeShapeType="1"/>
            </p:cNvSpPr>
            <p:nvPr/>
          </p:nvSpPr>
          <p:spPr bwMode="auto">
            <a:xfrm>
              <a:off x="1592263" y="2859088"/>
              <a:ext cx="59420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0663" name="Text Box 71">
              <a:extLst>
                <a:ext uri="{FF2B5EF4-FFF2-40B4-BE49-F238E27FC236}">
                  <a16:creationId xmlns:a16="http://schemas.microsoft.com/office/drawing/2014/main" id="{83610528-F7E8-3FAA-76A0-9C455CF8FB96}"/>
                </a:ext>
              </a:extLst>
            </p:cNvPr>
            <p:cNvSpPr txBox="1">
              <a:spLocks noChangeArrowheads="1"/>
            </p:cNvSpPr>
            <p:nvPr/>
          </p:nvSpPr>
          <p:spPr bwMode="auto">
            <a:xfrm>
              <a:off x="4137025" y="2014538"/>
              <a:ext cx="57626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sym typeface="Symbol" panose="05050102010706020507" pitchFamily="18" charset="2"/>
                </a:rPr>
                <a:t></a:t>
              </a:r>
            </a:p>
          </p:txBody>
        </p:sp>
      </p:grpSp>
      <p:sp>
        <p:nvSpPr>
          <p:cNvPr id="71" name="Rectangle 5">
            <a:extLst>
              <a:ext uri="{FF2B5EF4-FFF2-40B4-BE49-F238E27FC236}">
                <a16:creationId xmlns:a16="http://schemas.microsoft.com/office/drawing/2014/main" id="{873F5189-BDD7-435D-B818-BC007F81CBBA}"/>
              </a:ext>
            </a:extLst>
          </p:cNvPr>
          <p:cNvSpPr txBox="1">
            <a:spLocks noChangeArrowheads="1"/>
          </p:cNvSpPr>
          <p:nvPr/>
        </p:nvSpPr>
        <p:spPr bwMode="auto">
          <a:xfrm>
            <a:off x="1423989" y="1293812"/>
            <a:ext cx="8229600" cy="1139825"/>
          </a:xfrm>
          <a:prstGeom prst="rect">
            <a:avLst/>
          </a:prstGeom>
          <a:noFill/>
          <a:ln w="9525">
            <a:noFill/>
            <a:miter lim="800000"/>
            <a:headEnd/>
            <a:tailEnd/>
          </a:ln>
        </p:spPr>
        <p:txBody>
          <a:bodyPr/>
          <a:lstStyle/>
          <a:p>
            <a:pPr eaLnBrk="1" hangingPunct="1">
              <a:defRPr/>
            </a:pPr>
            <a:endParaRPr lang="en-US" b="1" kern="0" dirty="0">
              <a:latin typeface="+mj-lt"/>
              <a:ea typeface="+mj-ea"/>
              <a:cs typeface="+mj-cs"/>
            </a:endParaRPr>
          </a:p>
        </p:txBody>
      </p:sp>
      <p:sp>
        <p:nvSpPr>
          <p:cNvPr id="3" name="Title 2">
            <a:extLst>
              <a:ext uri="{FF2B5EF4-FFF2-40B4-BE49-F238E27FC236}">
                <a16:creationId xmlns:a16="http://schemas.microsoft.com/office/drawing/2014/main" id="{5FCF0F53-3C6D-9F17-615A-1164E45F443E}"/>
              </a:ext>
            </a:extLst>
          </p:cNvPr>
          <p:cNvSpPr>
            <a:spLocks noGrp="1"/>
          </p:cNvSpPr>
          <p:nvPr>
            <p:ph type="title"/>
          </p:nvPr>
        </p:nvSpPr>
        <p:spPr/>
        <p:txBody>
          <a:bodyPr>
            <a:normAutofit/>
          </a:bodyPr>
          <a:lstStyle/>
          <a:p>
            <a:r>
              <a:rPr lang="en-US" dirty="0"/>
              <a:t>Partial Products in an 44 Multiplier</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4">
            <a:extLst>
              <a:ext uri="{FF2B5EF4-FFF2-40B4-BE49-F238E27FC236}">
                <a16:creationId xmlns:a16="http://schemas.microsoft.com/office/drawing/2014/main" id="{31B807BA-8EE7-5789-00C0-680C8074CE80}"/>
              </a:ext>
            </a:extLst>
          </p:cNvPr>
          <p:cNvSpPr>
            <a:spLocks noGrp="1" noChangeArrowheads="1"/>
          </p:cNvSpPr>
          <p:nvPr>
            <p:ph type="title"/>
          </p:nvPr>
        </p:nvSpPr>
        <p:spPr/>
        <p:txBody>
          <a:bodyPr>
            <a:normAutofit/>
          </a:bodyPr>
          <a:lstStyle/>
          <a:p>
            <a:r>
              <a:rPr lang="en-US" altLang="en-US" dirty="0"/>
              <a:t>Matrix Multiplier Based on CRA</a:t>
            </a:r>
          </a:p>
        </p:txBody>
      </p:sp>
      <p:sp>
        <p:nvSpPr>
          <p:cNvPr id="111619" name="Content Placeholder 5">
            <a:extLst>
              <a:ext uri="{FF2B5EF4-FFF2-40B4-BE49-F238E27FC236}">
                <a16:creationId xmlns:a16="http://schemas.microsoft.com/office/drawing/2014/main" id="{C1050D9F-152B-8DFB-CBE6-75740E75F310}"/>
              </a:ext>
            </a:extLst>
          </p:cNvPr>
          <p:cNvSpPr>
            <a:spLocks noGrp="1" noChangeArrowheads="1"/>
          </p:cNvSpPr>
          <p:nvPr>
            <p:ph type="body" sz="quarter" idx="10"/>
          </p:nvPr>
        </p:nvSpPr>
        <p:spPr/>
        <p:txBody>
          <a:bodyPr/>
          <a:lstStyle/>
          <a:p>
            <a:r>
              <a:rPr lang="en-US" altLang="en-US"/>
              <a:t>Matrix multiplier contains  n2 “AND” gates  to form partial products</a:t>
            </a:r>
          </a:p>
          <a:p>
            <a:r>
              <a:rPr lang="en-US" altLang="en-US"/>
              <a:t>Multiplier based on CRA contains(n-1)</a:t>
            </a:r>
            <a:r>
              <a:rPr lang="en-US" altLang="en-US">
                <a:sym typeface="Symbol" panose="05050102010706020507" pitchFamily="18" charset="2"/>
              </a:rPr>
              <a:t>n  adders</a:t>
            </a:r>
          </a:p>
          <a:p>
            <a:r>
              <a:rPr lang="en-US" altLang="en-US">
                <a:sym typeface="Symbol" panose="05050102010706020507" pitchFamily="18" charset="2"/>
              </a:rPr>
              <a:t>The number of HA –</a:t>
            </a:r>
            <a:r>
              <a:rPr lang="en-US" altLang="en-US"/>
              <a:t> n</a:t>
            </a:r>
          </a:p>
          <a:p>
            <a:r>
              <a:rPr lang="en-US" altLang="en-US"/>
              <a:t>The number of FA  is n2 -2n</a:t>
            </a:r>
          </a:p>
          <a:p>
            <a:r>
              <a:rPr lang="en-US" altLang="en-US"/>
              <a:t>In the worst case the propagation delay equals 3n-4.</a:t>
            </a:r>
          </a:p>
          <a:p>
            <a:endParaRPr lang="en-US" alt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 name="Rectangle 5">
            <a:extLst>
              <a:ext uri="{FF2B5EF4-FFF2-40B4-BE49-F238E27FC236}">
                <a16:creationId xmlns:a16="http://schemas.microsoft.com/office/drawing/2014/main" id="{08DA5815-67F6-4ED6-B984-6C4A25885206}"/>
              </a:ext>
            </a:extLst>
          </p:cNvPr>
          <p:cNvSpPr txBox="1">
            <a:spLocks noChangeArrowheads="1"/>
          </p:cNvSpPr>
          <p:nvPr/>
        </p:nvSpPr>
        <p:spPr bwMode="auto">
          <a:xfrm>
            <a:off x="1189039" y="1663463"/>
            <a:ext cx="8229600" cy="1139825"/>
          </a:xfrm>
          <a:prstGeom prst="rect">
            <a:avLst/>
          </a:prstGeom>
          <a:noFill/>
          <a:ln w="9525">
            <a:noFill/>
            <a:miter lim="800000"/>
            <a:headEnd/>
            <a:tailEnd/>
          </a:ln>
        </p:spPr>
        <p:txBody>
          <a:bodyPr/>
          <a:lstStyle/>
          <a:p>
            <a:pPr eaLnBrk="1" hangingPunct="1">
              <a:defRPr/>
            </a:pPr>
            <a:endParaRPr lang="en-US" b="1" kern="0" dirty="0">
              <a:latin typeface="+mj-lt"/>
              <a:ea typeface="+mj-ea"/>
              <a:cs typeface="+mj-cs"/>
            </a:endParaRPr>
          </a:p>
        </p:txBody>
      </p:sp>
      <p:grpSp>
        <p:nvGrpSpPr>
          <p:cNvPr id="112643" name="Group 275">
            <a:extLst>
              <a:ext uri="{FF2B5EF4-FFF2-40B4-BE49-F238E27FC236}">
                <a16:creationId xmlns:a16="http://schemas.microsoft.com/office/drawing/2014/main" id="{45E33B05-1FC2-C9B9-E81A-1982EC991C24}"/>
              </a:ext>
            </a:extLst>
          </p:cNvPr>
          <p:cNvGrpSpPr>
            <a:grpSpLocks/>
          </p:cNvGrpSpPr>
          <p:nvPr/>
        </p:nvGrpSpPr>
        <p:grpSpPr bwMode="auto">
          <a:xfrm>
            <a:off x="2765425" y="1085850"/>
            <a:ext cx="7458075" cy="4686300"/>
            <a:chOff x="726" y="696"/>
            <a:chExt cx="4698" cy="3215"/>
          </a:xfrm>
        </p:grpSpPr>
        <p:sp>
          <p:nvSpPr>
            <p:cNvPr id="97284" name="Text Box 6">
              <a:extLst>
                <a:ext uri="{FF2B5EF4-FFF2-40B4-BE49-F238E27FC236}">
                  <a16:creationId xmlns:a16="http://schemas.microsoft.com/office/drawing/2014/main" id="{88BEDCED-F128-406F-AB4E-0BC8F691DCF9}"/>
                </a:ext>
              </a:extLst>
            </p:cNvPr>
            <p:cNvSpPr txBox="1">
              <a:spLocks noChangeArrowheads="1"/>
            </p:cNvSpPr>
            <p:nvPr/>
          </p:nvSpPr>
          <p:spPr bwMode="auto">
            <a:xfrm>
              <a:off x="4889" y="696"/>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a</a:t>
              </a:r>
              <a:r>
                <a:rPr lang="en-US" sz="1400" baseline="-25000" dirty="0">
                  <a:latin typeface="Arial" charset="0"/>
                  <a:cs typeface="Arial" charset="0"/>
                </a:rPr>
                <a:t>0</a:t>
              </a:r>
              <a:r>
                <a:rPr lang="en-US" sz="1400" dirty="0">
                  <a:latin typeface="Arial" charset="0"/>
                  <a:cs typeface="Arial" charset="0"/>
                </a:rPr>
                <a:t>b</a:t>
              </a:r>
              <a:r>
                <a:rPr lang="en-US" sz="1400" baseline="-25000" dirty="0">
                  <a:latin typeface="Arial" charset="0"/>
                  <a:cs typeface="Arial" charset="0"/>
                </a:rPr>
                <a:t>0</a:t>
              </a:r>
            </a:p>
          </p:txBody>
        </p:sp>
        <p:sp>
          <p:nvSpPr>
            <p:cNvPr id="97285" name="Text Box 7">
              <a:extLst>
                <a:ext uri="{FF2B5EF4-FFF2-40B4-BE49-F238E27FC236}">
                  <a16:creationId xmlns:a16="http://schemas.microsoft.com/office/drawing/2014/main" id="{F634AE11-D3C6-4A91-ABD6-CA32D2335F77}"/>
                </a:ext>
              </a:extLst>
            </p:cNvPr>
            <p:cNvSpPr txBox="1">
              <a:spLocks noChangeArrowheads="1"/>
            </p:cNvSpPr>
            <p:nvPr/>
          </p:nvSpPr>
          <p:spPr bwMode="auto">
            <a:xfrm>
              <a:off x="4246" y="696"/>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a</a:t>
              </a:r>
              <a:r>
                <a:rPr lang="en-US" sz="1400" baseline="-25000" dirty="0">
                  <a:latin typeface="Arial" charset="0"/>
                  <a:cs typeface="Arial" charset="0"/>
                </a:rPr>
                <a:t>1</a:t>
              </a:r>
              <a:r>
                <a:rPr lang="en-US" sz="1400" dirty="0">
                  <a:latin typeface="Arial" charset="0"/>
                  <a:cs typeface="Arial" charset="0"/>
                </a:rPr>
                <a:t>b</a:t>
              </a:r>
              <a:r>
                <a:rPr lang="en-US" sz="1400" baseline="-25000" dirty="0">
                  <a:latin typeface="Arial" charset="0"/>
                  <a:cs typeface="Arial" charset="0"/>
                </a:rPr>
                <a:t>0</a:t>
              </a:r>
            </a:p>
          </p:txBody>
        </p:sp>
        <p:sp>
          <p:nvSpPr>
            <p:cNvPr id="97286" name="Text Box 8">
              <a:extLst>
                <a:ext uri="{FF2B5EF4-FFF2-40B4-BE49-F238E27FC236}">
                  <a16:creationId xmlns:a16="http://schemas.microsoft.com/office/drawing/2014/main" id="{0E34B621-BA88-44E7-85CA-8E3333364C22}"/>
                </a:ext>
              </a:extLst>
            </p:cNvPr>
            <p:cNvSpPr txBox="1">
              <a:spLocks noChangeArrowheads="1"/>
            </p:cNvSpPr>
            <p:nvPr/>
          </p:nvSpPr>
          <p:spPr bwMode="auto">
            <a:xfrm>
              <a:off x="3594" y="696"/>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a</a:t>
              </a:r>
              <a:r>
                <a:rPr lang="en-US" sz="1400" baseline="-25000" dirty="0">
                  <a:latin typeface="Arial" charset="0"/>
                  <a:cs typeface="Arial" charset="0"/>
                </a:rPr>
                <a:t>2</a:t>
              </a:r>
              <a:r>
                <a:rPr lang="en-US" sz="1400" dirty="0">
                  <a:latin typeface="Arial" charset="0"/>
                  <a:cs typeface="Arial" charset="0"/>
                </a:rPr>
                <a:t>b</a:t>
              </a:r>
              <a:r>
                <a:rPr lang="en-US" sz="1400" baseline="-25000" dirty="0">
                  <a:latin typeface="Arial" charset="0"/>
                  <a:cs typeface="Arial" charset="0"/>
                </a:rPr>
                <a:t>0</a:t>
              </a:r>
            </a:p>
          </p:txBody>
        </p:sp>
        <p:sp>
          <p:nvSpPr>
            <p:cNvPr id="97287" name="Text Box 9">
              <a:extLst>
                <a:ext uri="{FF2B5EF4-FFF2-40B4-BE49-F238E27FC236}">
                  <a16:creationId xmlns:a16="http://schemas.microsoft.com/office/drawing/2014/main" id="{25786ADE-BCD5-4E71-9122-D37DEDD09FE7}"/>
                </a:ext>
              </a:extLst>
            </p:cNvPr>
            <p:cNvSpPr txBox="1">
              <a:spLocks noChangeArrowheads="1"/>
            </p:cNvSpPr>
            <p:nvPr/>
          </p:nvSpPr>
          <p:spPr bwMode="auto">
            <a:xfrm>
              <a:off x="2935" y="703"/>
              <a:ext cx="391" cy="232"/>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a:latin typeface="Arial" charset="0"/>
                  <a:cs typeface="Arial" charset="0"/>
                </a:rPr>
                <a:t>a</a:t>
              </a:r>
              <a:r>
                <a:rPr lang="en-US" sz="1400" baseline="-25000">
                  <a:latin typeface="Arial" charset="0"/>
                  <a:cs typeface="Arial" charset="0"/>
                </a:rPr>
                <a:t>3</a:t>
              </a:r>
              <a:r>
                <a:rPr lang="en-US" sz="1400">
                  <a:latin typeface="Arial" charset="0"/>
                  <a:cs typeface="Arial" charset="0"/>
                </a:rPr>
                <a:t>b</a:t>
              </a:r>
              <a:r>
                <a:rPr lang="en-US" sz="1400" baseline="-25000">
                  <a:latin typeface="Arial" charset="0"/>
                  <a:cs typeface="Arial" charset="0"/>
                </a:rPr>
                <a:t>0</a:t>
              </a:r>
            </a:p>
          </p:txBody>
        </p:sp>
        <p:sp>
          <p:nvSpPr>
            <p:cNvPr id="97288" name="Text Box 11">
              <a:extLst>
                <a:ext uri="{FF2B5EF4-FFF2-40B4-BE49-F238E27FC236}">
                  <a16:creationId xmlns:a16="http://schemas.microsoft.com/office/drawing/2014/main" id="{E7C7E721-4161-440E-AC14-B9E96B7E589E}"/>
                </a:ext>
              </a:extLst>
            </p:cNvPr>
            <p:cNvSpPr txBox="1">
              <a:spLocks noChangeArrowheads="1"/>
            </p:cNvSpPr>
            <p:nvPr/>
          </p:nvSpPr>
          <p:spPr bwMode="auto">
            <a:xfrm>
              <a:off x="4270" y="1117"/>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a</a:t>
              </a:r>
              <a:r>
                <a:rPr lang="en-US" sz="1400" baseline="-25000" dirty="0">
                  <a:latin typeface="Arial" charset="0"/>
                  <a:cs typeface="Arial" charset="0"/>
                </a:rPr>
                <a:t>0</a:t>
              </a:r>
              <a:r>
                <a:rPr lang="en-US" sz="1400" dirty="0">
                  <a:latin typeface="Arial" charset="0"/>
                  <a:cs typeface="Arial" charset="0"/>
                </a:rPr>
                <a:t>b</a:t>
              </a:r>
              <a:r>
                <a:rPr lang="en-US" sz="1400" baseline="-25000" dirty="0">
                  <a:latin typeface="Arial" charset="0"/>
                  <a:cs typeface="Arial" charset="0"/>
                </a:rPr>
                <a:t>1</a:t>
              </a:r>
            </a:p>
          </p:txBody>
        </p:sp>
        <p:sp>
          <p:nvSpPr>
            <p:cNvPr id="97289" name="Text Box 12">
              <a:extLst>
                <a:ext uri="{FF2B5EF4-FFF2-40B4-BE49-F238E27FC236}">
                  <a16:creationId xmlns:a16="http://schemas.microsoft.com/office/drawing/2014/main" id="{44461ADA-CEEE-43EC-A888-A67CCB18A593}"/>
                </a:ext>
              </a:extLst>
            </p:cNvPr>
            <p:cNvSpPr txBox="1">
              <a:spLocks noChangeArrowheads="1"/>
            </p:cNvSpPr>
            <p:nvPr/>
          </p:nvSpPr>
          <p:spPr bwMode="auto">
            <a:xfrm>
              <a:off x="3611" y="1117"/>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a:latin typeface="Arial" charset="0"/>
                  <a:cs typeface="Arial" charset="0"/>
                </a:rPr>
                <a:t>a</a:t>
              </a:r>
              <a:r>
                <a:rPr lang="en-US" sz="1400" baseline="-25000">
                  <a:latin typeface="Arial" charset="0"/>
                  <a:cs typeface="Arial" charset="0"/>
                </a:rPr>
                <a:t>1</a:t>
              </a:r>
              <a:r>
                <a:rPr lang="en-US" sz="1400">
                  <a:latin typeface="Arial" charset="0"/>
                  <a:cs typeface="Arial" charset="0"/>
                </a:rPr>
                <a:t>b</a:t>
              </a:r>
              <a:r>
                <a:rPr lang="en-US" sz="1400" baseline="-25000">
                  <a:latin typeface="Arial" charset="0"/>
                  <a:cs typeface="Arial" charset="0"/>
                </a:rPr>
                <a:t>1</a:t>
              </a:r>
            </a:p>
          </p:txBody>
        </p:sp>
        <p:sp>
          <p:nvSpPr>
            <p:cNvPr id="97290" name="Text Box 13">
              <a:extLst>
                <a:ext uri="{FF2B5EF4-FFF2-40B4-BE49-F238E27FC236}">
                  <a16:creationId xmlns:a16="http://schemas.microsoft.com/office/drawing/2014/main" id="{21E17BF3-0E8A-4925-B894-796BCC6BAD71}"/>
                </a:ext>
              </a:extLst>
            </p:cNvPr>
            <p:cNvSpPr txBox="1">
              <a:spLocks noChangeArrowheads="1"/>
            </p:cNvSpPr>
            <p:nvPr/>
          </p:nvSpPr>
          <p:spPr bwMode="auto">
            <a:xfrm>
              <a:off x="2943" y="1117"/>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a:latin typeface="Arial" charset="0"/>
                  <a:cs typeface="Arial" charset="0"/>
                </a:rPr>
                <a:t>a</a:t>
              </a:r>
              <a:r>
                <a:rPr lang="en-US" sz="1400" baseline="-25000">
                  <a:latin typeface="Arial" charset="0"/>
                  <a:cs typeface="Arial" charset="0"/>
                </a:rPr>
                <a:t>2</a:t>
              </a:r>
              <a:r>
                <a:rPr lang="en-US" sz="1400">
                  <a:latin typeface="Arial" charset="0"/>
                  <a:cs typeface="Arial" charset="0"/>
                </a:rPr>
                <a:t>b</a:t>
              </a:r>
              <a:r>
                <a:rPr lang="en-US" sz="1400" baseline="-25000">
                  <a:latin typeface="Arial" charset="0"/>
                  <a:cs typeface="Arial" charset="0"/>
                </a:rPr>
                <a:t>1</a:t>
              </a:r>
            </a:p>
          </p:txBody>
        </p:sp>
        <p:sp>
          <p:nvSpPr>
            <p:cNvPr id="97291" name="Text Box 14">
              <a:extLst>
                <a:ext uri="{FF2B5EF4-FFF2-40B4-BE49-F238E27FC236}">
                  <a16:creationId xmlns:a16="http://schemas.microsoft.com/office/drawing/2014/main" id="{57E4FB8B-417B-4603-A9C3-1C4CD8A43B28}"/>
                </a:ext>
              </a:extLst>
            </p:cNvPr>
            <p:cNvSpPr txBox="1">
              <a:spLocks noChangeArrowheads="1"/>
            </p:cNvSpPr>
            <p:nvPr/>
          </p:nvSpPr>
          <p:spPr bwMode="auto">
            <a:xfrm>
              <a:off x="2284" y="1117"/>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a:latin typeface="Arial" charset="0"/>
                  <a:cs typeface="Arial" charset="0"/>
                </a:rPr>
                <a:t>a</a:t>
              </a:r>
              <a:r>
                <a:rPr lang="en-US" sz="1400" baseline="-25000">
                  <a:latin typeface="Arial" charset="0"/>
                  <a:cs typeface="Arial" charset="0"/>
                </a:rPr>
                <a:t>3</a:t>
              </a:r>
              <a:r>
                <a:rPr lang="en-US" sz="1400">
                  <a:latin typeface="Arial" charset="0"/>
                  <a:cs typeface="Arial" charset="0"/>
                </a:rPr>
                <a:t>b</a:t>
              </a:r>
              <a:r>
                <a:rPr lang="en-US" sz="1400" baseline="-25000">
                  <a:latin typeface="Arial" charset="0"/>
                  <a:cs typeface="Arial" charset="0"/>
                </a:rPr>
                <a:t>1</a:t>
              </a:r>
            </a:p>
          </p:txBody>
        </p:sp>
        <p:grpSp>
          <p:nvGrpSpPr>
            <p:cNvPr id="112652" name="Group 15">
              <a:extLst>
                <a:ext uri="{FF2B5EF4-FFF2-40B4-BE49-F238E27FC236}">
                  <a16:creationId xmlns:a16="http://schemas.microsoft.com/office/drawing/2014/main" id="{7DBFEF46-2A39-C080-BB15-4945F921840B}"/>
                </a:ext>
              </a:extLst>
            </p:cNvPr>
            <p:cNvGrpSpPr>
              <a:grpSpLocks/>
            </p:cNvGrpSpPr>
            <p:nvPr/>
          </p:nvGrpSpPr>
          <p:grpSpPr bwMode="auto">
            <a:xfrm>
              <a:off x="4441" y="925"/>
              <a:ext cx="352" cy="630"/>
              <a:chOff x="9075" y="5880"/>
              <a:chExt cx="648" cy="1323"/>
            </a:xfrm>
          </p:grpSpPr>
          <p:sp>
            <p:nvSpPr>
              <p:cNvPr id="112775" name="Line 16">
                <a:extLst>
                  <a:ext uri="{FF2B5EF4-FFF2-40B4-BE49-F238E27FC236}">
                    <a16:creationId xmlns:a16="http://schemas.microsoft.com/office/drawing/2014/main" id="{85B44313-15C9-C42A-8EE3-1A939831AB59}"/>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76" name="Line 17">
                <a:extLst>
                  <a:ext uri="{FF2B5EF4-FFF2-40B4-BE49-F238E27FC236}">
                    <a16:creationId xmlns:a16="http://schemas.microsoft.com/office/drawing/2014/main" id="{714C2669-AFBA-C9F6-3DC9-FAB1345A5E3E}"/>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7" name="Line 18">
                <a:extLst>
                  <a:ext uri="{FF2B5EF4-FFF2-40B4-BE49-F238E27FC236}">
                    <a16:creationId xmlns:a16="http://schemas.microsoft.com/office/drawing/2014/main" id="{EF542707-E322-F9A1-A36B-CBD1B9A5BEB9}"/>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8" name="Line 19">
                <a:extLst>
                  <a:ext uri="{FF2B5EF4-FFF2-40B4-BE49-F238E27FC236}">
                    <a16:creationId xmlns:a16="http://schemas.microsoft.com/office/drawing/2014/main" id="{13EE2657-D21F-0427-3083-B40AEB414191}"/>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9" name="Line 20">
                <a:extLst>
                  <a:ext uri="{FF2B5EF4-FFF2-40B4-BE49-F238E27FC236}">
                    <a16:creationId xmlns:a16="http://schemas.microsoft.com/office/drawing/2014/main" id="{143F6EA1-CE52-880C-5D48-BB473C6D0680}"/>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653" name="Group 21">
              <a:extLst>
                <a:ext uri="{FF2B5EF4-FFF2-40B4-BE49-F238E27FC236}">
                  <a16:creationId xmlns:a16="http://schemas.microsoft.com/office/drawing/2014/main" id="{2FBE892B-D247-078E-8E04-CF7227BEB2E5}"/>
                </a:ext>
              </a:extLst>
            </p:cNvPr>
            <p:cNvGrpSpPr>
              <a:grpSpLocks/>
            </p:cNvGrpSpPr>
            <p:nvPr/>
          </p:nvGrpSpPr>
          <p:grpSpPr bwMode="auto">
            <a:xfrm>
              <a:off x="3790" y="932"/>
              <a:ext cx="352" cy="630"/>
              <a:chOff x="9075" y="5880"/>
              <a:chExt cx="648" cy="1323"/>
            </a:xfrm>
          </p:grpSpPr>
          <p:sp>
            <p:nvSpPr>
              <p:cNvPr id="112770" name="Line 22">
                <a:extLst>
                  <a:ext uri="{FF2B5EF4-FFF2-40B4-BE49-F238E27FC236}">
                    <a16:creationId xmlns:a16="http://schemas.microsoft.com/office/drawing/2014/main" id="{EAF62957-D2DA-A84D-E557-57797AACB517}"/>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71" name="Line 23">
                <a:extLst>
                  <a:ext uri="{FF2B5EF4-FFF2-40B4-BE49-F238E27FC236}">
                    <a16:creationId xmlns:a16="http://schemas.microsoft.com/office/drawing/2014/main" id="{28AE14CA-0AD5-A81C-D851-B459123977DE}"/>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2" name="Line 24">
                <a:extLst>
                  <a:ext uri="{FF2B5EF4-FFF2-40B4-BE49-F238E27FC236}">
                    <a16:creationId xmlns:a16="http://schemas.microsoft.com/office/drawing/2014/main" id="{5A9C309E-AD73-7557-722B-E1C4F9C2E927}"/>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3" name="Line 25">
                <a:extLst>
                  <a:ext uri="{FF2B5EF4-FFF2-40B4-BE49-F238E27FC236}">
                    <a16:creationId xmlns:a16="http://schemas.microsoft.com/office/drawing/2014/main" id="{5A2F9269-ECD4-D40D-FB4E-BBD03683CA17}"/>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74" name="Line 26">
                <a:extLst>
                  <a:ext uri="{FF2B5EF4-FFF2-40B4-BE49-F238E27FC236}">
                    <a16:creationId xmlns:a16="http://schemas.microsoft.com/office/drawing/2014/main" id="{FCCB0D78-160A-C12F-0813-0F2AFD988BE2}"/>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654" name="Group 27">
              <a:extLst>
                <a:ext uri="{FF2B5EF4-FFF2-40B4-BE49-F238E27FC236}">
                  <a16:creationId xmlns:a16="http://schemas.microsoft.com/office/drawing/2014/main" id="{529B040F-08BD-9E64-0A03-0CFBDC27168A}"/>
                </a:ext>
              </a:extLst>
            </p:cNvPr>
            <p:cNvGrpSpPr>
              <a:grpSpLocks/>
            </p:cNvGrpSpPr>
            <p:nvPr/>
          </p:nvGrpSpPr>
          <p:grpSpPr bwMode="auto">
            <a:xfrm>
              <a:off x="3106" y="932"/>
              <a:ext cx="352" cy="630"/>
              <a:chOff x="9075" y="5880"/>
              <a:chExt cx="648" cy="1323"/>
            </a:xfrm>
          </p:grpSpPr>
          <p:sp>
            <p:nvSpPr>
              <p:cNvPr id="112765" name="Line 28">
                <a:extLst>
                  <a:ext uri="{FF2B5EF4-FFF2-40B4-BE49-F238E27FC236}">
                    <a16:creationId xmlns:a16="http://schemas.microsoft.com/office/drawing/2014/main" id="{F336FCF3-5DE4-C09E-F97F-BFD268C94CD7}"/>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66" name="Line 29">
                <a:extLst>
                  <a:ext uri="{FF2B5EF4-FFF2-40B4-BE49-F238E27FC236}">
                    <a16:creationId xmlns:a16="http://schemas.microsoft.com/office/drawing/2014/main" id="{A10F87C1-BF5D-509A-992A-BA0F7D547EB5}"/>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7" name="Line 30">
                <a:extLst>
                  <a:ext uri="{FF2B5EF4-FFF2-40B4-BE49-F238E27FC236}">
                    <a16:creationId xmlns:a16="http://schemas.microsoft.com/office/drawing/2014/main" id="{FA05A2B1-53E3-7FD1-A718-9DB4D04D740A}"/>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8" name="Line 31">
                <a:extLst>
                  <a:ext uri="{FF2B5EF4-FFF2-40B4-BE49-F238E27FC236}">
                    <a16:creationId xmlns:a16="http://schemas.microsoft.com/office/drawing/2014/main" id="{037E9A6A-D80D-AE64-752B-132D07FF3EEF}"/>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9" name="Line 32">
                <a:extLst>
                  <a:ext uri="{FF2B5EF4-FFF2-40B4-BE49-F238E27FC236}">
                    <a16:creationId xmlns:a16="http://schemas.microsoft.com/office/drawing/2014/main" id="{4966FBE6-8D0A-5AAA-3CC1-931E56CCF742}"/>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55" name="Text Box 34">
              <a:extLst>
                <a:ext uri="{FF2B5EF4-FFF2-40B4-BE49-F238E27FC236}">
                  <a16:creationId xmlns:a16="http://schemas.microsoft.com/office/drawing/2014/main" id="{7CA2F7B9-4D61-EBE9-D2F8-F71DBBCF227C}"/>
                </a:ext>
              </a:extLst>
            </p:cNvPr>
            <p:cNvSpPr txBox="1">
              <a:spLocks noChangeArrowheads="1"/>
            </p:cNvSpPr>
            <p:nvPr/>
          </p:nvSpPr>
          <p:spPr bwMode="auto">
            <a:xfrm>
              <a:off x="4278" y="1553"/>
              <a:ext cx="391" cy="22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p>
          </p:txBody>
        </p:sp>
        <p:sp>
          <p:nvSpPr>
            <p:cNvPr id="112656" name="Text Box 35">
              <a:extLst>
                <a:ext uri="{FF2B5EF4-FFF2-40B4-BE49-F238E27FC236}">
                  <a16:creationId xmlns:a16="http://schemas.microsoft.com/office/drawing/2014/main" id="{5E1DBF08-50BE-4130-649C-1003EDC25325}"/>
                </a:ext>
              </a:extLst>
            </p:cNvPr>
            <p:cNvSpPr txBox="1">
              <a:spLocks noChangeArrowheads="1"/>
            </p:cNvSpPr>
            <p:nvPr/>
          </p:nvSpPr>
          <p:spPr bwMode="auto">
            <a:xfrm>
              <a:off x="3635" y="1567"/>
              <a:ext cx="391" cy="22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57" name="Text Box 36">
              <a:extLst>
                <a:ext uri="{FF2B5EF4-FFF2-40B4-BE49-F238E27FC236}">
                  <a16:creationId xmlns:a16="http://schemas.microsoft.com/office/drawing/2014/main" id="{1F7A332A-4895-C6A8-0A50-961D4741C458}"/>
                </a:ext>
              </a:extLst>
            </p:cNvPr>
            <p:cNvSpPr txBox="1">
              <a:spLocks noChangeArrowheads="1"/>
            </p:cNvSpPr>
            <p:nvPr/>
          </p:nvSpPr>
          <p:spPr bwMode="auto">
            <a:xfrm>
              <a:off x="2960" y="1560"/>
              <a:ext cx="390" cy="22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58" name="Text Box 37">
              <a:extLst>
                <a:ext uri="{FF2B5EF4-FFF2-40B4-BE49-F238E27FC236}">
                  <a16:creationId xmlns:a16="http://schemas.microsoft.com/office/drawing/2014/main" id="{E18CB9F0-C078-CE9F-33E5-5542E85400CF}"/>
                </a:ext>
              </a:extLst>
            </p:cNvPr>
            <p:cNvSpPr txBox="1">
              <a:spLocks noChangeArrowheads="1"/>
            </p:cNvSpPr>
            <p:nvPr/>
          </p:nvSpPr>
          <p:spPr bwMode="auto">
            <a:xfrm>
              <a:off x="2292" y="1567"/>
              <a:ext cx="391" cy="22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59" name="Line 38">
              <a:extLst>
                <a:ext uri="{FF2B5EF4-FFF2-40B4-BE49-F238E27FC236}">
                  <a16:creationId xmlns:a16="http://schemas.microsoft.com/office/drawing/2014/main" id="{826A38A3-60B9-115C-A51E-A4A8C87D2B05}"/>
                </a:ext>
              </a:extLst>
            </p:cNvPr>
            <p:cNvSpPr>
              <a:spLocks noChangeShapeType="1"/>
            </p:cNvSpPr>
            <p:nvPr/>
          </p:nvSpPr>
          <p:spPr bwMode="auto">
            <a:xfrm>
              <a:off x="2422" y="1353"/>
              <a:ext cx="0" cy="22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60" name="Line 39">
              <a:extLst>
                <a:ext uri="{FF2B5EF4-FFF2-40B4-BE49-F238E27FC236}">
                  <a16:creationId xmlns:a16="http://schemas.microsoft.com/office/drawing/2014/main" id="{E3BE9F29-4ED6-DE03-FCD7-A9C68E90EAB5}"/>
                </a:ext>
              </a:extLst>
            </p:cNvPr>
            <p:cNvSpPr>
              <a:spLocks noChangeShapeType="1"/>
            </p:cNvSpPr>
            <p:nvPr/>
          </p:nvSpPr>
          <p:spPr bwMode="auto">
            <a:xfrm>
              <a:off x="3073" y="1353"/>
              <a:ext cx="0" cy="213"/>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61" name="Line 40">
              <a:extLst>
                <a:ext uri="{FF2B5EF4-FFF2-40B4-BE49-F238E27FC236}">
                  <a16:creationId xmlns:a16="http://schemas.microsoft.com/office/drawing/2014/main" id="{7196DD47-EF90-078F-0BE5-355D64AE3212}"/>
                </a:ext>
              </a:extLst>
            </p:cNvPr>
            <p:cNvSpPr>
              <a:spLocks noChangeShapeType="1"/>
            </p:cNvSpPr>
            <p:nvPr/>
          </p:nvSpPr>
          <p:spPr bwMode="auto">
            <a:xfrm>
              <a:off x="3741" y="1353"/>
              <a:ext cx="0" cy="213"/>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62" name="Line 41">
              <a:extLst>
                <a:ext uri="{FF2B5EF4-FFF2-40B4-BE49-F238E27FC236}">
                  <a16:creationId xmlns:a16="http://schemas.microsoft.com/office/drawing/2014/main" id="{EA41ADAF-D2AE-DD78-5091-57E9D311417F}"/>
                </a:ext>
              </a:extLst>
            </p:cNvPr>
            <p:cNvSpPr>
              <a:spLocks noChangeShapeType="1"/>
            </p:cNvSpPr>
            <p:nvPr/>
          </p:nvSpPr>
          <p:spPr bwMode="auto">
            <a:xfrm>
              <a:off x="4384" y="1346"/>
              <a:ext cx="0" cy="212"/>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63" name="Line 42">
              <a:extLst>
                <a:ext uri="{FF2B5EF4-FFF2-40B4-BE49-F238E27FC236}">
                  <a16:creationId xmlns:a16="http://schemas.microsoft.com/office/drawing/2014/main" id="{7A5D45BB-7B17-5580-6687-D54509D04F51}"/>
                </a:ext>
              </a:extLst>
            </p:cNvPr>
            <p:cNvSpPr>
              <a:spLocks noChangeShapeType="1"/>
            </p:cNvSpPr>
            <p:nvPr/>
          </p:nvSpPr>
          <p:spPr bwMode="auto">
            <a:xfrm>
              <a:off x="2569" y="1410"/>
              <a:ext cx="0" cy="15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97304" name="Text Box 44">
              <a:extLst>
                <a:ext uri="{FF2B5EF4-FFF2-40B4-BE49-F238E27FC236}">
                  <a16:creationId xmlns:a16="http://schemas.microsoft.com/office/drawing/2014/main" id="{48A1939C-F6AE-438B-BA3B-33B682D953A2}"/>
                </a:ext>
              </a:extLst>
            </p:cNvPr>
            <p:cNvSpPr txBox="1">
              <a:spLocks noChangeArrowheads="1"/>
            </p:cNvSpPr>
            <p:nvPr/>
          </p:nvSpPr>
          <p:spPr bwMode="auto">
            <a:xfrm>
              <a:off x="3651" y="1989"/>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a</a:t>
              </a:r>
              <a:r>
                <a:rPr lang="en-US" sz="1400" baseline="-25000" dirty="0">
                  <a:latin typeface="Arial" charset="0"/>
                  <a:cs typeface="Arial" charset="0"/>
                </a:rPr>
                <a:t>0</a:t>
              </a:r>
              <a:r>
                <a:rPr lang="en-US" sz="1400" dirty="0">
                  <a:latin typeface="Arial" charset="0"/>
                  <a:cs typeface="Arial" charset="0"/>
                </a:rPr>
                <a:t>b</a:t>
              </a:r>
              <a:r>
                <a:rPr lang="en-US" sz="1400" baseline="-25000" dirty="0">
                  <a:latin typeface="Arial" charset="0"/>
                  <a:cs typeface="Arial" charset="0"/>
                </a:rPr>
                <a:t>2</a:t>
              </a:r>
            </a:p>
            <a:p>
              <a:pPr>
                <a:defRPr/>
              </a:pPr>
              <a:endParaRPr lang="en-US" sz="1400" dirty="0">
                <a:latin typeface="Arial" charset="0"/>
                <a:cs typeface="Arial" charset="0"/>
              </a:endParaRPr>
            </a:p>
          </p:txBody>
        </p:sp>
        <p:sp>
          <p:nvSpPr>
            <p:cNvPr id="97305" name="Text Box 45">
              <a:extLst>
                <a:ext uri="{FF2B5EF4-FFF2-40B4-BE49-F238E27FC236}">
                  <a16:creationId xmlns:a16="http://schemas.microsoft.com/office/drawing/2014/main" id="{712761D3-A62E-460B-BFF3-62A5486F04FA}"/>
                </a:ext>
              </a:extLst>
            </p:cNvPr>
            <p:cNvSpPr txBox="1">
              <a:spLocks noChangeArrowheads="1"/>
            </p:cNvSpPr>
            <p:nvPr/>
          </p:nvSpPr>
          <p:spPr bwMode="auto">
            <a:xfrm>
              <a:off x="2992" y="1989"/>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а</a:t>
              </a:r>
              <a:r>
                <a:rPr lang="en-US" sz="1400" baseline="-25000" dirty="0">
                  <a:latin typeface="Arial" charset="0"/>
                  <a:cs typeface="Arial" charset="0"/>
                </a:rPr>
                <a:t>1</a:t>
              </a:r>
              <a:r>
                <a:rPr lang="en-US" sz="1400" dirty="0">
                  <a:latin typeface="Arial" charset="0"/>
                  <a:cs typeface="Arial" charset="0"/>
                </a:rPr>
                <a:t>b</a:t>
              </a:r>
              <a:r>
                <a:rPr lang="en-US" sz="1400" baseline="-25000" dirty="0">
                  <a:latin typeface="Arial" charset="0"/>
                  <a:cs typeface="Arial" charset="0"/>
                </a:rPr>
                <a:t>2</a:t>
              </a:r>
            </a:p>
            <a:p>
              <a:pPr>
                <a:defRPr/>
              </a:pPr>
              <a:endParaRPr lang="en-US" sz="1400" dirty="0">
                <a:latin typeface="Arial" charset="0"/>
                <a:cs typeface="Arial" charset="0"/>
              </a:endParaRPr>
            </a:p>
          </p:txBody>
        </p:sp>
        <p:sp>
          <p:nvSpPr>
            <p:cNvPr id="97306" name="Text Box 46">
              <a:extLst>
                <a:ext uri="{FF2B5EF4-FFF2-40B4-BE49-F238E27FC236}">
                  <a16:creationId xmlns:a16="http://schemas.microsoft.com/office/drawing/2014/main" id="{30F8DCEB-BF86-466E-BE73-C4306232E899}"/>
                </a:ext>
              </a:extLst>
            </p:cNvPr>
            <p:cNvSpPr txBox="1">
              <a:spLocks noChangeArrowheads="1"/>
            </p:cNvSpPr>
            <p:nvPr/>
          </p:nvSpPr>
          <p:spPr bwMode="auto">
            <a:xfrm>
              <a:off x="2324" y="1989"/>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а</a:t>
              </a:r>
              <a:r>
                <a:rPr lang="en-US" sz="1400" baseline="-25000" dirty="0">
                  <a:latin typeface="Arial" charset="0"/>
                  <a:cs typeface="Arial" charset="0"/>
                </a:rPr>
                <a:t>2</a:t>
              </a:r>
              <a:r>
                <a:rPr lang="en-US" sz="1400" dirty="0">
                  <a:latin typeface="Arial" charset="0"/>
                  <a:cs typeface="Arial" charset="0"/>
                </a:rPr>
                <a:t>b</a:t>
              </a:r>
              <a:r>
                <a:rPr lang="en-US" sz="1400" baseline="-25000" dirty="0">
                  <a:latin typeface="Arial" charset="0"/>
                  <a:cs typeface="Arial" charset="0"/>
                </a:rPr>
                <a:t>2</a:t>
              </a:r>
            </a:p>
            <a:p>
              <a:pPr>
                <a:defRPr/>
              </a:pPr>
              <a:endParaRPr lang="en-US" sz="1400" dirty="0">
                <a:latin typeface="Arial" charset="0"/>
                <a:cs typeface="Arial" charset="0"/>
              </a:endParaRPr>
            </a:p>
          </p:txBody>
        </p:sp>
        <p:sp>
          <p:nvSpPr>
            <p:cNvPr id="97307" name="Text Box 47">
              <a:extLst>
                <a:ext uri="{FF2B5EF4-FFF2-40B4-BE49-F238E27FC236}">
                  <a16:creationId xmlns:a16="http://schemas.microsoft.com/office/drawing/2014/main" id="{FFE3F54D-E36F-483F-8EAF-9787CF5BD4ED}"/>
                </a:ext>
              </a:extLst>
            </p:cNvPr>
            <p:cNvSpPr txBox="1">
              <a:spLocks noChangeArrowheads="1"/>
            </p:cNvSpPr>
            <p:nvPr/>
          </p:nvSpPr>
          <p:spPr bwMode="auto">
            <a:xfrm>
              <a:off x="1665" y="1989"/>
              <a:ext cx="391" cy="229"/>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а</a:t>
              </a:r>
              <a:r>
                <a:rPr lang="en-US" sz="1400" baseline="-25000" dirty="0">
                  <a:latin typeface="Arial" charset="0"/>
                  <a:cs typeface="Arial" charset="0"/>
                </a:rPr>
                <a:t>3</a:t>
              </a:r>
              <a:r>
                <a:rPr lang="en-US" sz="1400" dirty="0">
                  <a:latin typeface="Arial" charset="0"/>
                  <a:cs typeface="Arial" charset="0"/>
                </a:rPr>
                <a:t>b</a:t>
              </a:r>
              <a:r>
                <a:rPr lang="en-US" sz="1400" baseline="-25000" dirty="0">
                  <a:latin typeface="Arial" charset="0"/>
                  <a:cs typeface="Arial" charset="0"/>
                </a:rPr>
                <a:t>2</a:t>
              </a:r>
            </a:p>
            <a:p>
              <a:pPr>
                <a:defRPr/>
              </a:pPr>
              <a:endParaRPr lang="en-US" sz="1400" dirty="0">
                <a:latin typeface="Arial" charset="0"/>
                <a:cs typeface="Arial" charset="0"/>
              </a:endParaRPr>
            </a:p>
          </p:txBody>
        </p:sp>
        <p:sp>
          <p:nvSpPr>
            <p:cNvPr id="112668" name="Text Box 48">
              <a:extLst>
                <a:ext uri="{FF2B5EF4-FFF2-40B4-BE49-F238E27FC236}">
                  <a16:creationId xmlns:a16="http://schemas.microsoft.com/office/drawing/2014/main" id="{766AE6FB-275A-A1F9-FDFA-81FBADE8B002}"/>
                </a:ext>
              </a:extLst>
            </p:cNvPr>
            <p:cNvSpPr txBox="1">
              <a:spLocks noChangeArrowheads="1"/>
            </p:cNvSpPr>
            <p:nvPr/>
          </p:nvSpPr>
          <p:spPr bwMode="auto">
            <a:xfrm>
              <a:off x="3700" y="2424"/>
              <a:ext cx="391" cy="21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p>
          </p:txBody>
        </p:sp>
        <p:sp>
          <p:nvSpPr>
            <p:cNvPr id="112669" name="Text Box 49">
              <a:extLst>
                <a:ext uri="{FF2B5EF4-FFF2-40B4-BE49-F238E27FC236}">
                  <a16:creationId xmlns:a16="http://schemas.microsoft.com/office/drawing/2014/main" id="{30375968-B6CA-67CA-43D8-B8CB08682652}"/>
                </a:ext>
              </a:extLst>
            </p:cNvPr>
            <p:cNvSpPr txBox="1">
              <a:spLocks noChangeArrowheads="1"/>
            </p:cNvSpPr>
            <p:nvPr/>
          </p:nvSpPr>
          <p:spPr bwMode="auto">
            <a:xfrm>
              <a:off x="3057" y="2437"/>
              <a:ext cx="391" cy="220"/>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70" name="Text Box 50">
              <a:extLst>
                <a:ext uri="{FF2B5EF4-FFF2-40B4-BE49-F238E27FC236}">
                  <a16:creationId xmlns:a16="http://schemas.microsoft.com/office/drawing/2014/main" id="{DF30544C-4A49-BA42-ED2A-A107C8F2280A}"/>
                </a:ext>
              </a:extLst>
            </p:cNvPr>
            <p:cNvSpPr txBox="1">
              <a:spLocks noChangeArrowheads="1"/>
            </p:cNvSpPr>
            <p:nvPr/>
          </p:nvSpPr>
          <p:spPr bwMode="auto">
            <a:xfrm>
              <a:off x="2381" y="2431"/>
              <a:ext cx="391" cy="21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71" name="Text Box 51">
              <a:extLst>
                <a:ext uri="{FF2B5EF4-FFF2-40B4-BE49-F238E27FC236}">
                  <a16:creationId xmlns:a16="http://schemas.microsoft.com/office/drawing/2014/main" id="{899AE78C-77B2-FA25-E2F6-694A7FF0D1A3}"/>
                </a:ext>
              </a:extLst>
            </p:cNvPr>
            <p:cNvSpPr txBox="1">
              <a:spLocks noChangeArrowheads="1"/>
            </p:cNvSpPr>
            <p:nvPr/>
          </p:nvSpPr>
          <p:spPr bwMode="auto">
            <a:xfrm>
              <a:off x="1714" y="2437"/>
              <a:ext cx="390" cy="220"/>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72" name="Line 52">
              <a:extLst>
                <a:ext uri="{FF2B5EF4-FFF2-40B4-BE49-F238E27FC236}">
                  <a16:creationId xmlns:a16="http://schemas.microsoft.com/office/drawing/2014/main" id="{D4FD98E2-8BC2-74F2-50BC-560A9F094178}"/>
                </a:ext>
              </a:extLst>
            </p:cNvPr>
            <p:cNvSpPr>
              <a:spLocks noChangeShapeType="1"/>
            </p:cNvSpPr>
            <p:nvPr/>
          </p:nvSpPr>
          <p:spPr bwMode="auto">
            <a:xfrm>
              <a:off x="1844" y="2232"/>
              <a:ext cx="0" cy="211"/>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73" name="Line 53">
              <a:extLst>
                <a:ext uri="{FF2B5EF4-FFF2-40B4-BE49-F238E27FC236}">
                  <a16:creationId xmlns:a16="http://schemas.microsoft.com/office/drawing/2014/main" id="{F4C6A547-1178-4429-EA40-94DDD8EAD277}"/>
                </a:ext>
              </a:extLst>
            </p:cNvPr>
            <p:cNvSpPr>
              <a:spLocks noChangeShapeType="1"/>
            </p:cNvSpPr>
            <p:nvPr/>
          </p:nvSpPr>
          <p:spPr bwMode="auto">
            <a:xfrm>
              <a:off x="2495" y="2232"/>
              <a:ext cx="0" cy="203"/>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74" name="Line 54">
              <a:extLst>
                <a:ext uri="{FF2B5EF4-FFF2-40B4-BE49-F238E27FC236}">
                  <a16:creationId xmlns:a16="http://schemas.microsoft.com/office/drawing/2014/main" id="{7E9A3F92-440C-FE7D-F964-D555226BD985}"/>
                </a:ext>
              </a:extLst>
            </p:cNvPr>
            <p:cNvSpPr>
              <a:spLocks noChangeShapeType="1"/>
            </p:cNvSpPr>
            <p:nvPr/>
          </p:nvSpPr>
          <p:spPr bwMode="auto">
            <a:xfrm>
              <a:off x="3163" y="2232"/>
              <a:ext cx="0" cy="203"/>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75" name="Line 55">
              <a:extLst>
                <a:ext uri="{FF2B5EF4-FFF2-40B4-BE49-F238E27FC236}">
                  <a16:creationId xmlns:a16="http://schemas.microsoft.com/office/drawing/2014/main" id="{7CC7AA49-1325-D7B0-7D1B-B97F55E3299C}"/>
                </a:ext>
              </a:extLst>
            </p:cNvPr>
            <p:cNvSpPr>
              <a:spLocks noChangeShapeType="1"/>
            </p:cNvSpPr>
            <p:nvPr/>
          </p:nvSpPr>
          <p:spPr bwMode="auto">
            <a:xfrm>
              <a:off x="3806" y="2225"/>
              <a:ext cx="0" cy="204"/>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76" name="Line 56">
              <a:extLst>
                <a:ext uri="{FF2B5EF4-FFF2-40B4-BE49-F238E27FC236}">
                  <a16:creationId xmlns:a16="http://schemas.microsoft.com/office/drawing/2014/main" id="{D636A839-477E-A3BA-5EDB-8CB678E4E1D9}"/>
                </a:ext>
              </a:extLst>
            </p:cNvPr>
            <p:cNvSpPr>
              <a:spLocks noChangeShapeType="1"/>
            </p:cNvSpPr>
            <p:nvPr/>
          </p:nvSpPr>
          <p:spPr bwMode="auto">
            <a:xfrm>
              <a:off x="1990" y="2308"/>
              <a:ext cx="0" cy="137"/>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grpSp>
          <p:nvGrpSpPr>
            <p:cNvPr id="112677" name="Group 57">
              <a:extLst>
                <a:ext uri="{FF2B5EF4-FFF2-40B4-BE49-F238E27FC236}">
                  <a16:creationId xmlns:a16="http://schemas.microsoft.com/office/drawing/2014/main" id="{7BC3489F-00C5-142E-42F8-734B1A15E1F9}"/>
                </a:ext>
              </a:extLst>
            </p:cNvPr>
            <p:cNvGrpSpPr>
              <a:grpSpLocks/>
            </p:cNvGrpSpPr>
            <p:nvPr/>
          </p:nvGrpSpPr>
          <p:grpSpPr bwMode="auto">
            <a:xfrm>
              <a:off x="2512" y="1811"/>
              <a:ext cx="351" cy="630"/>
              <a:chOff x="9075" y="5880"/>
              <a:chExt cx="648" cy="1323"/>
            </a:xfrm>
          </p:grpSpPr>
          <p:sp>
            <p:nvSpPr>
              <p:cNvPr id="112760" name="Line 58">
                <a:extLst>
                  <a:ext uri="{FF2B5EF4-FFF2-40B4-BE49-F238E27FC236}">
                    <a16:creationId xmlns:a16="http://schemas.microsoft.com/office/drawing/2014/main" id="{D4C182B6-9943-9608-0E31-7A5708FFFF10}"/>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61" name="Line 59">
                <a:extLst>
                  <a:ext uri="{FF2B5EF4-FFF2-40B4-BE49-F238E27FC236}">
                    <a16:creationId xmlns:a16="http://schemas.microsoft.com/office/drawing/2014/main" id="{503D6EAB-36CD-07BD-51E9-25A732741E34}"/>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2" name="Line 60">
                <a:extLst>
                  <a:ext uri="{FF2B5EF4-FFF2-40B4-BE49-F238E27FC236}">
                    <a16:creationId xmlns:a16="http://schemas.microsoft.com/office/drawing/2014/main" id="{F0B7B17C-C748-AB8A-C550-D1789D9B0649}"/>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3" name="Line 61">
                <a:extLst>
                  <a:ext uri="{FF2B5EF4-FFF2-40B4-BE49-F238E27FC236}">
                    <a16:creationId xmlns:a16="http://schemas.microsoft.com/office/drawing/2014/main" id="{B7901669-2E71-72A0-B75B-1097774427C2}"/>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64" name="Line 62">
                <a:extLst>
                  <a:ext uri="{FF2B5EF4-FFF2-40B4-BE49-F238E27FC236}">
                    <a16:creationId xmlns:a16="http://schemas.microsoft.com/office/drawing/2014/main" id="{BB4E9184-4A16-8128-E5DE-020F6CCAA33E}"/>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678" name="Group 63">
              <a:extLst>
                <a:ext uri="{FF2B5EF4-FFF2-40B4-BE49-F238E27FC236}">
                  <a16:creationId xmlns:a16="http://schemas.microsoft.com/office/drawing/2014/main" id="{C04D2D9A-9212-235A-FB25-B8395B4202CC}"/>
                </a:ext>
              </a:extLst>
            </p:cNvPr>
            <p:cNvGrpSpPr>
              <a:grpSpLocks/>
            </p:cNvGrpSpPr>
            <p:nvPr/>
          </p:nvGrpSpPr>
          <p:grpSpPr bwMode="auto">
            <a:xfrm>
              <a:off x="3147" y="1811"/>
              <a:ext cx="351" cy="630"/>
              <a:chOff x="9075" y="5880"/>
              <a:chExt cx="648" cy="1323"/>
            </a:xfrm>
          </p:grpSpPr>
          <p:sp>
            <p:nvSpPr>
              <p:cNvPr id="112755" name="Line 64">
                <a:extLst>
                  <a:ext uri="{FF2B5EF4-FFF2-40B4-BE49-F238E27FC236}">
                    <a16:creationId xmlns:a16="http://schemas.microsoft.com/office/drawing/2014/main" id="{F827F926-E893-258A-1AF8-7F3D1EA7DEBC}"/>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56" name="Line 65">
                <a:extLst>
                  <a:ext uri="{FF2B5EF4-FFF2-40B4-BE49-F238E27FC236}">
                    <a16:creationId xmlns:a16="http://schemas.microsoft.com/office/drawing/2014/main" id="{3B1F2853-FBD3-DDB2-4537-D598194B3862}"/>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7" name="Line 66">
                <a:extLst>
                  <a:ext uri="{FF2B5EF4-FFF2-40B4-BE49-F238E27FC236}">
                    <a16:creationId xmlns:a16="http://schemas.microsoft.com/office/drawing/2014/main" id="{499258A1-E324-5538-048E-E307CB2C6D6C}"/>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8" name="Line 67">
                <a:extLst>
                  <a:ext uri="{FF2B5EF4-FFF2-40B4-BE49-F238E27FC236}">
                    <a16:creationId xmlns:a16="http://schemas.microsoft.com/office/drawing/2014/main" id="{156D2BA3-6460-980E-528D-40BBCC30134B}"/>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9" name="Line 68">
                <a:extLst>
                  <a:ext uri="{FF2B5EF4-FFF2-40B4-BE49-F238E27FC236}">
                    <a16:creationId xmlns:a16="http://schemas.microsoft.com/office/drawing/2014/main" id="{15AF9606-4DA4-B18C-9176-67972581FF59}"/>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679" name="Group 69">
              <a:extLst>
                <a:ext uri="{FF2B5EF4-FFF2-40B4-BE49-F238E27FC236}">
                  <a16:creationId xmlns:a16="http://schemas.microsoft.com/office/drawing/2014/main" id="{228F05B8-92AB-F7E9-1504-C0CD55C487F7}"/>
                </a:ext>
              </a:extLst>
            </p:cNvPr>
            <p:cNvGrpSpPr>
              <a:grpSpLocks/>
            </p:cNvGrpSpPr>
            <p:nvPr/>
          </p:nvGrpSpPr>
          <p:grpSpPr bwMode="auto">
            <a:xfrm>
              <a:off x="3822" y="1803"/>
              <a:ext cx="352" cy="631"/>
              <a:chOff x="9075" y="5880"/>
              <a:chExt cx="648" cy="1323"/>
            </a:xfrm>
          </p:grpSpPr>
          <p:sp>
            <p:nvSpPr>
              <p:cNvPr id="112750" name="Line 70">
                <a:extLst>
                  <a:ext uri="{FF2B5EF4-FFF2-40B4-BE49-F238E27FC236}">
                    <a16:creationId xmlns:a16="http://schemas.microsoft.com/office/drawing/2014/main" id="{D8F208C9-64C5-8C0E-ADE4-D08A3CA6DA29}"/>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51" name="Line 71">
                <a:extLst>
                  <a:ext uri="{FF2B5EF4-FFF2-40B4-BE49-F238E27FC236}">
                    <a16:creationId xmlns:a16="http://schemas.microsoft.com/office/drawing/2014/main" id="{8DF9A4DF-E55E-4D36-CC84-AA97D63FC852}"/>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2" name="Line 72">
                <a:extLst>
                  <a:ext uri="{FF2B5EF4-FFF2-40B4-BE49-F238E27FC236}">
                    <a16:creationId xmlns:a16="http://schemas.microsoft.com/office/drawing/2014/main" id="{DF66003D-9D4E-A31B-36F7-B79D5F902F06}"/>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3" name="Line 73">
                <a:extLst>
                  <a:ext uri="{FF2B5EF4-FFF2-40B4-BE49-F238E27FC236}">
                    <a16:creationId xmlns:a16="http://schemas.microsoft.com/office/drawing/2014/main" id="{6925E725-23BD-C0D4-864D-03EB43A576A2}"/>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54" name="Line 74">
                <a:extLst>
                  <a:ext uri="{FF2B5EF4-FFF2-40B4-BE49-F238E27FC236}">
                    <a16:creationId xmlns:a16="http://schemas.microsoft.com/office/drawing/2014/main" id="{6534167A-AE6B-F43D-212A-996A16494F5E}"/>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97320" name="Text Box 76">
              <a:extLst>
                <a:ext uri="{FF2B5EF4-FFF2-40B4-BE49-F238E27FC236}">
                  <a16:creationId xmlns:a16="http://schemas.microsoft.com/office/drawing/2014/main" id="{C47AC0E4-AE86-4778-860C-200133017455}"/>
                </a:ext>
              </a:extLst>
            </p:cNvPr>
            <p:cNvSpPr txBox="1">
              <a:spLocks noChangeArrowheads="1"/>
            </p:cNvSpPr>
            <p:nvPr/>
          </p:nvSpPr>
          <p:spPr bwMode="auto">
            <a:xfrm>
              <a:off x="3081" y="2861"/>
              <a:ext cx="391" cy="228"/>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a</a:t>
              </a:r>
              <a:r>
                <a:rPr lang="en-US" sz="1400" baseline="-25000" dirty="0">
                  <a:latin typeface="Arial" charset="0"/>
                  <a:cs typeface="Arial" charset="0"/>
                </a:rPr>
                <a:t>0</a:t>
              </a:r>
              <a:r>
                <a:rPr lang="en-US" sz="1400" dirty="0">
                  <a:latin typeface="Arial" charset="0"/>
                  <a:cs typeface="Arial" charset="0"/>
                </a:rPr>
                <a:t>b</a:t>
              </a:r>
              <a:r>
                <a:rPr lang="en-US" sz="1400" baseline="-25000" dirty="0">
                  <a:latin typeface="Arial" charset="0"/>
                  <a:cs typeface="Arial" charset="0"/>
                </a:rPr>
                <a:t>3</a:t>
              </a:r>
            </a:p>
            <a:p>
              <a:pPr>
                <a:defRPr/>
              </a:pPr>
              <a:endParaRPr lang="en-US" sz="1400" dirty="0">
                <a:latin typeface="Arial" charset="0"/>
                <a:cs typeface="Arial" charset="0"/>
              </a:endParaRPr>
            </a:p>
          </p:txBody>
        </p:sp>
        <p:sp>
          <p:nvSpPr>
            <p:cNvPr id="97321" name="Text Box 77">
              <a:extLst>
                <a:ext uri="{FF2B5EF4-FFF2-40B4-BE49-F238E27FC236}">
                  <a16:creationId xmlns:a16="http://schemas.microsoft.com/office/drawing/2014/main" id="{7D8EB716-81F4-4741-B1FF-2C1A8147D90A}"/>
                </a:ext>
              </a:extLst>
            </p:cNvPr>
            <p:cNvSpPr txBox="1">
              <a:spLocks noChangeArrowheads="1"/>
            </p:cNvSpPr>
            <p:nvPr/>
          </p:nvSpPr>
          <p:spPr bwMode="auto">
            <a:xfrm>
              <a:off x="2422" y="2861"/>
              <a:ext cx="391" cy="228"/>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a:latin typeface="Arial" charset="0"/>
                  <a:cs typeface="Arial" charset="0"/>
                </a:rPr>
                <a:t>а</a:t>
              </a:r>
              <a:r>
                <a:rPr lang="en-US" sz="1400" baseline="-25000">
                  <a:latin typeface="Arial" charset="0"/>
                  <a:cs typeface="Arial" charset="0"/>
                </a:rPr>
                <a:t>1</a:t>
              </a:r>
              <a:r>
                <a:rPr lang="en-US" sz="1400">
                  <a:latin typeface="Arial" charset="0"/>
                  <a:cs typeface="Arial" charset="0"/>
                </a:rPr>
                <a:t>b</a:t>
              </a:r>
              <a:r>
                <a:rPr lang="en-US" sz="1400" baseline="-25000">
                  <a:latin typeface="Arial" charset="0"/>
                  <a:cs typeface="Arial" charset="0"/>
                </a:rPr>
                <a:t>3</a:t>
              </a:r>
            </a:p>
            <a:p>
              <a:pPr>
                <a:defRPr/>
              </a:pPr>
              <a:endParaRPr lang="en-US" sz="1400">
                <a:latin typeface="Arial" charset="0"/>
                <a:cs typeface="Arial" charset="0"/>
              </a:endParaRPr>
            </a:p>
          </p:txBody>
        </p:sp>
        <p:sp>
          <p:nvSpPr>
            <p:cNvPr id="97322" name="Text Box 78">
              <a:extLst>
                <a:ext uri="{FF2B5EF4-FFF2-40B4-BE49-F238E27FC236}">
                  <a16:creationId xmlns:a16="http://schemas.microsoft.com/office/drawing/2014/main" id="{0B99A923-0B59-4F49-9001-18D04718D809}"/>
                </a:ext>
              </a:extLst>
            </p:cNvPr>
            <p:cNvSpPr txBox="1">
              <a:spLocks noChangeArrowheads="1"/>
            </p:cNvSpPr>
            <p:nvPr/>
          </p:nvSpPr>
          <p:spPr bwMode="auto">
            <a:xfrm>
              <a:off x="1754" y="2861"/>
              <a:ext cx="391" cy="228"/>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а</a:t>
              </a:r>
              <a:r>
                <a:rPr lang="en-US" sz="1400" baseline="-25000" dirty="0">
                  <a:latin typeface="Arial" charset="0"/>
                  <a:cs typeface="Arial" charset="0"/>
                </a:rPr>
                <a:t>2</a:t>
              </a:r>
              <a:r>
                <a:rPr lang="en-US" sz="1400" dirty="0">
                  <a:latin typeface="Arial" charset="0"/>
                  <a:cs typeface="Arial" charset="0"/>
                </a:rPr>
                <a:t>b</a:t>
              </a:r>
              <a:r>
                <a:rPr lang="en-US" sz="1400" baseline="-25000" dirty="0">
                  <a:latin typeface="Arial" charset="0"/>
                  <a:cs typeface="Arial" charset="0"/>
                </a:rPr>
                <a:t>3</a:t>
              </a:r>
            </a:p>
            <a:p>
              <a:pPr>
                <a:defRPr/>
              </a:pPr>
              <a:endParaRPr lang="en-US" sz="1400" dirty="0">
                <a:latin typeface="Arial" charset="0"/>
                <a:cs typeface="Arial" charset="0"/>
              </a:endParaRPr>
            </a:p>
          </p:txBody>
        </p:sp>
        <p:sp>
          <p:nvSpPr>
            <p:cNvPr id="97323" name="Text Box 79">
              <a:extLst>
                <a:ext uri="{FF2B5EF4-FFF2-40B4-BE49-F238E27FC236}">
                  <a16:creationId xmlns:a16="http://schemas.microsoft.com/office/drawing/2014/main" id="{E87773DD-1393-4631-AEEB-4A2AF2017225}"/>
                </a:ext>
              </a:extLst>
            </p:cNvPr>
            <p:cNvSpPr txBox="1">
              <a:spLocks noChangeArrowheads="1"/>
            </p:cNvSpPr>
            <p:nvPr/>
          </p:nvSpPr>
          <p:spPr bwMode="auto">
            <a:xfrm>
              <a:off x="1095" y="2861"/>
              <a:ext cx="391" cy="228"/>
            </a:xfrm>
            <a:prstGeom prst="rect">
              <a:avLst/>
            </a:prstGeom>
            <a:solidFill>
              <a:schemeClr val="accent1">
                <a:lumMod val="20000"/>
                <a:lumOff val="80000"/>
              </a:schemeClr>
            </a:solidFill>
            <a:ln w="31750">
              <a:solidFill>
                <a:srgbClr val="000000"/>
              </a:solidFill>
              <a:miter lim="800000"/>
              <a:headEnd/>
              <a:tailEnd/>
            </a:ln>
          </p:spPr>
          <p:txBody>
            <a:bodyPr/>
            <a:lstStyle/>
            <a:p>
              <a:pPr>
                <a:defRPr/>
              </a:pPr>
              <a:r>
                <a:rPr lang="en-US" sz="1400" dirty="0">
                  <a:latin typeface="Arial" charset="0"/>
                  <a:cs typeface="Arial" charset="0"/>
                </a:rPr>
                <a:t>а</a:t>
              </a:r>
              <a:r>
                <a:rPr lang="en-US" sz="1400" baseline="-25000" dirty="0">
                  <a:latin typeface="Arial" charset="0"/>
                  <a:cs typeface="Arial" charset="0"/>
                </a:rPr>
                <a:t>3</a:t>
              </a:r>
              <a:r>
                <a:rPr lang="en-US" sz="1400" dirty="0">
                  <a:latin typeface="Arial" charset="0"/>
                  <a:cs typeface="Arial" charset="0"/>
                </a:rPr>
                <a:t>b</a:t>
              </a:r>
              <a:r>
                <a:rPr lang="en-US" sz="1400" baseline="-25000" dirty="0">
                  <a:latin typeface="Arial" charset="0"/>
                  <a:cs typeface="Arial" charset="0"/>
                </a:rPr>
                <a:t>3</a:t>
              </a:r>
            </a:p>
            <a:p>
              <a:pPr>
                <a:defRPr/>
              </a:pPr>
              <a:endParaRPr lang="en-US" sz="1400" dirty="0">
                <a:latin typeface="Arial" charset="0"/>
                <a:cs typeface="Arial" charset="0"/>
              </a:endParaRPr>
            </a:p>
          </p:txBody>
        </p:sp>
        <p:sp>
          <p:nvSpPr>
            <p:cNvPr id="112684" name="Text Box 80">
              <a:extLst>
                <a:ext uri="{FF2B5EF4-FFF2-40B4-BE49-F238E27FC236}">
                  <a16:creationId xmlns:a16="http://schemas.microsoft.com/office/drawing/2014/main" id="{1FA3B1D0-CAA3-CA2A-5B24-04F135C2B435}"/>
                </a:ext>
              </a:extLst>
            </p:cNvPr>
            <p:cNvSpPr txBox="1">
              <a:spLocks noChangeArrowheads="1"/>
            </p:cNvSpPr>
            <p:nvPr/>
          </p:nvSpPr>
          <p:spPr bwMode="auto">
            <a:xfrm>
              <a:off x="3163" y="3304"/>
              <a:ext cx="391" cy="228"/>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p>
          </p:txBody>
        </p:sp>
        <p:sp>
          <p:nvSpPr>
            <p:cNvPr id="112685" name="Text Box 81">
              <a:extLst>
                <a:ext uri="{FF2B5EF4-FFF2-40B4-BE49-F238E27FC236}">
                  <a16:creationId xmlns:a16="http://schemas.microsoft.com/office/drawing/2014/main" id="{2BC82751-04C3-5A68-E7FD-8D8FEE56389C}"/>
                </a:ext>
              </a:extLst>
            </p:cNvPr>
            <p:cNvSpPr txBox="1">
              <a:spLocks noChangeArrowheads="1"/>
            </p:cNvSpPr>
            <p:nvPr/>
          </p:nvSpPr>
          <p:spPr bwMode="auto">
            <a:xfrm>
              <a:off x="2520" y="3318"/>
              <a:ext cx="391" cy="22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86" name="Text Box 82">
              <a:extLst>
                <a:ext uri="{FF2B5EF4-FFF2-40B4-BE49-F238E27FC236}">
                  <a16:creationId xmlns:a16="http://schemas.microsoft.com/office/drawing/2014/main" id="{AE5F8F43-E44E-FE05-332B-594817F2BB03}"/>
                </a:ext>
              </a:extLst>
            </p:cNvPr>
            <p:cNvSpPr txBox="1">
              <a:spLocks noChangeArrowheads="1"/>
            </p:cNvSpPr>
            <p:nvPr/>
          </p:nvSpPr>
          <p:spPr bwMode="auto">
            <a:xfrm>
              <a:off x="1844" y="3304"/>
              <a:ext cx="391" cy="228"/>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87" name="Text Box 83">
              <a:extLst>
                <a:ext uri="{FF2B5EF4-FFF2-40B4-BE49-F238E27FC236}">
                  <a16:creationId xmlns:a16="http://schemas.microsoft.com/office/drawing/2014/main" id="{9EDA87EB-776A-2D10-079D-44A5737B2E64}"/>
                </a:ext>
              </a:extLst>
            </p:cNvPr>
            <p:cNvSpPr txBox="1">
              <a:spLocks noChangeArrowheads="1"/>
            </p:cNvSpPr>
            <p:nvPr/>
          </p:nvSpPr>
          <p:spPr bwMode="auto">
            <a:xfrm>
              <a:off x="1176" y="3318"/>
              <a:ext cx="391" cy="229"/>
            </a:xfrm>
            <a:prstGeom prst="rect">
              <a:avLst/>
            </a:prstGeom>
            <a:solidFill>
              <a:schemeClr val="accent1"/>
            </a:solidFill>
            <a:ln w="31750">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solidFill>
                    <a:schemeClr val="bg1"/>
                  </a:solidFill>
                </a:rPr>
                <a:t>+</a:t>
              </a:r>
              <a:endParaRPr lang="en-US" altLang="en-US" sz="1400" baseline="-25000">
                <a:solidFill>
                  <a:schemeClr val="bg1"/>
                </a:solidFill>
              </a:endParaRPr>
            </a:p>
          </p:txBody>
        </p:sp>
        <p:sp>
          <p:nvSpPr>
            <p:cNvPr id="112688" name="Line 84">
              <a:extLst>
                <a:ext uri="{FF2B5EF4-FFF2-40B4-BE49-F238E27FC236}">
                  <a16:creationId xmlns:a16="http://schemas.microsoft.com/office/drawing/2014/main" id="{4F2AC26D-B4EA-3671-9D39-F1E733B9DC03}"/>
                </a:ext>
              </a:extLst>
            </p:cNvPr>
            <p:cNvSpPr>
              <a:spLocks noChangeShapeType="1"/>
            </p:cNvSpPr>
            <p:nvPr/>
          </p:nvSpPr>
          <p:spPr bwMode="auto">
            <a:xfrm>
              <a:off x="1306" y="3104"/>
              <a:ext cx="0" cy="219"/>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89" name="Line 85">
              <a:extLst>
                <a:ext uri="{FF2B5EF4-FFF2-40B4-BE49-F238E27FC236}">
                  <a16:creationId xmlns:a16="http://schemas.microsoft.com/office/drawing/2014/main" id="{6E84E21E-C74F-ECE2-1438-6170BA4202DD}"/>
                </a:ext>
              </a:extLst>
            </p:cNvPr>
            <p:cNvSpPr>
              <a:spLocks noChangeShapeType="1"/>
            </p:cNvSpPr>
            <p:nvPr/>
          </p:nvSpPr>
          <p:spPr bwMode="auto">
            <a:xfrm>
              <a:off x="1958" y="3089"/>
              <a:ext cx="0" cy="213"/>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90" name="Line 86">
              <a:extLst>
                <a:ext uri="{FF2B5EF4-FFF2-40B4-BE49-F238E27FC236}">
                  <a16:creationId xmlns:a16="http://schemas.microsoft.com/office/drawing/2014/main" id="{F1F18A51-4E11-12BE-DF0E-4FEE45F58215}"/>
                </a:ext>
              </a:extLst>
            </p:cNvPr>
            <p:cNvSpPr>
              <a:spLocks noChangeShapeType="1"/>
            </p:cNvSpPr>
            <p:nvPr/>
          </p:nvSpPr>
          <p:spPr bwMode="auto">
            <a:xfrm>
              <a:off x="2626" y="3104"/>
              <a:ext cx="0" cy="212"/>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91" name="Line 87">
              <a:extLst>
                <a:ext uri="{FF2B5EF4-FFF2-40B4-BE49-F238E27FC236}">
                  <a16:creationId xmlns:a16="http://schemas.microsoft.com/office/drawing/2014/main" id="{033EAD2B-D7A9-19FB-3567-905DDE9E616F}"/>
                </a:ext>
              </a:extLst>
            </p:cNvPr>
            <p:cNvSpPr>
              <a:spLocks noChangeShapeType="1"/>
            </p:cNvSpPr>
            <p:nvPr/>
          </p:nvSpPr>
          <p:spPr bwMode="auto">
            <a:xfrm>
              <a:off x="3269" y="3097"/>
              <a:ext cx="0" cy="212"/>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692" name="Line 88">
              <a:extLst>
                <a:ext uri="{FF2B5EF4-FFF2-40B4-BE49-F238E27FC236}">
                  <a16:creationId xmlns:a16="http://schemas.microsoft.com/office/drawing/2014/main" id="{DE60CE87-A533-EE06-C82D-CCA85F4E0F27}"/>
                </a:ext>
              </a:extLst>
            </p:cNvPr>
            <p:cNvSpPr>
              <a:spLocks noChangeShapeType="1"/>
            </p:cNvSpPr>
            <p:nvPr/>
          </p:nvSpPr>
          <p:spPr bwMode="auto">
            <a:xfrm>
              <a:off x="1453" y="3161"/>
              <a:ext cx="0" cy="157"/>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grpSp>
          <p:nvGrpSpPr>
            <p:cNvPr id="112693" name="Group 89">
              <a:extLst>
                <a:ext uri="{FF2B5EF4-FFF2-40B4-BE49-F238E27FC236}">
                  <a16:creationId xmlns:a16="http://schemas.microsoft.com/office/drawing/2014/main" id="{8B2E0B58-A777-E171-304F-E87033262C0C}"/>
                </a:ext>
              </a:extLst>
            </p:cNvPr>
            <p:cNvGrpSpPr>
              <a:grpSpLocks/>
            </p:cNvGrpSpPr>
            <p:nvPr/>
          </p:nvGrpSpPr>
          <p:grpSpPr bwMode="auto">
            <a:xfrm>
              <a:off x="1925" y="2661"/>
              <a:ext cx="352" cy="630"/>
              <a:chOff x="9075" y="5880"/>
              <a:chExt cx="648" cy="1323"/>
            </a:xfrm>
          </p:grpSpPr>
          <p:sp>
            <p:nvSpPr>
              <p:cNvPr id="112745" name="Line 90">
                <a:extLst>
                  <a:ext uri="{FF2B5EF4-FFF2-40B4-BE49-F238E27FC236}">
                    <a16:creationId xmlns:a16="http://schemas.microsoft.com/office/drawing/2014/main" id="{4367281F-C948-9FF1-391C-F24917F75C5E}"/>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46" name="Line 91">
                <a:extLst>
                  <a:ext uri="{FF2B5EF4-FFF2-40B4-BE49-F238E27FC236}">
                    <a16:creationId xmlns:a16="http://schemas.microsoft.com/office/drawing/2014/main" id="{6BFA26BF-D8F9-5EA1-E425-B021B94B2A5D}"/>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7" name="Line 92">
                <a:extLst>
                  <a:ext uri="{FF2B5EF4-FFF2-40B4-BE49-F238E27FC236}">
                    <a16:creationId xmlns:a16="http://schemas.microsoft.com/office/drawing/2014/main" id="{B02D115F-283C-5B03-F706-CF5FB8B991D3}"/>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8" name="Line 93">
                <a:extLst>
                  <a:ext uri="{FF2B5EF4-FFF2-40B4-BE49-F238E27FC236}">
                    <a16:creationId xmlns:a16="http://schemas.microsoft.com/office/drawing/2014/main" id="{C4C707BA-6752-2A92-EEA0-9C8921D0028B}"/>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9" name="Line 94">
                <a:extLst>
                  <a:ext uri="{FF2B5EF4-FFF2-40B4-BE49-F238E27FC236}">
                    <a16:creationId xmlns:a16="http://schemas.microsoft.com/office/drawing/2014/main" id="{0BE627B6-18FD-FB23-818A-C43805D6B31E}"/>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694" name="Group 95">
              <a:extLst>
                <a:ext uri="{FF2B5EF4-FFF2-40B4-BE49-F238E27FC236}">
                  <a16:creationId xmlns:a16="http://schemas.microsoft.com/office/drawing/2014/main" id="{4DFCC588-530D-8C77-BFD5-5FD5B9262ED2}"/>
                </a:ext>
              </a:extLst>
            </p:cNvPr>
            <p:cNvGrpSpPr>
              <a:grpSpLocks/>
            </p:cNvGrpSpPr>
            <p:nvPr/>
          </p:nvGrpSpPr>
          <p:grpSpPr bwMode="auto">
            <a:xfrm>
              <a:off x="2577" y="2668"/>
              <a:ext cx="351" cy="630"/>
              <a:chOff x="9075" y="5880"/>
              <a:chExt cx="648" cy="1323"/>
            </a:xfrm>
          </p:grpSpPr>
          <p:sp>
            <p:nvSpPr>
              <p:cNvPr id="112740" name="Line 96">
                <a:extLst>
                  <a:ext uri="{FF2B5EF4-FFF2-40B4-BE49-F238E27FC236}">
                    <a16:creationId xmlns:a16="http://schemas.microsoft.com/office/drawing/2014/main" id="{637EDDDB-E07A-0433-EFDB-70EFCE88591B}"/>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41" name="Line 97">
                <a:extLst>
                  <a:ext uri="{FF2B5EF4-FFF2-40B4-BE49-F238E27FC236}">
                    <a16:creationId xmlns:a16="http://schemas.microsoft.com/office/drawing/2014/main" id="{E4405F3D-E350-E4B1-EDBB-8CFCEFBFC24D}"/>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2" name="Line 98">
                <a:extLst>
                  <a:ext uri="{FF2B5EF4-FFF2-40B4-BE49-F238E27FC236}">
                    <a16:creationId xmlns:a16="http://schemas.microsoft.com/office/drawing/2014/main" id="{B6C7222F-4ED7-B01F-21E8-F60F9542B586}"/>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3" name="Line 99">
                <a:extLst>
                  <a:ext uri="{FF2B5EF4-FFF2-40B4-BE49-F238E27FC236}">
                    <a16:creationId xmlns:a16="http://schemas.microsoft.com/office/drawing/2014/main" id="{EC1F9A29-C109-6604-EE5B-A6A523BC29BC}"/>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44" name="Line 100">
                <a:extLst>
                  <a:ext uri="{FF2B5EF4-FFF2-40B4-BE49-F238E27FC236}">
                    <a16:creationId xmlns:a16="http://schemas.microsoft.com/office/drawing/2014/main" id="{24CA4828-56A1-0992-5170-CA0D8E5854A0}"/>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12695" name="Group 101">
              <a:extLst>
                <a:ext uri="{FF2B5EF4-FFF2-40B4-BE49-F238E27FC236}">
                  <a16:creationId xmlns:a16="http://schemas.microsoft.com/office/drawing/2014/main" id="{AE63B30D-72F9-7207-B7C4-44B175AFAABD}"/>
                </a:ext>
              </a:extLst>
            </p:cNvPr>
            <p:cNvGrpSpPr>
              <a:grpSpLocks/>
            </p:cNvGrpSpPr>
            <p:nvPr/>
          </p:nvGrpSpPr>
          <p:grpSpPr bwMode="auto">
            <a:xfrm>
              <a:off x="3244" y="2661"/>
              <a:ext cx="352" cy="630"/>
              <a:chOff x="9075" y="5880"/>
              <a:chExt cx="648" cy="1323"/>
            </a:xfrm>
          </p:grpSpPr>
          <p:sp>
            <p:nvSpPr>
              <p:cNvPr id="112735" name="Line 102">
                <a:extLst>
                  <a:ext uri="{FF2B5EF4-FFF2-40B4-BE49-F238E27FC236}">
                    <a16:creationId xmlns:a16="http://schemas.microsoft.com/office/drawing/2014/main" id="{EB39C5E7-C1C6-4EC3-9AED-533B30A97CF5}"/>
                  </a:ext>
                </a:extLst>
              </p:cNvPr>
              <p:cNvSpPr>
                <a:spLocks noChangeShapeType="1"/>
              </p:cNvSpPr>
              <p:nvPr/>
            </p:nvSpPr>
            <p:spPr bwMode="auto">
              <a:xfrm>
                <a:off x="9360" y="6915"/>
                <a:ext cx="0" cy="288"/>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36" name="Line 103">
                <a:extLst>
                  <a:ext uri="{FF2B5EF4-FFF2-40B4-BE49-F238E27FC236}">
                    <a16:creationId xmlns:a16="http://schemas.microsoft.com/office/drawing/2014/main" id="{5AB203CD-3740-CF04-7313-D5E11111D44C}"/>
                  </a:ext>
                </a:extLst>
              </p:cNvPr>
              <p:cNvSpPr>
                <a:spLocks noChangeShapeType="1"/>
              </p:cNvSpPr>
              <p:nvPr/>
            </p:nvSpPr>
            <p:spPr bwMode="auto">
              <a:xfrm>
                <a:off x="9360" y="6915"/>
                <a:ext cx="36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7" name="Line 104">
                <a:extLst>
                  <a:ext uri="{FF2B5EF4-FFF2-40B4-BE49-F238E27FC236}">
                    <a16:creationId xmlns:a16="http://schemas.microsoft.com/office/drawing/2014/main" id="{46834D44-DC84-D37D-C0B5-D7D08650A4A7}"/>
                  </a:ext>
                </a:extLst>
              </p:cNvPr>
              <p:cNvSpPr>
                <a:spLocks noChangeShapeType="1"/>
              </p:cNvSpPr>
              <p:nvPr/>
            </p:nvSpPr>
            <p:spPr bwMode="auto">
              <a:xfrm>
                <a:off x="9075" y="5880"/>
                <a:ext cx="0" cy="18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8" name="Line 105">
                <a:extLst>
                  <a:ext uri="{FF2B5EF4-FFF2-40B4-BE49-F238E27FC236}">
                    <a16:creationId xmlns:a16="http://schemas.microsoft.com/office/drawing/2014/main" id="{F20A7EAC-6681-3C51-8C23-901ED1F5F992}"/>
                  </a:ext>
                </a:extLst>
              </p:cNvPr>
              <p:cNvSpPr>
                <a:spLocks noChangeShapeType="1"/>
              </p:cNvSpPr>
              <p:nvPr/>
            </p:nvSpPr>
            <p:spPr bwMode="auto">
              <a:xfrm>
                <a:off x="9075" y="6075"/>
                <a:ext cx="64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39" name="Line 106">
                <a:extLst>
                  <a:ext uri="{FF2B5EF4-FFF2-40B4-BE49-F238E27FC236}">
                    <a16:creationId xmlns:a16="http://schemas.microsoft.com/office/drawing/2014/main" id="{473BA4E3-DE44-7889-1BDB-00921520F163}"/>
                  </a:ext>
                </a:extLst>
              </p:cNvPr>
              <p:cNvSpPr>
                <a:spLocks noChangeShapeType="1"/>
              </p:cNvSpPr>
              <p:nvPr/>
            </p:nvSpPr>
            <p:spPr bwMode="auto">
              <a:xfrm>
                <a:off x="9720" y="6075"/>
                <a:ext cx="0" cy="83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12696" name="Line 107">
              <a:extLst>
                <a:ext uri="{FF2B5EF4-FFF2-40B4-BE49-F238E27FC236}">
                  <a16:creationId xmlns:a16="http://schemas.microsoft.com/office/drawing/2014/main" id="{277720A1-6F07-0C43-4D85-AA117A738877}"/>
                </a:ext>
              </a:extLst>
            </p:cNvPr>
            <p:cNvSpPr>
              <a:spLocks noChangeShapeType="1"/>
            </p:cNvSpPr>
            <p:nvPr/>
          </p:nvSpPr>
          <p:spPr bwMode="auto">
            <a:xfrm>
              <a:off x="1990" y="2303"/>
              <a:ext cx="180"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7" name="Line 108">
              <a:extLst>
                <a:ext uri="{FF2B5EF4-FFF2-40B4-BE49-F238E27FC236}">
                  <a16:creationId xmlns:a16="http://schemas.microsoft.com/office/drawing/2014/main" id="{5AEC5550-949C-329B-C671-141679B48F56}"/>
                </a:ext>
              </a:extLst>
            </p:cNvPr>
            <p:cNvSpPr>
              <a:spLocks noChangeShapeType="1"/>
            </p:cNvSpPr>
            <p:nvPr/>
          </p:nvSpPr>
          <p:spPr bwMode="auto">
            <a:xfrm flipV="1">
              <a:off x="2170" y="1682"/>
              <a:ext cx="0" cy="624"/>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8" name="Line 109">
              <a:extLst>
                <a:ext uri="{FF2B5EF4-FFF2-40B4-BE49-F238E27FC236}">
                  <a16:creationId xmlns:a16="http://schemas.microsoft.com/office/drawing/2014/main" id="{14CC753B-8C53-CB8F-9FC4-3EC56959CDFB}"/>
                </a:ext>
              </a:extLst>
            </p:cNvPr>
            <p:cNvSpPr>
              <a:spLocks noChangeShapeType="1"/>
            </p:cNvSpPr>
            <p:nvPr/>
          </p:nvSpPr>
          <p:spPr bwMode="auto">
            <a:xfrm>
              <a:off x="2170" y="1682"/>
              <a:ext cx="114"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699" name="Line 110">
              <a:extLst>
                <a:ext uri="{FF2B5EF4-FFF2-40B4-BE49-F238E27FC236}">
                  <a16:creationId xmlns:a16="http://schemas.microsoft.com/office/drawing/2014/main" id="{F4C0EE1F-A0D0-2D7A-5068-84CECBFFE772}"/>
                </a:ext>
              </a:extLst>
            </p:cNvPr>
            <p:cNvSpPr>
              <a:spLocks noChangeShapeType="1"/>
            </p:cNvSpPr>
            <p:nvPr/>
          </p:nvSpPr>
          <p:spPr bwMode="auto">
            <a:xfrm flipH="1">
              <a:off x="2666" y="1668"/>
              <a:ext cx="281"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00" name="Line 111">
              <a:extLst>
                <a:ext uri="{FF2B5EF4-FFF2-40B4-BE49-F238E27FC236}">
                  <a16:creationId xmlns:a16="http://schemas.microsoft.com/office/drawing/2014/main" id="{F70BA05D-23CE-9A4E-AA2C-15D70F0618A7}"/>
                </a:ext>
              </a:extLst>
            </p:cNvPr>
            <p:cNvSpPr>
              <a:spLocks noChangeShapeType="1"/>
            </p:cNvSpPr>
            <p:nvPr/>
          </p:nvSpPr>
          <p:spPr bwMode="auto">
            <a:xfrm flipH="1">
              <a:off x="3342" y="1660"/>
              <a:ext cx="293"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01" name="Line 112">
              <a:extLst>
                <a:ext uri="{FF2B5EF4-FFF2-40B4-BE49-F238E27FC236}">
                  <a16:creationId xmlns:a16="http://schemas.microsoft.com/office/drawing/2014/main" id="{378460D3-4112-061E-2BA4-654AB8F9CEB1}"/>
                </a:ext>
              </a:extLst>
            </p:cNvPr>
            <p:cNvSpPr>
              <a:spLocks noChangeShapeType="1"/>
            </p:cNvSpPr>
            <p:nvPr/>
          </p:nvSpPr>
          <p:spPr bwMode="auto">
            <a:xfrm flipH="1">
              <a:off x="4018" y="1668"/>
              <a:ext cx="258"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02" name="Line 113">
              <a:extLst>
                <a:ext uri="{FF2B5EF4-FFF2-40B4-BE49-F238E27FC236}">
                  <a16:creationId xmlns:a16="http://schemas.microsoft.com/office/drawing/2014/main" id="{C053CC29-BE70-FA7A-D1BA-338D6D783727}"/>
                </a:ext>
              </a:extLst>
            </p:cNvPr>
            <p:cNvSpPr>
              <a:spLocks noChangeShapeType="1"/>
            </p:cNvSpPr>
            <p:nvPr/>
          </p:nvSpPr>
          <p:spPr bwMode="auto">
            <a:xfrm flipH="1">
              <a:off x="3448" y="2539"/>
              <a:ext cx="258"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03" name="Line 114">
              <a:extLst>
                <a:ext uri="{FF2B5EF4-FFF2-40B4-BE49-F238E27FC236}">
                  <a16:creationId xmlns:a16="http://schemas.microsoft.com/office/drawing/2014/main" id="{A20B72A0-464B-6D5C-E408-9C357C101997}"/>
                </a:ext>
              </a:extLst>
            </p:cNvPr>
            <p:cNvSpPr>
              <a:spLocks noChangeShapeType="1"/>
            </p:cNvSpPr>
            <p:nvPr/>
          </p:nvSpPr>
          <p:spPr bwMode="auto">
            <a:xfrm flipH="1">
              <a:off x="2764" y="2539"/>
              <a:ext cx="293"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04" name="Line 115">
              <a:extLst>
                <a:ext uri="{FF2B5EF4-FFF2-40B4-BE49-F238E27FC236}">
                  <a16:creationId xmlns:a16="http://schemas.microsoft.com/office/drawing/2014/main" id="{48CBD033-F82B-D37A-0D64-47D66AE17DC6}"/>
                </a:ext>
              </a:extLst>
            </p:cNvPr>
            <p:cNvSpPr>
              <a:spLocks noChangeShapeType="1"/>
            </p:cNvSpPr>
            <p:nvPr/>
          </p:nvSpPr>
          <p:spPr bwMode="auto">
            <a:xfrm flipH="1">
              <a:off x="2096" y="2532"/>
              <a:ext cx="281"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05" name="Line 116">
              <a:extLst>
                <a:ext uri="{FF2B5EF4-FFF2-40B4-BE49-F238E27FC236}">
                  <a16:creationId xmlns:a16="http://schemas.microsoft.com/office/drawing/2014/main" id="{F4EB3CDA-CFE7-ACF4-2A3E-82EA75D7A3D3}"/>
                </a:ext>
              </a:extLst>
            </p:cNvPr>
            <p:cNvSpPr>
              <a:spLocks noChangeShapeType="1"/>
            </p:cNvSpPr>
            <p:nvPr/>
          </p:nvSpPr>
          <p:spPr bwMode="auto">
            <a:xfrm>
              <a:off x="1461" y="3161"/>
              <a:ext cx="98"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06" name="Line 117">
              <a:extLst>
                <a:ext uri="{FF2B5EF4-FFF2-40B4-BE49-F238E27FC236}">
                  <a16:creationId xmlns:a16="http://schemas.microsoft.com/office/drawing/2014/main" id="{70EFC024-F348-8396-3C0F-EC852A8B6335}"/>
                </a:ext>
              </a:extLst>
            </p:cNvPr>
            <p:cNvSpPr>
              <a:spLocks noChangeShapeType="1"/>
            </p:cNvSpPr>
            <p:nvPr/>
          </p:nvSpPr>
          <p:spPr bwMode="auto">
            <a:xfrm flipV="1">
              <a:off x="1567" y="2546"/>
              <a:ext cx="0" cy="618"/>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07" name="Line 118">
              <a:extLst>
                <a:ext uri="{FF2B5EF4-FFF2-40B4-BE49-F238E27FC236}">
                  <a16:creationId xmlns:a16="http://schemas.microsoft.com/office/drawing/2014/main" id="{A1834577-D62D-DB17-D156-6A9ABFBF51C0}"/>
                </a:ext>
              </a:extLst>
            </p:cNvPr>
            <p:cNvSpPr>
              <a:spLocks noChangeShapeType="1"/>
            </p:cNvSpPr>
            <p:nvPr/>
          </p:nvSpPr>
          <p:spPr bwMode="auto">
            <a:xfrm>
              <a:off x="1567" y="2539"/>
              <a:ext cx="147"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08" name="Line 119">
              <a:extLst>
                <a:ext uri="{FF2B5EF4-FFF2-40B4-BE49-F238E27FC236}">
                  <a16:creationId xmlns:a16="http://schemas.microsoft.com/office/drawing/2014/main" id="{88616C09-660B-FA08-94E1-6E323F86DBE5}"/>
                </a:ext>
              </a:extLst>
            </p:cNvPr>
            <p:cNvSpPr>
              <a:spLocks noChangeShapeType="1"/>
            </p:cNvSpPr>
            <p:nvPr/>
          </p:nvSpPr>
          <p:spPr bwMode="auto">
            <a:xfrm flipH="1">
              <a:off x="2911" y="3425"/>
              <a:ext cx="257"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09" name="Line 120">
              <a:extLst>
                <a:ext uri="{FF2B5EF4-FFF2-40B4-BE49-F238E27FC236}">
                  <a16:creationId xmlns:a16="http://schemas.microsoft.com/office/drawing/2014/main" id="{96D039A0-197B-88D7-8BDE-A5E1A99CDFFB}"/>
                </a:ext>
              </a:extLst>
            </p:cNvPr>
            <p:cNvSpPr>
              <a:spLocks noChangeShapeType="1"/>
            </p:cNvSpPr>
            <p:nvPr/>
          </p:nvSpPr>
          <p:spPr bwMode="auto">
            <a:xfrm flipH="1">
              <a:off x="2227" y="3418"/>
              <a:ext cx="293"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0" name="Line 121">
              <a:extLst>
                <a:ext uri="{FF2B5EF4-FFF2-40B4-BE49-F238E27FC236}">
                  <a16:creationId xmlns:a16="http://schemas.microsoft.com/office/drawing/2014/main" id="{36F6F999-4291-7699-5204-2DD449097D75}"/>
                </a:ext>
              </a:extLst>
            </p:cNvPr>
            <p:cNvSpPr>
              <a:spLocks noChangeShapeType="1"/>
            </p:cNvSpPr>
            <p:nvPr/>
          </p:nvSpPr>
          <p:spPr bwMode="auto">
            <a:xfrm flipH="1">
              <a:off x="1559" y="3411"/>
              <a:ext cx="281" cy="0"/>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solidFill>
                  <a:schemeClr val="bg1"/>
                </a:solidFill>
              </a:endParaRPr>
            </a:p>
          </p:txBody>
        </p:sp>
        <p:sp>
          <p:nvSpPr>
            <p:cNvPr id="112711" name="Line 122">
              <a:extLst>
                <a:ext uri="{FF2B5EF4-FFF2-40B4-BE49-F238E27FC236}">
                  <a16:creationId xmlns:a16="http://schemas.microsoft.com/office/drawing/2014/main" id="{1AB87A5B-89C9-73DF-750E-500D2515BC63}"/>
                </a:ext>
              </a:extLst>
            </p:cNvPr>
            <p:cNvSpPr>
              <a:spLocks noChangeShapeType="1"/>
            </p:cNvSpPr>
            <p:nvPr/>
          </p:nvSpPr>
          <p:spPr bwMode="auto">
            <a:xfrm flipH="1">
              <a:off x="883" y="3439"/>
              <a:ext cx="293" cy="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2712" name="Line 124">
              <a:extLst>
                <a:ext uri="{FF2B5EF4-FFF2-40B4-BE49-F238E27FC236}">
                  <a16:creationId xmlns:a16="http://schemas.microsoft.com/office/drawing/2014/main" id="{EA2A9E85-083C-471A-F9CB-F42571F45A70}"/>
                </a:ext>
              </a:extLst>
            </p:cNvPr>
            <p:cNvSpPr>
              <a:spLocks noChangeShapeType="1"/>
            </p:cNvSpPr>
            <p:nvPr/>
          </p:nvSpPr>
          <p:spPr bwMode="auto">
            <a:xfrm>
              <a:off x="5085" y="917"/>
              <a:ext cx="0" cy="2785"/>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3" name="Line 126">
              <a:extLst>
                <a:ext uri="{FF2B5EF4-FFF2-40B4-BE49-F238E27FC236}">
                  <a16:creationId xmlns:a16="http://schemas.microsoft.com/office/drawing/2014/main" id="{9AA01177-0580-BB57-E077-1F300C0BB963}"/>
                </a:ext>
              </a:extLst>
            </p:cNvPr>
            <p:cNvSpPr>
              <a:spLocks noChangeShapeType="1"/>
            </p:cNvSpPr>
            <p:nvPr/>
          </p:nvSpPr>
          <p:spPr bwMode="auto">
            <a:xfrm flipH="1">
              <a:off x="4490" y="1789"/>
              <a:ext cx="0" cy="1921"/>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4" name="Line 128">
              <a:extLst>
                <a:ext uri="{FF2B5EF4-FFF2-40B4-BE49-F238E27FC236}">
                  <a16:creationId xmlns:a16="http://schemas.microsoft.com/office/drawing/2014/main" id="{25B70927-E133-0FCC-A257-F1E1B2428453}"/>
                </a:ext>
              </a:extLst>
            </p:cNvPr>
            <p:cNvSpPr>
              <a:spLocks noChangeShapeType="1"/>
            </p:cNvSpPr>
            <p:nvPr/>
          </p:nvSpPr>
          <p:spPr bwMode="auto">
            <a:xfrm>
              <a:off x="3904" y="2646"/>
              <a:ext cx="0" cy="1057"/>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5" name="Line 130">
              <a:extLst>
                <a:ext uri="{FF2B5EF4-FFF2-40B4-BE49-F238E27FC236}">
                  <a16:creationId xmlns:a16="http://schemas.microsoft.com/office/drawing/2014/main" id="{0B23C5D0-497E-F058-5777-8D464C5FB7D4}"/>
                </a:ext>
              </a:extLst>
            </p:cNvPr>
            <p:cNvSpPr>
              <a:spLocks noChangeShapeType="1"/>
            </p:cNvSpPr>
            <p:nvPr/>
          </p:nvSpPr>
          <p:spPr bwMode="auto">
            <a:xfrm>
              <a:off x="3358" y="3525"/>
              <a:ext cx="0" cy="179"/>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6" name="Line 132">
              <a:extLst>
                <a:ext uri="{FF2B5EF4-FFF2-40B4-BE49-F238E27FC236}">
                  <a16:creationId xmlns:a16="http://schemas.microsoft.com/office/drawing/2014/main" id="{508DEE48-A0E4-3B9E-9B20-B53A0CB27407}"/>
                </a:ext>
              </a:extLst>
            </p:cNvPr>
            <p:cNvSpPr>
              <a:spLocks noChangeShapeType="1"/>
            </p:cNvSpPr>
            <p:nvPr/>
          </p:nvSpPr>
          <p:spPr bwMode="auto">
            <a:xfrm>
              <a:off x="2723" y="3554"/>
              <a:ext cx="0" cy="171"/>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7" name="Line 134">
              <a:extLst>
                <a:ext uri="{FF2B5EF4-FFF2-40B4-BE49-F238E27FC236}">
                  <a16:creationId xmlns:a16="http://schemas.microsoft.com/office/drawing/2014/main" id="{31038449-B072-9CE3-71F0-291CCDCA3D08}"/>
                </a:ext>
              </a:extLst>
            </p:cNvPr>
            <p:cNvSpPr>
              <a:spLocks noChangeShapeType="1"/>
            </p:cNvSpPr>
            <p:nvPr/>
          </p:nvSpPr>
          <p:spPr bwMode="auto">
            <a:xfrm>
              <a:off x="2047" y="3539"/>
              <a:ext cx="0" cy="192"/>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8" name="Line 136">
              <a:extLst>
                <a:ext uri="{FF2B5EF4-FFF2-40B4-BE49-F238E27FC236}">
                  <a16:creationId xmlns:a16="http://schemas.microsoft.com/office/drawing/2014/main" id="{15922B53-6045-C4B0-A7BA-772D18BA0988}"/>
                </a:ext>
              </a:extLst>
            </p:cNvPr>
            <p:cNvSpPr>
              <a:spLocks noChangeShapeType="1"/>
            </p:cNvSpPr>
            <p:nvPr/>
          </p:nvSpPr>
          <p:spPr bwMode="auto">
            <a:xfrm>
              <a:off x="1380" y="3554"/>
              <a:ext cx="0" cy="192"/>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19" name="Line 138">
              <a:extLst>
                <a:ext uri="{FF2B5EF4-FFF2-40B4-BE49-F238E27FC236}">
                  <a16:creationId xmlns:a16="http://schemas.microsoft.com/office/drawing/2014/main" id="{0F981287-653C-771D-25EB-D92008E0BBE1}"/>
                </a:ext>
              </a:extLst>
            </p:cNvPr>
            <p:cNvSpPr>
              <a:spLocks noChangeShapeType="1"/>
            </p:cNvSpPr>
            <p:nvPr/>
          </p:nvSpPr>
          <p:spPr bwMode="auto">
            <a:xfrm>
              <a:off x="883" y="3439"/>
              <a:ext cx="0" cy="281"/>
            </a:xfrm>
            <a:prstGeom prst="line">
              <a:avLst/>
            </a:prstGeom>
            <a:noFill/>
            <a:ln w="31750">
              <a:solidFill>
                <a:srgbClr val="000000"/>
              </a:solidFill>
              <a:round/>
              <a:headEnd/>
              <a:tailEnd type="triangle" w="sm" len="med"/>
            </a:ln>
            <a:extLst>
              <a:ext uri="{909E8E84-426E-40DD-AFC4-6F175D3DCCD1}">
                <a14:hiddenFill xmlns:a14="http://schemas.microsoft.com/office/drawing/2010/main">
                  <a:noFill/>
                </a14:hiddenFill>
              </a:ext>
            </a:extLst>
          </p:spPr>
          <p:txBody>
            <a:bodyPr/>
            <a:lstStyle/>
            <a:p>
              <a:endParaRPr lang="en-US"/>
            </a:p>
          </p:txBody>
        </p:sp>
        <p:sp>
          <p:nvSpPr>
            <p:cNvPr id="112720" name="Line 139">
              <a:extLst>
                <a:ext uri="{FF2B5EF4-FFF2-40B4-BE49-F238E27FC236}">
                  <a16:creationId xmlns:a16="http://schemas.microsoft.com/office/drawing/2014/main" id="{BED536AA-A8A6-841F-3703-A6225E4114BD}"/>
                </a:ext>
              </a:extLst>
            </p:cNvPr>
            <p:cNvSpPr>
              <a:spLocks noChangeShapeType="1"/>
            </p:cNvSpPr>
            <p:nvPr/>
          </p:nvSpPr>
          <p:spPr bwMode="auto">
            <a:xfrm flipH="1">
              <a:off x="4677" y="1668"/>
              <a:ext cx="98" cy="0"/>
            </a:xfrm>
            <a:prstGeom prst="line">
              <a:avLst/>
            </a:prstGeom>
            <a:noFill/>
            <a:ln w="31750">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12721" name="Text Box 140">
              <a:extLst>
                <a:ext uri="{FF2B5EF4-FFF2-40B4-BE49-F238E27FC236}">
                  <a16:creationId xmlns:a16="http://schemas.microsoft.com/office/drawing/2014/main" id="{7DB400DA-D4D7-2F06-DA5C-1329E567882B}"/>
                </a:ext>
              </a:extLst>
            </p:cNvPr>
            <p:cNvSpPr txBox="1">
              <a:spLocks noChangeArrowheads="1"/>
            </p:cNvSpPr>
            <p:nvPr/>
          </p:nvSpPr>
          <p:spPr bwMode="auto">
            <a:xfrm>
              <a:off x="4694" y="1582"/>
              <a:ext cx="3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t>0</a:t>
              </a:r>
              <a:endParaRPr lang="en-US" altLang="en-US" sz="1400" baseline="-25000"/>
            </a:p>
          </p:txBody>
        </p:sp>
        <p:sp>
          <p:nvSpPr>
            <p:cNvPr id="112722" name="Text Box 141">
              <a:extLst>
                <a:ext uri="{FF2B5EF4-FFF2-40B4-BE49-F238E27FC236}">
                  <a16:creationId xmlns:a16="http://schemas.microsoft.com/office/drawing/2014/main" id="{EAB45C42-6D1B-D4CF-3FF4-72B3F1352602}"/>
                </a:ext>
              </a:extLst>
            </p:cNvPr>
            <p:cNvSpPr txBox="1">
              <a:spLocks noChangeArrowheads="1"/>
            </p:cNvSpPr>
            <p:nvPr/>
          </p:nvSpPr>
          <p:spPr bwMode="auto">
            <a:xfrm>
              <a:off x="4124" y="2461"/>
              <a:ext cx="31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t>0</a:t>
              </a:r>
              <a:endParaRPr lang="en-US" altLang="en-US" sz="1400" baseline="-25000"/>
            </a:p>
          </p:txBody>
        </p:sp>
        <p:sp>
          <p:nvSpPr>
            <p:cNvPr id="112723" name="Line 142">
              <a:extLst>
                <a:ext uri="{FF2B5EF4-FFF2-40B4-BE49-F238E27FC236}">
                  <a16:creationId xmlns:a16="http://schemas.microsoft.com/office/drawing/2014/main" id="{7BD4CDB3-0B9A-AC85-A9AF-80F5B773BFC1}"/>
                </a:ext>
              </a:extLst>
            </p:cNvPr>
            <p:cNvSpPr>
              <a:spLocks noChangeShapeType="1"/>
            </p:cNvSpPr>
            <p:nvPr/>
          </p:nvSpPr>
          <p:spPr bwMode="auto">
            <a:xfrm flipH="1">
              <a:off x="4099" y="2539"/>
              <a:ext cx="98" cy="0"/>
            </a:xfrm>
            <a:prstGeom prst="line">
              <a:avLst/>
            </a:prstGeom>
            <a:noFill/>
            <a:ln w="31750">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12724" name="Line 143">
              <a:extLst>
                <a:ext uri="{FF2B5EF4-FFF2-40B4-BE49-F238E27FC236}">
                  <a16:creationId xmlns:a16="http://schemas.microsoft.com/office/drawing/2014/main" id="{6EAC3E57-9FA0-CA46-25F7-649BE75D3C99}"/>
                </a:ext>
              </a:extLst>
            </p:cNvPr>
            <p:cNvSpPr>
              <a:spLocks noChangeShapeType="1"/>
            </p:cNvSpPr>
            <p:nvPr/>
          </p:nvSpPr>
          <p:spPr bwMode="auto">
            <a:xfrm flipH="1">
              <a:off x="3554" y="3425"/>
              <a:ext cx="97" cy="0"/>
            </a:xfrm>
            <a:prstGeom prst="line">
              <a:avLst/>
            </a:prstGeom>
            <a:noFill/>
            <a:ln w="31750">
              <a:solidFill>
                <a:srgbClr val="000000"/>
              </a:solidFill>
              <a:round/>
              <a:headEnd/>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112725" name="Text Box 144">
              <a:extLst>
                <a:ext uri="{FF2B5EF4-FFF2-40B4-BE49-F238E27FC236}">
                  <a16:creationId xmlns:a16="http://schemas.microsoft.com/office/drawing/2014/main" id="{98B774D3-76B4-5A5F-EE50-F3F2B62B5654}"/>
                </a:ext>
              </a:extLst>
            </p:cNvPr>
            <p:cNvSpPr txBox="1">
              <a:spLocks noChangeArrowheads="1"/>
            </p:cNvSpPr>
            <p:nvPr/>
          </p:nvSpPr>
          <p:spPr bwMode="auto">
            <a:xfrm>
              <a:off x="3578" y="3339"/>
              <a:ext cx="313"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t>0</a:t>
              </a:r>
              <a:endParaRPr lang="en-US" altLang="en-US" sz="1400" baseline="-25000"/>
            </a:p>
          </p:txBody>
        </p:sp>
        <p:sp>
          <p:nvSpPr>
            <p:cNvPr id="112726" name="Text Box 145">
              <a:extLst>
                <a:ext uri="{FF2B5EF4-FFF2-40B4-BE49-F238E27FC236}">
                  <a16:creationId xmlns:a16="http://schemas.microsoft.com/office/drawing/2014/main" id="{A24AD4CD-66F8-C14F-815D-D71A1888AAFA}"/>
                </a:ext>
              </a:extLst>
            </p:cNvPr>
            <p:cNvSpPr txBox="1">
              <a:spLocks noChangeArrowheads="1"/>
            </p:cNvSpPr>
            <p:nvPr/>
          </p:nvSpPr>
          <p:spPr bwMode="auto">
            <a:xfrm>
              <a:off x="2471" y="1338"/>
              <a:ext cx="31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a:r>
                <a:rPr lang="en-US" altLang="en-US" sz="1400"/>
                <a:t>0</a:t>
              </a:r>
              <a:endParaRPr lang="en-US" altLang="en-US" sz="1400" baseline="-25000"/>
            </a:p>
          </p:txBody>
        </p:sp>
        <p:sp>
          <p:nvSpPr>
            <p:cNvPr id="112727" name="Text Box 267">
              <a:extLst>
                <a:ext uri="{FF2B5EF4-FFF2-40B4-BE49-F238E27FC236}">
                  <a16:creationId xmlns:a16="http://schemas.microsoft.com/office/drawing/2014/main" id="{82034B12-3374-DA39-B7C9-413220F8C03B}"/>
                </a:ext>
              </a:extLst>
            </p:cNvPr>
            <p:cNvSpPr txBox="1">
              <a:spLocks noChangeArrowheads="1"/>
            </p:cNvSpPr>
            <p:nvPr/>
          </p:nvSpPr>
          <p:spPr bwMode="auto">
            <a:xfrm>
              <a:off x="726" y="3681"/>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P7</a:t>
              </a:r>
              <a:endParaRPr lang="ru-RU" altLang="en-US" sz="1400"/>
            </a:p>
          </p:txBody>
        </p:sp>
        <p:sp>
          <p:nvSpPr>
            <p:cNvPr id="112728" name="Text Box 268">
              <a:extLst>
                <a:ext uri="{FF2B5EF4-FFF2-40B4-BE49-F238E27FC236}">
                  <a16:creationId xmlns:a16="http://schemas.microsoft.com/office/drawing/2014/main" id="{5499033A-08A8-A669-B8F9-0DCEB5D09930}"/>
                </a:ext>
              </a:extLst>
            </p:cNvPr>
            <p:cNvSpPr txBox="1">
              <a:spLocks noChangeArrowheads="1"/>
            </p:cNvSpPr>
            <p:nvPr/>
          </p:nvSpPr>
          <p:spPr bwMode="auto">
            <a:xfrm>
              <a:off x="1255" y="3699"/>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P6</a:t>
              </a:r>
              <a:endParaRPr lang="ru-RU" altLang="en-US" sz="1400"/>
            </a:p>
          </p:txBody>
        </p:sp>
        <p:sp>
          <p:nvSpPr>
            <p:cNvPr id="112729" name="Text Box 269">
              <a:extLst>
                <a:ext uri="{FF2B5EF4-FFF2-40B4-BE49-F238E27FC236}">
                  <a16:creationId xmlns:a16="http://schemas.microsoft.com/office/drawing/2014/main" id="{7BAD9812-E06B-5F08-7F7D-EB638BEEFE01}"/>
                </a:ext>
              </a:extLst>
            </p:cNvPr>
            <p:cNvSpPr txBox="1">
              <a:spLocks noChangeArrowheads="1"/>
            </p:cNvSpPr>
            <p:nvPr/>
          </p:nvSpPr>
          <p:spPr bwMode="auto">
            <a:xfrm>
              <a:off x="1903" y="3690"/>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P5</a:t>
              </a:r>
              <a:endParaRPr lang="ru-RU" altLang="en-US" sz="1400"/>
            </a:p>
          </p:txBody>
        </p:sp>
        <p:sp>
          <p:nvSpPr>
            <p:cNvPr id="112730" name="Text Box 270">
              <a:extLst>
                <a:ext uri="{FF2B5EF4-FFF2-40B4-BE49-F238E27FC236}">
                  <a16:creationId xmlns:a16="http://schemas.microsoft.com/office/drawing/2014/main" id="{B708EDA5-119E-D376-1B7E-A98D19C57876}"/>
                </a:ext>
              </a:extLst>
            </p:cNvPr>
            <p:cNvSpPr txBox="1">
              <a:spLocks noChangeArrowheads="1"/>
            </p:cNvSpPr>
            <p:nvPr/>
          </p:nvSpPr>
          <p:spPr bwMode="auto">
            <a:xfrm>
              <a:off x="2587" y="3698"/>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P4</a:t>
              </a:r>
              <a:endParaRPr lang="ru-RU" altLang="en-US" sz="1400"/>
            </a:p>
          </p:txBody>
        </p:sp>
        <p:sp>
          <p:nvSpPr>
            <p:cNvPr id="112731" name="Text Box 271">
              <a:extLst>
                <a:ext uri="{FF2B5EF4-FFF2-40B4-BE49-F238E27FC236}">
                  <a16:creationId xmlns:a16="http://schemas.microsoft.com/office/drawing/2014/main" id="{88F71B7A-B2B8-893B-08BD-501C61F37EC1}"/>
                </a:ext>
              </a:extLst>
            </p:cNvPr>
            <p:cNvSpPr txBox="1">
              <a:spLocks noChangeArrowheads="1"/>
            </p:cNvSpPr>
            <p:nvPr/>
          </p:nvSpPr>
          <p:spPr bwMode="auto">
            <a:xfrm>
              <a:off x="3208" y="3679"/>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P3</a:t>
              </a:r>
              <a:endParaRPr lang="ru-RU" altLang="en-US" sz="1400"/>
            </a:p>
          </p:txBody>
        </p:sp>
        <p:sp>
          <p:nvSpPr>
            <p:cNvPr id="112732" name="Text Box 272">
              <a:extLst>
                <a:ext uri="{FF2B5EF4-FFF2-40B4-BE49-F238E27FC236}">
                  <a16:creationId xmlns:a16="http://schemas.microsoft.com/office/drawing/2014/main" id="{40F8A895-B31F-B6BB-FDB6-75E561A4783F}"/>
                </a:ext>
              </a:extLst>
            </p:cNvPr>
            <p:cNvSpPr txBox="1">
              <a:spLocks noChangeArrowheads="1"/>
            </p:cNvSpPr>
            <p:nvPr/>
          </p:nvSpPr>
          <p:spPr bwMode="auto">
            <a:xfrm>
              <a:off x="3756" y="3687"/>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P2</a:t>
              </a:r>
              <a:endParaRPr lang="ru-RU" altLang="en-US" sz="1400"/>
            </a:p>
          </p:txBody>
        </p:sp>
        <p:sp>
          <p:nvSpPr>
            <p:cNvPr id="112733" name="Text Box 273">
              <a:extLst>
                <a:ext uri="{FF2B5EF4-FFF2-40B4-BE49-F238E27FC236}">
                  <a16:creationId xmlns:a16="http://schemas.microsoft.com/office/drawing/2014/main" id="{AF156A9F-680D-E416-A8A4-21F876941047}"/>
                </a:ext>
              </a:extLst>
            </p:cNvPr>
            <p:cNvSpPr txBox="1">
              <a:spLocks noChangeArrowheads="1"/>
            </p:cNvSpPr>
            <p:nvPr/>
          </p:nvSpPr>
          <p:spPr bwMode="auto">
            <a:xfrm>
              <a:off x="4359" y="3687"/>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P1</a:t>
              </a:r>
              <a:endParaRPr lang="ru-RU" altLang="en-US" sz="1400"/>
            </a:p>
          </p:txBody>
        </p:sp>
        <p:sp>
          <p:nvSpPr>
            <p:cNvPr id="112734" name="Text Box 274">
              <a:extLst>
                <a:ext uri="{FF2B5EF4-FFF2-40B4-BE49-F238E27FC236}">
                  <a16:creationId xmlns:a16="http://schemas.microsoft.com/office/drawing/2014/main" id="{8477EFBA-6AE7-2866-9A8F-E20DD8F5A716}"/>
                </a:ext>
              </a:extLst>
            </p:cNvPr>
            <p:cNvSpPr txBox="1">
              <a:spLocks noChangeArrowheads="1"/>
            </p:cNvSpPr>
            <p:nvPr/>
          </p:nvSpPr>
          <p:spPr bwMode="auto">
            <a:xfrm>
              <a:off x="4944" y="3687"/>
              <a:ext cx="480"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P0</a:t>
              </a:r>
              <a:endParaRPr lang="ru-RU" altLang="en-US" sz="1400"/>
            </a:p>
          </p:txBody>
        </p:sp>
      </p:grpSp>
      <p:sp>
        <p:nvSpPr>
          <p:cNvPr id="2" name="Title 1">
            <a:extLst>
              <a:ext uri="{FF2B5EF4-FFF2-40B4-BE49-F238E27FC236}">
                <a16:creationId xmlns:a16="http://schemas.microsoft.com/office/drawing/2014/main" id="{7292FA44-E5C8-6EE6-1629-6737F8FFE282}"/>
              </a:ext>
            </a:extLst>
          </p:cNvPr>
          <p:cNvSpPr>
            <a:spLocks noGrp="1"/>
          </p:cNvSpPr>
          <p:nvPr>
            <p:ph type="title"/>
          </p:nvPr>
        </p:nvSpPr>
        <p:spPr/>
        <p:txBody>
          <a:bodyPr>
            <a:normAutofit/>
          </a:bodyPr>
          <a:lstStyle/>
          <a:p>
            <a:r>
              <a:rPr lang="en-US" dirty="0"/>
              <a:t>Matrix Multiplier Based on CRA Structure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4">
            <a:extLst>
              <a:ext uri="{FF2B5EF4-FFF2-40B4-BE49-F238E27FC236}">
                <a16:creationId xmlns:a16="http://schemas.microsoft.com/office/drawing/2014/main" id="{D0B19B2C-4842-7EDF-3F42-D4A0199E94A8}"/>
              </a:ext>
            </a:extLst>
          </p:cNvPr>
          <p:cNvSpPr>
            <a:spLocks noGrp="1" noChangeArrowheads="1"/>
          </p:cNvSpPr>
          <p:nvPr>
            <p:ph type="title"/>
          </p:nvPr>
        </p:nvSpPr>
        <p:spPr/>
        <p:txBody>
          <a:bodyPr/>
          <a:lstStyle/>
          <a:p>
            <a:r>
              <a:rPr lang="en-US" altLang="en-US"/>
              <a:t>Matrix Multiplier with Carry Save Addition</a:t>
            </a:r>
            <a:endParaRPr lang="ru-RU" altLang="en-US"/>
          </a:p>
        </p:txBody>
      </p:sp>
      <p:sp>
        <p:nvSpPr>
          <p:cNvPr id="113667" name="Content Placeholder 3">
            <a:extLst>
              <a:ext uri="{FF2B5EF4-FFF2-40B4-BE49-F238E27FC236}">
                <a16:creationId xmlns:a16="http://schemas.microsoft.com/office/drawing/2014/main" id="{2C2A8BA7-7A44-3B6D-309A-4A72A903CA1E}"/>
              </a:ext>
            </a:extLst>
          </p:cNvPr>
          <p:cNvSpPr>
            <a:spLocks noGrp="1" noChangeArrowheads="1"/>
          </p:cNvSpPr>
          <p:nvPr>
            <p:ph type="body" sz="quarter" idx="10"/>
          </p:nvPr>
        </p:nvSpPr>
        <p:spPr/>
        <p:txBody>
          <a:bodyPr/>
          <a:lstStyle/>
          <a:p>
            <a:r>
              <a:rPr lang="en-US" altLang="en-US" dirty="0"/>
              <a:t>Matrix multiplier using carry-save addition contains the same number of elements. </a:t>
            </a:r>
          </a:p>
          <a:p>
            <a:r>
              <a:rPr lang="en-US" altLang="en-US" dirty="0"/>
              <a:t>It is faster because its propagation delay is shorter.</a:t>
            </a:r>
          </a:p>
          <a:p>
            <a:r>
              <a:rPr lang="en-US" altLang="en-US" dirty="0"/>
              <a:t>The last (n) stage corresponds to CRA.</a:t>
            </a:r>
          </a:p>
          <a:p>
            <a:r>
              <a:rPr lang="en-US" altLang="en-US" dirty="0"/>
              <a:t>Its worst-case carry propagation path goes through 2n-2 adders.</a:t>
            </a:r>
          </a:p>
          <a:p>
            <a:endParaRPr lang="en-US" altLang="en-US"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Rectangle 4">
            <a:extLst>
              <a:ext uri="{FF2B5EF4-FFF2-40B4-BE49-F238E27FC236}">
                <a16:creationId xmlns:a16="http://schemas.microsoft.com/office/drawing/2014/main" id="{6CE14DEE-386B-4636-9D81-0AFE1F137083}"/>
              </a:ext>
            </a:extLst>
          </p:cNvPr>
          <p:cNvSpPr txBox="1">
            <a:spLocks noChangeArrowheads="1"/>
          </p:cNvSpPr>
          <p:nvPr/>
        </p:nvSpPr>
        <p:spPr bwMode="auto">
          <a:xfrm>
            <a:off x="1649414" y="1700551"/>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pSp>
        <p:nvGrpSpPr>
          <p:cNvPr id="2" name="Group 284">
            <a:extLst>
              <a:ext uri="{FF2B5EF4-FFF2-40B4-BE49-F238E27FC236}">
                <a16:creationId xmlns:a16="http://schemas.microsoft.com/office/drawing/2014/main" id="{FBB919ED-CC76-41BF-97C7-185971D7007C}"/>
              </a:ext>
            </a:extLst>
          </p:cNvPr>
          <p:cNvGrpSpPr>
            <a:grpSpLocks/>
          </p:cNvGrpSpPr>
          <p:nvPr/>
        </p:nvGrpSpPr>
        <p:grpSpPr bwMode="auto">
          <a:xfrm>
            <a:off x="1971676" y="1181100"/>
            <a:ext cx="8316913" cy="4610100"/>
            <a:chOff x="282" y="576"/>
            <a:chExt cx="5239" cy="3288"/>
          </a:xfrm>
          <a:solidFill>
            <a:schemeClr val="accent1">
              <a:lumMod val="40000"/>
              <a:lumOff val="60000"/>
            </a:schemeClr>
          </a:solidFill>
        </p:grpSpPr>
        <p:sp>
          <p:nvSpPr>
            <p:cNvPr id="99393" name="Line 90">
              <a:extLst>
                <a:ext uri="{FF2B5EF4-FFF2-40B4-BE49-F238E27FC236}">
                  <a16:creationId xmlns:a16="http://schemas.microsoft.com/office/drawing/2014/main" id="{ABD83DFF-DFB9-4E38-940B-F73E4BE9D93A}"/>
                </a:ext>
              </a:extLst>
            </p:cNvPr>
            <p:cNvSpPr>
              <a:spLocks noChangeShapeType="1"/>
            </p:cNvSpPr>
            <p:nvPr/>
          </p:nvSpPr>
          <p:spPr bwMode="auto">
            <a:xfrm>
              <a:off x="2173" y="2334"/>
              <a:ext cx="97"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32" name="Text Box 6">
              <a:extLst>
                <a:ext uri="{FF2B5EF4-FFF2-40B4-BE49-F238E27FC236}">
                  <a16:creationId xmlns:a16="http://schemas.microsoft.com/office/drawing/2014/main" id="{68BFFA62-9D2E-4143-8EC4-EE8922127CF3}"/>
                </a:ext>
              </a:extLst>
            </p:cNvPr>
            <p:cNvSpPr txBox="1">
              <a:spLocks noChangeArrowheads="1"/>
            </p:cNvSpPr>
            <p:nvPr/>
          </p:nvSpPr>
          <p:spPr bwMode="auto">
            <a:xfrm>
              <a:off x="5082" y="576"/>
              <a:ext cx="439" cy="218"/>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0</a:t>
              </a:r>
              <a:r>
                <a:rPr lang="en-US" sz="1600">
                  <a:latin typeface="+mj-lt"/>
                  <a:cs typeface="Arial" charset="0"/>
                </a:rPr>
                <a:t>b</a:t>
              </a:r>
              <a:r>
                <a:rPr lang="en-US" sz="1600" baseline="-25000">
                  <a:latin typeface="+mj-lt"/>
                  <a:cs typeface="Arial" charset="0"/>
                </a:rPr>
                <a:t>0</a:t>
              </a:r>
            </a:p>
          </p:txBody>
        </p:sp>
        <p:sp>
          <p:nvSpPr>
            <p:cNvPr id="99333" name="Text Box 7">
              <a:extLst>
                <a:ext uri="{FF2B5EF4-FFF2-40B4-BE49-F238E27FC236}">
                  <a16:creationId xmlns:a16="http://schemas.microsoft.com/office/drawing/2014/main" id="{3B60DEEA-3692-4950-B339-6F39BA7B80F6}"/>
                </a:ext>
              </a:extLst>
            </p:cNvPr>
            <p:cNvSpPr txBox="1">
              <a:spLocks noChangeArrowheads="1"/>
            </p:cNvSpPr>
            <p:nvPr/>
          </p:nvSpPr>
          <p:spPr bwMode="auto">
            <a:xfrm>
              <a:off x="4358" y="576"/>
              <a:ext cx="440" cy="218"/>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1</a:t>
              </a:r>
              <a:r>
                <a:rPr lang="en-US" sz="1600">
                  <a:latin typeface="+mj-lt"/>
                  <a:cs typeface="Arial" charset="0"/>
                </a:rPr>
                <a:t>b</a:t>
              </a:r>
              <a:r>
                <a:rPr lang="en-US" sz="1600" baseline="-25000">
                  <a:latin typeface="+mj-lt"/>
                  <a:cs typeface="Arial" charset="0"/>
                </a:rPr>
                <a:t>0</a:t>
              </a:r>
            </a:p>
          </p:txBody>
        </p:sp>
        <p:sp>
          <p:nvSpPr>
            <p:cNvPr id="99334" name="Text Box 8">
              <a:extLst>
                <a:ext uri="{FF2B5EF4-FFF2-40B4-BE49-F238E27FC236}">
                  <a16:creationId xmlns:a16="http://schemas.microsoft.com/office/drawing/2014/main" id="{9B4EB719-42D8-4FE7-976D-802DB9FF1AD8}"/>
                </a:ext>
              </a:extLst>
            </p:cNvPr>
            <p:cNvSpPr txBox="1">
              <a:spLocks noChangeArrowheads="1"/>
            </p:cNvSpPr>
            <p:nvPr/>
          </p:nvSpPr>
          <p:spPr bwMode="auto">
            <a:xfrm>
              <a:off x="3626" y="576"/>
              <a:ext cx="439" cy="218"/>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2</a:t>
              </a:r>
              <a:r>
                <a:rPr lang="en-US" sz="1600">
                  <a:latin typeface="+mj-lt"/>
                  <a:cs typeface="Arial" charset="0"/>
                </a:rPr>
                <a:t>b</a:t>
              </a:r>
              <a:r>
                <a:rPr lang="en-US" sz="1600" baseline="-25000">
                  <a:latin typeface="+mj-lt"/>
                  <a:cs typeface="Arial" charset="0"/>
                </a:rPr>
                <a:t>0</a:t>
              </a:r>
            </a:p>
          </p:txBody>
        </p:sp>
        <p:sp>
          <p:nvSpPr>
            <p:cNvPr id="99335" name="Text Box 9">
              <a:extLst>
                <a:ext uri="{FF2B5EF4-FFF2-40B4-BE49-F238E27FC236}">
                  <a16:creationId xmlns:a16="http://schemas.microsoft.com/office/drawing/2014/main" id="{5CB572BF-EB83-4093-BD44-07467889C00D}"/>
                </a:ext>
              </a:extLst>
            </p:cNvPr>
            <p:cNvSpPr txBox="1">
              <a:spLocks noChangeArrowheads="1"/>
            </p:cNvSpPr>
            <p:nvPr/>
          </p:nvSpPr>
          <p:spPr bwMode="auto">
            <a:xfrm>
              <a:off x="2880" y="576"/>
              <a:ext cx="440" cy="218"/>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3</a:t>
              </a:r>
              <a:r>
                <a:rPr lang="en-US" sz="1600">
                  <a:latin typeface="+mj-lt"/>
                  <a:cs typeface="Arial" charset="0"/>
                </a:rPr>
                <a:t>b</a:t>
              </a:r>
              <a:r>
                <a:rPr lang="en-US" sz="1600" baseline="-25000">
                  <a:latin typeface="+mj-lt"/>
                  <a:cs typeface="Arial" charset="0"/>
                </a:rPr>
                <a:t>0</a:t>
              </a:r>
            </a:p>
          </p:txBody>
        </p:sp>
        <p:grpSp>
          <p:nvGrpSpPr>
            <p:cNvPr id="3" name="Group 10">
              <a:extLst>
                <a:ext uri="{FF2B5EF4-FFF2-40B4-BE49-F238E27FC236}">
                  <a16:creationId xmlns:a16="http://schemas.microsoft.com/office/drawing/2014/main" id="{41422C5E-AE98-4190-A971-0C453C6CB538}"/>
                </a:ext>
              </a:extLst>
            </p:cNvPr>
            <p:cNvGrpSpPr>
              <a:grpSpLocks/>
            </p:cNvGrpSpPr>
            <p:nvPr/>
          </p:nvGrpSpPr>
          <p:grpSpPr bwMode="auto">
            <a:xfrm>
              <a:off x="2152" y="978"/>
              <a:ext cx="2673" cy="218"/>
              <a:chOff x="5100" y="6285"/>
              <a:chExt cx="4380" cy="480"/>
            </a:xfrm>
            <a:grpFill/>
          </p:grpSpPr>
          <p:sp>
            <p:nvSpPr>
              <p:cNvPr id="99465" name="Text Box 11">
                <a:extLst>
                  <a:ext uri="{FF2B5EF4-FFF2-40B4-BE49-F238E27FC236}">
                    <a16:creationId xmlns:a16="http://schemas.microsoft.com/office/drawing/2014/main" id="{B661D018-8DC2-488E-BB8E-81B3ED84C440}"/>
                  </a:ext>
                </a:extLst>
              </p:cNvPr>
              <p:cNvSpPr txBox="1">
                <a:spLocks noChangeArrowheads="1"/>
              </p:cNvSpPr>
              <p:nvPr/>
            </p:nvSpPr>
            <p:spPr bwMode="auto">
              <a:xfrm>
                <a:off x="8760"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0</a:t>
                </a:r>
                <a:r>
                  <a:rPr lang="en-US" sz="1600">
                    <a:latin typeface="+mj-lt"/>
                    <a:cs typeface="Arial" charset="0"/>
                  </a:rPr>
                  <a:t>b</a:t>
                </a:r>
                <a:r>
                  <a:rPr lang="en-US" sz="1600" baseline="-25000">
                    <a:latin typeface="+mj-lt"/>
                    <a:cs typeface="Arial" charset="0"/>
                  </a:rPr>
                  <a:t>1</a:t>
                </a:r>
              </a:p>
            </p:txBody>
          </p:sp>
          <p:sp>
            <p:nvSpPr>
              <p:cNvPr id="99466" name="Text Box 12">
                <a:extLst>
                  <a:ext uri="{FF2B5EF4-FFF2-40B4-BE49-F238E27FC236}">
                    <a16:creationId xmlns:a16="http://schemas.microsoft.com/office/drawing/2014/main" id="{C5861DF6-20D7-4252-97C0-AF9A7F4C7236}"/>
                  </a:ext>
                </a:extLst>
              </p:cNvPr>
              <p:cNvSpPr txBox="1">
                <a:spLocks noChangeArrowheads="1"/>
              </p:cNvSpPr>
              <p:nvPr/>
            </p:nvSpPr>
            <p:spPr bwMode="auto">
              <a:xfrm>
                <a:off x="7545"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1</a:t>
                </a:r>
                <a:r>
                  <a:rPr lang="en-US" sz="1600">
                    <a:latin typeface="+mj-lt"/>
                    <a:cs typeface="Arial" charset="0"/>
                  </a:rPr>
                  <a:t>b</a:t>
                </a:r>
                <a:r>
                  <a:rPr lang="en-US" sz="1600" baseline="-25000">
                    <a:latin typeface="+mj-lt"/>
                    <a:cs typeface="Arial" charset="0"/>
                  </a:rPr>
                  <a:t>1</a:t>
                </a:r>
              </a:p>
            </p:txBody>
          </p:sp>
          <p:sp>
            <p:nvSpPr>
              <p:cNvPr id="99467" name="Text Box 13">
                <a:extLst>
                  <a:ext uri="{FF2B5EF4-FFF2-40B4-BE49-F238E27FC236}">
                    <a16:creationId xmlns:a16="http://schemas.microsoft.com/office/drawing/2014/main" id="{50CE4A69-EFBB-437C-8A76-65821B8D9756}"/>
                  </a:ext>
                </a:extLst>
              </p:cNvPr>
              <p:cNvSpPr txBox="1">
                <a:spLocks noChangeArrowheads="1"/>
              </p:cNvSpPr>
              <p:nvPr/>
            </p:nvSpPr>
            <p:spPr bwMode="auto">
              <a:xfrm>
                <a:off x="6315"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2</a:t>
                </a:r>
                <a:r>
                  <a:rPr lang="en-US" sz="1600">
                    <a:latin typeface="+mj-lt"/>
                    <a:cs typeface="Arial" charset="0"/>
                  </a:rPr>
                  <a:t>b</a:t>
                </a:r>
                <a:r>
                  <a:rPr lang="en-US" sz="1600" baseline="-25000">
                    <a:latin typeface="+mj-lt"/>
                    <a:cs typeface="Arial" charset="0"/>
                  </a:rPr>
                  <a:t>1</a:t>
                </a:r>
              </a:p>
            </p:txBody>
          </p:sp>
          <p:sp>
            <p:nvSpPr>
              <p:cNvPr id="99468" name="Text Box 14">
                <a:extLst>
                  <a:ext uri="{FF2B5EF4-FFF2-40B4-BE49-F238E27FC236}">
                    <a16:creationId xmlns:a16="http://schemas.microsoft.com/office/drawing/2014/main" id="{4BC354E5-984A-405C-B021-10D8F068BAEC}"/>
                  </a:ext>
                </a:extLst>
              </p:cNvPr>
              <p:cNvSpPr txBox="1">
                <a:spLocks noChangeArrowheads="1"/>
              </p:cNvSpPr>
              <p:nvPr/>
            </p:nvSpPr>
            <p:spPr bwMode="auto">
              <a:xfrm>
                <a:off x="5100"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3</a:t>
                </a:r>
                <a:r>
                  <a:rPr lang="en-US" sz="1600">
                    <a:latin typeface="+mj-lt"/>
                    <a:cs typeface="Arial" charset="0"/>
                  </a:rPr>
                  <a:t>b</a:t>
                </a:r>
                <a:r>
                  <a:rPr lang="en-US" sz="1600" baseline="-25000">
                    <a:latin typeface="+mj-lt"/>
                    <a:cs typeface="Arial" charset="0"/>
                  </a:rPr>
                  <a:t>1</a:t>
                </a:r>
              </a:p>
            </p:txBody>
          </p:sp>
        </p:grpSp>
        <p:grpSp>
          <p:nvGrpSpPr>
            <p:cNvPr id="4" name="Group 15">
              <a:extLst>
                <a:ext uri="{FF2B5EF4-FFF2-40B4-BE49-F238E27FC236}">
                  <a16:creationId xmlns:a16="http://schemas.microsoft.com/office/drawing/2014/main" id="{7FFC2ACA-3B22-4675-A14D-E93008C3FF71}"/>
                </a:ext>
              </a:extLst>
            </p:cNvPr>
            <p:cNvGrpSpPr>
              <a:grpSpLocks/>
            </p:cNvGrpSpPr>
            <p:nvPr/>
          </p:nvGrpSpPr>
          <p:grpSpPr bwMode="auto">
            <a:xfrm>
              <a:off x="4578" y="794"/>
              <a:ext cx="396" cy="601"/>
              <a:chOff x="9075" y="5880"/>
              <a:chExt cx="648" cy="1323"/>
            </a:xfrm>
            <a:grpFill/>
          </p:grpSpPr>
          <p:sp>
            <p:nvSpPr>
              <p:cNvPr id="99460" name="Line 16">
                <a:extLst>
                  <a:ext uri="{FF2B5EF4-FFF2-40B4-BE49-F238E27FC236}">
                    <a16:creationId xmlns:a16="http://schemas.microsoft.com/office/drawing/2014/main" id="{068FBA00-664E-4625-B303-D074975B7A45}"/>
                  </a:ext>
                </a:extLst>
              </p:cNvPr>
              <p:cNvSpPr>
                <a:spLocks noChangeShapeType="1"/>
              </p:cNvSpPr>
              <p:nvPr/>
            </p:nvSpPr>
            <p:spPr bwMode="auto">
              <a:xfrm>
                <a:off x="9360" y="6915"/>
                <a:ext cx="0" cy="288"/>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61" name="Line 17">
                <a:extLst>
                  <a:ext uri="{FF2B5EF4-FFF2-40B4-BE49-F238E27FC236}">
                    <a16:creationId xmlns:a16="http://schemas.microsoft.com/office/drawing/2014/main" id="{622E4960-B35C-4AE8-A7D2-A115ABA157BC}"/>
                  </a:ext>
                </a:extLst>
              </p:cNvPr>
              <p:cNvSpPr>
                <a:spLocks noChangeShapeType="1"/>
              </p:cNvSpPr>
              <p:nvPr/>
            </p:nvSpPr>
            <p:spPr bwMode="auto">
              <a:xfrm>
                <a:off x="9360" y="6915"/>
                <a:ext cx="360"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62" name="Line 18">
                <a:extLst>
                  <a:ext uri="{FF2B5EF4-FFF2-40B4-BE49-F238E27FC236}">
                    <a16:creationId xmlns:a16="http://schemas.microsoft.com/office/drawing/2014/main" id="{C0C97F29-B6F4-4E10-A7CB-F3465FA1B1E6}"/>
                  </a:ext>
                </a:extLst>
              </p:cNvPr>
              <p:cNvSpPr>
                <a:spLocks noChangeShapeType="1"/>
              </p:cNvSpPr>
              <p:nvPr/>
            </p:nvSpPr>
            <p:spPr bwMode="auto">
              <a:xfrm>
                <a:off x="9075" y="5880"/>
                <a:ext cx="0" cy="18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63" name="Line 19">
                <a:extLst>
                  <a:ext uri="{FF2B5EF4-FFF2-40B4-BE49-F238E27FC236}">
                    <a16:creationId xmlns:a16="http://schemas.microsoft.com/office/drawing/2014/main" id="{21ED82CC-9FF6-4C2D-81EE-D783510A4A73}"/>
                  </a:ext>
                </a:extLst>
              </p:cNvPr>
              <p:cNvSpPr>
                <a:spLocks noChangeShapeType="1"/>
              </p:cNvSpPr>
              <p:nvPr/>
            </p:nvSpPr>
            <p:spPr bwMode="auto">
              <a:xfrm>
                <a:off x="9075" y="6075"/>
                <a:ext cx="64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64" name="Line 20">
                <a:extLst>
                  <a:ext uri="{FF2B5EF4-FFF2-40B4-BE49-F238E27FC236}">
                    <a16:creationId xmlns:a16="http://schemas.microsoft.com/office/drawing/2014/main" id="{343C04B1-285F-43A2-89DD-DFC5CE53EB6C}"/>
                  </a:ext>
                </a:extLst>
              </p:cNvPr>
              <p:cNvSpPr>
                <a:spLocks noChangeShapeType="1"/>
              </p:cNvSpPr>
              <p:nvPr/>
            </p:nvSpPr>
            <p:spPr bwMode="auto">
              <a:xfrm>
                <a:off x="9720" y="6075"/>
                <a:ext cx="0" cy="835"/>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grpSp>
        <p:grpSp>
          <p:nvGrpSpPr>
            <p:cNvPr id="5" name="Group 21">
              <a:extLst>
                <a:ext uri="{FF2B5EF4-FFF2-40B4-BE49-F238E27FC236}">
                  <a16:creationId xmlns:a16="http://schemas.microsoft.com/office/drawing/2014/main" id="{68F42122-F2FB-4792-A7F0-6283E6D32710}"/>
                </a:ext>
              </a:extLst>
            </p:cNvPr>
            <p:cNvGrpSpPr>
              <a:grpSpLocks/>
            </p:cNvGrpSpPr>
            <p:nvPr/>
          </p:nvGrpSpPr>
          <p:grpSpPr bwMode="auto">
            <a:xfrm>
              <a:off x="3846" y="801"/>
              <a:ext cx="395" cy="601"/>
              <a:chOff x="9075" y="5880"/>
              <a:chExt cx="648" cy="1323"/>
            </a:xfrm>
            <a:grpFill/>
          </p:grpSpPr>
          <p:sp>
            <p:nvSpPr>
              <p:cNvPr id="99455" name="Line 22">
                <a:extLst>
                  <a:ext uri="{FF2B5EF4-FFF2-40B4-BE49-F238E27FC236}">
                    <a16:creationId xmlns:a16="http://schemas.microsoft.com/office/drawing/2014/main" id="{B71E942F-EE05-47EB-B805-4CC6EC6C82EE}"/>
                  </a:ext>
                </a:extLst>
              </p:cNvPr>
              <p:cNvSpPr>
                <a:spLocks noChangeShapeType="1"/>
              </p:cNvSpPr>
              <p:nvPr/>
            </p:nvSpPr>
            <p:spPr bwMode="auto">
              <a:xfrm>
                <a:off x="9360" y="6915"/>
                <a:ext cx="0" cy="288"/>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56" name="Line 23">
                <a:extLst>
                  <a:ext uri="{FF2B5EF4-FFF2-40B4-BE49-F238E27FC236}">
                    <a16:creationId xmlns:a16="http://schemas.microsoft.com/office/drawing/2014/main" id="{7FD5D0C1-AB7B-4D7D-B841-1BD018F3DBBB}"/>
                  </a:ext>
                </a:extLst>
              </p:cNvPr>
              <p:cNvSpPr>
                <a:spLocks noChangeShapeType="1"/>
              </p:cNvSpPr>
              <p:nvPr/>
            </p:nvSpPr>
            <p:spPr bwMode="auto">
              <a:xfrm>
                <a:off x="9360" y="6915"/>
                <a:ext cx="360"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57" name="Line 24">
                <a:extLst>
                  <a:ext uri="{FF2B5EF4-FFF2-40B4-BE49-F238E27FC236}">
                    <a16:creationId xmlns:a16="http://schemas.microsoft.com/office/drawing/2014/main" id="{AA55654E-FA53-4BC3-B737-DEB750BF20D5}"/>
                  </a:ext>
                </a:extLst>
              </p:cNvPr>
              <p:cNvSpPr>
                <a:spLocks noChangeShapeType="1"/>
              </p:cNvSpPr>
              <p:nvPr/>
            </p:nvSpPr>
            <p:spPr bwMode="auto">
              <a:xfrm>
                <a:off x="9075" y="5880"/>
                <a:ext cx="0" cy="18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58" name="Line 25">
                <a:extLst>
                  <a:ext uri="{FF2B5EF4-FFF2-40B4-BE49-F238E27FC236}">
                    <a16:creationId xmlns:a16="http://schemas.microsoft.com/office/drawing/2014/main" id="{F15ABC59-C24F-4776-B6D3-2952E3B09F8C}"/>
                  </a:ext>
                </a:extLst>
              </p:cNvPr>
              <p:cNvSpPr>
                <a:spLocks noChangeShapeType="1"/>
              </p:cNvSpPr>
              <p:nvPr/>
            </p:nvSpPr>
            <p:spPr bwMode="auto">
              <a:xfrm>
                <a:off x="9075" y="6075"/>
                <a:ext cx="64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59" name="Line 26">
                <a:extLst>
                  <a:ext uri="{FF2B5EF4-FFF2-40B4-BE49-F238E27FC236}">
                    <a16:creationId xmlns:a16="http://schemas.microsoft.com/office/drawing/2014/main" id="{DC73DFCA-DD08-4179-9572-F38C3AE91E5D}"/>
                  </a:ext>
                </a:extLst>
              </p:cNvPr>
              <p:cNvSpPr>
                <a:spLocks noChangeShapeType="1"/>
              </p:cNvSpPr>
              <p:nvPr/>
            </p:nvSpPr>
            <p:spPr bwMode="auto">
              <a:xfrm>
                <a:off x="9720" y="6075"/>
                <a:ext cx="0" cy="835"/>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grpSp>
        <p:grpSp>
          <p:nvGrpSpPr>
            <p:cNvPr id="6" name="Group 27">
              <a:extLst>
                <a:ext uri="{FF2B5EF4-FFF2-40B4-BE49-F238E27FC236}">
                  <a16:creationId xmlns:a16="http://schemas.microsoft.com/office/drawing/2014/main" id="{C7426D70-B438-4E9D-AE1B-C738443DC808}"/>
                </a:ext>
              </a:extLst>
            </p:cNvPr>
            <p:cNvGrpSpPr>
              <a:grpSpLocks/>
            </p:cNvGrpSpPr>
            <p:nvPr/>
          </p:nvGrpSpPr>
          <p:grpSpPr bwMode="auto">
            <a:xfrm>
              <a:off x="3077" y="801"/>
              <a:ext cx="395" cy="601"/>
              <a:chOff x="9075" y="5880"/>
              <a:chExt cx="648" cy="1323"/>
            </a:xfrm>
            <a:grpFill/>
          </p:grpSpPr>
          <p:sp>
            <p:nvSpPr>
              <p:cNvPr id="99450" name="Line 28">
                <a:extLst>
                  <a:ext uri="{FF2B5EF4-FFF2-40B4-BE49-F238E27FC236}">
                    <a16:creationId xmlns:a16="http://schemas.microsoft.com/office/drawing/2014/main" id="{24847C0B-4160-436D-B93D-F3A3FE363172}"/>
                  </a:ext>
                </a:extLst>
              </p:cNvPr>
              <p:cNvSpPr>
                <a:spLocks noChangeShapeType="1"/>
              </p:cNvSpPr>
              <p:nvPr/>
            </p:nvSpPr>
            <p:spPr bwMode="auto">
              <a:xfrm>
                <a:off x="9360" y="6915"/>
                <a:ext cx="0" cy="288"/>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51" name="Line 29">
                <a:extLst>
                  <a:ext uri="{FF2B5EF4-FFF2-40B4-BE49-F238E27FC236}">
                    <a16:creationId xmlns:a16="http://schemas.microsoft.com/office/drawing/2014/main" id="{06760A4D-7932-4753-AE4F-E20C5195BF66}"/>
                  </a:ext>
                </a:extLst>
              </p:cNvPr>
              <p:cNvSpPr>
                <a:spLocks noChangeShapeType="1"/>
              </p:cNvSpPr>
              <p:nvPr/>
            </p:nvSpPr>
            <p:spPr bwMode="auto">
              <a:xfrm>
                <a:off x="9360" y="6915"/>
                <a:ext cx="360"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52" name="Line 30">
                <a:extLst>
                  <a:ext uri="{FF2B5EF4-FFF2-40B4-BE49-F238E27FC236}">
                    <a16:creationId xmlns:a16="http://schemas.microsoft.com/office/drawing/2014/main" id="{D404B77C-5640-4DCF-89A4-72170F36A0AE}"/>
                  </a:ext>
                </a:extLst>
              </p:cNvPr>
              <p:cNvSpPr>
                <a:spLocks noChangeShapeType="1"/>
              </p:cNvSpPr>
              <p:nvPr/>
            </p:nvSpPr>
            <p:spPr bwMode="auto">
              <a:xfrm>
                <a:off x="9075" y="5880"/>
                <a:ext cx="0" cy="18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53" name="Line 31">
                <a:extLst>
                  <a:ext uri="{FF2B5EF4-FFF2-40B4-BE49-F238E27FC236}">
                    <a16:creationId xmlns:a16="http://schemas.microsoft.com/office/drawing/2014/main" id="{F08975BE-FA94-4A49-AC70-E31BDF3BAD12}"/>
                  </a:ext>
                </a:extLst>
              </p:cNvPr>
              <p:cNvSpPr>
                <a:spLocks noChangeShapeType="1"/>
              </p:cNvSpPr>
              <p:nvPr/>
            </p:nvSpPr>
            <p:spPr bwMode="auto">
              <a:xfrm>
                <a:off x="9075" y="6075"/>
                <a:ext cx="64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54" name="Line 32">
                <a:extLst>
                  <a:ext uri="{FF2B5EF4-FFF2-40B4-BE49-F238E27FC236}">
                    <a16:creationId xmlns:a16="http://schemas.microsoft.com/office/drawing/2014/main" id="{AB4219DB-B815-4EF7-B610-613FF50DA3CB}"/>
                  </a:ext>
                </a:extLst>
              </p:cNvPr>
              <p:cNvSpPr>
                <a:spLocks noChangeShapeType="1"/>
              </p:cNvSpPr>
              <p:nvPr/>
            </p:nvSpPr>
            <p:spPr bwMode="auto">
              <a:xfrm>
                <a:off x="9720" y="6075"/>
                <a:ext cx="0" cy="835"/>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grpSp>
        <p:sp>
          <p:nvSpPr>
            <p:cNvPr id="99340" name="Text Box 33">
              <a:extLst>
                <a:ext uri="{FF2B5EF4-FFF2-40B4-BE49-F238E27FC236}">
                  <a16:creationId xmlns:a16="http://schemas.microsoft.com/office/drawing/2014/main" id="{80C9B585-6A8D-4A59-AE1D-0CC8CE8753C6}"/>
                </a:ext>
              </a:extLst>
            </p:cNvPr>
            <p:cNvSpPr txBox="1">
              <a:spLocks noChangeArrowheads="1"/>
            </p:cNvSpPr>
            <p:nvPr/>
          </p:nvSpPr>
          <p:spPr bwMode="auto">
            <a:xfrm>
              <a:off x="4395" y="1401"/>
              <a:ext cx="439" cy="219"/>
            </a:xfrm>
            <a:prstGeom prst="rect">
              <a:avLst/>
            </a:prstGeom>
            <a:grpFill/>
            <a:ln w="31750">
              <a:solidFill>
                <a:srgbClr val="000000"/>
              </a:solidFill>
              <a:miter lim="800000"/>
              <a:headEnd/>
              <a:tailEnd/>
            </a:ln>
          </p:spPr>
          <p:txBody>
            <a:bodyPr/>
            <a:lstStyle/>
            <a:p>
              <a:pPr>
                <a:defRPr/>
              </a:pPr>
              <a:r>
                <a:rPr lang="en-US" sz="1600">
                  <a:latin typeface="+mj-lt"/>
                  <a:cs typeface="Arial" charset="0"/>
                </a:rPr>
                <a:t>+</a:t>
              </a:r>
            </a:p>
          </p:txBody>
        </p:sp>
        <p:sp>
          <p:nvSpPr>
            <p:cNvPr id="99341" name="Text Box 34">
              <a:extLst>
                <a:ext uri="{FF2B5EF4-FFF2-40B4-BE49-F238E27FC236}">
                  <a16:creationId xmlns:a16="http://schemas.microsoft.com/office/drawing/2014/main" id="{5C566B33-421F-4035-9381-592387D6F16A}"/>
                </a:ext>
              </a:extLst>
            </p:cNvPr>
            <p:cNvSpPr txBox="1">
              <a:spLocks noChangeArrowheads="1"/>
            </p:cNvSpPr>
            <p:nvPr/>
          </p:nvSpPr>
          <p:spPr bwMode="auto">
            <a:xfrm>
              <a:off x="3672" y="1408"/>
              <a:ext cx="439" cy="217"/>
            </a:xfrm>
            <a:prstGeom prst="rect">
              <a:avLst/>
            </a:prstGeom>
            <a:grpFill/>
            <a:ln w="31750">
              <a:solidFill>
                <a:srgbClr val="000000"/>
              </a:solidFill>
              <a:miter lim="800000"/>
              <a:headEnd/>
              <a:tailEnd/>
            </a:ln>
          </p:spPr>
          <p:txBody>
            <a:bodyPr/>
            <a:lstStyle/>
            <a:p>
              <a:pPr>
                <a:defRPr/>
              </a:pPr>
              <a:r>
                <a:rPr lang="en-US" sz="1600">
                  <a:latin typeface="+mj-lt"/>
                  <a:cs typeface="Arial" charset="0"/>
                </a:rPr>
                <a:t>+</a:t>
              </a:r>
              <a:endParaRPr lang="en-US" sz="1600" baseline="-25000">
                <a:latin typeface="+mj-lt"/>
                <a:cs typeface="Arial" charset="0"/>
              </a:endParaRPr>
            </a:p>
          </p:txBody>
        </p:sp>
        <p:sp>
          <p:nvSpPr>
            <p:cNvPr id="99342" name="Text Box 35">
              <a:extLst>
                <a:ext uri="{FF2B5EF4-FFF2-40B4-BE49-F238E27FC236}">
                  <a16:creationId xmlns:a16="http://schemas.microsoft.com/office/drawing/2014/main" id="{39D24E43-7925-4FDC-95AE-2352BD365085}"/>
                </a:ext>
              </a:extLst>
            </p:cNvPr>
            <p:cNvSpPr txBox="1">
              <a:spLocks noChangeArrowheads="1"/>
            </p:cNvSpPr>
            <p:nvPr/>
          </p:nvSpPr>
          <p:spPr bwMode="auto">
            <a:xfrm>
              <a:off x="2912" y="1401"/>
              <a:ext cx="439" cy="217"/>
            </a:xfrm>
            <a:prstGeom prst="rect">
              <a:avLst/>
            </a:prstGeom>
            <a:grpFill/>
            <a:ln w="31750">
              <a:solidFill>
                <a:srgbClr val="000000"/>
              </a:solidFill>
              <a:miter lim="800000"/>
              <a:headEnd/>
              <a:tailEnd/>
            </a:ln>
          </p:spPr>
          <p:txBody>
            <a:bodyPr/>
            <a:lstStyle/>
            <a:p>
              <a:pPr>
                <a:defRPr/>
              </a:pPr>
              <a:r>
                <a:rPr lang="en-US" sz="1600">
                  <a:latin typeface="+mj-lt"/>
                  <a:cs typeface="Arial" charset="0"/>
                </a:rPr>
                <a:t>+</a:t>
              </a:r>
              <a:endParaRPr lang="en-US" sz="1600" baseline="-25000">
                <a:latin typeface="+mj-lt"/>
                <a:cs typeface="Arial" charset="0"/>
              </a:endParaRPr>
            </a:p>
          </p:txBody>
        </p:sp>
        <p:sp>
          <p:nvSpPr>
            <p:cNvPr id="99343" name="Line 36">
              <a:extLst>
                <a:ext uri="{FF2B5EF4-FFF2-40B4-BE49-F238E27FC236}">
                  <a16:creationId xmlns:a16="http://schemas.microsoft.com/office/drawing/2014/main" id="{82FC784A-528D-438E-B83B-A287CD0847A6}"/>
                </a:ext>
              </a:extLst>
            </p:cNvPr>
            <p:cNvSpPr>
              <a:spLocks noChangeShapeType="1"/>
            </p:cNvSpPr>
            <p:nvPr/>
          </p:nvSpPr>
          <p:spPr bwMode="auto">
            <a:xfrm flipH="1">
              <a:off x="2381" y="1203"/>
              <a:ext cx="0" cy="516"/>
            </a:xfrm>
            <a:prstGeom prst="line">
              <a:avLst/>
            </a:prstGeom>
            <a:grpFill/>
            <a:ln w="31750">
              <a:solidFill>
                <a:srgbClr val="000000"/>
              </a:solidFill>
              <a:round/>
              <a:headEnd/>
              <a:tailEnd type="none" w="sm" len="med"/>
            </a:ln>
          </p:spPr>
          <p:txBody>
            <a:bodyPr/>
            <a:lstStyle/>
            <a:p>
              <a:pPr eaLnBrk="1" hangingPunct="1">
                <a:defRPr/>
              </a:pPr>
              <a:endParaRPr lang="en-US" sz="2800">
                <a:latin typeface="+mj-lt"/>
                <a:cs typeface="Arial" charset="0"/>
              </a:endParaRPr>
            </a:p>
          </p:txBody>
        </p:sp>
        <p:sp>
          <p:nvSpPr>
            <p:cNvPr id="99344" name="Line 37">
              <a:extLst>
                <a:ext uri="{FF2B5EF4-FFF2-40B4-BE49-F238E27FC236}">
                  <a16:creationId xmlns:a16="http://schemas.microsoft.com/office/drawing/2014/main" id="{F49C63C6-6427-46C4-B5DF-A08ABDB8DDF2}"/>
                </a:ext>
              </a:extLst>
            </p:cNvPr>
            <p:cNvSpPr>
              <a:spLocks noChangeShapeType="1"/>
            </p:cNvSpPr>
            <p:nvPr/>
          </p:nvSpPr>
          <p:spPr bwMode="auto">
            <a:xfrm>
              <a:off x="3040" y="1203"/>
              <a:ext cx="0" cy="203"/>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45" name="Line 38">
              <a:extLst>
                <a:ext uri="{FF2B5EF4-FFF2-40B4-BE49-F238E27FC236}">
                  <a16:creationId xmlns:a16="http://schemas.microsoft.com/office/drawing/2014/main" id="{71AB44AE-EC8D-456C-AF74-5FDAE1D54E3E}"/>
                </a:ext>
              </a:extLst>
            </p:cNvPr>
            <p:cNvSpPr>
              <a:spLocks noChangeShapeType="1"/>
            </p:cNvSpPr>
            <p:nvPr/>
          </p:nvSpPr>
          <p:spPr bwMode="auto">
            <a:xfrm>
              <a:off x="3791" y="1203"/>
              <a:ext cx="0" cy="203"/>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46" name="Line 39">
              <a:extLst>
                <a:ext uri="{FF2B5EF4-FFF2-40B4-BE49-F238E27FC236}">
                  <a16:creationId xmlns:a16="http://schemas.microsoft.com/office/drawing/2014/main" id="{9B85E554-1E47-4322-94E9-15FB5597B459}"/>
                </a:ext>
              </a:extLst>
            </p:cNvPr>
            <p:cNvSpPr>
              <a:spLocks noChangeShapeType="1"/>
            </p:cNvSpPr>
            <p:nvPr/>
          </p:nvSpPr>
          <p:spPr bwMode="auto">
            <a:xfrm>
              <a:off x="4514" y="1196"/>
              <a:ext cx="0" cy="203"/>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47" name="Text Box 40">
              <a:extLst>
                <a:ext uri="{FF2B5EF4-FFF2-40B4-BE49-F238E27FC236}">
                  <a16:creationId xmlns:a16="http://schemas.microsoft.com/office/drawing/2014/main" id="{B2CFF86D-FABC-44CD-9DD9-56A262C1CD1E}"/>
                </a:ext>
              </a:extLst>
            </p:cNvPr>
            <p:cNvSpPr txBox="1">
              <a:spLocks noChangeArrowheads="1"/>
            </p:cNvSpPr>
            <p:nvPr/>
          </p:nvSpPr>
          <p:spPr bwMode="auto">
            <a:xfrm>
              <a:off x="3690" y="1810"/>
              <a:ext cx="439" cy="217"/>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0</a:t>
              </a:r>
              <a:r>
                <a:rPr lang="en-US" sz="1600">
                  <a:latin typeface="+mj-lt"/>
                  <a:cs typeface="Arial" charset="0"/>
                </a:rPr>
                <a:t>b</a:t>
              </a:r>
              <a:r>
                <a:rPr lang="en-US" sz="1600" baseline="-25000">
                  <a:latin typeface="+mj-lt"/>
                  <a:cs typeface="Arial" charset="0"/>
                </a:rPr>
                <a:t>2</a:t>
              </a:r>
            </a:p>
          </p:txBody>
        </p:sp>
        <p:sp>
          <p:nvSpPr>
            <p:cNvPr id="99348" name="Text Box 41">
              <a:extLst>
                <a:ext uri="{FF2B5EF4-FFF2-40B4-BE49-F238E27FC236}">
                  <a16:creationId xmlns:a16="http://schemas.microsoft.com/office/drawing/2014/main" id="{45532952-9B7F-4A96-AC4A-2CCAB6E5083F}"/>
                </a:ext>
              </a:extLst>
            </p:cNvPr>
            <p:cNvSpPr txBox="1">
              <a:spLocks noChangeArrowheads="1"/>
            </p:cNvSpPr>
            <p:nvPr/>
          </p:nvSpPr>
          <p:spPr bwMode="auto">
            <a:xfrm>
              <a:off x="2948" y="1810"/>
              <a:ext cx="440" cy="217"/>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1</a:t>
              </a:r>
              <a:r>
                <a:rPr lang="en-US" sz="1600">
                  <a:latin typeface="+mj-lt"/>
                  <a:cs typeface="Arial" charset="0"/>
                </a:rPr>
                <a:t>b</a:t>
              </a:r>
              <a:r>
                <a:rPr lang="en-US" sz="1600" baseline="-25000">
                  <a:latin typeface="+mj-lt"/>
                  <a:cs typeface="Arial" charset="0"/>
                </a:rPr>
                <a:t>2</a:t>
              </a:r>
            </a:p>
          </p:txBody>
        </p:sp>
        <p:sp>
          <p:nvSpPr>
            <p:cNvPr id="99349" name="Text Box 42">
              <a:extLst>
                <a:ext uri="{FF2B5EF4-FFF2-40B4-BE49-F238E27FC236}">
                  <a16:creationId xmlns:a16="http://schemas.microsoft.com/office/drawing/2014/main" id="{2D2985A7-3C2C-41B4-9EDC-0CE565C4678F}"/>
                </a:ext>
              </a:extLst>
            </p:cNvPr>
            <p:cNvSpPr txBox="1">
              <a:spLocks noChangeArrowheads="1"/>
            </p:cNvSpPr>
            <p:nvPr/>
          </p:nvSpPr>
          <p:spPr bwMode="auto">
            <a:xfrm>
              <a:off x="2189" y="1810"/>
              <a:ext cx="439" cy="217"/>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2</a:t>
              </a:r>
              <a:r>
                <a:rPr lang="en-US" sz="1600">
                  <a:latin typeface="+mj-lt"/>
                  <a:cs typeface="Arial" charset="0"/>
                </a:rPr>
                <a:t>b</a:t>
              </a:r>
              <a:r>
                <a:rPr lang="en-US" sz="1600" baseline="-25000">
                  <a:latin typeface="+mj-lt"/>
                  <a:cs typeface="Arial" charset="0"/>
                </a:rPr>
                <a:t>2</a:t>
              </a:r>
            </a:p>
          </p:txBody>
        </p:sp>
        <p:sp>
          <p:nvSpPr>
            <p:cNvPr id="99350" name="Text Box 43">
              <a:extLst>
                <a:ext uri="{FF2B5EF4-FFF2-40B4-BE49-F238E27FC236}">
                  <a16:creationId xmlns:a16="http://schemas.microsoft.com/office/drawing/2014/main" id="{FFFC6EDB-0FF2-4DF8-8CFD-36800E3DC3F6}"/>
                </a:ext>
              </a:extLst>
            </p:cNvPr>
            <p:cNvSpPr txBox="1">
              <a:spLocks noChangeArrowheads="1"/>
            </p:cNvSpPr>
            <p:nvPr/>
          </p:nvSpPr>
          <p:spPr bwMode="auto">
            <a:xfrm>
              <a:off x="1484" y="1810"/>
              <a:ext cx="439" cy="217"/>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3</a:t>
              </a:r>
              <a:r>
                <a:rPr lang="en-US" sz="1600">
                  <a:latin typeface="+mj-lt"/>
                  <a:cs typeface="Arial" charset="0"/>
                </a:rPr>
                <a:t>b</a:t>
              </a:r>
              <a:r>
                <a:rPr lang="en-US" sz="1600" baseline="-25000">
                  <a:latin typeface="+mj-lt"/>
                  <a:cs typeface="Arial" charset="0"/>
                </a:rPr>
                <a:t>2</a:t>
              </a:r>
            </a:p>
          </p:txBody>
        </p:sp>
        <p:sp>
          <p:nvSpPr>
            <p:cNvPr id="99351" name="Text Box 44">
              <a:extLst>
                <a:ext uri="{FF2B5EF4-FFF2-40B4-BE49-F238E27FC236}">
                  <a16:creationId xmlns:a16="http://schemas.microsoft.com/office/drawing/2014/main" id="{370BEAC3-7D43-4BF7-B2E1-93CDE4C2B5A3}"/>
                </a:ext>
              </a:extLst>
            </p:cNvPr>
            <p:cNvSpPr txBox="1">
              <a:spLocks noChangeArrowheads="1"/>
            </p:cNvSpPr>
            <p:nvPr/>
          </p:nvSpPr>
          <p:spPr bwMode="auto">
            <a:xfrm>
              <a:off x="3745" y="2224"/>
              <a:ext cx="439" cy="209"/>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p>
          </p:txBody>
        </p:sp>
        <p:sp>
          <p:nvSpPr>
            <p:cNvPr id="99352" name="Text Box 45">
              <a:extLst>
                <a:ext uri="{FF2B5EF4-FFF2-40B4-BE49-F238E27FC236}">
                  <a16:creationId xmlns:a16="http://schemas.microsoft.com/office/drawing/2014/main" id="{5F3154A3-963C-404E-AB55-556CEE148D9D}"/>
                </a:ext>
              </a:extLst>
            </p:cNvPr>
            <p:cNvSpPr txBox="1">
              <a:spLocks noChangeArrowheads="1"/>
            </p:cNvSpPr>
            <p:nvPr/>
          </p:nvSpPr>
          <p:spPr bwMode="auto">
            <a:xfrm>
              <a:off x="3031" y="2237"/>
              <a:ext cx="439" cy="209"/>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endParaRPr lang="en-US" sz="1600" baseline="-25000">
                <a:latin typeface="+mj-lt"/>
                <a:cs typeface="Arial" charset="0"/>
              </a:endParaRPr>
            </a:p>
          </p:txBody>
        </p:sp>
        <p:sp>
          <p:nvSpPr>
            <p:cNvPr id="99353" name="Text Box 46">
              <a:extLst>
                <a:ext uri="{FF2B5EF4-FFF2-40B4-BE49-F238E27FC236}">
                  <a16:creationId xmlns:a16="http://schemas.microsoft.com/office/drawing/2014/main" id="{6D358766-105B-47CA-9540-B88C8B0971F3}"/>
                </a:ext>
              </a:extLst>
            </p:cNvPr>
            <p:cNvSpPr txBox="1">
              <a:spLocks noChangeArrowheads="1"/>
            </p:cNvSpPr>
            <p:nvPr/>
          </p:nvSpPr>
          <p:spPr bwMode="auto">
            <a:xfrm>
              <a:off x="2254" y="2230"/>
              <a:ext cx="439" cy="210"/>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endParaRPr lang="en-US" sz="1600" baseline="-25000">
                <a:latin typeface="+mj-lt"/>
                <a:cs typeface="Arial" charset="0"/>
              </a:endParaRPr>
            </a:p>
          </p:txBody>
        </p:sp>
        <p:sp>
          <p:nvSpPr>
            <p:cNvPr id="99354" name="Line 47">
              <a:extLst>
                <a:ext uri="{FF2B5EF4-FFF2-40B4-BE49-F238E27FC236}">
                  <a16:creationId xmlns:a16="http://schemas.microsoft.com/office/drawing/2014/main" id="{7F9E17ED-557D-46DE-9396-386CC6FDCDB7}"/>
                </a:ext>
              </a:extLst>
            </p:cNvPr>
            <p:cNvSpPr>
              <a:spLocks noChangeShapeType="1"/>
            </p:cNvSpPr>
            <p:nvPr/>
          </p:nvSpPr>
          <p:spPr bwMode="auto">
            <a:xfrm>
              <a:off x="1703" y="2027"/>
              <a:ext cx="0" cy="511"/>
            </a:xfrm>
            <a:prstGeom prst="line">
              <a:avLst/>
            </a:prstGeom>
            <a:grpFill/>
            <a:ln w="31750">
              <a:solidFill>
                <a:srgbClr val="000000"/>
              </a:solidFill>
              <a:round/>
              <a:headEnd/>
              <a:tailEnd type="none" w="sm" len="med"/>
            </a:ln>
          </p:spPr>
          <p:txBody>
            <a:bodyPr/>
            <a:lstStyle/>
            <a:p>
              <a:pPr eaLnBrk="1" hangingPunct="1">
                <a:defRPr/>
              </a:pPr>
              <a:endParaRPr lang="en-US" sz="2800">
                <a:latin typeface="+mj-lt"/>
                <a:cs typeface="Arial" charset="0"/>
              </a:endParaRPr>
            </a:p>
          </p:txBody>
        </p:sp>
        <p:sp>
          <p:nvSpPr>
            <p:cNvPr id="99355" name="Line 48">
              <a:extLst>
                <a:ext uri="{FF2B5EF4-FFF2-40B4-BE49-F238E27FC236}">
                  <a16:creationId xmlns:a16="http://schemas.microsoft.com/office/drawing/2014/main" id="{1D06798D-D738-4220-8CB0-531A19677559}"/>
                </a:ext>
              </a:extLst>
            </p:cNvPr>
            <p:cNvSpPr>
              <a:spLocks noChangeShapeType="1"/>
            </p:cNvSpPr>
            <p:nvPr/>
          </p:nvSpPr>
          <p:spPr bwMode="auto">
            <a:xfrm>
              <a:off x="2390" y="2034"/>
              <a:ext cx="0" cy="206"/>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56" name="Line 49">
              <a:extLst>
                <a:ext uri="{FF2B5EF4-FFF2-40B4-BE49-F238E27FC236}">
                  <a16:creationId xmlns:a16="http://schemas.microsoft.com/office/drawing/2014/main" id="{AD14C702-9891-46CB-9C70-B78663AA87BE}"/>
                </a:ext>
              </a:extLst>
            </p:cNvPr>
            <p:cNvSpPr>
              <a:spLocks noChangeShapeType="1"/>
            </p:cNvSpPr>
            <p:nvPr/>
          </p:nvSpPr>
          <p:spPr bwMode="auto">
            <a:xfrm>
              <a:off x="3141" y="2026"/>
              <a:ext cx="0" cy="207"/>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57" name="Line 50">
              <a:extLst>
                <a:ext uri="{FF2B5EF4-FFF2-40B4-BE49-F238E27FC236}">
                  <a16:creationId xmlns:a16="http://schemas.microsoft.com/office/drawing/2014/main" id="{DCF04163-DF4D-4F38-8DB5-B41BE138D1E6}"/>
                </a:ext>
              </a:extLst>
            </p:cNvPr>
            <p:cNvSpPr>
              <a:spLocks noChangeShapeType="1"/>
            </p:cNvSpPr>
            <p:nvPr/>
          </p:nvSpPr>
          <p:spPr bwMode="auto">
            <a:xfrm>
              <a:off x="3864" y="2034"/>
              <a:ext cx="0" cy="195"/>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58" name="Line 51">
              <a:extLst>
                <a:ext uri="{FF2B5EF4-FFF2-40B4-BE49-F238E27FC236}">
                  <a16:creationId xmlns:a16="http://schemas.microsoft.com/office/drawing/2014/main" id="{57CA8B88-20DC-4F16-8172-3C22F009B40F}"/>
                </a:ext>
              </a:extLst>
            </p:cNvPr>
            <p:cNvSpPr>
              <a:spLocks noChangeShapeType="1"/>
            </p:cNvSpPr>
            <p:nvPr/>
          </p:nvSpPr>
          <p:spPr bwMode="auto">
            <a:xfrm>
              <a:off x="2582" y="2116"/>
              <a:ext cx="0" cy="124"/>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59" name="Line 52">
              <a:extLst>
                <a:ext uri="{FF2B5EF4-FFF2-40B4-BE49-F238E27FC236}">
                  <a16:creationId xmlns:a16="http://schemas.microsoft.com/office/drawing/2014/main" id="{9D606093-5030-403B-B98E-F8ADBC3D2D9D}"/>
                </a:ext>
              </a:extLst>
            </p:cNvPr>
            <p:cNvSpPr>
              <a:spLocks noChangeShapeType="1"/>
            </p:cNvSpPr>
            <p:nvPr/>
          </p:nvSpPr>
          <p:spPr bwMode="auto">
            <a:xfrm>
              <a:off x="2574" y="2116"/>
              <a:ext cx="125"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0" name="Line 53">
              <a:extLst>
                <a:ext uri="{FF2B5EF4-FFF2-40B4-BE49-F238E27FC236}">
                  <a16:creationId xmlns:a16="http://schemas.microsoft.com/office/drawing/2014/main" id="{D11B3D3E-79B2-4A9E-9412-6DAE1D37C131}"/>
                </a:ext>
              </a:extLst>
            </p:cNvPr>
            <p:cNvSpPr>
              <a:spLocks noChangeShapeType="1"/>
            </p:cNvSpPr>
            <p:nvPr/>
          </p:nvSpPr>
          <p:spPr bwMode="auto">
            <a:xfrm>
              <a:off x="2793" y="1516"/>
              <a:ext cx="0" cy="825"/>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1" name="Line 54">
              <a:extLst>
                <a:ext uri="{FF2B5EF4-FFF2-40B4-BE49-F238E27FC236}">
                  <a16:creationId xmlns:a16="http://schemas.microsoft.com/office/drawing/2014/main" id="{0B486842-CDE3-4743-845E-7A3ABBDFAE0B}"/>
                </a:ext>
              </a:extLst>
            </p:cNvPr>
            <p:cNvSpPr>
              <a:spLocks noChangeShapeType="1"/>
            </p:cNvSpPr>
            <p:nvPr/>
          </p:nvSpPr>
          <p:spPr bwMode="auto">
            <a:xfrm>
              <a:off x="3304" y="2109"/>
              <a:ext cx="0" cy="131"/>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62" name="Line 55">
              <a:extLst>
                <a:ext uri="{FF2B5EF4-FFF2-40B4-BE49-F238E27FC236}">
                  <a16:creationId xmlns:a16="http://schemas.microsoft.com/office/drawing/2014/main" id="{0610C2AC-2662-418F-ABAE-E7BBA87DF744}"/>
                </a:ext>
              </a:extLst>
            </p:cNvPr>
            <p:cNvSpPr>
              <a:spLocks noChangeShapeType="1"/>
            </p:cNvSpPr>
            <p:nvPr/>
          </p:nvSpPr>
          <p:spPr bwMode="auto">
            <a:xfrm>
              <a:off x="3296" y="2109"/>
              <a:ext cx="170"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3" name="Line 56">
              <a:extLst>
                <a:ext uri="{FF2B5EF4-FFF2-40B4-BE49-F238E27FC236}">
                  <a16:creationId xmlns:a16="http://schemas.microsoft.com/office/drawing/2014/main" id="{45E67E9D-7BEA-4701-A4AB-387F6003F34D}"/>
                </a:ext>
              </a:extLst>
            </p:cNvPr>
            <p:cNvSpPr>
              <a:spLocks noChangeShapeType="1"/>
            </p:cNvSpPr>
            <p:nvPr/>
          </p:nvSpPr>
          <p:spPr bwMode="auto">
            <a:xfrm>
              <a:off x="3138" y="1625"/>
              <a:ext cx="0" cy="99"/>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4" name="Line 57">
              <a:extLst>
                <a:ext uri="{FF2B5EF4-FFF2-40B4-BE49-F238E27FC236}">
                  <a16:creationId xmlns:a16="http://schemas.microsoft.com/office/drawing/2014/main" id="{72A7B8A9-E89A-4126-ADE1-0E93692725EF}"/>
                </a:ext>
              </a:extLst>
            </p:cNvPr>
            <p:cNvSpPr>
              <a:spLocks noChangeShapeType="1"/>
            </p:cNvSpPr>
            <p:nvPr/>
          </p:nvSpPr>
          <p:spPr bwMode="auto">
            <a:xfrm>
              <a:off x="3138" y="1721"/>
              <a:ext cx="334"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5" name="Line 58">
              <a:extLst>
                <a:ext uri="{FF2B5EF4-FFF2-40B4-BE49-F238E27FC236}">
                  <a16:creationId xmlns:a16="http://schemas.microsoft.com/office/drawing/2014/main" id="{CED02FA9-FEFC-422E-8019-C1525C903426}"/>
                </a:ext>
              </a:extLst>
            </p:cNvPr>
            <p:cNvSpPr>
              <a:spLocks noChangeShapeType="1"/>
            </p:cNvSpPr>
            <p:nvPr/>
          </p:nvSpPr>
          <p:spPr bwMode="auto">
            <a:xfrm>
              <a:off x="3461" y="1727"/>
              <a:ext cx="0" cy="38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6" name="Line 59">
              <a:extLst>
                <a:ext uri="{FF2B5EF4-FFF2-40B4-BE49-F238E27FC236}">
                  <a16:creationId xmlns:a16="http://schemas.microsoft.com/office/drawing/2014/main" id="{9B9EDB50-CCDD-46E0-9478-801268530119}"/>
                </a:ext>
              </a:extLst>
            </p:cNvPr>
            <p:cNvSpPr>
              <a:spLocks noChangeShapeType="1"/>
            </p:cNvSpPr>
            <p:nvPr/>
          </p:nvSpPr>
          <p:spPr bwMode="auto">
            <a:xfrm>
              <a:off x="4074" y="2109"/>
              <a:ext cx="0" cy="131"/>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67" name="Line 60">
              <a:extLst>
                <a:ext uri="{FF2B5EF4-FFF2-40B4-BE49-F238E27FC236}">
                  <a16:creationId xmlns:a16="http://schemas.microsoft.com/office/drawing/2014/main" id="{DCB97F3A-3117-4671-BED4-5EB459232191}"/>
                </a:ext>
              </a:extLst>
            </p:cNvPr>
            <p:cNvSpPr>
              <a:spLocks noChangeShapeType="1"/>
            </p:cNvSpPr>
            <p:nvPr/>
          </p:nvSpPr>
          <p:spPr bwMode="auto">
            <a:xfrm>
              <a:off x="4068" y="2109"/>
              <a:ext cx="154"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8" name="Line 61">
              <a:extLst>
                <a:ext uri="{FF2B5EF4-FFF2-40B4-BE49-F238E27FC236}">
                  <a16:creationId xmlns:a16="http://schemas.microsoft.com/office/drawing/2014/main" id="{2EB22997-6454-4324-8041-72F9901EF8D1}"/>
                </a:ext>
              </a:extLst>
            </p:cNvPr>
            <p:cNvSpPr>
              <a:spLocks noChangeShapeType="1"/>
            </p:cNvSpPr>
            <p:nvPr/>
          </p:nvSpPr>
          <p:spPr bwMode="auto">
            <a:xfrm>
              <a:off x="3909" y="1633"/>
              <a:ext cx="0" cy="97"/>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69" name="Line 62">
              <a:extLst>
                <a:ext uri="{FF2B5EF4-FFF2-40B4-BE49-F238E27FC236}">
                  <a16:creationId xmlns:a16="http://schemas.microsoft.com/office/drawing/2014/main" id="{49BF98D3-EDFF-400D-892E-5C4637F9D3D3}"/>
                </a:ext>
              </a:extLst>
            </p:cNvPr>
            <p:cNvSpPr>
              <a:spLocks noChangeShapeType="1"/>
            </p:cNvSpPr>
            <p:nvPr/>
          </p:nvSpPr>
          <p:spPr bwMode="auto">
            <a:xfrm>
              <a:off x="3901" y="1727"/>
              <a:ext cx="317"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70" name="Line 63">
              <a:extLst>
                <a:ext uri="{FF2B5EF4-FFF2-40B4-BE49-F238E27FC236}">
                  <a16:creationId xmlns:a16="http://schemas.microsoft.com/office/drawing/2014/main" id="{72DAB4F7-199E-414B-8A3F-20F00C03DFA6}"/>
                </a:ext>
              </a:extLst>
            </p:cNvPr>
            <p:cNvSpPr>
              <a:spLocks noChangeShapeType="1"/>
            </p:cNvSpPr>
            <p:nvPr/>
          </p:nvSpPr>
          <p:spPr bwMode="auto">
            <a:xfrm>
              <a:off x="4212" y="1727"/>
              <a:ext cx="0" cy="38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grpSp>
          <p:nvGrpSpPr>
            <p:cNvPr id="7" name="Group 64">
              <a:extLst>
                <a:ext uri="{FF2B5EF4-FFF2-40B4-BE49-F238E27FC236}">
                  <a16:creationId xmlns:a16="http://schemas.microsoft.com/office/drawing/2014/main" id="{344C2ED2-F5E7-4B86-AF0E-2240C09A4129}"/>
                </a:ext>
              </a:extLst>
            </p:cNvPr>
            <p:cNvGrpSpPr>
              <a:grpSpLocks/>
            </p:cNvGrpSpPr>
            <p:nvPr/>
          </p:nvGrpSpPr>
          <p:grpSpPr bwMode="auto">
            <a:xfrm>
              <a:off x="815" y="2640"/>
              <a:ext cx="2674" cy="219"/>
              <a:chOff x="5100" y="6285"/>
              <a:chExt cx="4380" cy="480"/>
            </a:xfrm>
            <a:grpFill/>
          </p:grpSpPr>
          <p:sp>
            <p:nvSpPr>
              <p:cNvPr id="99446" name="Text Box 65">
                <a:extLst>
                  <a:ext uri="{FF2B5EF4-FFF2-40B4-BE49-F238E27FC236}">
                    <a16:creationId xmlns:a16="http://schemas.microsoft.com/office/drawing/2014/main" id="{820EFE08-6724-4767-BBF0-D9A9C3B8F0A1}"/>
                  </a:ext>
                </a:extLst>
              </p:cNvPr>
              <p:cNvSpPr txBox="1">
                <a:spLocks noChangeArrowheads="1"/>
              </p:cNvSpPr>
              <p:nvPr/>
            </p:nvSpPr>
            <p:spPr bwMode="auto">
              <a:xfrm>
                <a:off x="8760"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0</a:t>
                </a:r>
                <a:r>
                  <a:rPr lang="en-US" sz="1600">
                    <a:latin typeface="+mj-lt"/>
                    <a:cs typeface="Arial" charset="0"/>
                  </a:rPr>
                  <a:t>b</a:t>
                </a:r>
                <a:r>
                  <a:rPr lang="en-US" sz="1600" baseline="-25000">
                    <a:latin typeface="+mj-lt"/>
                    <a:cs typeface="Arial" charset="0"/>
                  </a:rPr>
                  <a:t>3</a:t>
                </a:r>
              </a:p>
            </p:txBody>
          </p:sp>
          <p:sp>
            <p:nvSpPr>
              <p:cNvPr id="99447" name="Text Box 66">
                <a:extLst>
                  <a:ext uri="{FF2B5EF4-FFF2-40B4-BE49-F238E27FC236}">
                    <a16:creationId xmlns:a16="http://schemas.microsoft.com/office/drawing/2014/main" id="{7EBDF47E-BE11-4F25-994E-3FEBA2F9E976}"/>
                  </a:ext>
                </a:extLst>
              </p:cNvPr>
              <p:cNvSpPr txBox="1">
                <a:spLocks noChangeArrowheads="1"/>
              </p:cNvSpPr>
              <p:nvPr/>
            </p:nvSpPr>
            <p:spPr bwMode="auto">
              <a:xfrm>
                <a:off x="7545"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1</a:t>
                </a:r>
                <a:r>
                  <a:rPr lang="en-US" sz="1600">
                    <a:latin typeface="+mj-lt"/>
                    <a:cs typeface="Arial" charset="0"/>
                  </a:rPr>
                  <a:t>b</a:t>
                </a:r>
                <a:r>
                  <a:rPr lang="en-US" sz="1600" baseline="-25000">
                    <a:latin typeface="+mj-lt"/>
                    <a:cs typeface="Arial" charset="0"/>
                  </a:rPr>
                  <a:t>3</a:t>
                </a:r>
              </a:p>
            </p:txBody>
          </p:sp>
          <p:sp>
            <p:nvSpPr>
              <p:cNvPr id="99448" name="Text Box 67">
                <a:extLst>
                  <a:ext uri="{FF2B5EF4-FFF2-40B4-BE49-F238E27FC236}">
                    <a16:creationId xmlns:a16="http://schemas.microsoft.com/office/drawing/2014/main" id="{204A2014-F4E4-4340-9F80-41BD1C50C7AD}"/>
                  </a:ext>
                </a:extLst>
              </p:cNvPr>
              <p:cNvSpPr txBox="1">
                <a:spLocks noChangeArrowheads="1"/>
              </p:cNvSpPr>
              <p:nvPr/>
            </p:nvSpPr>
            <p:spPr bwMode="auto">
              <a:xfrm>
                <a:off x="6315"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2</a:t>
                </a:r>
                <a:r>
                  <a:rPr lang="en-US" sz="1600">
                    <a:latin typeface="+mj-lt"/>
                    <a:cs typeface="Arial" charset="0"/>
                  </a:rPr>
                  <a:t>b</a:t>
                </a:r>
                <a:r>
                  <a:rPr lang="en-US" sz="1600" baseline="-25000">
                    <a:latin typeface="+mj-lt"/>
                    <a:cs typeface="Arial" charset="0"/>
                  </a:rPr>
                  <a:t>3</a:t>
                </a:r>
              </a:p>
            </p:txBody>
          </p:sp>
          <p:sp>
            <p:nvSpPr>
              <p:cNvPr id="99449" name="Text Box 68">
                <a:extLst>
                  <a:ext uri="{FF2B5EF4-FFF2-40B4-BE49-F238E27FC236}">
                    <a16:creationId xmlns:a16="http://schemas.microsoft.com/office/drawing/2014/main" id="{4FC017C0-6465-4A65-B358-839ADAC2B2DA}"/>
                  </a:ext>
                </a:extLst>
              </p:cNvPr>
              <p:cNvSpPr txBox="1">
                <a:spLocks noChangeArrowheads="1"/>
              </p:cNvSpPr>
              <p:nvPr/>
            </p:nvSpPr>
            <p:spPr bwMode="auto">
              <a:xfrm>
                <a:off x="5100" y="6285"/>
                <a:ext cx="720" cy="480"/>
              </a:xfrm>
              <a:prstGeom prst="rect">
                <a:avLst/>
              </a:prstGeom>
              <a:grpFill/>
              <a:ln w="31750">
                <a:solidFill>
                  <a:srgbClr val="000000"/>
                </a:solidFill>
                <a:miter lim="800000"/>
                <a:headEnd/>
                <a:tailEnd/>
              </a:ln>
            </p:spPr>
            <p:txBody>
              <a:bodyPr/>
              <a:lstStyle/>
              <a:p>
                <a:pPr>
                  <a:defRPr/>
                </a:pPr>
                <a:r>
                  <a:rPr lang="en-US" sz="1600">
                    <a:latin typeface="+mj-lt"/>
                    <a:cs typeface="Arial" charset="0"/>
                  </a:rPr>
                  <a:t>a</a:t>
                </a:r>
                <a:r>
                  <a:rPr lang="en-US" sz="1600" baseline="-25000">
                    <a:latin typeface="+mj-lt"/>
                    <a:cs typeface="Arial" charset="0"/>
                  </a:rPr>
                  <a:t>3</a:t>
                </a:r>
                <a:r>
                  <a:rPr lang="en-US" sz="1600">
                    <a:latin typeface="+mj-lt"/>
                    <a:cs typeface="Arial" charset="0"/>
                  </a:rPr>
                  <a:t>b</a:t>
                </a:r>
                <a:r>
                  <a:rPr lang="en-US" sz="1600" baseline="-25000">
                    <a:latin typeface="+mj-lt"/>
                    <a:cs typeface="Arial" charset="0"/>
                  </a:rPr>
                  <a:t>3</a:t>
                </a:r>
              </a:p>
            </p:txBody>
          </p:sp>
        </p:grpSp>
        <p:sp>
          <p:nvSpPr>
            <p:cNvPr id="99372" name="Text Box 69">
              <a:extLst>
                <a:ext uri="{FF2B5EF4-FFF2-40B4-BE49-F238E27FC236}">
                  <a16:creationId xmlns:a16="http://schemas.microsoft.com/office/drawing/2014/main" id="{A172CB4F-0F97-48EC-B93F-6A758201DF4D}"/>
                </a:ext>
              </a:extLst>
            </p:cNvPr>
            <p:cNvSpPr txBox="1">
              <a:spLocks noChangeArrowheads="1"/>
            </p:cNvSpPr>
            <p:nvPr/>
          </p:nvSpPr>
          <p:spPr bwMode="auto">
            <a:xfrm>
              <a:off x="3122" y="3063"/>
              <a:ext cx="440" cy="219"/>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p>
          </p:txBody>
        </p:sp>
        <p:sp>
          <p:nvSpPr>
            <p:cNvPr id="99373" name="Text Box 70">
              <a:extLst>
                <a:ext uri="{FF2B5EF4-FFF2-40B4-BE49-F238E27FC236}">
                  <a16:creationId xmlns:a16="http://schemas.microsoft.com/office/drawing/2014/main" id="{CE650710-04C0-4CF6-9407-1E55AA6A5FAB}"/>
                </a:ext>
              </a:extLst>
            </p:cNvPr>
            <p:cNvSpPr txBox="1">
              <a:spLocks noChangeArrowheads="1"/>
            </p:cNvSpPr>
            <p:nvPr/>
          </p:nvSpPr>
          <p:spPr bwMode="auto">
            <a:xfrm>
              <a:off x="2399" y="3077"/>
              <a:ext cx="440" cy="218"/>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endParaRPr lang="en-US" sz="1600" baseline="-25000">
                <a:latin typeface="+mj-lt"/>
                <a:cs typeface="Arial" charset="0"/>
              </a:endParaRPr>
            </a:p>
          </p:txBody>
        </p:sp>
        <p:sp>
          <p:nvSpPr>
            <p:cNvPr id="99374" name="Text Box 71">
              <a:extLst>
                <a:ext uri="{FF2B5EF4-FFF2-40B4-BE49-F238E27FC236}">
                  <a16:creationId xmlns:a16="http://schemas.microsoft.com/office/drawing/2014/main" id="{494AB8C8-7C4D-4FBF-90B4-7FBFA9C3335B}"/>
                </a:ext>
              </a:extLst>
            </p:cNvPr>
            <p:cNvSpPr txBox="1">
              <a:spLocks noChangeArrowheads="1"/>
            </p:cNvSpPr>
            <p:nvPr/>
          </p:nvSpPr>
          <p:spPr bwMode="auto">
            <a:xfrm>
              <a:off x="1631" y="3063"/>
              <a:ext cx="440" cy="219"/>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endParaRPr lang="en-US" sz="1600" baseline="-25000">
                <a:latin typeface="+mj-lt"/>
                <a:cs typeface="Arial" charset="0"/>
              </a:endParaRPr>
            </a:p>
          </p:txBody>
        </p:sp>
        <p:sp>
          <p:nvSpPr>
            <p:cNvPr id="99375" name="Line 72">
              <a:extLst>
                <a:ext uri="{FF2B5EF4-FFF2-40B4-BE49-F238E27FC236}">
                  <a16:creationId xmlns:a16="http://schemas.microsoft.com/office/drawing/2014/main" id="{C0EC6EE7-399F-4F08-823D-4884F9BB993A}"/>
                </a:ext>
              </a:extLst>
            </p:cNvPr>
            <p:cNvSpPr>
              <a:spLocks noChangeShapeType="1"/>
            </p:cNvSpPr>
            <p:nvPr/>
          </p:nvSpPr>
          <p:spPr bwMode="auto">
            <a:xfrm>
              <a:off x="1044" y="2865"/>
              <a:ext cx="0" cy="603"/>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76" name="Line 73">
              <a:extLst>
                <a:ext uri="{FF2B5EF4-FFF2-40B4-BE49-F238E27FC236}">
                  <a16:creationId xmlns:a16="http://schemas.microsoft.com/office/drawing/2014/main" id="{D068DAFF-10A4-4F51-8C71-AF2984E0D76F}"/>
                </a:ext>
              </a:extLst>
            </p:cNvPr>
            <p:cNvSpPr>
              <a:spLocks noChangeShapeType="1"/>
            </p:cNvSpPr>
            <p:nvPr/>
          </p:nvSpPr>
          <p:spPr bwMode="auto">
            <a:xfrm>
              <a:off x="1786" y="2859"/>
              <a:ext cx="0" cy="211"/>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77" name="Line 74">
              <a:extLst>
                <a:ext uri="{FF2B5EF4-FFF2-40B4-BE49-F238E27FC236}">
                  <a16:creationId xmlns:a16="http://schemas.microsoft.com/office/drawing/2014/main" id="{65120DE4-EBF6-4574-8AC8-58FE6D2A2512}"/>
                </a:ext>
              </a:extLst>
            </p:cNvPr>
            <p:cNvSpPr>
              <a:spLocks noChangeShapeType="1"/>
            </p:cNvSpPr>
            <p:nvPr/>
          </p:nvSpPr>
          <p:spPr bwMode="auto">
            <a:xfrm>
              <a:off x="2528" y="2858"/>
              <a:ext cx="0" cy="223"/>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78" name="Line 75">
              <a:extLst>
                <a:ext uri="{FF2B5EF4-FFF2-40B4-BE49-F238E27FC236}">
                  <a16:creationId xmlns:a16="http://schemas.microsoft.com/office/drawing/2014/main" id="{9A9621EC-92A4-4DF9-83BA-8E6C432B6066}"/>
                </a:ext>
              </a:extLst>
            </p:cNvPr>
            <p:cNvSpPr>
              <a:spLocks noChangeShapeType="1"/>
            </p:cNvSpPr>
            <p:nvPr/>
          </p:nvSpPr>
          <p:spPr bwMode="auto">
            <a:xfrm>
              <a:off x="3260" y="2865"/>
              <a:ext cx="0" cy="204"/>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79" name="Line 76">
              <a:extLst>
                <a:ext uri="{FF2B5EF4-FFF2-40B4-BE49-F238E27FC236}">
                  <a16:creationId xmlns:a16="http://schemas.microsoft.com/office/drawing/2014/main" id="{C276C845-63D2-440E-88CA-D69295709589}"/>
                </a:ext>
              </a:extLst>
            </p:cNvPr>
            <p:cNvSpPr>
              <a:spLocks noChangeShapeType="1"/>
            </p:cNvSpPr>
            <p:nvPr/>
          </p:nvSpPr>
          <p:spPr bwMode="auto">
            <a:xfrm>
              <a:off x="1923" y="2920"/>
              <a:ext cx="0" cy="141"/>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80" name="Line 77">
              <a:extLst>
                <a:ext uri="{FF2B5EF4-FFF2-40B4-BE49-F238E27FC236}">
                  <a16:creationId xmlns:a16="http://schemas.microsoft.com/office/drawing/2014/main" id="{FC824DD0-0193-4E09-9E4A-E6DFDDA594FD}"/>
                </a:ext>
              </a:extLst>
            </p:cNvPr>
            <p:cNvSpPr>
              <a:spLocks noChangeShapeType="1"/>
            </p:cNvSpPr>
            <p:nvPr/>
          </p:nvSpPr>
          <p:spPr bwMode="auto">
            <a:xfrm>
              <a:off x="1923" y="2920"/>
              <a:ext cx="143"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81" name="Line 78">
              <a:extLst>
                <a:ext uri="{FF2B5EF4-FFF2-40B4-BE49-F238E27FC236}">
                  <a16:creationId xmlns:a16="http://schemas.microsoft.com/office/drawing/2014/main" id="{4CA445E1-74B6-484D-8AE9-8AE59083C8C9}"/>
                </a:ext>
              </a:extLst>
            </p:cNvPr>
            <p:cNvSpPr>
              <a:spLocks noChangeShapeType="1"/>
            </p:cNvSpPr>
            <p:nvPr/>
          </p:nvSpPr>
          <p:spPr bwMode="auto">
            <a:xfrm>
              <a:off x="1703" y="2538"/>
              <a:ext cx="365"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82" name="Line 79">
              <a:extLst>
                <a:ext uri="{FF2B5EF4-FFF2-40B4-BE49-F238E27FC236}">
                  <a16:creationId xmlns:a16="http://schemas.microsoft.com/office/drawing/2014/main" id="{A6EF328D-2532-43C3-B932-9CD160F2D0B7}"/>
                </a:ext>
              </a:extLst>
            </p:cNvPr>
            <p:cNvSpPr>
              <a:spLocks noChangeShapeType="1"/>
            </p:cNvSpPr>
            <p:nvPr/>
          </p:nvSpPr>
          <p:spPr bwMode="auto">
            <a:xfrm>
              <a:off x="2060" y="2538"/>
              <a:ext cx="0" cy="38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83" name="Line 80">
              <a:extLst>
                <a:ext uri="{FF2B5EF4-FFF2-40B4-BE49-F238E27FC236}">
                  <a16:creationId xmlns:a16="http://schemas.microsoft.com/office/drawing/2014/main" id="{DFEC67BB-0F44-4140-B74F-8A4B4F7501E6}"/>
                </a:ext>
              </a:extLst>
            </p:cNvPr>
            <p:cNvSpPr>
              <a:spLocks noChangeShapeType="1"/>
            </p:cNvSpPr>
            <p:nvPr/>
          </p:nvSpPr>
          <p:spPr bwMode="auto">
            <a:xfrm>
              <a:off x="2671" y="2927"/>
              <a:ext cx="0" cy="151"/>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84" name="Line 81">
              <a:extLst>
                <a:ext uri="{FF2B5EF4-FFF2-40B4-BE49-F238E27FC236}">
                  <a16:creationId xmlns:a16="http://schemas.microsoft.com/office/drawing/2014/main" id="{5473E39C-5ED6-405A-8945-439FEAACE473}"/>
                </a:ext>
              </a:extLst>
            </p:cNvPr>
            <p:cNvSpPr>
              <a:spLocks noChangeShapeType="1"/>
            </p:cNvSpPr>
            <p:nvPr/>
          </p:nvSpPr>
          <p:spPr bwMode="auto">
            <a:xfrm>
              <a:off x="2671" y="2927"/>
              <a:ext cx="176"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85" name="Line 82">
              <a:extLst>
                <a:ext uri="{FF2B5EF4-FFF2-40B4-BE49-F238E27FC236}">
                  <a16:creationId xmlns:a16="http://schemas.microsoft.com/office/drawing/2014/main" id="{CF63EAEB-6F9F-4F38-B17E-D84A278BBB93}"/>
                </a:ext>
              </a:extLst>
            </p:cNvPr>
            <p:cNvSpPr>
              <a:spLocks noChangeShapeType="1"/>
            </p:cNvSpPr>
            <p:nvPr/>
          </p:nvSpPr>
          <p:spPr bwMode="auto">
            <a:xfrm>
              <a:off x="2490" y="2450"/>
              <a:ext cx="0" cy="92"/>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86" name="Line 83">
              <a:extLst>
                <a:ext uri="{FF2B5EF4-FFF2-40B4-BE49-F238E27FC236}">
                  <a16:creationId xmlns:a16="http://schemas.microsoft.com/office/drawing/2014/main" id="{9D8A9C74-23D8-4B38-B1A8-548682AD6DE0}"/>
                </a:ext>
              </a:extLst>
            </p:cNvPr>
            <p:cNvSpPr>
              <a:spLocks noChangeShapeType="1"/>
            </p:cNvSpPr>
            <p:nvPr/>
          </p:nvSpPr>
          <p:spPr bwMode="auto">
            <a:xfrm>
              <a:off x="2482" y="2546"/>
              <a:ext cx="365"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87" name="Line 84">
              <a:extLst>
                <a:ext uri="{FF2B5EF4-FFF2-40B4-BE49-F238E27FC236}">
                  <a16:creationId xmlns:a16="http://schemas.microsoft.com/office/drawing/2014/main" id="{705C8DC9-DCBC-4BB3-8FB9-8BFF548EDDFA}"/>
                </a:ext>
              </a:extLst>
            </p:cNvPr>
            <p:cNvSpPr>
              <a:spLocks noChangeShapeType="1"/>
            </p:cNvSpPr>
            <p:nvPr/>
          </p:nvSpPr>
          <p:spPr bwMode="auto">
            <a:xfrm>
              <a:off x="2839" y="2546"/>
              <a:ext cx="0" cy="379"/>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88" name="Line 85">
              <a:extLst>
                <a:ext uri="{FF2B5EF4-FFF2-40B4-BE49-F238E27FC236}">
                  <a16:creationId xmlns:a16="http://schemas.microsoft.com/office/drawing/2014/main" id="{2318C56C-395A-494A-B084-F1CBB564E90A}"/>
                </a:ext>
              </a:extLst>
            </p:cNvPr>
            <p:cNvSpPr>
              <a:spLocks noChangeShapeType="1"/>
            </p:cNvSpPr>
            <p:nvPr/>
          </p:nvSpPr>
          <p:spPr bwMode="auto">
            <a:xfrm>
              <a:off x="3430" y="2920"/>
              <a:ext cx="0" cy="152"/>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89" name="Line 86">
              <a:extLst>
                <a:ext uri="{FF2B5EF4-FFF2-40B4-BE49-F238E27FC236}">
                  <a16:creationId xmlns:a16="http://schemas.microsoft.com/office/drawing/2014/main" id="{0C2DE3E5-1071-4E0A-A7DE-18223AC081E8}"/>
                </a:ext>
              </a:extLst>
            </p:cNvPr>
            <p:cNvSpPr>
              <a:spLocks noChangeShapeType="1"/>
            </p:cNvSpPr>
            <p:nvPr/>
          </p:nvSpPr>
          <p:spPr bwMode="auto">
            <a:xfrm>
              <a:off x="3422" y="2920"/>
              <a:ext cx="176"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90" name="Line 87">
              <a:extLst>
                <a:ext uri="{FF2B5EF4-FFF2-40B4-BE49-F238E27FC236}">
                  <a16:creationId xmlns:a16="http://schemas.microsoft.com/office/drawing/2014/main" id="{6AA06F6F-862F-442B-A3A4-398F403F652C}"/>
                </a:ext>
              </a:extLst>
            </p:cNvPr>
            <p:cNvSpPr>
              <a:spLocks noChangeShapeType="1"/>
            </p:cNvSpPr>
            <p:nvPr/>
          </p:nvSpPr>
          <p:spPr bwMode="auto">
            <a:xfrm>
              <a:off x="3256" y="2450"/>
              <a:ext cx="0" cy="92"/>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91" name="Line 88">
              <a:extLst>
                <a:ext uri="{FF2B5EF4-FFF2-40B4-BE49-F238E27FC236}">
                  <a16:creationId xmlns:a16="http://schemas.microsoft.com/office/drawing/2014/main" id="{D661E856-121D-4D3A-B33E-80AA2BC97A67}"/>
                </a:ext>
              </a:extLst>
            </p:cNvPr>
            <p:cNvSpPr>
              <a:spLocks noChangeShapeType="1"/>
            </p:cNvSpPr>
            <p:nvPr/>
          </p:nvSpPr>
          <p:spPr bwMode="auto">
            <a:xfrm>
              <a:off x="3248" y="2538"/>
              <a:ext cx="352"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92" name="Line 89">
              <a:extLst>
                <a:ext uri="{FF2B5EF4-FFF2-40B4-BE49-F238E27FC236}">
                  <a16:creationId xmlns:a16="http://schemas.microsoft.com/office/drawing/2014/main" id="{31548A5D-7F34-4E57-8901-0D283D630545}"/>
                </a:ext>
              </a:extLst>
            </p:cNvPr>
            <p:cNvSpPr>
              <a:spLocks noChangeShapeType="1"/>
            </p:cNvSpPr>
            <p:nvPr/>
          </p:nvSpPr>
          <p:spPr bwMode="auto">
            <a:xfrm>
              <a:off x="3589" y="2538"/>
              <a:ext cx="0" cy="38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94" name="Line 91">
              <a:extLst>
                <a:ext uri="{FF2B5EF4-FFF2-40B4-BE49-F238E27FC236}">
                  <a16:creationId xmlns:a16="http://schemas.microsoft.com/office/drawing/2014/main" id="{BC6E3816-124B-46BB-95EF-373FE67233FE}"/>
                </a:ext>
              </a:extLst>
            </p:cNvPr>
            <p:cNvSpPr>
              <a:spLocks noChangeShapeType="1"/>
            </p:cNvSpPr>
            <p:nvPr/>
          </p:nvSpPr>
          <p:spPr bwMode="auto">
            <a:xfrm flipH="1">
              <a:off x="1264" y="3192"/>
              <a:ext cx="37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395" name="Text Box 92">
              <a:extLst>
                <a:ext uri="{FF2B5EF4-FFF2-40B4-BE49-F238E27FC236}">
                  <a16:creationId xmlns:a16="http://schemas.microsoft.com/office/drawing/2014/main" id="{881E5BC2-DFC2-4355-BEE7-C3A095832957}"/>
                </a:ext>
              </a:extLst>
            </p:cNvPr>
            <p:cNvSpPr txBox="1">
              <a:spLocks noChangeArrowheads="1"/>
            </p:cNvSpPr>
            <p:nvPr/>
          </p:nvSpPr>
          <p:spPr bwMode="auto">
            <a:xfrm>
              <a:off x="4992" y="3621"/>
              <a:ext cx="352" cy="211"/>
            </a:xfrm>
            <a:prstGeom prst="rect">
              <a:avLst/>
            </a:prstGeom>
            <a:noFill/>
            <a:ln w="31750">
              <a:noFill/>
              <a:miter lim="800000"/>
              <a:headEnd/>
              <a:tailEnd/>
            </a:ln>
          </p:spPr>
          <p:txBody>
            <a:bodyPr/>
            <a:lstStyle/>
            <a:p>
              <a:pPr algn="ctr">
                <a:defRPr/>
              </a:pPr>
              <a:r>
                <a:rPr lang="en-US" sz="1600" dirty="0">
                  <a:latin typeface="+mj-lt"/>
                  <a:cs typeface="Arial" charset="0"/>
                </a:rPr>
                <a:t>p</a:t>
              </a:r>
              <a:r>
                <a:rPr lang="en-US" sz="1600" baseline="-25000" dirty="0">
                  <a:latin typeface="+mj-lt"/>
                  <a:cs typeface="Arial" charset="0"/>
                </a:rPr>
                <a:t>0</a:t>
              </a:r>
            </a:p>
          </p:txBody>
        </p:sp>
        <p:sp>
          <p:nvSpPr>
            <p:cNvPr id="99396" name="Line 93">
              <a:extLst>
                <a:ext uri="{FF2B5EF4-FFF2-40B4-BE49-F238E27FC236}">
                  <a16:creationId xmlns:a16="http://schemas.microsoft.com/office/drawing/2014/main" id="{1033FF41-6A15-4CC7-A4EC-8E09F4E9D6E2}"/>
                </a:ext>
              </a:extLst>
            </p:cNvPr>
            <p:cNvSpPr>
              <a:spLocks noChangeShapeType="1"/>
            </p:cNvSpPr>
            <p:nvPr/>
          </p:nvSpPr>
          <p:spPr bwMode="auto">
            <a:xfrm>
              <a:off x="5301" y="787"/>
              <a:ext cx="0" cy="3038"/>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97" name="Text Box 94">
              <a:extLst>
                <a:ext uri="{FF2B5EF4-FFF2-40B4-BE49-F238E27FC236}">
                  <a16:creationId xmlns:a16="http://schemas.microsoft.com/office/drawing/2014/main" id="{627613B7-5D27-4286-A8C0-0B711ED45B04}"/>
                </a:ext>
              </a:extLst>
            </p:cNvPr>
            <p:cNvSpPr txBox="1">
              <a:spLocks noChangeArrowheads="1"/>
            </p:cNvSpPr>
            <p:nvPr/>
          </p:nvSpPr>
          <p:spPr bwMode="auto">
            <a:xfrm>
              <a:off x="4296" y="3621"/>
              <a:ext cx="352" cy="212"/>
            </a:xfrm>
            <a:prstGeom prst="rect">
              <a:avLst/>
            </a:prstGeom>
            <a:noFill/>
            <a:ln w="31750">
              <a:noFill/>
              <a:miter lim="800000"/>
              <a:headEnd/>
              <a:tailEnd/>
            </a:ln>
          </p:spPr>
          <p:txBody>
            <a:bodyPr/>
            <a:lstStyle/>
            <a:p>
              <a:pPr algn="ctr">
                <a:defRPr/>
              </a:pPr>
              <a:r>
                <a:rPr lang="en-US" sz="1600" dirty="0">
                  <a:latin typeface="+mj-lt"/>
                  <a:cs typeface="Arial" charset="0"/>
                </a:rPr>
                <a:t>p</a:t>
              </a:r>
              <a:r>
                <a:rPr lang="en-US" sz="1600" baseline="-25000" dirty="0">
                  <a:latin typeface="+mj-lt"/>
                  <a:cs typeface="Arial" charset="0"/>
                </a:rPr>
                <a:t>1</a:t>
              </a:r>
            </a:p>
          </p:txBody>
        </p:sp>
        <p:sp>
          <p:nvSpPr>
            <p:cNvPr id="99398" name="Line 95">
              <a:extLst>
                <a:ext uri="{FF2B5EF4-FFF2-40B4-BE49-F238E27FC236}">
                  <a16:creationId xmlns:a16="http://schemas.microsoft.com/office/drawing/2014/main" id="{C30AD37E-C96E-45B6-9F8F-E99CD28FA736}"/>
                </a:ext>
              </a:extLst>
            </p:cNvPr>
            <p:cNvSpPr>
              <a:spLocks noChangeShapeType="1"/>
            </p:cNvSpPr>
            <p:nvPr/>
          </p:nvSpPr>
          <p:spPr bwMode="auto">
            <a:xfrm flipH="1">
              <a:off x="4633" y="1612"/>
              <a:ext cx="0" cy="2219"/>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399" name="Text Box 96">
              <a:extLst>
                <a:ext uri="{FF2B5EF4-FFF2-40B4-BE49-F238E27FC236}">
                  <a16:creationId xmlns:a16="http://schemas.microsoft.com/office/drawing/2014/main" id="{8D04C351-55B8-439A-A329-664C93C8FA0F}"/>
                </a:ext>
              </a:extLst>
            </p:cNvPr>
            <p:cNvSpPr txBox="1">
              <a:spLocks noChangeArrowheads="1"/>
            </p:cNvSpPr>
            <p:nvPr/>
          </p:nvSpPr>
          <p:spPr bwMode="auto">
            <a:xfrm>
              <a:off x="3660" y="3612"/>
              <a:ext cx="352" cy="211"/>
            </a:xfrm>
            <a:prstGeom prst="rect">
              <a:avLst/>
            </a:prstGeom>
            <a:noFill/>
            <a:ln w="31750">
              <a:noFill/>
              <a:miter lim="800000"/>
              <a:headEnd/>
              <a:tailEnd/>
            </a:ln>
          </p:spPr>
          <p:txBody>
            <a:bodyPr/>
            <a:lstStyle/>
            <a:p>
              <a:pPr algn="ctr">
                <a:defRPr/>
              </a:pPr>
              <a:r>
                <a:rPr lang="en-US" sz="1600">
                  <a:latin typeface="+mj-lt"/>
                  <a:cs typeface="Arial" charset="0"/>
                </a:rPr>
                <a:t>p</a:t>
              </a:r>
              <a:r>
                <a:rPr lang="en-US" sz="1600" baseline="-25000">
                  <a:latin typeface="+mj-lt"/>
                  <a:cs typeface="Arial" charset="0"/>
                </a:rPr>
                <a:t>2</a:t>
              </a:r>
            </a:p>
          </p:txBody>
        </p:sp>
        <p:sp>
          <p:nvSpPr>
            <p:cNvPr id="99400" name="Line 97">
              <a:extLst>
                <a:ext uri="{FF2B5EF4-FFF2-40B4-BE49-F238E27FC236}">
                  <a16:creationId xmlns:a16="http://schemas.microsoft.com/office/drawing/2014/main" id="{A7D2746D-6AAD-482A-BFE9-E5684B8E45D9}"/>
                </a:ext>
              </a:extLst>
            </p:cNvPr>
            <p:cNvSpPr>
              <a:spLocks noChangeShapeType="1"/>
            </p:cNvSpPr>
            <p:nvPr/>
          </p:nvSpPr>
          <p:spPr bwMode="auto">
            <a:xfrm>
              <a:off x="3974" y="2436"/>
              <a:ext cx="0" cy="1397"/>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01" name="Text Box 98">
              <a:extLst>
                <a:ext uri="{FF2B5EF4-FFF2-40B4-BE49-F238E27FC236}">
                  <a16:creationId xmlns:a16="http://schemas.microsoft.com/office/drawing/2014/main" id="{C1A2E913-D990-47F5-AB13-73B92918B2C3}"/>
                </a:ext>
              </a:extLst>
            </p:cNvPr>
            <p:cNvSpPr txBox="1">
              <a:spLocks noChangeArrowheads="1"/>
            </p:cNvSpPr>
            <p:nvPr/>
          </p:nvSpPr>
          <p:spPr bwMode="auto">
            <a:xfrm>
              <a:off x="3070" y="3609"/>
              <a:ext cx="351" cy="212"/>
            </a:xfrm>
            <a:prstGeom prst="rect">
              <a:avLst/>
            </a:prstGeom>
            <a:noFill/>
            <a:ln w="31750">
              <a:noFill/>
              <a:miter lim="800000"/>
              <a:headEnd/>
              <a:tailEnd/>
            </a:ln>
          </p:spPr>
          <p:txBody>
            <a:bodyPr/>
            <a:lstStyle/>
            <a:p>
              <a:pPr algn="ctr">
                <a:defRPr/>
              </a:pPr>
              <a:r>
                <a:rPr lang="en-US" sz="1600" dirty="0">
                  <a:latin typeface="+mj-lt"/>
                  <a:cs typeface="Arial" charset="0"/>
                </a:rPr>
                <a:t>p</a:t>
              </a:r>
              <a:r>
                <a:rPr lang="en-US" sz="1600" baseline="-25000" dirty="0">
                  <a:latin typeface="+mj-lt"/>
                  <a:cs typeface="Arial" charset="0"/>
                </a:rPr>
                <a:t>3</a:t>
              </a:r>
            </a:p>
          </p:txBody>
        </p:sp>
        <p:sp>
          <p:nvSpPr>
            <p:cNvPr id="99402" name="Line 99">
              <a:extLst>
                <a:ext uri="{FF2B5EF4-FFF2-40B4-BE49-F238E27FC236}">
                  <a16:creationId xmlns:a16="http://schemas.microsoft.com/office/drawing/2014/main" id="{3B031AD6-89EC-40D6-94B0-F96E46631322}"/>
                </a:ext>
              </a:extLst>
            </p:cNvPr>
            <p:cNvSpPr>
              <a:spLocks noChangeShapeType="1"/>
            </p:cNvSpPr>
            <p:nvPr/>
          </p:nvSpPr>
          <p:spPr bwMode="auto">
            <a:xfrm>
              <a:off x="3360" y="3282"/>
              <a:ext cx="0" cy="551"/>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03" name="Text Box 100">
              <a:extLst>
                <a:ext uri="{FF2B5EF4-FFF2-40B4-BE49-F238E27FC236}">
                  <a16:creationId xmlns:a16="http://schemas.microsoft.com/office/drawing/2014/main" id="{FFD5E037-227D-4F4A-8A37-322423B7D2B0}"/>
                </a:ext>
              </a:extLst>
            </p:cNvPr>
            <p:cNvSpPr txBox="1">
              <a:spLocks noChangeArrowheads="1"/>
            </p:cNvSpPr>
            <p:nvPr/>
          </p:nvSpPr>
          <p:spPr bwMode="auto">
            <a:xfrm>
              <a:off x="2392" y="3632"/>
              <a:ext cx="351" cy="211"/>
            </a:xfrm>
            <a:prstGeom prst="rect">
              <a:avLst/>
            </a:prstGeom>
            <a:noFill/>
            <a:ln w="31750">
              <a:noFill/>
              <a:miter lim="800000"/>
              <a:headEnd/>
              <a:tailEnd/>
            </a:ln>
          </p:spPr>
          <p:txBody>
            <a:bodyPr/>
            <a:lstStyle/>
            <a:p>
              <a:pPr algn="ctr">
                <a:defRPr/>
              </a:pPr>
              <a:r>
                <a:rPr lang="en-US" sz="1600" dirty="0">
                  <a:latin typeface="+mj-lt"/>
                  <a:cs typeface="Arial" charset="0"/>
                </a:rPr>
                <a:t>p</a:t>
              </a:r>
              <a:r>
                <a:rPr lang="en-US" sz="1600" baseline="-25000" dirty="0">
                  <a:latin typeface="+mj-lt"/>
                  <a:cs typeface="Arial" charset="0"/>
                </a:rPr>
                <a:t>4</a:t>
              </a:r>
            </a:p>
          </p:txBody>
        </p:sp>
        <p:sp>
          <p:nvSpPr>
            <p:cNvPr id="99404" name="Line 101">
              <a:extLst>
                <a:ext uri="{FF2B5EF4-FFF2-40B4-BE49-F238E27FC236}">
                  <a16:creationId xmlns:a16="http://schemas.microsoft.com/office/drawing/2014/main" id="{40C58771-9D07-49DD-8A59-E3FD22063D8C}"/>
                </a:ext>
              </a:extLst>
            </p:cNvPr>
            <p:cNvSpPr>
              <a:spLocks noChangeShapeType="1"/>
            </p:cNvSpPr>
            <p:nvPr/>
          </p:nvSpPr>
          <p:spPr bwMode="auto">
            <a:xfrm>
              <a:off x="2591" y="3302"/>
              <a:ext cx="0" cy="163"/>
            </a:xfrm>
            <a:prstGeom prst="line">
              <a:avLst/>
            </a:prstGeom>
            <a:grpFill/>
            <a:ln w="31750">
              <a:solidFill>
                <a:srgbClr val="000000"/>
              </a:solidFill>
              <a:round/>
              <a:headEnd/>
              <a:tailEnd type="triangle" w="sm" len="med"/>
            </a:ln>
          </p:spPr>
          <p:txBody>
            <a:bodyPr/>
            <a:lstStyle/>
            <a:p>
              <a:pPr eaLnBrk="1" hangingPunct="1">
                <a:defRPr/>
              </a:pPr>
              <a:endParaRPr lang="en-US" sz="2800">
                <a:latin typeface="+mj-lt"/>
                <a:cs typeface="Arial" charset="0"/>
              </a:endParaRPr>
            </a:p>
          </p:txBody>
        </p:sp>
        <p:sp>
          <p:nvSpPr>
            <p:cNvPr id="99405" name="Text Box 102">
              <a:extLst>
                <a:ext uri="{FF2B5EF4-FFF2-40B4-BE49-F238E27FC236}">
                  <a16:creationId xmlns:a16="http://schemas.microsoft.com/office/drawing/2014/main" id="{C82F6ACB-31D7-4E9D-B3DB-5BCACE08828D}"/>
                </a:ext>
              </a:extLst>
            </p:cNvPr>
            <p:cNvSpPr txBox="1">
              <a:spLocks noChangeArrowheads="1"/>
            </p:cNvSpPr>
            <p:nvPr/>
          </p:nvSpPr>
          <p:spPr bwMode="auto">
            <a:xfrm>
              <a:off x="1614" y="3619"/>
              <a:ext cx="351" cy="211"/>
            </a:xfrm>
            <a:prstGeom prst="rect">
              <a:avLst/>
            </a:prstGeom>
            <a:noFill/>
            <a:ln w="31750">
              <a:noFill/>
              <a:miter lim="800000"/>
              <a:headEnd/>
              <a:tailEnd/>
            </a:ln>
          </p:spPr>
          <p:txBody>
            <a:bodyPr/>
            <a:lstStyle/>
            <a:p>
              <a:pPr algn="ctr">
                <a:defRPr/>
              </a:pPr>
              <a:r>
                <a:rPr lang="en-US" sz="1600">
                  <a:latin typeface="+mj-lt"/>
                  <a:cs typeface="Arial" charset="0"/>
                </a:rPr>
                <a:t>p</a:t>
              </a:r>
              <a:r>
                <a:rPr lang="en-US" sz="1600" baseline="-25000">
                  <a:latin typeface="+mj-lt"/>
                  <a:cs typeface="Arial" charset="0"/>
                </a:rPr>
                <a:t>5</a:t>
              </a:r>
            </a:p>
          </p:txBody>
        </p:sp>
        <p:sp>
          <p:nvSpPr>
            <p:cNvPr id="99406" name="Line 103">
              <a:extLst>
                <a:ext uri="{FF2B5EF4-FFF2-40B4-BE49-F238E27FC236}">
                  <a16:creationId xmlns:a16="http://schemas.microsoft.com/office/drawing/2014/main" id="{26E560A0-38CC-4281-B294-1FF6FE040F81}"/>
                </a:ext>
              </a:extLst>
            </p:cNvPr>
            <p:cNvSpPr>
              <a:spLocks noChangeShapeType="1"/>
            </p:cNvSpPr>
            <p:nvPr/>
          </p:nvSpPr>
          <p:spPr bwMode="auto">
            <a:xfrm>
              <a:off x="1850" y="3288"/>
              <a:ext cx="0" cy="194"/>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07" name="Text Box 104">
              <a:extLst>
                <a:ext uri="{FF2B5EF4-FFF2-40B4-BE49-F238E27FC236}">
                  <a16:creationId xmlns:a16="http://schemas.microsoft.com/office/drawing/2014/main" id="{1C06186B-22F8-4421-AB04-100FE8F7DB27}"/>
                </a:ext>
              </a:extLst>
            </p:cNvPr>
            <p:cNvSpPr txBox="1">
              <a:spLocks noChangeArrowheads="1"/>
            </p:cNvSpPr>
            <p:nvPr/>
          </p:nvSpPr>
          <p:spPr bwMode="auto">
            <a:xfrm>
              <a:off x="864" y="3633"/>
              <a:ext cx="352" cy="211"/>
            </a:xfrm>
            <a:prstGeom prst="rect">
              <a:avLst/>
            </a:prstGeom>
            <a:noFill/>
            <a:ln w="31750">
              <a:noFill/>
              <a:miter lim="800000"/>
              <a:headEnd/>
              <a:tailEnd/>
            </a:ln>
          </p:spPr>
          <p:txBody>
            <a:bodyPr/>
            <a:lstStyle/>
            <a:p>
              <a:pPr algn="ctr">
                <a:defRPr/>
              </a:pPr>
              <a:r>
                <a:rPr lang="en-US" sz="1600" dirty="0">
                  <a:latin typeface="+mj-lt"/>
                  <a:cs typeface="Arial" charset="0"/>
                </a:rPr>
                <a:t>p</a:t>
              </a:r>
              <a:r>
                <a:rPr lang="en-US" sz="1600" baseline="-25000" dirty="0">
                  <a:latin typeface="+mj-lt"/>
                  <a:cs typeface="Arial" charset="0"/>
                </a:rPr>
                <a:t>6</a:t>
              </a:r>
            </a:p>
          </p:txBody>
        </p:sp>
        <p:sp>
          <p:nvSpPr>
            <p:cNvPr id="99408" name="Text Box 105">
              <a:extLst>
                <a:ext uri="{FF2B5EF4-FFF2-40B4-BE49-F238E27FC236}">
                  <a16:creationId xmlns:a16="http://schemas.microsoft.com/office/drawing/2014/main" id="{54C78A7B-E17C-4528-A9F6-15D0CCD64249}"/>
                </a:ext>
              </a:extLst>
            </p:cNvPr>
            <p:cNvSpPr txBox="1">
              <a:spLocks noChangeArrowheads="1"/>
            </p:cNvSpPr>
            <p:nvPr/>
          </p:nvSpPr>
          <p:spPr bwMode="auto">
            <a:xfrm>
              <a:off x="282" y="3597"/>
              <a:ext cx="352" cy="211"/>
            </a:xfrm>
            <a:prstGeom prst="rect">
              <a:avLst/>
            </a:prstGeom>
            <a:noFill/>
            <a:ln w="31750">
              <a:noFill/>
              <a:miter lim="800000"/>
              <a:headEnd/>
              <a:tailEnd/>
            </a:ln>
          </p:spPr>
          <p:txBody>
            <a:bodyPr/>
            <a:lstStyle/>
            <a:p>
              <a:pPr algn="ctr">
                <a:defRPr/>
              </a:pPr>
              <a:r>
                <a:rPr lang="en-US" sz="1600" dirty="0">
                  <a:latin typeface="+mj-lt"/>
                  <a:cs typeface="Arial" charset="0"/>
                </a:rPr>
                <a:t>p</a:t>
              </a:r>
              <a:r>
                <a:rPr lang="en-US" sz="1600" baseline="-25000" dirty="0">
                  <a:latin typeface="+mj-lt"/>
                  <a:cs typeface="Arial" charset="0"/>
                </a:rPr>
                <a:t>7</a:t>
              </a:r>
            </a:p>
          </p:txBody>
        </p:sp>
        <p:sp>
          <p:nvSpPr>
            <p:cNvPr id="99409" name="Line 106">
              <a:extLst>
                <a:ext uri="{FF2B5EF4-FFF2-40B4-BE49-F238E27FC236}">
                  <a16:creationId xmlns:a16="http://schemas.microsoft.com/office/drawing/2014/main" id="{354CFC47-671C-4BD3-896E-6719FCC2B2BB}"/>
                </a:ext>
              </a:extLst>
            </p:cNvPr>
            <p:cNvSpPr>
              <a:spLocks noChangeShapeType="1"/>
            </p:cNvSpPr>
            <p:nvPr/>
          </p:nvSpPr>
          <p:spPr bwMode="auto">
            <a:xfrm>
              <a:off x="1272" y="3192"/>
              <a:ext cx="0" cy="283"/>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10" name="Line 109">
              <a:extLst>
                <a:ext uri="{FF2B5EF4-FFF2-40B4-BE49-F238E27FC236}">
                  <a16:creationId xmlns:a16="http://schemas.microsoft.com/office/drawing/2014/main" id="{96B3AB58-E792-4EF5-87D6-684744253B2D}"/>
                </a:ext>
              </a:extLst>
            </p:cNvPr>
            <p:cNvSpPr>
              <a:spLocks noChangeShapeType="1"/>
            </p:cNvSpPr>
            <p:nvPr/>
          </p:nvSpPr>
          <p:spPr bwMode="auto">
            <a:xfrm flipH="1">
              <a:off x="4194" y="2334"/>
              <a:ext cx="120" cy="0"/>
            </a:xfrm>
            <a:prstGeom prst="line">
              <a:avLst/>
            </a:prstGeom>
            <a:grpFill/>
            <a:ln w="31750">
              <a:solidFill>
                <a:srgbClr val="000000"/>
              </a:solidFill>
              <a:round/>
              <a:headEnd/>
              <a:tailEnd type="triangle" w="lg" len="med"/>
            </a:ln>
          </p:spPr>
          <p:txBody>
            <a:bodyPr/>
            <a:lstStyle/>
            <a:p>
              <a:pPr eaLnBrk="1" hangingPunct="1">
                <a:defRPr/>
              </a:pPr>
              <a:endParaRPr lang="en-US" sz="2800">
                <a:latin typeface="+mj-lt"/>
                <a:cs typeface="Arial" charset="0"/>
              </a:endParaRPr>
            </a:p>
          </p:txBody>
        </p:sp>
        <p:sp>
          <p:nvSpPr>
            <p:cNvPr id="99411" name="Line 110">
              <a:extLst>
                <a:ext uri="{FF2B5EF4-FFF2-40B4-BE49-F238E27FC236}">
                  <a16:creationId xmlns:a16="http://schemas.microsoft.com/office/drawing/2014/main" id="{10FA5A94-3C4A-47AB-AED4-963F6CD22FE6}"/>
                </a:ext>
              </a:extLst>
            </p:cNvPr>
            <p:cNvSpPr>
              <a:spLocks noChangeShapeType="1"/>
            </p:cNvSpPr>
            <p:nvPr/>
          </p:nvSpPr>
          <p:spPr bwMode="auto">
            <a:xfrm flipH="1">
              <a:off x="3553" y="3179"/>
              <a:ext cx="113" cy="0"/>
            </a:xfrm>
            <a:prstGeom prst="line">
              <a:avLst/>
            </a:prstGeom>
            <a:grpFill/>
            <a:ln w="31750">
              <a:solidFill>
                <a:srgbClr val="000000"/>
              </a:solidFill>
              <a:round/>
              <a:headEnd/>
              <a:tailEnd type="triangle" w="lg" len="med"/>
            </a:ln>
          </p:spPr>
          <p:txBody>
            <a:bodyPr/>
            <a:lstStyle/>
            <a:p>
              <a:pPr eaLnBrk="1" hangingPunct="1">
                <a:defRPr/>
              </a:pPr>
              <a:endParaRPr lang="en-US" sz="2800">
                <a:latin typeface="+mj-lt"/>
                <a:cs typeface="Arial" charset="0"/>
              </a:endParaRPr>
            </a:p>
          </p:txBody>
        </p:sp>
        <p:sp>
          <p:nvSpPr>
            <p:cNvPr id="99412" name="Text Box 111">
              <a:extLst>
                <a:ext uri="{FF2B5EF4-FFF2-40B4-BE49-F238E27FC236}">
                  <a16:creationId xmlns:a16="http://schemas.microsoft.com/office/drawing/2014/main" id="{224326BA-AC0E-4D68-B01A-8E065D0DABD4}"/>
                </a:ext>
              </a:extLst>
            </p:cNvPr>
            <p:cNvSpPr txBox="1">
              <a:spLocks noChangeArrowheads="1"/>
            </p:cNvSpPr>
            <p:nvPr/>
          </p:nvSpPr>
          <p:spPr bwMode="auto">
            <a:xfrm>
              <a:off x="2445" y="3459"/>
              <a:ext cx="439" cy="217"/>
            </a:xfrm>
            <a:prstGeom prst="rect">
              <a:avLst/>
            </a:prstGeom>
            <a:grpFill/>
            <a:ln w="31750">
              <a:solidFill>
                <a:srgbClr val="000000"/>
              </a:solidFill>
              <a:miter lim="800000"/>
              <a:headEnd/>
              <a:tailEnd/>
            </a:ln>
          </p:spPr>
          <p:txBody>
            <a:bodyPr/>
            <a:lstStyle/>
            <a:p>
              <a:pPr>
                <a:defRPr/>
              </a:pPr>
              <a:r>
                <a:rPr lang="en-US" sz="1600">
                  <a:latin typeface="+mj-lt"/>
                  <a:cs typeface="Arial" charset="0"/>
                </a:rPr>
                <a:t>+</a:t>
              </a:r>
            </a:p>
          </p:txBody>
        </p:sp>
        <p:sp>
          <p:nvSpPr>
            <p:cNvPr id="99413" name="Text Box 112">
              <a:extLst>
                <a:ext uri="{FF2B5EF4-FFF2-40B4-BE49-F238E27FC236}">
                  <a16:creationId xmlns:a16="http://schemas.microsoft.com/office/drawing/2014/main" id="{823B5FF7-2088-4CBB-91F2-400B9966696C}"/>
                </a:ext>
              </a:extLst>
            </p:cNvPr>
            <p:cNvSpPr txBox="1">
              <a:spLocks noChangeArrowheads="1"/>
            </p:cNvSpPr>
            <p:nvPr/>
          </p:nvSpPr>
          <p:spPr bwMode="auto">
            <a:xfrm>
              <a:off x="1722" y="3465"/>
              <a:ext cx="439" cy="219"/>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endParaRPr lang="en-US" sz="1600" baseline="-25000">
                <a:latin typeface="+mj-lt"/>
                <a:cs typeface="Arial" charset="0"/>
              </a:endParaRPr>
            </a:p>
          </p:txBody>
        </p:sp>
        <p:sp>
          <p:nvSpPr>
            <p:cNvPr id="99414" name="Text Box 113">
              <a:extLst>
                <a:ext uri="{FF2B5EF4-FFF2-40B4-BE49-F238E27FC236}">
                  <a16:creationId xmlns:a16="http://schemas.microsoft.com/office/drawing/2014/main" id="{8933D4BF-0A5C-406C-84B9-04771322325E}"/>
                </a:ext>
              </a:extLst>
            </p:cNvPr>
            <p:cNvSpPr txBox="1">
              <a:spLocks noChangeArrowheads="1"/>
            </p:cNvSpPr>
            <p:nvPr/>
          </p:nvSpPr>
          <p:spPr bwMode="auto">
            <a:xfrm>
              <a:off x="962" y="3472"/>
              <a:ext cx="439" cy="218"/>
            </a:xfrm>
            <a:prstGeom prst="rect">
              <a:avLst/>
            </a:prstGeom>
            <a:grpFill/>
            <a:ln w="31750">
              <a:solidFill>
                <a:srgbClr val="000000"/>
              </a:solidFill>
              <a:miter lim="800000"/>
              <a:headEnd/>
              <a:tailEnd/>
            </a:ln>
          </p:spPr>
          <p:txBody>
            <a:bodyPr/>
            <a:lstStyle/>
            <a:p>
              <a:pPr algn="ctr">
                <a:defRPr/>
              </a:pPr>
              <a:r>
                <a:rPr lang="en-US" sz="1600">
                  <a:latin typeface="+mj-lt"/>
                  <a:cs typeface="Arial" charset="0"/>
                </a:rPr>
                <a:t>+</a:t>
              </a:r>
              <a:endParaRPr lang="en-US" sz="1600" baseline="-25000">
                <a:latin typeface="+mj-lt"/>
                <a:cs typeface="Arial" charset="0"/>
              </a:endParaRPr>
            </a:p>
          </p:txBody>
        </p:sp>
        <p:sp>
          <p:nvSpPr>
            <p:cNvPr id="99415" name="Line 114">
              <a:extLst>
                <a:ext uri="{FF2B5EF4-FFF2-40B4-BE49-F238E27FC236}">
                  <a16:creationId xmlns:a16="http://schemas.microsoft.com/office/drawing/2014/main" id="{20E7A7A8-7507-4677-BAAB-69B73E356CA1}"/>
                </a:ext>
              </a:extLst>
            </p:cNvPr>
            <p:cNvSpPr>
              <a:spLocks noChangeShapeType="1"/>
            </p:cNvSpPr>
            <p:nvPr/>
          </p:nvSpPr>
          <p:spPr bwMode="auto">
            <a:xfrm flipH="1">
              <a:off x="2161" y="3574"/>
              <a:ext cx="286" cy="0"/>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16" name="Line 115">
              <a:extLst>
                <a:ext uri="{FF2B5EF4-FFF2-40B4-BE49-F238E27FC236}">
                  <a16:creationId xmlns:a16="http://schemas.microsoft.com/office/drawing/2014/main" id="{56A44A7F-9D01-4B14-B8D0-FDB6CAF34B95}"/>
                </a:ext>
              </a:extLst>
            </p:cNvPr>
            <p:cNvSpPr>
              <a:spLocks noChangeShapeType="1"/>
            </p:cNvSpPr>
            <p:nvPr/>
          </p:nvSpPr>
          <p:spPr bwMode="auto">
            <a:xfrm flipH="1">
              <a:off x="1392" y="3581"/>
              <a:ext cx="330" cy="0"/>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17" name="Line 116">
              <a:extLst>
                <a:ext uri="{FF2B5EF4-FFF2-40B4-BE49-F238E27FC236}">
                  <a16:creationId xmlns:a16="http://schemas.microsoft.com/office/drawing/2014/main" id="{44D6BD07-F90A-4791-89C8-B44FCDA5BA6F}"/>
                </a:ext>
              </a:extLst>
            </p:cNvPr>
            <p:cNvSpPr>
              <a:spLocks noChangeShapeType="1"/>
            </p:cNvSpPr>
            <p:nvPr/>
          </p:nvSpPr>
          <p:spPr bwMode="auto">
            <a:xfrm>
              <a:off x="4303" y="1510"/>
              <a:ext cx="8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18" name="Line 117">
              <a:extLst>
                <a:ext uri="{FF2B5EF4-FFF2-40B4-BE49-F238E27FC236}">
                  <a16:creationId xmlns:a16="http://schemas.microsoft.com/office/drawing/2014/main" id="{6025F884-6768-43CF-B39C-4A4C5F333447}"/>
                </a:ext>
              </a:extLst>
            </p:cNvPr>
            <p:cNvSpPr>
              <a:spLocks noChangeShapeType="1"/>
            </p:cNvSpPr>
            <p:nvPr/>
          </p:nvSpPr>
          <p:spPr bwMode="auto">
            <a:xfrm>
              <a:off x="2802" y="1516"/>
              <a:ext cx="114"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19" name="Line 118">
              <a:extLst>
                <a:ext uri="{FF2B5EF4-FFF2-40B4-BE49-F238E27FC236}">
                  <a16:creationId xmlns:a16="http://schemas.microsoft.com/office/drawing/2014/main" id="{3FC6140A-9AE7-466A-B676-1AF8EF565314}"/>
                </a:ext>
              </a:extLst>
            </p:cNvPr>
            <p:cNvSpPr>
              <a:spLocks noChangeShapeType="1"/>
            </p:cNvSpPr>
            <p:nvPr/>
          </p:nvSpPr>
          <p:spPr bwMode="auto">
            <a:xfrm>
              <a:off x="4311" y="1503"/>
              <a:ext cx="0" cy="824"/>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20" name="Line 119">
              <a:extLst>
                <a:ext uri="{FF2B5EF4-FFF2-40B4-BE49-F238E27FC236}">
                  <a16:creationId xmlns:a16="http://schemas.microsoft.com/office/drawing/2014/main" id="{2A1B6525-E727-4789-BB10-1D6F21A61980}"/>
                </a:ext>
              </a:extLst>
            </p:cNvPr>
            <p:cNvSpPr>
              <a:spLocks noChangeShapeType="1"/>
            </p:cNvSpPr>
            <p:nvPr/>
          </p:nvSpPr>
          <p:spPr bwMode="auto">
            <a:xfrm flipH="1">
              <a:off x="3462" y="2326"/>
              <a:ext cx="134" cy="0"/>
            </a:xfrm>
            <a:prstGeom prst="line">
              <a:avLst/>
            </a:prstGeom>
            <a:grpFill/>
            <a:ln w="31750">
              <a:solidFill>
                <a:srgbClr val="000000"/>
              </a:solidFill>
              <a:round/>
              <a:headEnd/>
              <a:tailEnd type="triangle" w="lg" len="med"/>
            </a:ln>
          </p:spPr>
          <p:txBody>
            <a:bodyPr/>
            <a:lstStyle/>
            <a:p>
              <a:pPr eaLnBrk="1" hangingPunct="1">
                <a:defRPr/>
              </a:pPr>
              <a:endParaRPr lang="en-US" sz="2800">
                <a:latin typeface="+mj-lt"/>
                <a:cs typeface="Arial" charset="0"/>
              </a:endParaRPr>
            </a:p>
          </p:txBody>
        </p:sp>
        <p:sp>
          <p:nvSpPr>
            <p:cNvPr id="99421" name="Line 120">
              <a:extLst>
                <a:ext uri="{FF2B5EF4-FFF2-40B4-BE49-F238E27FC236}">
                  <a16:creationId xmlns:a16="http://schemas.microsoft.com/office/drawing/2014/main" id="{2FCE680F-CB31-41DC-B770-DEF52D290379}"/>
                </a:ext>
              </a:extLst>
            </p:cNvPr>
            <p:cNvSpPr>
              <a:spLocks noChangeShapeType="1"/>
            </p:cNvSpPr>
            <p:nvPr/>
          </p:nvSpPr>
          <p:spPr bwMode="auto">
            <a:xfrm flipH="1">
              <a:off x="2839" y="3179"/>
              <a:ext cx="118" cy="0"/>
            </a:xfrm>
            <a:prstGeom prst="line">
              <a:avLst/>
            </a:prstGeom>
            <a:grpFill/>
            <a:ln w="31750">
              <a:solidFill>
                <a:srgbClr val="000000"/>
              </a:solidFill>
              <a:round/>
              <a:headEnd/>
              <a:tailEnd type="triangle" w="lg" len="med"/>
            </a:ln>
          </p:spPr>
          <p:txBody>
            <a:bodyPr/>
            <a:lstStyle/>
            <a:p>
              <a:pPr eaLnBrk="1" hangingPunct="1">
                <a:defRPr/>
              </a:pPr>
              <a:endParaRPr lang="en-US" sz="2800">
                <a:latin typeface="+mj-lt"/>
                <a:cs typeface="Arial" charset="0"/>
              </a:endParaRPr>
            </a:p>
          </p:txBody>
        </p:sp>
        <p:sp>
          <p:nvSpPr>
            <p:cNvPr id="99422" name="Line 121">
              <a:extLst>
                <a:ext uri="{FF2B5EF4-FFF2-40B4-BE49-F238E27FC236}">
                  <a16:creationId xmlns:a16="http://schemas.microsoft.com/office/drawing/2014/main" id="{52932104-EF59-4F4A-ABB7-3F7B9732E6E4}"/>
                </a:ext>
              </a:extLst>
            </p:cNvPr>
            <p:cNvSpPr>
              <a:spLocks noChangeShapeType="1"/>
            </p:cNvSpPr>
            <p:nvPr/>
          </p:nvSpPr>
          <p:spPr bwMode="auto">
            <a:xfrm>
              <a:off x="2373" y="1721"/>
              <a:ext cx="322"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23" name="Line 122">
              <a:extLst>
                <a:ext uri="{FF2B5EF4-FFF2-40B4-BE49-F238E27FC236}">
                  <a16:creationId xmlns:a16="http://schemas.microsoft.com/office/drawing/2014/main" id="{8E4D888F-3B19-4AAD-8D4F-93291F33D914}"/>
                </a:ext>
              </a:extLst>
            </p:cNvPr>
            <p:cNvSpPr>
              <a:spLocks noChangeShapeType="1"/>
            </p:cNvSpPr>
            <p:nvPr/>
          </p:nvSpPr>
          <p:spPr bwMode="auto">
            <a:xfrm>
              <a:off x="2692" y="1721"/>
              <a:ext cx="0" cy="392"/>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24" name="Line 123">
              <a:extLst>
                <a:ext uri="{FF2B5EF4-FFF2-40B4-BE49-F238E27FC236}">
                  <a16:creationId xmlns:a16="http://schemas.microsoft.com/office/drawing/2014/main" id="{D465AD37-52BD-4004-BFC7-C864DD5D3465}"/>
                </a:ext>
              </a:extLst>
            </p:cNvPr>
            <p:cNvSpPr>
              <a:spLocks noChangeShapeType="1"/>
            </p:cNvSpPr>
            <p:nvPr/>
          </p:nvSpPr>
          <p:spPr bwMode="auto">
            <a:xfrm flipH="1">
              <a:off x="2691" y="2333"/>
              <a:ext cx="110" cy="0"/>
            </a:xfrm>
            <a:prstGeom prst="line">
              <a:avLst/>
            </a:prstGeom>
            <a:grpFill/>
            <a:ln w="31750">
              <a:solidFill>
                <a:srgbClr val="000000"/>
              </a:solidFill>
              <a:round/>
              <a:headEnd/>
              <a:tailEnd type="triangle" w="lg" len="med"/>
            </a:ln>
          </p:spPr>
          <p:txBody>
            <a:bodyPr/>
            <a:lstStyle/>
            <a:p>
              <a:pPr eaLnBrk="1" hangingPunct="1">
                <a:defRPr/>
              </a:pPr>
              <a:endParaRPr lang="en-US" sz="2800">
                <a:latin typeface="+mj-lt"/>
                <a:cs typeface="Arial" charset="0"/>
              </a:endParaRPr>
            </a:p>
          </p:txBody>
        </p:sp>
        <p:sp>
          <p:nvSpPr>
            <p:cNvPr id="99425" name="Line 124">
              <a:extLst>
                <a:ext uri="{FF2B5EF4-FFF2-40B4-BE49-F238E27FC236}">
                  <a16:creationId xmlns:a16="http://schemas.microsoft.com/office/drawing/2014/main" id="{A9872344-20FA-4167-9BCA-2891F6BD1938}"/>
                </a:ext>
              </a:extLst>
            </p:cNvPr>
            <p:cNvSpPr>
              <a:spLocks noChangeShapeType="1"/>
            </p:cNvSpPr>
            <p:nvPr/>
          </p:nvSpPr>
          <p:spPr bwMode="auto">
            <a:xfrm>
              <a:off x="2169" y="2334"/>
              <a:ext cx="0" cy="824"/>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26" name="Line 125">
              <a:extLst>
                <a:ext uri="{FF2B5EF4-FFF2-40B4-BE49-F238E27FC236}">
                  <a16:creationId xmlns:a16="http://schemas.microsoft.com/office/drawing/2014/main" id="{17350D3B-C5DF-42C4-920E-79069E30ABE0}"/>
                </a:ext>
              </a:extLst>
            </p:cNvPr>
            <p:cNvSpPr>
              <a:spLocks noChangeShapeType="1"/>
            </p:cNvSpPr>
            <p:nvPr/>
          </p:nvSpPr>
          <p:spPr bwMode="auto">
            <a:xfrm flipV="1">
              <a:off x="2948" y="2341"/>
              <a:ext cx="0" cy="837"/>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27" name="Line 126">
              <a:extLst>
                <a:ext uri="{FF2B5EF4-FFF2-40B4-BE49-F238E27FC236}">
                  <a16:creationId xmlns:a16="http://schemas.microsoft.com/office/drawing/2014/main" id="{185F29C1-6F26-4F2D-98CC-D87A8FF22E95}"/>
                </a:ext>
              </a:extLst>
            </p:cNvPr>
            <p:cNvSpPr>
              <a:spLocks noChangeShapeType="1"/>
            </p:cNvSpPr>
            <p:nvPr/>
          </p:nvSpPr>
          <p:spPr bwMode="auto">
            <a:xfrm>
              <a:off x="3580" y="1523"/>
              <a:ext cx="8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28" name="Line 127">
              <a:extLst>
                <a:ext uri="{FF2B5EF4-FFF2-40B4-BE49-F238E27FC236}">
                  <a16:creationId xmlns:a16="http://schemas.microsoft.com/office/drawing/2014/main" id="{6E437ADB-E77B-4B17-A89E-E20B0564F572}"/>
                </a:ext>
              </a:extLst>
            </p:cNvPr>
            <p:cNvSpPr>
              <a:spLocks noChangeShapeType="1"/>
            </p:cNvSpPr>
            <p:nvPr/>
          </p:nvSpPr>
          <p:spPr bwMode="auto">
            <a:xfrm flipV="1">
              <a:off x="3588" y="1522"/>
              <a:ext cx="0" cy="805"/>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29" name="Line 128">
              <a:extLst>
                <a:ext uri="{FF2B5EF4-FFF2-40B4-BE49-F238E27FC236}">
                  <a16:creationId xmlns:a16="http://schemas.microsoft.com/office/drawing/2014/main" id="{B0F11171-3D73-492F-A2E9-6DBB0945D10E}"/>
                </a:ext>
              </a:extLst>
            </p:cNvPr>
            <p:cNvSpPr>
              <a:spLocks noChangeShapeType="1"/>
            </p:cNvSpPr>
            <p:nvPr/>
          </p:nvSpPr>
          <p:spPr bwMode="auto">
            <a:xfrm flipH="1">
              <a:off x="2068" y="3165"/>
              <a:ext cx="111" cy="0"/>
            </a:xfrm>
            <a:prstGeom prst="line">
              <a:avLst/>
            </a:prstGeom>
            <a:grpFill/>
            <a:ln w="31750">
              <a:solidFill>
                <a:srgbClr val="000000"/>
              </a:solidFill>
              <a:round/>
              <a:headEnd/>
              <a:tailEnd type="triangle" w="lg" len="med"/>
            </a:ln>
          </p:spPr>
          <p:txBody>
            <a:bodyPr/>
            <a:lstStyle/>
            <a:p>
              <a:pPr eaLnBrk="1" hangingPunct="1">
                <a:defRPr/>
              </a:pPr>
              <a:endParaRPr lang="en-US" sz="2800">
                <a:latin typeface="+mj-lt"/>
                <a:cs typeface="Arial" charset="0"/>
              </a:endParaRPr>
            </a:p>
          </p:txBody>
        </p:sp>
        <p:sp>
          <p:nvSpPr>
            <p:cNvPr id="99430" name="Line 129">
              <a:extLst>
                <a:ext uri="{FF2B5EF4-FFF2-40B4-BE49-F238E27FC236}">
                  <a16:creationId xmlns:a16="http://schemas.microsoft.com/office/drawing/2014/main" id="{815F0D30-69A3-476D-9C73-B6DB856F26F5}"/>
                </a:ext>
              </a:extLst>
            </p:cNvPr>
            <p:cNvSpPr>
              <a:spLocks noChangeShapeType="1"/>
            </p:cNvSpPr>
            <p:nvPr/>
          </p:nvSpPr>
          <p:spPr bwMode="auto">
            <a:xfrm flipH="1">
              <a:off x="2939" y="2341"/>
              <a:ext cx="88" cy="0"/>
            </a:xfrm>
            <a:prstGeom prst="line">
              <a:avLst/>
            </a:prstGeom>
            <a:grpFill/>
            <a:ln w="31750">
              <a:solidFill>
                <a:srgbClr val="000000"/>
              </a:solidFill>
              <a:round/>
              <a:headEnd/>
              <a:tailEnd type="none" w="sm" len="sm"/>
            </a:ln>
          </p:spPr>
          <p:txBody>
            <a:bodyPr/>
            <a:lstStyle/>
            <a:p>
              <a:pPr eaLnBrk="1" hangingPunct="1">
                <a:defRPr/>
              </a:pPr>
              <a:endParaRPr lang="en-US" sz="2800">
                <a:latin typeface="+mj-lt"/>
                <a:cs typeface="Arial" charset="0"/>
              </a:endParaRPr>
            </a:p>
          </p:txBody>
        </p:sp>
        <p:sp>
          <p:nvSpPr>
            <p:cNvPr id="99431" name="Line 130">
              <a:extLst>
                <a:ext uri="{FF2B5EF4-FFF2-40B4-BE49-F238E27FC236}">
                  <a16:creationId xmlns:a16="http://schemas.microsoft.com/office/drawing/2014/main" id="{78236462-AE3D-41A7-AFA3-20B57AC62E80}"/>
                </a:ext>
              </a:extLst>
            </p:cNvPr>
            <p:cNvSpPr>
              <a:spLocks noChangeShapeType="1"/>
            </p:cNvSpPr>
            <p:nvPr/>
          </p:nvSpPr>
          <p:spPr bwMode="auto">
            <a:xfrm flipH="1">
              <a:off x="3653" y="2348"/>
              <a:ext cx="88" cy="0"/>
            </a:xfrm>
            <a:prstGeom prst="line">
              <a:avLst/>
            </a:prstGeom>
            <a:grpFill/>
            <a:ln w="31750">
              <a:solidFill>
                <a:srgbClr val="000000"/>
              </a:solidFill>
              <a:round/>
              <a:headEnd/>
              <a:tailEnd type="none" w="sm" len="sm"/>
            </a:ln>
          </p:spPr>
          <p:txBody>
            <a:bodyPr/>
            <a:lstStyle/>
            <a:p>
              <a:pPr eaLnBrk="1" hangingPunct="1">
                <a:defRPr/>
              </a:pPr>
              <a:endParaRPr lang="en-US" sz="2800">
                <a:latin typeface="+mj-lt"/>
                <a:cs typeface="Arial" charset="0"/>
              </a:endParaRPr>
            </a:p>
          </p:txBody>
        </p:sp>
        <p:sp>
          <p:nvSpPr>
            <p:cNvPr id="99432" name="Line 131">
              <a:extLst>
                <a:ext uri="{FF2B5EF4-FFF2-40B4-BE49-F238E27FC236}">
                  <a16:creationId xmlns:a16="http://schemas.microsoft.com/office/drawing/2014/main" id="{A886E8AA-2E94-46B2-9A54-0ADDC64E8F63}"/>
                </a:ext>
              </a:extLst>
            </p:cNvPr>
            <p:cNvSpPr>
              <a:spLocks noChangeShapeType="1"/>
            </p:cNvSpPr>
            <p:nvPr/>
          </p:nvSpPr>
          <p:spPr bwMode="auto">
            <a:xfrm>
              <a:off x="3663" y="2348"/>
              <a:ext cx="0" cy="824"/>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33" name="Line 132">
              <a:extLst>
                <a:ext uri="{FF2B5EF4-FFF2-40B4-BE49-F238E27FC236}">
                  <a16:creationId xmlns:a16="http://schemas.microsoft.com/office/drawing/2014/main" id="{069EF4BC-AF71-4D4E-B086-8B3E6A13BB18}"/>
                </a:ext>
              </a:extLst>
            </p:cNvPr>
            <p:cNvSpPr>
              <a:spLocks noChangeShapeType="1"/>
            </p:cNvSpPr>
            <p:nvPr/>
          </p:nvSpPr>
          <p:spPr bwMode="auto">
            <a:xfrm flipH="1">
              <a:off x="2289" y="3186"/>
              <a:ext cx="110"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34" name="Line 133">
              <a:extLst>
                <a:ext uri="{FF2B5EF4-FFF2-40B4-BE49-F238E27FC236}">
                  <a16:creationId xmlns:a16="http://schemas.microsoft.com/office/drawing/2014/main" id="{C4C5517F-11B3-4912-80CF-51B1ACD4F1E9}"/>
                </a:ext>
              </a:extLst>
            </p:cNvPr>
            <p:cNvSpPr>
              <a:spLocks noChangeShapeType="1"/>
            </p:cNvSpPr>
            <p:nvPr/>
          </p:nvSpPr>
          <p:spPr bwMode="auto">
            <a:xfrm flipV="1">
              <a:off x="2033" y="3342"/>
              <a:ext cx="0" cy="133"/>
            </a:xfrm>
            <a:prstGeom prst="line">
              <a:avLst/>
            </a:prstGeom>
            <a:grpFill/>
            <a:ln w="31750">
              <a:solidFill>
                <a:srgbClr val="000000"/>
              </a:solidFill>
              <a:round/>
              <a:headEnd type="triangle" w="lg" len="lg"/>
              <a:tailEnd/>
            </a:ln>
          </p:spPr>
          <p:txBody>
            <a:bodyPr/>
            <a:lstStyle/>
            <a:p>
              <a:pPr eaLnBrk="1" hangingPunct="1">
                <a:defRPr/>
              </a:pPr>
              <a:endParaRPr lang="en-US" sz="2800">
                <a:latin typeface="+mj-lt"/>
                <a:cs typeface="Arial" charset="0"/>
              </a:endParaRPr>
            </a:p>
          </p:txBody>
        </p:sp>
        <p:sp>
          <p:nvSpPr>
            <p:cNvPr id="99435" name="Line 134">
              <a:extLst>
                <a:ext uri="{FF2B5EF4-FFF2-40B4-BE49-F238E27FC236}">
                  <a16:creationId xmlns:a16="http://schemas.microsoft.com/office/drawing/2014/main" id="{C8300EA0-97A0-4A16-BD79-5E17802FC9E7}"/>
                </a:ext>
              </a:extLst>
            </p:cNvPr>
            <p:cNvSpPr>
              <a:spLocks noChangeShapeType="1"/>
            </p:cNvSpPr>
            <p:nvPr/>
          </p:nvSpPr>
          <p:spPr bwMode="auto">
            <a:xfrm flipV="1">
              <a:off x="2784" y="3357"/>
              <a:ext cx="0" cy="111"/>
            </a:xfrm>
            <a:prstGeom prst="line">
              <a:avLst/>
            </a:prstGeom>
            <a:grpFill/>
            <a:ln w="31750">
              <a:solidFill>
                <a:srgbClr val="000000"/>
              </a:solidFill>
              <a:round/>
              <a:headEnd type="triangle" w="sm" len="med"/>
              <a:tailEnd/>
            </a:ln>
          </p:spPr>
          <p:txBody>
            <a:bodyPr/>
            <a:lstStyle/>
            <a:p>
              <a:pPr eaLnBrk="1" hangingPunct="1">
                <a:defRPr/>
              </a:pPr>
              <a:endParaRPr lang="en-US" sz="2800">
                <a:latin typeface="+mj-lt"/>
                <a:cs typeface="Arial" charset="0"/>
              </a:endParaRPr>
            </a:p>
          </p:txBody>
        </p:sp>
        <p:sp>
          <p:nvSpPr>
            <p:cNvPr id="99436" name="Line 135">
              <a:extLst>
                <a:ext uri="{FF2B5EF4-FFF2-40B4-BE49-F238E27FC236}">
                  <a16:creationId xmlns:a16="http://schemas.microsoft.com/office/drawing/2014/main" id="{2C1DE982-F329-49CA-8C9C-86CE2F1071E5}"/>
                </a:ext>
              </a:extLst>
            </p:cNvPr>
            <p:cNvSpPr>
              <a:spLocks noChangeShapeType="1"/>
            </p:cNvSpPr>
            <p:nvPr/>
          </p:nvSpPr>
          <p:spPr bwMode="auto">
            <a:xfrm>
              <a:off x="2288" y="3179"/>
              <a:ext cx="0" cy="169"/>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37" name="Line 136">
              <a:extLst>
                <a:ext uri="{FF2B5EF4-FFF2-40B4-BE49-F238E27FC236}">
                  <a16:creationId xmlns:a16="http://schemas.microsoft.com/office/drawing/2014/main" id="{1B20CBC6-7499-4E96-90C3-F7AF4BED7948}"/>
                </a:ext>
              </a:extLst>
            </p:cNvPr>
            <p:cNvSpPr>
              <a:spLocks noChangeShapeType="1"/>
            </p:cNvSpPr>
            <p:nvPr/>
          </p:nvSpPr>
          <p:spPr bwMode="auto">
            <a:xfrm>
              <a:off x="2033" y="3349"/>
              <a:ext cx="25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38" name="Line 137">
              <a:extLst>
                <a:ext uri="{FF2B5EF4-FFF2-40B4-BE49-F238E27FC236}">
                  <a16:creationId xmlns:a16="http://schemas.microsoft.com/office/drawing/2014/main" id="{22023964-9E96-4099-9BF9-B8D1ADCA0613}"/>
                </a:ext>
              </a:extLst>
            </p:cNvPr>
            <p:cNvSpPr>
              <a:spLocks noChangeShapeType="1"/>
            </p:cNvSpPr>
            <p:nvPr/>
          </p:nvSpPr>
          <p:spPr bwMode="auto">
            <a:xfrm flipH="1">
              <a:off x="3013" y="3186"/>
              <a:ext cx="96"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39" name="Line 138">
              <a:extLst>
                <a:ext uri="{FF2B5EF4-FFF2-40B4-BE49-F238E27FC236}">
                  <a16:creationId xmlns:a16="http://schemas.microsoft.com/office/drawing/2014/main" id="{1DA5B48B-A153-4192-B6BB-B7759B849FAF}"/>
                </a:ext>
              </a:extLst>
            </p:cNvPr>
            <p:cNvSpPr>
              <a:spLocks noChangeShapeType="1"/>
            </p:cNvSpPr>
            <p:nvPr/>
          </p:nvSpPr>
          <p:spPr bwMode="auto">
            <a:xfrm>
              <a:off x="2793" y="3357"/>
              <a:ext cx="220"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40" name="Line 139">
              <a:extLst>
                <a:ext uri="{FF2B5EF4-FFF2-40B4-BE49-F238E27FC236}">
                  <a16:creationId xmlns:a16="http://schemas.microsoft.com/office/drawing/2014/main" id="{88A52A6D-304F-43BD-BFC1-73E9A30B5C3F}"/>
                </a:ext>
              </a:extLst>
            </p:cNvPr>
            <p:cNvSpPr>
              <a:spLocks noChangeShapeType="1"/>
            </p:cNvSpPr>
            <p:nvPr/>
          </p:nvSpPr>
          <p:spPr bwMode="auto">
            <a:xfrm>
              <a:off x="3013" y="3192"/>
              <a:ext cx="0" cy="165"/>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41" name="Line 142">
              <a:extLst>
                <a:ext uri="{FF2B5EF4-FFF2-40B4-BE49-F238E27FC236}">
                  <a16:creationId xmlns:a16="http://schemas.microsoft.com/office/drawing/2014/main" id="{1C29813A-4D59-45F0-AD40-8F2D2C33648A}"/>
                </a:ext>
              </a:extLst>
            </p:cNvPr>
            <p:cNvSpPr>
              <a:spLocks noChangeShapeType="1"/>
            </p:cNvSpPr>
            <p:nvPr/>
          </p:nvSpPr>
          <p:spPr bwMode="auto">
            <a:xfrm flipH="1">
              <a:off x="586" y="3581"/>
              <a:ext cx="378" cy="0"/>
            </a:xfrm>
            <a:prstGeom prst="line">
              <a:avLst/>
            </a:prstGeom>
            <a:grpFill/>
            <a:ln w="31750">
              <a:solidFill>
                <a:srgbClr val="000000"/>
              </a:solidFill>
              <a:round/>
              <a:headEnd/>
              <a:tailEnd/>
            </a:ln>
          </p:spPr>
          <p:txBody>
            <a:bodyPr/>
            <a:lstStyle/>
            <a:p>
              <a:pPr eaLnBrk="1" hangingPunct="1">
                <a:defRPr/>
              </a:pPr>
              <a:endParaRPr lang="en-US" sz="2800">
                <a:latin typeface="+mj-lt"/>
                <a:cs typeface="Arial" charset="0"/>
              </a:endParaRPr>
            </a:p>
          </p:txBody>
        </p:sp>
        <p:sp>
          <p:nvSpPr>
            <p:cNvPr id="99442" name="Line 143">
              <a:extLst>
                <a:ext uri="{FF2B5EF4-FFF2-40B4-BE49-F238E27FC236}">
                  <a16:creationId xmlns:a16="http://schemas.microsoft.com/office/drawing/2014/main" id="{791BAC3A-CF0B-4D65-9FF4-A4F84A38D153}"/>
                </a:ext>
              </a:extLst>
            </p:cNvPr>
            <p:cNvSpPr>
              <a:spLocks noChangeShapeType="1"/>
            </p:cNvSpPr>
            <p:nvPr/>
          </p:nvSpPr>
          <p:spPr bwMode="auto">
            <a:xfrm>
              <a:off x="585" y="3581"/>
              <a:ext cx="0" cy="283"/>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43" name="Line 144">
              <a:extLst>
                <a:ext uri="{FF2B5EF4-FFF2-40B4-BE49-F238E27FC236}">
                  <a16:creationId xmlns:a16="http://schemas.microsoft.com/office/drawing/2014/main" id="{43AC9AAD-281A-4DAB-AD00-3974426BAA41}"/>
                </a:ext>
              </a:extLst>
            </p:cNvPr>
            <p:cNvSpPr>
              <a:spLocks noChangeShapeType="1"/>
            </p:cNvSpPr>
            <p:nvPr/>
          </p:nvSpPr>
          <p:spPr bwMode="auto">
            <a:xfrm>
              <a:off x="2665" y="3684"/>
              <a:ext cx="0" cy="151"/>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44" name="Line 145">
              <a:extLst>
                <a:ext uri="{FF2B5EF4-FFF2-40B4-BE49-F238E27FC236}">
                  <a16:creationId xmlns:a16="http://schemas.microsoft.com/office/drawing/2014/main" id="{732955E2-1636-49FC-BEC3-29C22B363230}"/>
                </a:ext>
              </a:extLst>
            </p:cNvPr>
            <p:cNvSpPr>
              <a:spLocks noChangeShapeType="1"/>
            </p:cNvSpPr>
            <p:nvPr/>
          </p:nvSpPr>
          <p:spPr bwMode="auto">
            <a:xfrm>
              <a:off x="1932" y="3690"/>
              <a:ext cx="0" cy="160"/>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sp>
          <p:nvSpPr>
            <p:cNvPr id="99445" name="Line 146">
              <a:extLst>
                <a:ext uri="{FF2B5EF4-FFF2-40B4-BE49-F238E27FC236}">
                  <a16:creationId xmlns:a16="http://schemas.microsoft.com/office/drawing/2014/main" id="{FD79889C-53F8-4ABD-A8B2-0A0BC804E084}"/>
                </a:ext>
              </a:extLst>
            </p:cNvPr>
            <p:cNvSpPr>
              <a:spLocks noChangeShapeType="1"/>
            </p:cNvSpPr>
            <p:nvPr/>
          </p:nvSpPr>
          <p:spPr bwMode="auto">
            <a:xfrm>
              <a:off x="1163" y="3697"/>
              <a:ext cx="0" cy="160"/>
            </a:xfrm>
            <a:prstGeom prst="line">
              <a:avLst/>
            </a:prstGeom>
            <a:grpFill/>
            <a:ln w="31750">
              <a:solidFill>
                <a:srgbClr val="000000"/>
              </a:solidFill>
              <a:round/>
              <a:headEnd/>
              <a:tailEnd type="triangle" w="lg" len="lg"/>
            </a:ln>
          </p:spPr>
          <p:txBody>
            <a:bodyPr/>
            <a:lstStyle/>
            <a:p>
              <a:pPr eaLnBrk="1" hangingPunct="1">
                <a:defRPr/>
              </a:pPr>
              <a:endParaRPr lang="en-US" sz="2800">
                <a:latin typeface="+mj-lt"/>
                <a:cs typeface="Arial" charset="0"/>
              </a:endParaRPr>
            </a:p>
          </p:txBody>
        </p:sp>
      </p:grpSp>
      <p:sp>
        <p:nvSpPr>
          <p:cNvPr id="8" name="Title 7">
            <a:extLst>
              <a:ext uri="{FF2B5EF4-FFF2-40B4-BE49-F238E27FC236}">
                <a16:creationId xmlns:a16="http://schemas.microsoft.com/office/drawing/2014/main" id="{D65A3A42-EABD-6D00-4849-0FED0F5F2319}"/>
              </a:ext>
            </a:extLst>
          </p:cNvPr>
          <p:cNvSpPr>
            <a:spLocks noGrp="1"/>
          </p:cNvSpPr>
          <p:nvPr>
            <p:ph type="title"/>
          </p:nvPr>
        </p:nvSpPr>
        <p:spPr/>
        <p:txBody>
          <a:bodyPr>
            <a:normAutofit/>
          </a:bodyPr>
          <a:lstStyle/>
          <a:p>
            <a:r>
              <a:rPr lang="en-US" dirty="0"/>
              <a:t>Matrix Multiplier using Carry Save Addition</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itle 4">
            <a:extLst>
              <a:ext uri="{FF2B5EF4-FFF2-40B4-BE49-F238E27FC236}">
                <a16:creationId xmlns:a16="http://schemas.microsoft.com/office/drawing/2014/main" id="{B1D3DDD5-0949-DD36-5FD4-DCE270D1CABF}"/>
              </a:ext>
            </a:extLst>
          </p:cNvPr>
          <p:cNvSpPr>
            <a:spLocks noGrp="1" noChangeArrowheads="1"/>
          </p:cNvSpPr>
          <p:nvPr>
            <p:ph type="title"/>
          </p:nvPr>
        </p:nvSpPr>
        <p:spPr/>
        <p:txBody>
          <a:bodyPr>
            <a:normAutofit/>
          </a:bodyPr>
          <a:lstStyle/>
          <a:p>
            <a:r>
              <a:rPr lang="en-US" altLang="en-US" dirty="0"/>
              <a:t>Treelike Multipliers</a:t>
            </a:r>
          </a:p>
        </p:txBody>
      </p:sp>
      <p:sp>
        <p:nvSpPr>
          <p:cNvPr id="115715" name="Content Placeholder 5">
            <a:extLst>
              <a:ext uri="{FF2B5EF4-FFF2-40B4-BE49-F238E27FC236}">
                <a16:creationId xmlns:a16="http://schemas.microsoft.com/office/drawing/2014/main" id="{9ED5AB04-83F7-8D65-8EB5-C4BA0DC1156A}"/>
              </a:ext>
            </a:extLst>
          </p:cNvPr>
          <p:cNvSpPr>
            <a:spLocks noGrp="1" noChangeArrowheads="1"/>
          </p:cNvSpPr>
          <p:nvPr>
            <p:ph type="body" sz="quarter" idx="10"/>
          </p:nvPr>
        </p:nvSpPr>
        <p:spPr/>
        <p:txBody>
          <a:bodyPr/>
          <a:lstStyle/>
          <a:p>
            <a:r>
              <a:rPr lang="en-US" altLang="en-US"/>
              <a:t>Treelike multipliers contain three stages:</a:t>
            </a:r>
          </a:p>
          <a:p>
            <a:pPr lvl="1"/>
            <a:r>
              <a:rPr lang="en-US" altLang="en-US"/>
              <a:t>Generation of bits of partial products. This stage consists of n2 of “AND” gates.</a:t>
            </a:r>
          </a:p>
          <a:p>
            <a:pPr lvl="1"/>
            <a:r>
              <a:rPr lang="en-US" altLang="en-US"/>
              <a:t>Compression of partial products. Implemented as a tree of parallel adders.</a:t>
            </a:r>
          </a:p>
          <a:p>
            <a:r>
              <a:rPr lang="en-US" altLang="en-US"/>
              <a:t>Final addition. Addition of sum vector and carry vector.</a:t>
            </a:r>
          </a:p>
          <a:p>
            <a:r>
              <a:rPr lang="en-US" altLang="en-US"/>
              <a:t>While using in multipliers, full adders and half adders are usually called compressors and counters (3,2) и (2,2).</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Rectangle 4">
            <a:extLst>
              <a:ext uri="{FF2B5EF4-FFF2-40B4-BE49-F238E27FC236}">
                <a16:creationId xmlns:a16="http://schemas.microsoft.com/office/drawing/2014/main" id="{5756415D-29A7-4567-97B6-A221038F6A57}"/>
              </a:ext>
            </a:extLst>
          </p:cNvPr>
          <p:cNvSpPr txBox="1">
            <a:spLocks noChangeArrowheads="1"/>
          </p:cNvSpPr>
          <p:nvPr/>
        </p:nvSpPr>
        <p:spPr bwMode="auto">
          <a:xfrm>
            <a:off x="1691639" y="2500743"/>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pSp>
        <p:nvGrpSpPr>
          <p:cNvPr id="116739" name="Group 90">
            <a:extLst>
              <a:ext uri="{FF2B5EF4-FFF2-40B4-BE49-F238E27FC236}">
                <a16:creationId xmlns:a16="http://schemas.microsoft.com/office/drawing/2014/main" id="{06A6C9E2-56EB-5FFA-9E94-3CBE30357B88}"/>
              </a:ext>
            </a:extLst>
          </p:cNvPr>
          <p:cNvGrpSpPr>
            <a:grpSpLocks/>
          </p:cNvGrpSpPr>
          <p:nvPr/>
        </p:nvGrpSpPr>
        <p:grpSpPr bwMode="auto">
          <a:xfrm>
            <a:off x="2717800" y="838200"/>
            <a:ext cx="7050088" cy="4884738"/>
            <a:chOff x="1193800" y="923925"/>
            <a:chExt cx="7049660" cy="4884107"/>
          </a:xfrm>
        </p:grpSpPr>
        <p:sp>
          <p:nvSpPr>
            <p:cNvPr id="101380" name="AutoShape 48">
              <a:extLst>
                <a:ext uri="{FF2B5EF4-FFF2-40B4-BE49-F238E27FC236}">
                  <a16:creationId xmlns:a16="http://schemas.microsoft.com/office/drawing/2014/main" id="{18C6DAF8-A73D-4F1E-B21E-7C9D806CD9A4}"/>
                </a:ext>
              </a:extLst>
            </p:cNvPr>
            <p:cNvSpPr>
              <a:spLocks noChangeArrowheads="1"/>
            </p:cNvSpPr>
            <p:nvPr/>
          </p:nvSpPr>
          <p:spPr bwMode="auto">
            <a:xfrm>
              <a:off x="3898736" y="4393752"/>
              <a:ext cx="639724" cy="641267"/>
            </a:xfrm>
            <a:prstGeom prst="roundRect">
              <a:avLst>
                <a:gd name="adj" fmla="val 16667"/>
              </a:avLst>
            </a:prstGeom>
            <a:solidFill>
              <a:schemeClr val="accent1">
                <a:lumMod val="20000"/>
                <a:lumOff val="80000"/>
              </a:schemeClr>
            </a:solidFill>
            <a:ln w="952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01381" name="AutoShape 50">
              <a:extLst>
                <a:ext uri="{FF2B5EF4-FFF2-40B4-BE49-F238E27FC236}">
                  <a16:creationId xmlns:a16="http://schemas.microsoft.com/office/drawing/2014/main" id="{5AAAC70B-419F-4968-A104-6FCA70A145B9}"/>
                </a:ext>
              </a:extLst>
            </p:cNvPr>
            <p:cNvSpPr>
              <a:spLocks noChangeArrowheads="1"/>
            </p:cNvSpPr>
            <p:nvPr/>
          </p:nvSpPr>
          <p:spPr bwMode="auto">
            <a:xfrm>
              <a:off x="3035188" y="4387403"/>
              <a:ext cx="639724" cy="639680"/>
            </a:xfrm>
            <a:prstGeom prst="roundRect">
              <a:avLst>
                <a:gd name="adj" fmla="val 16667"/>
              </a:avLst>
            </a:prstGeom>
            <a:solidFill>
              <a:schemeClr val="accent1">
                <a:lumMod val="20000"/>
                <a:lumOff val="80000"/>
              </a:schemeClr>
            </a:solidFill>
            <a:ln w="952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01382" name="AutoShape 52">
              <a:extLst>
                <a:ext uri="{FF2B5EF4-FFF2-40B4-BE49-F238E27FC236}">
                  <a16:creationId xmlns:a16="http://schemas.microsoft.com/office/drawing/2014/main" id="{D6A301A2-64DA-4BD5-A775-8B0BD564D690}"/>
                </a:ext>
              </a:extLst>
            </p:cNvPr>
            <p:cNvSpPr>
              <a:spLocks noChangeArrowheads="1"/>
            </p:cNvSpPr>
            <p:nvPr/>
          </p:nvSpPr>
          <p:spPr bwMode="auto">
            <a:xfrm>
              <a:off x="2158941" y="4387403"/>
              <a:ext cx="639724" cy="639680"/>
            </a:xfrm>
            <a:prstGeom prst="roundRect">
              <a:avLst>
                <a:gd name="adj" fmla="val 16667"/>
              </a:avLst>
            </a:prstGeom>
            <a:solidFill>
              <a:schemeClr val="accent1">
                <a:lumMod val="20000"/>
                <a:lumOff val="80000"/>
              </a:schemeClr>
            </a:solidFill>
            <a:ln w="952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16743" name="Text Box 49">
              <a:extLst>
                <a:ext uri="{FF2B5EF4-FFF2-40B4-BE49-F238E27FC236}">
                  <a16:creationId xmlns:a16="http://schemas.microsoft.com/office/drawing/2014/main" id="{42A7B747-8E5E-F714-1E52-6ED16A40B642}"/>
                </a:ext>
              </a:extLst>
            </p:cNvPr>
            <p:cNvSpPr txBox="1">
              <a:spLocks noChangeArrowheads="1"/>
            </p:cNvSpPr>
            <p:nvPr/>
          </p:nvSpPr>
          <p:spPr bwMode="auto">
            <a:xfrm>
              <a:off x="3948545" y="4314108"/>
              <a:ext cx="5334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 s</a:t>
              </a:r>
              <a:r>
                <a:rPr lang="en-US" altLang="en-US" sz="1400" baseline="-25000"/>
                <a:t>23</a:t>
              </a:r>
              <a:br>
                <a:rPr lang="en-US" altLang="en-US" sz="1400" baseline="-25000"/>
              </a:br>
              <a:r>
                <a:rPr lang="en-US" altLang="en-US" sz="1400" baseline="-25000"/>
                <a:t> </a:t>
              </a:r>
              <a:r>
                <a:rPr lang="en-US" altLang="en-US" sz="1400"/>
                <a:t>c</a:t>
              </a:r>
              <a:r>
                <a:rPr lang="en-US" altLang="en-US" sz="1400" baseline="-25000"/>
                <a:t>22</a:t>
              </a:r>
            </a:p>
            <a:p>
              <a:pPr eaLnBrk="1" hangingPunct="1"/>
              <a:r>
                <a:rPr lang="en-US" altLang="en-US" sz="1400" baseline="-25000"/>
                <a:t> </a:t>
              </a:r>
              <a:r>
                <a:rPr lang="en-US" altLang="en-US" sz="1400"/>
                <a:t>c</a:t>
              </a:r>
              <a:r>
                <a:rPr lang="en-US" altLang="en-US" sz="1400" baseline="-25000"/>
                <a:t>31</a:t>
              </a:r>
              <a:r>
                <a:rPr lang="en-US" altLang="en-US" sz="1400"/>
                <a:t>     </a:t>
              </a:r>
            </a:p>
          </p:txBody>
        </p:sp>
        <p:sp>
          <p:nvSpPr>
            <p:cNvPr id="116744" name="Text Box 51">
              <a:extLst>
                <a:ext uri="{FF2B5EF4-FFF2-40B4-BE49-F238E27FC236}">
                  <a16:creationId xmlns:a16="http://schemas.microsoft.com/office/drawing/2014/main" id="{ED3B5CC1-6B6C-7181-AF37-3EBD5B0CA1DD}"/>
                </a:ext>
              </a:extLst>
            </p:cNvPr>
            <p:cNvSpPr txBox="1">
              <a:spLocks noChangeArrowheads="1"/>
            </p:cNvSpPr>
            <p:nvPr/>
          </p:nvSpPr>
          <p:spPr bwMode="auto">
            <a:xfrm>
              <a:off x="3075710" y="4336333"/>
              <a:ext cx="5334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 s</a:t>
              </a:r>
              <a:r>
                <a:rPr lang="en-US" altLang="en-US" sz="1400" baseline="-25000"/>
                <a:t>24</a:t>
              </a:r>
              <a:br>
                <a:rPr lang="en-US" altLang="en-US" sz="1400" baseline="-25000"/>
              </a:br>
              <a:r>
                <a:rPr lang="en-US" altLang="en-US" sz="1400" baseline="-25000"/>
                <a:t> </a:t>
              </a:r>
              <a:r>
                <a:rPr lang="en-US" altLang="en-US" sz="1400"/>
                <a:t>c</a:t>
              </a:r>
              <a:r>
                <a:rPr lang="en-US" altLang="en-US" sz="1400" baseline="-25000"/>
                <a:t>23</a:t>
              </a:r>
            </a:p>
            <a:p>
              <a:pPr eaLnBrk="1" hangingPunct="1"/>
              <a:r>
                <a:rPr lang="en-US" altLang="en-US" sz="1400" baseline="-25000"/>
                <a:t> </a:t>
              </a:r>
              <a:r>
                <a:rPr lang="en-US" altLang="en-US" sz="1400"/>
                <a:t>c</a:t>
              </a:r>
              <a:r>
                <a:rPr lang="en-US" altLang="en-US" sz="1400" baseline="-25000"/>
                <a:t>32</a:t>
              </a:r>
              <a:r>
                <a:rPr lang="en-US" altLang="en-US" sz="1400"/>
                <a:t>     </a:t>
              </a:r>
            </a:p>
          </p:txBody>
        </p:sp>
        <p:sp>
          <p:nvSpPr>
            <p:cNvPr id="116745" name="Text Box 53">
              <a:extLst>
                <a:ext uri="{FF2B5EF4-FFF2-40B4-BE49-F238E27FC236}">
                  <a16:creationId xmlns:a16="http://schemas.microsoft.com/office/drawing/2014/main" id="{FD09B346-86E3-713F-71DE-6F991705FF1D}"/>
                </a:ext>
              </a:extLst>
            </p:cNvPr>
            <p:cNvSpPr txBox="1">
              <a:spLocks noChangeArrowheads="1"/>
            </p:cNvSpPr>
            <p:nvPr/>
          </p:nvSpPr>
          <p:spPr bwMode="auto">
            <a:xfrm>
              <a:off x="2186710" y="4315405"/>
              <a:ext cx="5842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 c</a:t>
              </a:r>
              <a:r>
                <a:rPr lang="en-US" altLang="en-US" sz="1400" baseline="-25000"/>
                <a:t>24</a:t>
              </a:r>
              <a:br>
                <a:rPr lang="en-US" altLang="en-US" sz="1400" baseline="-25000"/>
              </a:br>
              <a:r>
                <a:rPr lang="en-US" altLang="en-US" sz="1400" baseline="-25000"/>
                <a:t> </a:t>
              </a:r>
              <a:r>
                <a:rPr lang="en-US" altLang="en-US" sz="1400"/>
                <a:t>a</a:t>
              </a:r>
              <a:r>
                <a:rPr lang="en-US" altLang="en-US" sz="1400" baseline="-25000"/>
                <a:t>3</a:t>
              </a:r>
              <a:r>
                <a:rPr lang="en-US" altLang="en-US" sz="1400"/>
                <a:t>b</a:t>
              </a:r>
              <a:r>
                <a:rPr lang="en-US" altLang="en-US" sz="1400" baseline="-25000"/>
                <a:t>3</a:t>
              </a:r>
            </a:p>
            <a:p>
              <a:pPr eaLnBrk="1" hangingPunct="1"/>
              <a:r>
                <a:rPr lang="en-US" altLang="en-US" sz="1400" baseline="-25000"/>
                <a:t> </a:t>
              </a:r>
              <a:r>
                <a:rPr lang="en-US" altLang="en-US" sz="1400"/>
                <a:t>c</a:t>
              </a:r>
              <a:r>
                <a:rPr lang="en-US" altLang="en-US" sz="1400" baseline="-25000"/>
                <a:t>33</a:t>
              </a:r>
              <a:r>
                <a:rPr lang="en-US" altLang="en-US" sz="1400"/>
                <a:t>     </a:t>
              </a:r>
            </a:p>
          </p:txBody>
        </p:sp>
        <p:sp>
          <p:nvSpPr>
            <p:cNvPr id="101386" name="AutoShape 30">
              <a:extLst>
                <a:ext uri="{FF2B5EF4-FFF2-40B4-BE49-F238E27FC236}">
                  <a16:creationId xmlns:a16="http://schemas.microsoft.com/office/drawing/2014/main" id="{984D2911-1D8B-4D50-B136-84797231317D}"/>
                </a:ext>
              </a:extLst>
            </p:cNvPr>
            <p:cNvSpPr>
              <a:spLocks noChangeArrowheads="1"/>
            </p:cNvSpPr>
            <p:nvPr/>
          </p:nvSpPr>
          <p:spPr bwMode="auto">
            <a:xfrm>
              <a:off x="4701962" y="2985822"/>
              <a:ext cx="641311" cy="747615"/>
            </a:xfrm>
            <a:prstGeom prst="roundRect">
              <a:avLst>
                <a:gd name="adj" fmla="val 16667"/>
              </a:avLst>
            </a:prstGeom>
            <a:solidFill>
              <a:schemeClr val="accent1">
                <a:lumMod val="20000"/>
                <a:lumOff val="80000"/>
              </a:schemeClr>
            </a:solidFill>
            <a:ln w="2857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01387" name="AutoShape 32">
              <a:extLst>
                <a:ext uri="{FF2B5EF4-FFF2-40B4-BE49-F238E27FC236}">
                  <a16:creationId xmlns:a16="http://schemas.microsoft.com/office/drawing/2014/main" id="{E34A4A4F-43CB-4601-9402-E3607354372E}"/>
                </a:ext>
              </a:extLst>
            </p:cNvPr>
            <p:cNvSpPr>
              <a:spLocks noChangeArrowheads="1"/>
            </p:cNvSpPr>
            <p:nvPr/>
          </p:nvSpPr>
          <p:spPr bwMode="auto">
            <a:xfrm>
              <a:off x="3847939" y="2985822"/>
              <a:ext cx="639724" cy="750790"/>
            </a:xfrm>
            <a:prstGeom prst="roundRect">
              <a:avLst>
                <a:gd name="adj" fmla="val 16667"/>
              </a:avLst>
            </a:prstGeom>
            <a:solidFill>
              <a:schemeClr val="accent1">
                <a:lumMod val="20000"/>
                <a:lumOff val="80000"/>
              </a:schemeClr>
            </a:solidFill>
            <a:ln w="2857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01388" name="AutoShape 34">
              <a:extLst>
                <a:ext uri="{FF2B5EF4-FFF2-40B4-BE49-F238E27FC236}">
                  <a16:creationId xmlns:a16="http://schemas.microsoft.com/office/drawing/2014/main" id="{9BC0180F-57E3-40C8-AE51-7DF1A99FBFA6}"/>
                </a:ext>
              </a:extLst>
            </p:cNvPr>
            <p:cNvSpPr>
              <a:spLocks noChangeArrowheads="1"/>
            </p:cNvSpPr>
            <p:nvPr/>
          </p:nvSpPr>
          <p:spPr bwMode="auto">
            <a:xfrm>
              <a:off x="2992329" y="2985822"/>
              <a:ext cx="639723" cy="747615"/>
            </a:xfrm>
            <a:prstGeom prst="roundRect">
              <a:avLst>
                <a:gd name="adj" fmla="val 16667"/>
              </a:avLst>
            </a:prstGeom>
            <a:solidFill>
              <a:schemeClr val="accent1">
                <a:lumMod val="20000"/>
                <a:lumOff val="80000"/>
              </a:schemeClr>
            </a:solidFill>
            <a:ln w="2857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16749" name="Text Box 31">
              <a:extLst>
                <a:ext uri="{FF2B5EF4-FFF2-40B4-BE49-F238E27FC236}">
                  <a16:creationId xmlns:a16="http://schemas.microsoft.com/office/drawing/2014/main" id="{269BCA20-8E60-BAE0-66CE-562024330A2F}"/>
                </a:ext>
              </a:extLst>
            </p:cNvPr>
            <p:cNvSpPr txBox="1">
              <a:spLocks noChangeArrowheads="1"/>
            </p:cNvSpPr>
            <p:nvPr/>
          </p:nvSpPr>
          <p:spPr bwMode="auto">
            <a:xfrm>
              <a:off x="4729020" y="2943225"/>
              <a:ext cx="52878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 s</a:t>
              </a:r>
              <a:r>
                <a:rPr lang="en-US" altLang="en-US" sz="1400" baseline="-25000"/>
                <a:t>13</a:t>
              </a:r>
              <a:br>
                <a:rPr lang="en-US" altLang="en-US" sz="1400" baseline="-25000"/>
              </a:br>
              <a:r>
                <a:rPr lang="en-US" altLang="en-US" sz="1400" baseline="-25000"/>
                <a:t> </a:t>
              </a:r>
              <a:r>
                <a:rPr lang="en-US" altLang="en-US" sz="1400"/>
                <a:t>c</a:t>
              </a:r>
              <a:r>
                <a:rPr lang="en-US" altLang="en-US" sz="1400" baseline="-25000"/>
                <a:t>13</a:t>
              </a:r>
              <a:r>
                <a:rPr lang="en-US" altLang="en-US" sz="1400"/>
                <a:t> a</a:t>
              </a:r>
              <a:r>
                <a:rPr lang="en-US" altLang="en-US" sz="1400" baseline="-25000"/>
                <a:t>0</a:t>
              </a:r>
              <a:r>
                <a:rPr lang="en-US" altLang="en-US" sz="1400"/>
                <a:t>b</a:t>
              </a:r>
              <a:r>
                <a:rPr lang="en-US" altLang="en-US" sz="1400" baseline="-25000"/>
                <a:t>3</a:t>
              </a:r>
              <a:endParaRPr lang="en-US" altLang="en-US" sz="1400"/>
            </a:p>
          </p:txBody>
        </p:sp>
        <p:sp>
          <p:nvSpPr>
            <p:cNvPr id="116750" name="Text Box 33">
              <a:extLst>
                <a:ext uri="{FF2B5EF4-FFF2-40B4-BE49-F238E27FC236}">
                  <a16:creationId xmlns:a16="http://schemas.microsoft.com/office/drawing/2014/main" id="{677FA014-3971-44AC-41EC-F540919D6C28}"/>
                </a:ext>
              </a:extLst>
            </p:cNvPr>
            <p:cNvSpPr txBox="1">
              <a:spLocks noChangeArrowheads="1"/>
            </p:cNvSpPr>
            <p:nvPr/>
          </p:nvSpPr>
          <p:spPr bwMode="auto">
            <a:xfrm>
              <a:off x="3860800" y="2943225"/>
              <a:ext cx="5588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 s</a:t>
              </a:r>
              <a:r>
                <a:rPr lang="en-US" altLang="en-US" sz="1400" baseline="-25000"/>
                <a:t>14</a:t>
              </a:r>
              <a:br>
                <a:rPr lang="en-US" altLang="en-US" sz="1400" baseline="-25000"/>
              </a:br>
              <a:r>
                <a:rPr lang="en-US" altLang="en-US" sz="1400" baseline="-25000"/>
                <a:t> </a:t>
              </a:r>
              <a:r>
                <a:rPr lang="en-US" altLang="en-US" sz="1400"/>
                <a:t>c</a:t>
              </a:r>
              <a:r>
                <a:rPr lang="en-US" altLang="en-US" sz="1400" baseline="-25000"/>
                <a:t>14</a:t>
              </a:r>
              <a:r>
                <a:rPr lang="en-US" altLang="en-US" sz="1400"/>
                <a:t> a</a:t>
              </a:r>
              <a:r>
                <a:rPr lang="en-US" altLang="en-US" sz="1400" baseline="-25000"/>
                <a:t>1</a:t>
              </a:r>
              <a:r>
                <a:rPr lang="en-US" altLang="en-US" sz="1400"/>
                <a:t>b</a:t>
              </a:r>
              <a:r>
                <a:rPr lang="en-US" altLang="en-US" sz="1400" baseline="-25000"/>
                <a:t>3</a:t>
              </a:r>
            </a:p>
          </p:txBody>
        </p:sp>
        <p:sp>
          <p:nvSpPr>
            <p:cNvPr id="116751" name="Text Box 35">
              <a:extLst>
                <a:ext uri="{FF2B5EF4-FFF2-40B4-BE49-F238E27FC236}">
                  <a16:creationId xmlns:a16="http://schemas.microsoft.com/office/drawing/2014/main" id="{E8D90E64-BC1E-CA3F-EC06-64DF4284CC36}"/>
                </a:ext>
              </a:extLst>
            </p:cNvPr>
            <p:cNvSpPr txBox="1">
              <a:spLocks noChangeArrowheads="1"/>
            </p:cNvSpPr>
            <p:nvPr/>
          </p:nvSpPr>
          <p:spPr bwMode="auto">
            <a:xfrm>
              <a:off x="3005280" y="2943225"/>
              <a:ext cx="762000" cy="7385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c</a:t>
              </a:r>
              <a:r>
                <a:rPr lang="en-US" altLang="en-US" sz="1400" baseline="-25000"/>
                <a:t>15</a:t>
              </a:r>
              <a:r>
                <a:rPr lang="en-US" altLang="en-US" sz="1400"/>
                <a:t> a</a:t>
              </a:r>
              <a:r>
                <a:rPr lang="en-US" altLang="en-US" sz="1400" baseline="-25000"/>
                <a:t>3</a:t>
              </a:r>
              <a:r>
                <a:rPr lang="en-US" altLang="en-US" sz="1400"/>
                <a:t>b</a:t>
              </a:r>
              <a:r>
                <a:rPr lang="en-US" altLang="en-US" sz="1400" baseline="-25000"/>
                <a:t>2</a:t>
              </a:r>
            </a:p>
            <a:p>
              <a:pPr eaLnBrk="1" hangingPunct="1"/>
              <a:r>
                <a:rPr lang="en-US" altLang="en-US" sz="1400"/>
                <a:t>a</a:t>
              </a:r>
              <a:r>
                <a:rPr lang="en-US" altLang="en-US" sz="1400" baseline="-25000"/>
                <a:t>2</a:t>
              </a:r>
              <a:r>
                <a:rPr lang="en-US" altLang="en-US" sz="1400"/>
                <a:t>b</a:t>
              </a:r>
              <a:r>
                <a:rPr lang="en-US" altLang="en-US" sz="1400" baseline="-25000"/>
                <a:t>3</a:t>
              </a:r>
            </a:p>
          </p:txBody>
        </p:sp>
        <p:sp>
          <p:nvSpPr>
            <p:cNvPr id="101392" name="AutoShape 10">
              <a:extLst>
                <a:ext uri="{FF2B5EF4-FFF2-40B4-BE49-F238E27FC236}">
                  <a16:creationId xmlns:a16="http://schemas.microsoft.com/office/drawing/2014/main" id="{4699DE74-A246-49CF-B0A2-378CB87A9463}"/>
                </a:ext>
              </a:extLst>
            </p:cNvPr>
            <p:cNvSpPr>
              <a:spLocks noChangeArrowheads="1"/>
            </p:cNvSpPr>
            <p:nvPr/>
          </p:nvSpPr>
          <p:spPr bwMode="auto">
            <a:xfrm>
              <a:off x="5536936" y="1535034"/>
              <a:ext cx="639724" cy="822219"/>
            </a:xfrm>
            <a:prstGeom prst="roundRect">
              <a:avLst>
                <a:gd name="adj" fmla="val 16667"/>
              </a:avLst>
            </a:prstGeom>
            <a:solidFill>
              <a:schemeClr val="accent1">
                <a:lumMod val="20000"/>
                <a:lumOff val="80000"/>
              </a:schemeClr>
            </a:solidFill>
            <a:ln w="2857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01393" name="AutoShape 12">
              <a:extLst>
                <a:ext uri="{FF2B5EF4-FFF2-40B4-BE49-F238E27FC236}">
                  <a16:creationId xmlns:a16="http://schemas.microsoft.com/office/drawing/2014/main" id="{D38A672C-9B53-4B76-AAAF-B2C1BBF519B9}"/>
                </a:ext>
              </a:extLst>
            </p:cNvPr>
            <p:cNvSpPr>
              <a:spLocks noChangeArrowheads="1"/>
            </p:cNvSpPr>
            <p:nvPr/>
          </p:nvSpPr>
          <p:spPr bwMode="auto">
            <a:xfrm>
              <a:off x="4600368" y="1557256"/>
              <a:ext cx="639724" cy="728568"/>
            </a:xfrm>
            <a:prstGeom prst="roundRect">
              <a:avLst>
                <a:gd name="adj" fmla="val 16667"/>
              </a:avLst>
            </a:prstGeom>
            <a:solidFill>
              <a:schemeClr val="accent1">
                <a:lumMod val="20000"/>
                <a:lumOff val="80000"/>
              </a:schemeClr>
            </a:solidFill>
            <a:ln w="28575">
              <a:solidFill>
                <a:schemeClr val="tx1"/>
              </a:solidFill>
              <a:round/>
              <a:headEnd/>
              <a:tailEnd/>
            </a:ln>
          </p:spPr>
          <p:txBody>
            <a:bodyPr wrap="none" anchor="ctr"/>
            <a:lstStyle/>
            <a:p>
              <a:pPr algn="ctr" eaLnBrk="1" hangingPunct="1">
                <a:defRPr/>
              </a:pPr>
              <a:endParaRPr lang="ru-RU" sz="1600">
                <a:latin typeface="Arial" charset="0"/>
                <a:cs typeface="Arial" charset="0"/>
              </a:endParaRPr>
            </a:p>
          </p:txBody>
        </p:sp>
        <p:sp>
          <p:nvSpPr>
            <p:cNvPr id="116754" name="Text Box 11">
              <a:extLst>
                <a:ext uri="{FF2B5EF4-FFF2-40B4-BE49-F238E27FC236}">
                  <a16:creationId xmlns:a16="http://schemas.microsoft.com/office/drawing/2014/main" id="{DCDF8FA1-3D82-9866-231C-0C0CDE27629E}"/>
                </a:ext>
              </a:extLst>
            </p:cNvPr>
            <p:cNvSpPr txBox="1">
              <a:spLocks noChangeArrowheads="1"/>
            </p:cNvSpPr>
            <p:nvPr/>
          </p:nvSpPr>
          <p:spPr bwMode="auto">
            <a:xfrm>
              <a:off x="5524500" y="1555750"/>
              <a:ext cx="64770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2</a:t>
              </a:r>
              <a:r>
                <a:rPr lang="en-US" altLang="en-US" sz="1400"/>
                <a:t>b</a:t>
              </a:r>
              <a:r>
                <a:rPr lang="en-US" altLang="en-US" sz="1400" baseline="-25000"/>
                <a:t>0</a:t>
              </a:r>
              <a:br>
                <a:rPr lang="en-US" altLang="en-US" sz="1400" baseline="-25000"/>
              </a:br>
              <a:r>
                <a:rPr lang="en-US" altLang="en-US" sz="1400"/>
                <a:t>a</a:t>
              </a:r>
              <a:r>
                <a:rPr lang="en-US" altLang="en-US" sz="1400" baseline="-25000"/>
                <a:t>1</a:t>
              </a:r>
              <a:r>
                <a:rPr lang="en-US" altLang="en-US" sz="1400"/>
                <a:t>b</a:t>
              </a:r>
              <a:r>
                <a:rPr lang="en-US" altLang="en-US" sz="1400" baseline="-25000"/>
                <a:t>1</a:t>
              </a:r>
              <a:br>
                <a:rPr lang="en-US" altLang="en-US" sz="1400" baseline="-25000"/>
              </a:br>
              <a:r>
                <a:rPr lang="en-US" altLang="en-US" sz="1400"/>
                <a:t>a</a:t>
              </a:r>
              <a:r>
                <a:rPr lang="en-US" altLang="en-US" sz="1400" baseline="-25000"/>
                <a:t>0</a:t>
              </a:r>
              <a:r>
                <a:rPr lang="en-US" altLang="en-US" sz="1400"/>
                <a:t>b</a:t>
              </a:r>
              <a:r>
                <a:rPr lang="en-US" altLang="en-US" sz="1400" baseline="-25000"/>
                <a:t>2</a:t>
              </a:r>
              <a:endParaRPr lang="en-US" altLang="en-US" sz="1400"/>
            </a:p>
          </p:txBody>
        </p:sp>
        <p:sp>
          <p:nvSpPr>
            <p:cNvPr id="116755" name="Text Box 13">
              <a:extLst>
                <a:ext uri="{FF2B5EF4-FFF2-40B4-BE49-F238E27FC236}">
                  <a16:creationId xmlns:a16="http://schemas.microsoft.com/office/drawing/2014/main" id="{F2F2E631-3722-9FF7-697B-1800B5D5967D}"/>
                </a:ext>
              </a:extLst>
            </p:cNvPr>
            <p:cNvSpPr txBox="1">
              <a:spLocks noChangeArrowheads="1"/>
            </p:cNvSpPr>
            <p:nvPr/>
          </p:nvSpPr>
          <p:spPr bwMode="auto">
            <a:xfrm>
              <a:off x="4638965" y="1560513"/>
              <a:ext cx="584200" cy="953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0</a:t>
              </a:r>
              <a:br>
                <a:rPr lang="en-US" altLang="en-US" sz="1400" baseline="-25000"/>
              </a:br>
              <a:r>
                <a:rPr lang="en-US" altLang="en-US" sz="1400"/>
                <a:t>a</a:t>
              </a:r>
              <a:r>
                <a:rPr lang="en-US" altLang="en-US" sz="1400" baseline="-25000"/>
                <a:t>2</a:t>
              </a:r>
              <a:r>
                <a:rPr lang="en-US" altLang="en-US" sz="1400"/>
                <a:t>b</a:t>
              </a:r>
              <a:r>
                <a:rPr lang="en-US" altLang="en-US" sz="1400" baseline="-25000"/>
                <a:t>1</a:t>
              </a:r>
              <a:br>
                <a:rPr lang="en-US" altLang="en-US" sz="1400" baseline="-25000"/>
              </a:br>
              <a:r>
                <a:rPr lang="en-US" altLang="en-US" sz="1400"/>
                <a:t>a</a:t>
              </a:r>
              <a:r>
                <a:rPr lang="en-US" altLang="en-US" sz="1400" baseline="-25000"/>
                <a:t>1</a:t>
              </a:r>
              <a:r>
                <a:rPr lang="en-US" altLang="en-US" sz="1400"/>
                <a:t>b</a:t>
              </a:r>
              <a:r>
                <a:rPr lang="en-US" altLang="en-US" sz="1400" baseline="-25000"/>
                <a:t>2</a:t>
              </a:r>
              <a:br>
                <a:rPr lang="en-US" altLang="en-US" sz="1400" baseline="-25000"/>
              </a:br>
              <a:endParaRPr lang="en-US" altLang="en-US" sz="1400"/>
            </a:p>
          </p:txBody>
        </p:sp>
        <p:sp>
          <p:nvSpPr>
            <p:cNvPr id="102420" name="AutoShape 5">
              <a:extLst>
                <a:ext uri="{FF2B5EF4-FFF2-40B4-BE49-F238E27FC236}">
                  <a16:creationId xmlns:a16="http://schemas.microsoft.com/office/drawing/2014/main" id="{7DE98C63-CE49-4046-8252-E7B999EF3F9E}"/>
                </a:ext>
              </a:extLst>
            </p:cNvPr>
            <p:cNvSpPr>
              <a:spLocks noChangeArrowheads="1"/>
            </p:cNvSpPr>
            <p:nvPr/>
          </p:nvSpPr>
          <p:spPr bwMode="auto">
            <a:xfrm>
              <a:off x="6476679" y="1579478"/>
              <a:ext cx="533368" cy="493648"/>
            </a:xfrm>
            <a:prstGeom prst="roundRect">
              <a:avLst>
                <a:gd name="adj" fmla="val 16667"/>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ru-RU" sz="1200">
                <a:latin typeface="Arial" charset="0"/>
                <a:cs typeface="Arial" charset="0"/>
              </a:endParaRPr>
            </a:p>
          </p:txBody>
        </p:sp>
        <p:sp>
          <p:nvSpPr>
            <p:cNvPr id="116757" name="Text Box 6">
              <a:extLst>
                <a:ext uri="{FF2B5EF4-FFF2-40B4-BE49-F238E27FC236}">
                  <a16:creationId xmlns:a16="http://schemas.microsoft.com/office/drawing/2014/main" id="{98560993-1BE8-81B7-2CBA-D7598C796353}"/>
                </a:ext>
              </a:extLst>
            </p:cNvPr>
            <p:cNvSpPr txBox="1">
              <a:spLocks noChangeArrowheads="1"/>
            </p:cNvSpPr>
            <p:nvPr/>
          </p:nvSpPr>
          <p:spPr bwMode="auto">
            <a:xfrm>
              <a:off x="4648200" y="923925"/>
              <a:ext cx="3429000" cy="5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a</a:t>
              </a:r>
              <a:r>
                <a:rPr lang="en-US" altLang="en-US" sz="1400" baseline="-25000"/>
                <a:t>3</a:t>
              </a:r>
              <a:r>
                <a:rPr lang="en-US" altLang="en-US" sz="1400"/>
                <a:t>	a</a:t>
              </a:r>
              <a:r>
                <a:rPr lang="en-US" altLang="en-US" sz="1400" baseline="-25000"/>
                <a:t>2</a:t>
              </a:r>
              <a:r>
                <a:rPr lang="en-US" altLang="en-US" sz="1400"/>
                <a:t>	a</a:t>
              </a:r>
              <a:r>
                <a:rPr lang="en-US" altLang="en-US" sz="1400" baseline="-25000"/>
                <a:t>1</a:t>
              </a:r>
              <a:r>
                <a:rPr lang="en-US" altLang="en-US" sz="1400"/>
                <a:t>	a</a:t>
              </a:r>
              <a:r>
                <a:rPr lang="en-US" altLang="en-US" sz="1400" baseline="-25000"/>
                <a:t>0</a:t>
              </a:r>
            </a:p>
            <a:p>
              <a:pPr eaLnBrk="1" hangingPunct="1"/>
              <a:r>
                <a:rPr lang="en-US" altLang="en-US" sz="1400"/>
                <a:t>b</a:t>
              </a:r>
              <a:r>
                <a:rPr lang="en-US" altLang="en-US" sz="1400" baseline="-25000"/>
                <a:t>3</a:t>
              </a:r>
              <a:r>
                <a:rPr lang="en-US" altLang="en-US" sz="1400"/>
                <a:t>	b</a:t>
              </a:r>
              <a:r>
                <a:rPr lang="en-US" altLang="en-US" sz="1400" baseline="-25000"/>
                <a:t>2</a:t>
              </a:r>
              <a:r>
                <a:rPr lang="en-US" altLang="en-US" sz="1400"/>
                <a:t>	b</a:t>
              </a:r>
              <a:r>
                <a:rPr lang="en-US" altLang="en-US" sz="1400" baseline="-25000"/>
                <a:t>1</a:t>
              </a:r>
              <a:r>
                <a:rPr lang="en-US" altLang="en-US" sz="1400"/>
                <a:t>	b</a:t>
              </a:r>
              <a:r>
                <a:rPr lang="en-US" altLang="en-US" sz="1400" baseline="-25000"/>
                <a:t>0</a:t>
              </a:r>
              <a:endParaRPr lang="en-US" altLang="en-US" sz="1400"/>
            </a:p>
          </p:txBody>
        </p:sp>
        <p:sp>
          <p:nvSpPr>
            <p:cNvPr id="116758" name="Text Box 7">
              <a:extLst>
                <a:ext uri="{FF2B5EF4-FFF2-40B4-BE49-F238E27FC236}">
                  <a16:creationId xmlns:a16="http://schemas.microsoft.com/office/drawing/2014/main" id="{4B0D4684-C6B0-8E0A-9766-A331B8E7993E}"/>
                </a:ext>
              </a:extLst>
            </p:cNvPr>
            <p:cNvSpPr txBox="1">
              <a:spLocks noChangeArrowheads="1"/>
            </p:cNvSpPr>
            <p:nvPr/>
          </p:nvSpPr>
          <p:spPr bwMode="auto">
            <a:xfrm>
              <a:off x="7315200" y="1417638"/>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0</a:t>
              </a:r>
              <a:r>
                <a:rPr lang="en-US" altLang="en-US" sz="1400"/>
                <a:t>b</a:t>
              </a:r>
              <a:r>
                <a:rPr lang="en-US" altLang="en-US" sz="1400" baseline="-25000"/>
                <a:t>0</a:t>
              </a:r>
              <a:endParaRPr lang="en-US" altLang="en-US" sz="1400"/>
            </a:p>
          </p:txBody>
        </p:sp>
        <p:sp>
          <p:nvSpPr>
            <p:cNvPr id="116759" name="Line 8">
              <a:extLst>
                <a:ext uri="{FF2B5EF4-FFF2-40B4-BE49-F238E27FC236}">
                  <a16:creationId xmlns:a16="http://schemas.microsoft.com/office/drawing/2014/main" id="{5CDEAC89-2DC1-AE64-A0DE-3D3E2FB23280}"/>
                </a:ext>
              </a:extLst>
            </p:cNvPr>
            <p:cNvSpPr>
              <a:spLocks noChangeShapeType="1"/>
            </p:cNvSpPr>
            <p:nvPr/>
          </p:nvSpPr>
          <p:spPr bwMode="auto">
            <a:xfrm flipV="1">
              <a:off x="1219200" y="1439863"/>
              <a:ext cx="685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24" name="AutoShape 14">
              <a:extLst>
                <a:ext uri="{FF2B5EF4-FFF2-40B4-BE49-F238E27FC236}">
                  <a16:creationId xmlns:a16="http://schemas.microsoft.com/office/drawing/2014/main" id="{BFFEA7CB-579C-48D5-AEBB-498A4A5E2175}"/>
                </a:ext>
              </a:extLst>
            </p:cNvPr>
            <p:cNvSpPr>
              <a:spLocks noChangeArrowheads="1"/>
            </p:cNvSpPr>
            <p:nvPr/>
          </p:nvSpPr>
          <p:spPr bwMode="auto">
            <a:xfrm>
              <a:off x="3835240" y="1600113"/>
              <a:ext cx="639724" cy="496824"/>
            </a:xfrm>
            <a:prstGeom prst="roundRect">
              <a:avLst>
                <a:gd name="adj" fmla="val 16667"/>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ru-RU" sz="1200">
                <a:latin typeface="Arial" charset="0"/>
                <a:cs typeface="Arial" charset="0"/>
              </a:endParaRPr>
            </a:p>
          </p:txBody>
        </p:sp>
        <p:sp>
          <p:nvSpPr>
            <p:cNvPr id="116761" name="Text Box 15">
              <a:extLst>
                <a:ext uri="{FF2B5EF4-FFF2-40B4-BE49-F238E27FC236}">
                  <a16:creationId xmlns:a16="http://schemas.microsoft.com/office/drawing/2014/main" id="{4752D2E3-CB66-95BE-613C-C5CD884E76FF}"/>
                </a:ext>
              </a:extLst>
            </p:cNvPr>
            <p:cNvSpPr txBox="1">
              <a:spLocks noChangeArrowheads="1"/>
            </p:cNvSpPr>
            <p:nvPr/>
          </p:nvSpPr>
          <p:spPr bwMode="auto">
            <a:xfrm>
              <a:off x="3868885" y="1590238"/>
              <a:ext cx="55071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1</a:t>
              </a:r>
              <a:br>
                <a:rPr lang="en-US" altLang="en-US" sz="1400" baseline="-25000"/>
              </a:br>
              <a:r>
                <a:rPr lang="en-US" altLang="en-US" sz="1400"/>
                <a:t>a</a:t>
              </a:r>
              <a:r>
                <a:rPr lang="en-US" altLang="en-US" sz="1400" baseline="-25000"/>
                <a:t>2</a:t>
              </a:r>
              <a:r>
                <a:rPr lang="en-US" altLang="en-US" sz="1400"/>
                <a:t>b</a:t>
              </a:r>
              <a:r>
                <a:rPr lang="en-US" altLang="en-US" sz="1400" baseline="-25000"/>
                <a:t>2</a:t>
              </a:r>
              <a:br>
                <a:rPr lang="en-US" altLang="en-US" sz="1400" baseline="-25000"/>
              </a:br>
              <a:r>
                <a:rPr lang="en-US" altLang="en-US" sz="1400"/>
                <a:t>a</a:t>
              </a:r>
              <a:r>
                <a:rPr lang="en-US" altLang="en-US" sz="1400" baseline="-25000"/>
                <a:t>1</a:t>
              </a:r>
              <a:r>
                <a:rPr lang="en-US" altLang="en-US" sz="1400"/>
                <a:t>b</a:t>
              </a:r>
              <a:r>
                <a:rPr lang="en-US" altLang="en-US" sz="1400" baseline="-25000"/>
                <a:t>3</a:t>
              </a:r>
              <a:endParaRPr lang="en-US" altLang="en-US" sz="1400"/>
            </a:p>
          </p:txBody>
        </p:sp>
        <p:sp>
          <p:nvSpPr>
            <p:cNvPr id="116762" name="Text Box 16">
              <a:extLst>
                <a:ext uri="{FF2B5EF4-FFF2-40B4-BE49-F238E27FC236}">
                  <a16:creationId xmlns:a16="http://schemas.microsoft.com/office/drawing/2014/main" id="{272313A1-56E4-0D5D-E954-2C9989E6CBFD}"/>
                </a:ext>
              </a:extLst>
            </p:cNvPr>
            <p:cNvSpPr txBox="1">
              <a:spLocks noChangeArrowheads="1"/>
            </p:cNvSpPr>
            <p:nvPr/>
          </p:nvSpPr>
          <p:spPr bwMode="auto">
            <a:xfrm>
              <a:off x="3073400" y="1838325"/>
              <a:ext cx="762000" cy="5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2</a:t>
              </a:r>
              <a:br>
                <a:rPr lang="en-US" altLang="en-US" sz="1400" baseline="-25000"/>
              </a:br>
              <a:r>
                <a:rPr lang="en-US" altLang="en-US" sz="1400"/>
                <a:t>a</a:t>
              </a:r>
              <a:r>
                <a:rPr lang="en-US" altLang="en-US" sz="1400" baseline="-25000"/>
                <a:t>2</a:t>
              </a:r>
              <a:r>
                <a:rPr lang="en-US" altLang="en-US" sz="1400"/>
                <a:t>b</a:t>
              </a:r>
              <a:r>
                <a:rPr lang="en-US" altLang="en-US" sz="1400" baseline="-25000"/>
                <a:t>3</a:t>
              </a:r>
              <a:endParaRPr lang="en-US" altLang="en-US" sz="1400"/>
            </a:p>
          </p:txBody>
        </p:sp>
        <p:sp>
          <p:nvSpPr>
            <p:cNvPr id="116763" name="Text Box 17">
              <a:extLst>
                <a:ext uri="{FF2B5EF4-FFF2-40B4-BE49-F238E27FC236}">
                  <a16:creationId xmlns:a16="http://schemas.microsoft.com/office/drawing/2014/main" id="{239A5D07-82FC-01BA-2DCB-DE0375FD07A4}"/>
                </a:ext>
              </a:extLst>
            </p:cNvPr>
            <p:cNvSpPr txBox="1">
              <a:spLocks noChangeArrowheads="1"/>
            </p:cNvSpPr>
            <p:nvPr/>
          </p:nvSpPr>
          <p:spPr bwMode="auto">
            <a:xfrm>
              <a:off x="2324100" y="2066925"/>
              <a:ext cx="7620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3</a:t>
              </a:r>
              <a:endParaRPr lang="en-US" altLang="en-US" sz="1400"/>
            </a:p>
          </p:txBody>
        </p:sp>
        <p:sp>
          <p:nvSpPr>
            <p:cNvPr id="116764" name="Text Box 18">
              <a:extLst>
                <a:ext uri="{FF2B5EF4-FFF2-40B4-BE49-F238E27FC236}">
                  <a16:creationId xmlns:a16="http://schemas.microsoft.com/office/drawing/2014/main" id="{1AF6B1AA-0F25-64EF-79A1-A36DF9B9061F}"/>
                </a:ext>
              </a:extLst>
            </p:cNvPr>
            <p:cNvSpPr txBox="1">
              <a:spLocks noChangeArrowheads="1"/>
            </p:cNvSpPr>
            <p:nvPr/>
          </p:nvSpPr>
          <p:spPr bwMode="auto">
            <a:xfrm>
              <a:off x="2590800" y="2552120"/>
              <a:ext cx="4724400" cy="5027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           c</a:t>
              </a:r>
              <a:r>
                <a:rPr lang="en-US" altLang="en-US" sz="1600" baseline="-25000"/>
                <a:t>15       </a:t>
              </a:r>
              <a:r>
                <a:rPr lang="en-US" altLang="en-US" sz="1600"/>
                <a:t>s</a:t>
              </a:r>
              <a:r>
                <a:rPr lang="en-US" altLang="en-US" sz="1600" baseline="-25000"/>
                <a:t>14      </a:t>
              </a:r>
              <a:r>
                <a:rPr lang="en-US" altLang="en-US" sz="1600"/>
                <a:t>c</a:t>
              </a:r>
              <a:r>
                <a:rPr lang="en-US" altLang="en-US" sz="1600" baseline="-25000"/>
                <a:t>14        </a:t>
              </a:r>
              <a:r>
                <a:rPr lang="en-US" altLang="en-US" sz="1600"/>
                <a:t>s</a:t>
              </a:r>
              <a:r>
                <a:rPr lang="en-US" altLang="en-US" sz="1600" baseline="-25000"/>
                <a:t>13     </a:t>
              </a:r>
              <a:r>
                <a:rPr lang="en-US" altLang="en-US" sz="1600"/>
                <a:t>c</a:t>
              </a:r>
              <a:r>
                <a:rPr lang="en-US" altLang="en-US" sz="1600" baseline="-25000"/>
                <a:t>13    </a:t>
              </a:r>
              <a:r>
                <a:rPr lang="en-US" altLang="en-US" sz="1600"/>
                <a:t>s</a:t>
              </a:r>
              <a:r>
                <a:rPr lang="en-US" altLang="en-US" sz="1600" baseline="-25000"/>
                <a:t>12     </a:t>
              </a:r>
              <a:r>
                <a:rPr lang="en-US" altLang="en-US" sz="1600"/>
                <a:t>c</a:t>
              </a:r>
              <a:r>
                <a:rPr lang="en-US" altLang="en-US" sz="1600" baseline="-25000"/>
                <a:t>12      </a:t>
              </a:r>
              <a:r>
                <a:rPr lang="en-US" altLang="en-US" sz="1600"/>
                <a:t>s</a:t>
              </a:r>
              <a:r>
                <a:rPr lang="en-US" altLang="en-US" sz="1600" baseline="-25000"/>
                <a:t>11</a:t>
              </a:r>
              <a:br>
                <a:rPr lang="en-US" altLang="en-US" sz="1600" baseline="-25000"/>
              </a:br>
              <a:endParaRPr lang="en-US" altLang="en-US" sz="1600" baseline="-25000"/>
            </a:p>
          </p:txBody>
        </p:sp>
        <p:sp>
          <p:nvSpPr>
            <p:cNvPr id="116765" name="Line 19">
              <a:extLst>
                <a:ext uri="{FF2B5EF4-FFF2-40B4-BE49-F238E27FC236}">
                  <a16:creationId xmlns:a16="http://schemas.microsoft.com/office/drawing/2014/main" id="{4E0283D1-CAB0-E8D2-EDB0-A4D6ACE8A5B7}"/>
                </a:ext>
              </a:extLst>
            </p:cNvPr>
            <p:cNvSpPr>
              <a:spLocks noChangeShapeType="1"/>
            </p:cNvSpPr>
            <p:nvPr/>
          </p:nvSpPr>
          <p:spPr bwMode="auto">
            <a:xfrm flipV="1">
              <a:off x="3588330" y="2318385"/>
              <a:ext cx="396930" cy="2743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6" name="Line 20">
              <a:extLst>
                <a:ext uri="{FF2B5EF4-FFF2-40B4-BE49-F238E27FC236}">
                  <a16:creationId xmlns:a16="http://schemas.microsoft.com/office/drawing/2014/main" id="{82EC6D0B-62A4-A24B-9600-30E8776BC39D}"/>
                </a:ext>
              </a:extLst>
            </p:cNvPr>
            <p:cNvSpPr>
              <a:spLocks noChangeShapeType="1"/>
            </p:cNvSpPr>
            <p:nvPr/>
          </p:nvSpPr>
          <p:spPr bwMode="auto">
            <a:xfrm flipV="1">
              <a:off x="4627142" y="2334485"/>
              <a:ext cx="201168" cy="20116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7" name="Line 21">
              <a:extLst>
                <a:ext uri="{FF2B5EF4-FFF2-40B4-BE49-F238E27FC236}">
                  <a16:creationId xmlns:a16="http://schemas.microsoft.com/office/drawing/2014/main" id="{6BA8992B-FF43-D6F9-3FD7-B187ABC03260}"/>
                </a:ext>
              </a:extLst>
            </p:cNvPr>
            <p:cNvSpPr>
              <a:spLocks noChangeShapeType="1"/>
            </p:cNvSpPr>
            <p:nvPr/>
          </p:nvSpPr>
          <p:spPr bwMode="auto">
            <a:xfrm flipV="1">
              <a:off x="5590315" y="2351088"/>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8" name="Line 22">
              <a:extLst>
                <a:ext uri="{FF2B5EF4-FFF2-40B4-BE49-F238E27FC236}">
                  <a16:creationId xmlns:a16="http://schemas.microsoft.com/office/drawing/2014/main" id="{70125BA9-FF42-367A-A07E-E26986E5908A}"/>
                </a:ext>
              </a:extLst>
            </p:cNvPr>
            <p:cNvSpPr>
              <a:spLocks noChangeShapeType="1"/>
            </p:cNvSpPr>
            <p:nvPr/>
          </p:nvSpPr>
          <p:spPr bwMode="auto">
            <a:xfrm>
              <a:off x="1244600" y="2893290"/>
              <a:ext cx="6934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69" name="Text Box 23">
              <a:extLst>
                <a:ext uri="{FF2B5EF4-FFF2-40B4-BE49-F238E27FC236}">
                  <a16:creationId xmlns:a16="http://schemas.microsoft.com/office/drawing/2014/main" id="{C2415292-795C-12C6-8B27-F25AA68CB78B}"/>
                </a:ext>
              </a:extLst>
            </p:cNvPr>
            <p:cNvSpPr txBox="1">
              <a:spLocks noChangeArrowheads="1"/>
            </p:cNvSpPr>
            <p:nvPr/>
          </p:nvSpPr>
          <p:spPr bwMode="auto">
            <a:xfrm>
              <a:off x="7353300" y="2932113"/>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0</a:t>
              </a:r>
              <a:r>
                <a:rPr lang="en-US" altLang="en-US" sz="1400"/>
                <a:t>b</a:t>
              </a:r>
              <a:r>
                <a:rPr lang="en-US" altLang="en-US" sz="1400" baseline="-25000"/>
                <a:t>0</a:t>
              </a:r>
              <a:endParaRPr lang="en-US" altLang="en-US" sz="1400"/>
            </a:p>
          </p:txBody>
        </p:sp>
        <p:sp>
          <p:nvSpPr>
            <p:cNvPr id="116770" name="Text Box 24">
              <a:extLst>
                <a:ext uri="{FF2B5EF4-FFF2-40B4-BE49-F238E27FC236}">
                  <a16:creationId xmlns:a16="http://schemas.microsoft.com/office/drawing/2014/main" id="{085A46B2-144E-F3EA-ACA9-E4296A6A6924}"/>
                </a:ext>
              </a:extLst>
            </p:cNvPr>
            <p:cNvSpPr txBox="1">
              <a:spLocks noChangeArrowheads="1"/>
            </p:cNvSpPr>
            <p:nvPr/>
          </p:nvSpPr>
          <p:spPr bwMode="auto">
            <a:xfrm>
              <a:off x="6400800" y="294322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11</a:t>
              </a:r>
              <a:endParaRPr lang="en-US" altLang="en-US" sz="1600"/>
            </a:p>
          </p:txBody>
        </p:sp>
        <p:sp>
          <p:nvSpPr>
            <p:cNvPr id="116771" name="Text Box 25">
              <a:extLst>
                <a:ext uri="{FF2B5EF4-FFF2-40B4-BE49-F238E27FC236}">
                  <a16:creationId xmlns:a16="http://schemas.microsoft.com/office/drawing/2014/main" id="{D7719D58-6613-09C5-D88F-6B5EC0C41A3C}"/>
                </a:ext>
              </a:extLst>
            </p:cNvPr>
            <p:cNvSpPr txBox="1">
              <a:spLocks noChangeArrowheads="1"/>
            </p:cNvSpPr>
            <p:nvPr/>
          </p:nvSpPr>
          <p:spPr bwMode="auto">
            <a:xfrm>
              <a:off x="6477000" y="1539875"/>
              <a:ext cx="762000" cy="5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1</a:t>
              </a:r>
              <a:r>
                <a:rPr lang="en-US" altLang="en-US" sz="1400"/>
                <a:t>b</a:t>
              </a:r>
              <a:r>
                <a:rPr lang="en-US" altLang="en-US" sz="1400" baseline="-25000"/>
                <a:t>0</a:t>
              </a:r>
              <a:br>
                <a:rPr lang="en-US" altLang="en-US" sz="1400" baseline="-25000"/>
              </a:br>
              <a:r>
                <a:rPr lang="en-US" altLang="en-US" sz="1400"/>
                <a:t>a</a:t>
              </a:r>
              <a:r>
                <a:rPr lang="en-US" altLang="en-US" sz="1400" baseline="-25000"/>
                <a:t>0</a:t>
              </a:r>
              <a:r>
                <a:rPr lang="en-US" altLang="en-US" sz="1400"/>
                <a:t>b</a:t>
              </a:r>
              <a:r>
                <a:rPr lang="en-US" altLang="en-US" sz="1400" baseline="-25000"/>
                <a:t>1</a:t>
              </a:r>
              <a:endParaRPr lang="en-US" altLang="en-US" sz="1400"/>
            </a:p>
          </p:txBody>
        </p:sp>
        <p:sp>
          <p:nvSpPr>
            <p:cNvPr id="102436" name="AutoShape 26">
              <a:extLst>
                <a:ext uri="{FF2B5EF4-FFF2-40B4-BE49-F238E27FC236}">
                  <a16:creationId xmlns:a16="http://schemas.microsoft.com/office/drawing/2014/main" id="{1A55347F-ED1B-4148-A233-B3B731517A48}"/>
                </a:ext>
              </a:extLst>
            </p:cNvPr>
            <p:cNvSpPr>
              <a:spLocks noChangeArrowheads="1"/>
            </p:cNvSpPr>
            <p:nvPr/>
          </p:nvSpPr>
          <p:spPr bwMode="auto">
            <a:xfrm>
              <a:off x="5624244" y="2996932"/>
              <a:ext cx="641311" cy="709521"/>
            </a:xfrm>
            <a:prstGeom prst="roundRect">
              <a:avLst>
                <a:gd name="adj" fmla="val 16667"/>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ru-RU" sz="1200">
                <a:latin typeface="Arial" charset="0"/>
                <a:cs typeface="Arial" charset="0"/>
              </a:endParaRPr>
            </a:p>
          </p:txBody>
        </p:sp>
        <p:sp>
          <p:nvSpPr>
            <p:cNvPr id="116773" name="Text Box 27">
              <a:extLst>
                <a:ext uri="{FF2B5EF4-FFF2-40B4-BE49-F238E27FC236}">
                  <a16:creationId xmlns:a16="http://schemas.microsoft.com/office/drawing/2014/main" id="{FFA21003-5863-DBAE-1C52-9698F6AE8547}"/>
                </a:ext>
              </a:extLst>
            </p:cNvPr>
            <p:cNvSpPr txBox="1">
              <a:spLocks noChangeArrowheads="1"/>
            </p:cNvSpPr>
            <p:nvPr/>
          </p:nvSpPr>
          <p:spPr bwMode="auto">
            <a:xfrm>
              <a:off x="5715000" y="3015243"/>
              <a:ext cx="762000" cy="5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s</a:t>
              </a:r>
              <a:r>
                <a:rPr lang="en-US" altLang="en-US" sz="1400" baseline="-25000"/>
                <a:t>12</a:t>
              </a:r>
              <a:br>
                <a:rPr lang="en-US" altLang="en-US" sz="1400" baseline="-25000"/>
              </a:br>
              <a:r>
                <a:rPr lang="en-US" altLang="en-US" sz="1400"/>
                <a:t>c</a:t>
              </a:r>
              <a:r>
                <a:rPr lang="en-US" altLang="en-US" sz="1400" baseline="-25000"/>
                <a:t>12</a:t>
              </a:r>
              <a:endParaRPr lang="en-US" altLang="en-US" sz="1400"/>
            </a:p>
          </p:txBody>
        </p:sp>
        <p:sp>
          <p:nvSpPr>
            <p:cNvPr id="116774" name="Line 28">
              <a:extLst>
                <a:ext uri="{FF2B5EF4-FFF2-40B4-BE49-F238E27FC236}">
                  <a16:creationId xmlns:a16="http://schemas.microsoft.com/office/drawing/2014/main" id="{E9B3F877-7E7D-875C-F781-9BE9BAF022AB}"/>
                </a:ext>
              </a:extLst>
            </p:cNvPr>
            <p:cNvSpPr>
              <a:spLocks noChangeShapeType="1"/>
            </p:cNvSpPr>
            <p:nvPr/>
          </p:nvSpPr>
          <p:spPr bwMode="auto">
            <a:xfrm flipV="1">
              <a:off x="6324600" y="2222500"/>
              <a:ext cx="254000" cy="2921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5" name="Line 29">
              <a:extLst>
                <a:ext uri="{FF2B5EF4-FFF2-40B4-BE49-F238E27FC236}">
                  <a16:creationId xmlns:a16="http://schemas.microsoft.com/office/drawing/2014/main" id="{9A4F89B9-EBF0-FA2A-1632-5F5197FD8C18}"/>
                </a:ext>
              </a:extLst>
            </p:cNvPr>
            <p:cNvSpPr>
              <a:spLocks noChangeShapeType="1"/>
            </p:cNvSpPr>
            <p:nvPr/>
          </p:nvSpPr>
          <p:spPr bwMode="auto">
            <a:xfrm>
              <a:off x="6731000" y="2222500"/>
              <a:ext cx="0" cy="36576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6" name="Text Box 36">
              <a:extLst>
                <a:ext uri="{FF2B5EF4-FFF2-40B4-BE49-F238E27FC236}">
                  <a16:creationId xmlns:a16="http://schemas.microsoft.com/office/drawing/2014/main" id="{64F3509A-8A7E-1B18-29F7-1E62C03C626F}"/>
                </a:ext>
              </a:extLst>
            </p:cNvPr>
            <p:cNvSpPr txBox="1">
              <a:spLocks noChangeArrowheads="1"/>
            </p:cNvSpPr>
            <p:nvPr/>
          </p:nvSpPr>
          <p:spPr bwMode="auto">
            <a:xfrm>
              <a:off x="2298700" y="3390035"/>
              <a:ext cx="7620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3</a:t>
              </a:r>
              <a:endParaRPr lang="en-US" altLang="en-US" sz="1400"/>
            </a:p>
          </p:txBody>
        </p:sp>
        <p:sp>
          <p:nvSpPr>
            <p:cNvPr id="116777" name="Text Box 37">
              <a:extLst>
                <a:ext uri="{FF2B5EF4-FFF2-40B4-BE49-F238E27FC236}">
                  <a16:creationId xmlns:a16="http://schemas.microsoft.com/office/drawing/2014/main" id="{E40AF691-C059-88BD-A1B6-485D92CD6EF7}"/>
                </a:ext>
              </a:extLst>
            </p:cNvPr>
            <p:cNvSpPr txBox="1">
              <a:spLocks noChangeArrowheads="1"/>
            </p:cNvSpPr>
            <p:nvPr/>
          </p:nvSpPr>
          <p:spPr bwMode="auto">
            <a:xfrm>
              <a:off x="2590800" y="3920835"/>
              <a:ext cx="3276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c</a:t>
              </a:r>
              <a:r>
                <a:rPr lang="en-US" altLang="en-US" sz="1600" baseline="-25000"/>
                <a:t>24      </a:t>
              </a:r>
              <a:r>
                <a:rPr lang="en-US" altLang="en-US" sz="1600"/>
                <a:t>s</a:t>
              </a:r>
              <a:r>
                <a:rPr lang="en-US" altLang="en-US" sz="1600" baseline="-25000"/>
                <a:t>24          </a:t>
              </a:r>
              <a:r>
                <a:rPr lang="en-US" altLang="en-US" sz="1600"/>
                <a:t>c</a:t>
              </a:r>
              <a:r>
                <a:rPr lang="en-US" altLang="en-US" sz="1600" baseline="-25000"/>
                <a:t>23    </a:t>
              </a:r>
              <a:r>
                <a:rPr lang="en-US" altLang="en-US" sz="1600"/>
                <a:t>s</a:t>
              </a:r>
              <a:r>
                <a:rPr lang="en-US" altLang="en-US" sz="1600" baseline="-25000"/>
                <a:t>23    </a:t>
              </a:r>
              <a:r>
                <a:rPr lang="en-US" altLang="en-US" sz="1600"/>
                <a:t>c</a:t>
              </a:r>
              <a:r>
                <a:rPr lang="en-US" altLang="en-US" sz="1600" baseline="-25000"/>
                <a:t>22   </a:t>
              </a:r>
              <a:r>
                <a:rPr lang="en-US" altLang="en-US" sz="1600"/>
                <a:t>s</a:t>
              </a:r>
              <a:r>
                <a:rPr lang="en-US" altLang="en-US" sz="1600" baseline="-25000"/>
                <a:t>22  </a:t>
              </a:r>
              <a:r>
                <a:rPr lang="en-US" altLang="en-US" sz="1600"/>
                <a:t>  c</a:t>
              </a:r>
              <a:r>
                <a:rPr lang="en-US" altLang="en-US" sz="1600" baseline="-25000"/>
                <a:t>21</a:t>
              </a:r>
            </a:p>
            <a:p>
              <a:pPr eaLnBrk="1" hangingPunct="1">
                <a:spcBef>
                  <a:spcPct val="50000"/>
                </a:spcBef>
              </a:pPr>
              <a:endParaRPr lang="en-US" altLang="en-US" sz="1600" baseline="-25000"/>
            </a:p>
          </p:txBody>
        </p:sp>
        <p:sp>
          <p:nvSpPr>
            <p:cNvPr id="116778" name="Line 38">
              <a:extLst>
                <a:ext uri="{FF2B5EF4-FFF2-40B4-BE49-F238E27FC236}">
                  <a16:creationId xmlns:a16="http://schemas.microsoft.com/office/drawing/2014/main" id="{839489E2-8574-B5D4-F98D-217895E2B881}"/>
                </a:ext>
              </a:extLst>
            </p:cNvPr>
            <p:cNvSpPr>
              <a:spLocks noChangeShapeType="1"/>
            </p:cNvSpPr>
            <p:nvPr/>
          </p:nvSpPr>
          <p:spPr bwMode="auto">
            <a:xfrm flipH="1">
              <a:off x="5560300" y="3738563"/>
              <a:ext cx="182880" cy="1828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79" name="Line 39">
              <a:extLst>
                <a:ext uri="{FF2B5EF4-FFF2-40B4-BE49-F238E27FC236}">
                  <a16:creationId xmlns:a16="http://schemas.microsoft.com/office/drawing/2014/main" id="{C422103B-8992-7EB0-94B5-8CFC51B6E90C}"/>
                </a:ext>
              </a:extLst>
            </p:cNvPr>
            <p:cNvSpPr>
              <a:spLocks noChangeShapeType="1"/>
            </p:cNvSpPr>
            <p:nvPr/>
          </p:nvSpPr>
          <p:spPr bwMode="auto">
            <a:xfrm flipH="1">
              <a:off x="4724400" y="3733800"/>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0" name="Line 40">
              <a:extLst>
                <a:ext uri="{FF2B5EF4-FFF2-40B4-BE49-F238E27FC236}">
                  <a16:creationId xmlns:a16="http://schemas.microsoft.com/office/drawing/2014/main" id="{83979CCB-37EF-D98D-BDD6-530849C31DE2}"/>
                </a:ext>
              </a:extLst>
            </p:cNvPr>
            <p:cNvSpPr>
              <a:spLocks noChangeShapeType="1"/>
            </p:cNvSpPr>
            <p:nvPr/>
          </p:nvSpPr>
          <p:spPr bwMode="auto">
            <a:xfrm flipH="1">
              <a:off x="3863115" y="3752123"/>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1" name="Line 41">
              <a:extLst>
                <a:ext uri="{FF2B5EF4-FFF2-40B4-BE49-F238E27FC236}">
                  <a16:creationId xmlns:a16="http://schemas.microsoft.com/office/drawing/2014/main" id="{CC797A01-C82F-359A-7015-E8454B7E83A6}"/>
                </a:ext>
              </a:extLst>
            </p:cNvPr>
            <p:cNvSpPr>
              <a:spLocks noChangeShapeType="1"/>
            </p:cNvSpPr>
            <p:nvPr/>
          </p:nvSpPr>
          <p:spPr bwMode="auto">
            <a:xfrm flipH="1">
              <a:off x="2978725" y="3768435"/>
              <a:ext cx="22860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2" name="Line 42">
              <a:extLst>
                <a:ext uri="{FF2B5EF4-FFF2-40B4-BE49-F238E27FC236}">
                  <a16:creationId xmlns:a16="http://schemas.microsoft.com/office/drawing/2014/main" id="{BE301F3A-7200-C627-AC1C-0A75581A3B25}"/>
                </a:ext>
              </a:extLst>
            </p:cNvPr>
            <p:cNvSpPr>
              <a:spLocks noChangeShapeType="1"/>
            </p:cNvSpPr>
            <p:nvPr/>
          </p:nvSpPr>
          <p:spPr bwMode="auto">
            <a:xfrm>
              <a:off x="1244600" y="4265613"/>
              <a:ext cx="6934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3" name="Text Box 43">
              <a:extLst>
                <a:ext uri="{FF2B5EF4-FFF2-40B4-BE49-F238E27FC236}">
                  <a16:creationId xmlns:a16="http://schemas.microsoft.com/office/drawing/2014/main" id="{1380FB52-7A0D-9727-DAB2-77FE0613C4E3}"/>
                </a:ext>
              </a:extLst>
            </p:cNvPr>
            <p:cNvSpPr txBox="1">
              <a:spLocks noChangeArrowheads="1"/>
            </p:cNvSpPr>
            <p:nvPr/>
          </p:nvSpPr>
          <p:spPr bwMode="auto">
            <a:xfrm>
              <a:off x="6483925" y="426027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11</a:t>
              </a:r>
              <a:endParaRPr lang="en-US" altLang="en-US" sz="1600"/>
            </a:p>
          </p:txBody>
        </p:sp>
        <p:sp>
          <p:nvSpPr>
            <p:cNvPr id="116784" name="Text Box 44">
              <a:extLst>
                <a:ext uri="{FF2B5EF4-FFF2-40B4-BE49-F238E27FC236}">
                  <a16:creationId xmlns:a16="http://schemas.microsoft.com/office/drawing/2014/main" id="{1169B184-83C5-BFF4-1245-FC35A740CD86}"/>
                </a:ext>
              </a:extLst>
            </p:cNvPr>
            <p:cNvSpPr txBox="1">
              <a:spLocks noChangeArrowheads="1"/>
            </p:cNvSpPr>
            <p:nvPr/>
          </p:nvSpPr>
          <p:spPr bwMode="auto">
            <a:xfrm>
              <a:off x="5638800" y="3938587"/>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21</a:t>
              </a:r>
              <a:endParaRPr lang="en-US" altLang="en-US" sz="1600"/>
            </a:p>
          </p:txBody>
        </p:sp>
        <p:sp>
          <p:nvSpPr>
            <p:cNvPr id="116785" name="Text Box 45">
              <a:extLst>
                <a:ext uri="{FF2B5EF4-FFF2-40B4-BE49-F238E27FC236}">
                  <a16:creationId xmlns:a16="http://schemas.microsoft.com/office/drawing/2014/main" id="{37093B13-6F37-4267-44DA-FE80EF679DD3}"/>
                </a:ext>
              </a:extLst>
            </p:cNvPr>
            <p:cNvSpPr txBox="1">
              <a:spLocks noChangeArrowheads="1"/>
            </p:cNvSpPr>
            <p:nvPr/>
          </p:nvSpPr>
          <p:spPr bwMode="auto">
            <a:xfrm>
              <a:off x="7391400" y="42672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0</a:t>
              </a:r>
              <a:r>
                <a:rPr lang="en-US" altLang="en-US" sz="1400"/>
                <a:t>b</a:t>
              </a:r>
              <a:r>
                <a:rPr lang="en-US" altLang="en-US" sz="1400" baseline="-25000"/>
                <a:t>0</a:t>
              </a:r>
              <a:endParaRPr lang="en-US" altLang="en-US" sz="1400"/>
            </a:p>
          </p:txBody>
        </p:sp>
        <p:sp>
          <p:nvSpPr>
            <p:cNvPr id="102450" name="AutoShape 46">
              <a:extLst>
                <a:ext uri="{FF2B5EF4-FFF2-40B4-BE49-F238E27FC236}">
                  <a16:creationId xmlns:a16="http://schemas.microsoft.com/office/drawing/2014/main" id="{29EA4230-A66E-479D-860B-04894DF8680E}"/>
                </a:ext>
              </a:extLst>
            </p:cNvPr>
            <p:cNvSpPr>
              <a:spLocks noChangeArrowheads="1"/>
            </p:cNvSpPr>
            <p:nvPr/>
          </p:nvSpPr>
          <p:spPr bwMode="auto">
            <a:xfrm>
              <a:off x="4762283" y="4317562"/>
              <a:ext cx="639724" cy="709521"/>
            </a:xfrm>
            <a:prstGeom prst="roundRect">
              <a:avLst>
                <a:gd name="adj" fmla="val 16667"/>
              </a:avLst>
            </a:prstGeom>
            <a:solidFill>
              <a:schemeClr val="accent1">
                <a:lumMod val="60000"/>
                <a:lumOff val="40000"/>
              </a:schemeClr>
            </a:solidFill>
            <a:ln w="9525">
              <a:solidFill>
                <a:schemeClr val="tx1"/>
              </a:solidFill>
              <a:round/>
              <a:headEnd/>
              <a:tailEnd/>
            </a:ln>
          </p:spPr>
          <p:txBody>
            <a:bodyPr wrap="none" anchor="ctr"/>
            <a:lstStyle/>
            <a:p>
              <a:pPr eaLnBrk="1" hangingPunct="1">
                <a:defRPr/>
              </a:pPr>
              <a:endParaRPr lang="ru-RU" sz="1200">
                <a:latin typeface="Arial" charset="0"/>
                <a:cs typeface="Arial" charset="0"/>
              </a:endParaRPr>
            </a:p>
          </p:txBody>
        </p:sp>
        <p:sp>
          <p:nvSpPr>
            <p:cNvPr id="116787" name="Text Box 47">
              <a:extLst>
                <a:ext uri="{FF2B5EF4-FFF2-40B4-BE49-F238E27FC236}">
                  <a16:creationId xmlns:a16="http://schemas.microsoft.com/office/drawing/2014/main" id="{E915BE7E-7F59-41C1-F64C-EB9064607115}"/>
                </a:ext>
              </a:extLst>
            </p:cNvPr>
            <p:cNvSpPr txBox="1">
              <a:spLocks noChangeArrowheads="1"/>
            </p:cNvSpPr>
            <p:nvPr/>
          </p:nvSpPr>
          <p:spPr bwMode="auto">
            <a:xfrm>
              <a:off x="4828310" y="4335610"/>
              <a:ext cx="533400" cy="523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s</a:t>
              </a:r>
              <a:r>
                <a:rPr lang="en-US" altLang="en-US" sz="1400" baseline="-25000"/>
                <a:t>22</a:t>
              </a:r>
              <a:br>
                <a:rPr lang="en-US" altLang="en-US" sz="1400" baseline="-25000"/>
              </a:br>
              <a:r>
                <a:rPr lang="en-US" altLang="en-US" sz="1400"/>
                <a:t>c</a:t>
              </a:r>
              <a:r>
                <a:rPr lang="en-US" altLang="en-US" sz="1400" baseline="-25000"/>
                <a:t>21</a:t>
              </a:r>
              <a:endParaRPr lang="en-US" altLang="en-US" sz="1400"/>
            </a:p>
          </p:txBody>
        </p:sp>
        <p:sp>
          <p:nvSpPr>
            <p:cNvPr id="116788" name="Line 55">
              <a:extLst>
                <a:ext uri="{FF2B5EF4-FFF2-40B4-BE49-F238E27FC236}">
                  <a16:creationId xmlns:a16="http://schemas.microsoft.com/office/drawing/2014/main" id="{C792298A-5153-3B6C-95FF-702ECA8B112A}"/>
                </a:ext>
              </a:extLst>
            </p:cNvPr>
            <p:cNvSpPr>
              <a:spLocks noChangeShapeType="1"/>
            </p:cNvSpPr>
            <p:nvPr/>
          </p:nvSpPr>
          <p:spPr bwMode="auto">
            <a:xfrm flipH="1">
              <a:off x="4343400" y="4724400"/>
              <a:ext cx="457200" cy="2174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89" name="Line 56">
              <a:extLst>
                <a:ext uri="{FF2B5EF4-FFF2-40B4-BE49-F238E27FC236}">
                  <a16:creationId xmlns:a16="http://schemas.microsoft.com/office/drawing/2014/main" id="{746C0672-73C8-B0A5-2E39-FA699BBF7F28}"/>
                </a:ext>
              </a:extLst>
            </p:cNvPr>
            <p:cNvSpPr>
              <a:spLocks noChangeShapeType="1"/>
            </p:cNvSpPr>
            <p:nvPr/>
          </p:nvSpPr>
          <p:spPr bwMode="auto">
            <a:xfrm flipH="1">
              <a:off x="3588330" y="4904509"/>
              <a:ext cx="4572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0" name="Line 57">
              <a:extLst>
                <a:ext uri="{FF2B5EF4-FFF2-40B4-BE49-F238E27FC236}">
                  <a16:creationId xmlns:a16="http://schemas.microsoft.com/office/drawing/2014/main" id="{6518C03C-A2F4-3744-D563-2B6A177F6118}"/>
                </a:ext>
              </a:extLst>
            </p:cNvPr>
            <p:cNvSpPr>
              <a:spLocks noChangeShapeType="1"/>
            </p:cNvSpPr>
            <p:nvPr/>
          </p:nvSpPr>
          <p:spPr bwMode="auto">
            <a:xfrm flipH="1" flipV="1">
              <a:off x="2722420" y="4911431"/>
              <a:ext cx="3657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1" name="Line 58">
              <a:extLst>
                <a:ext uri="{FF2B5EF4-FFF2-40B4-BE49-F238E27FC236}">
                  <a16:creationId xmlns:a16="http://schemas.microsoft.com/office/drawing/2014/main" id="{3E302792-754D-CF3F-708D-CFC41C37B70A}"/>
                </a:ext>
              </a:extLst>
            </p:cNvPr>
            <p:cNvSpPr>
              <a:spLocks noChangeShapeType="1"/>
            </p:cNvSpPr>
            <p:nvPr/>
          </p:nvSpPr>
          <p:spPr bwMode="auto">
            <a:xfrm>
              <a:off x="2438400" y="5022987"/>
              <a:ext cx="0" cy="2743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2" name="Line 60">
              <a:extLst>
                <a:ext uri="{FF2B5EF4-FFF2-40B4-BE49-F238E27FC236}">
                  <a16:creationId xmlns:a16="http://schemas.microsoft.com/office/drawing/2014/main" id="{954DEE4F-52B9-8B8C-76AD-405E29A8EAA0}"/>
                </a:ext>
              </a:extLst>
            </p:cNvPr>
            <p:cNvSpPr>
              <a:spLocks noChangeShapeType="1"/>
            </p:cNvSpPr>
            <p:nvPr/>
          </p:nvSpPr>
          <p:spPr bwMode="auto">
            <a:xfrm>
              <a:off x="4231410" y="5035687"/>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3" name="Line 61">
              <a:extLst>
                <a:ext uri="{FF2B5EF4-FFF2-40B4-BE49-F238E27FC236}">
                  <a16:creationId xmlns:a16="http://schemas.microsoft.com/office/drawing/2014/main" id="{98217F8A-55C2-4E8F-4DFD-F88AC579B13E}"/>
                </a:ext>
              </a:extLst>
            </p:cNvPr>
            <p:cNvSpPr>
              <a:spLocks noChangeShapeType="1"/>
            </p:cNvSpPr>
            <p:nvPr/>
          </p:nvSpPr>
          <p:spPr bwMode="auto">
            <a:xfrm>
              <a:off x="5084620" y="5027613"/>
              <a:ext cx="0" cy="2743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4" name="Line 62">
              <a:extLst>
                <a:ext uri="{FF2B5EF4-FFF2-40B4-BE49-F238E27FC236}">
                  <a16:creationId xmlns:a16="http://schemas.microsoft.com/office/drawing/2014/main" id="{F7440AA2-1664-A79B-D065-D8D6806397D4}"/>
                </a:ext>
              </a:extLst>
            </p:cNvPr>
            <p:cNvSpPr>
              <a:spLocks noChangeShapeType="1"/>
            </p:cNvSpPr>
            <p:nvPr/>
          </p:nvSpPr>
          <p:spPr bwMode="auto">
            <a:xfrm>
              <a:off x="5943600" y="3738563"/>
              <a:ext cx="0" cy="21031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5" name="Line 63">
              <a:extLst>
                <a:ext uri="{FF2B5EF4-FFF2-40B4-BE49-F238E27FC236}">
                  <a16:creationId xmlns:a16="http://schemas.microsoft.com/office/drawing/2014/main" id="{B1A3A33D-DFE5-0B10-4C93-0A752AF184F7}"/>
                </a:ext>
              </a:extLst>
            </p:cNvPr>
            <p:cNvSpPr>
              <a:spLocks noChangeShapeType="1"/>
            </p:cNvSpPr>
            <p:nvPr/>
          </p:nvSpPr>
          <p:spPr bwMode="auto">
            <a:xfrm>
              <a:off x="3319320" y="3754579"/>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6" name="Line 64">
              <a:extLst>
                <a:ext uri="{FF2B5EF4-FFF2-40B4-BE49-F238E27FC236}">
                  <a16:creationId xmlns:a16="http://schemas.microsoft.com/office/drawing/2014/main" id="{206DA20A-7DDF-BB47-7A7D-F95578C5DFC4}"/>
                </a:ext>
              </a:extLst>
            </p:cNvPr>
            <p:cNvSpPr>
              <a:spLocks noChangeShapeType="1"/>
            </p:cNvSpPr>
            <p:nvPr/>
          </p:nvSpPr>
          <p:spPr bwMode="auto">
            <a:xfrm>
              <a:off x="4177145" y="3768434"/>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7" name="Line 66">
              <a:extLst>
                <a:ext uri="{FF2B5EF4-FFF2-40B4-BE49-F238E27FC236}">
                  <a16:creationId xmlns:a16="http://schemas.microsoft.com/office/drawing/2014/main" id="{576D3882-A58D-3A74-13C1-02467CF2DE2D}"/>
                </a:ext>
              </a:extLst>
            </p:cNvPr>
            <p:cNvSpPr>
              <a:spLocks noChangeShapeType="1"/>
            </p:cNvSpPr>
            <p:nvPr/>
          </p:nvSpPr>
          <p:spPr bwMode="auto">
            <a:xfrm flipH="1">
              <a:off x="1759530" y="4944483"/>
              <a:ext cx="457200" cy="1936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8" name="Line 67">
              <a:extLst>
                <a:ext uri="{FF2B5EF4-FFF2-40B4-BE49-F238E27FC236}">
                  <a16:creationId xmlns:a16="http://schemas.microsoft.com/office/drawing/2014/main" id="{5CAE1B3D-1BEC-D51E-72BB-9C37AE44B9AC}"/>
                </a:ext>
              </a:extLst>
            </p:cNvPr>
            <p:cNvSpPr>
              <a:spLocks noChangeShapeType="1"/>
            </p:cNvSpPr>
            <p:nvPr/>
          </p:nvSpPr>
          <p:spPr bwMode="auto">
            <a:xfrm>
              <a:off x="1193800" y="5525655"/>
              <a:ext cx="69342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799" name="Line 131">
              <a:extLst>
                <a:ext uri="{FF2B5EF4-FFF2-40B4-BE49-F238E27FC236}">
                  <a16:creationId xmlns:a16="http://schemas.microsoft.com/office/drawing/2014/main" id="{4A82B449-47B1-6BEC-8D06-60DF4F49AADD}"/>
                </a:ext>
              </a:extLst>
            </p:cNvPr>
            <p:cNvSpPr>
              <a:spLocks noChangeShapeType="1"/>
            </p:cNvSpPr>
            <p:nvPr/>
          </p:nvSpPr>
          <p:spPr bwMode="auto">
            <a:xfrm>
              <a:off x="5867400" y="2395538"/>
              <a:ext cx="0" cy="1828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0" name="Line 132">
              <a:extLst>
                <a:ext uri="{FF2B5EF4-FFF2-40B4-BE49-F238E27FC236}">
                  <a16:creationId xmlns:a16="http://schemas.microsoft.com/office/drawing/2014/main" id="{73CEBDCB-6873-5857-8716-3149CD0F316D}"/>
                </a:ext>
              </a:extLst>
            </p:cNvPr>
            <p:cNvSpPr>
              <a:spLocks noChangeShapeType="1"/>
            </p:cNvSpPr>
            <p:nvPr/>
          </p:nvSpPr>
          <p:spPr bwMode="auto">
            <a:xfrm flipH="1">
              <a:off x="4939145" y="2327560"/>
              <a:ext cx="0" cy="1828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1" name="Line 133">
              <a:extLst>
                <a:ext uri="{FF2B5EF4-FFF2-40B4-BE49-F238E27FC236}">
                  <a16:creationId xmlns:a16="http://schemas.microsoft.com/office/drawing/2014/main" id="{7F342043-B619-8858-F6F3-3BCC4290BDD1}"/>
                </a:ext>
              </a:extLst>
            </p:cNvPr>
            <p:cNvSpPr>
              <a:spLocks noChangeShapeType="1"/>
            </p:cNvSpPr>
            <p:nvPr/>
          </p:nvSpPr>
          <p:spPr bwMode="auto">
            <a:xfrm>
              <a:off x="4156365" y="2295525"/>
              <a:ext cx="0" cy="27432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2" name="Text Box 17">
              <a:extLst>
                <a:ext uri="{FF2B5EF4-FFF2-40B4-BE49-F238E27FC236}">
                  <a16:creationId xmlns:a16="http://schemas.microsoft.com/office/drawing/2014/main" id="{421D2ED9-AA6C-1F97-04A1-AE1F92CAB499}"/>
                </a:ext>
              </a:extLst>
            </p:cNvPr>
            <p:cNvSpPr txBox="1">
              <a:spLocks noChangeArrowheads="1"/>
            </p:cNvSpPr>
            <p:nvPr/>
          </p:nvSpPr>
          <p:spPr bwMode="auto">
            <a:xfrm>
              <a:off x="4330700" y="1041400"/>
              <a:ext cx="457200"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sym typeface="Symbol" panose="05050102010706020507" pitchFamily="18" charset="2"/>
                </a:rPr>
                <a:t></a:t>
              </a:r>
            </a:p>
          </p:txBody>
        </p:sp>
        <p:cxnSp>
          <p:nvCxnSpPr>
            <p:cNvPr id="116803" name="Straight Connector 70">
              <a:extLst>
                <a:ext uri="{FF2B5EF4-FFF2-40B4-BE49-F238E27FC236}">
                  <a16:creationId xmlns:a16="http://schemas.microsoft.com/office/drawing/2014/main" id="{EEB46FA5-6883-0035-BF70-FFDF9579DEDA}"/>
                </a:ext>
              </a:extLst>
            </p:cNvPr>
            <p:cNvCxnSpPr>
              <a:cxnSpLocks noChangeShapeType="1"/>
              <a:stCxn id="101386" idx="2"/>
            </p:cNvCxnSpPr>
            <p:nvPr/>
          </p:nvCxnSpPr>
          <p:spPr bwMode="auto">
            <a:xfrm rot="16200000" flipH="1">
              <a:off x="4908206" y="3848099"/>
              <a:ext cx="228599"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116804" name="Text Box 43">
              <a:extLst>
                <a:ext uri="{FF2B5EF4-FFF2-40B4-BE49-F238E27FC236}">
                  <a16:creationId xmlns:a16="http://schemas.microsoft.com/office/drawing/2014/main" id="{A25B3EAA-E4F2-268E-A077-183E8912136E}"/>
                </a:ext>
              </a:extLst>
            </p:cNvPr>
            <p:cNvSpPr txBox="1">
              <a:spLocks noChangeArrowheads="1"/>
            </p:cNvSpPr>
            <p:nvPr/>
          </p:nvSpPr>
          <p:spPr bwMode="auto">
            <a:xfrm>
              <a:off x="4724400" y="5181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31</a:t>
              </a:r>
              <a:endParaRPr lang="en-US" altLang="en-US" sz="1600"/>
            </a:p>
          </p:txBody>
        </p:sp>
        <p:sp>
          <p:nvSpPr>
            <p:cNvPr id="116805" name="Text Box 43">
              <a:extLst>
                <a:ext uri="{FF2B5EF4-FFF2-40B4-BE49-F238E27FC236}">
                  <a16:creationId xmlns:a16="http://schemas.microsoft.com/office/drawing/2014/main" id="{DD7CE255-4C4E-EAC5-DE77-D6727E3E57DD}"/>
                </a:ext>
              </a:extLst>
            </p:cNvPr>
            <p:cNvSpPr txBox="1">
              <a:spLocks noChangeArrowheads="1"/>
            </p:cNvSpPr>
            <p:nvPr/>
          </p:nvSpPr>
          <p:spPr bwMode="auto">
            <a:xfrm>
              <a:off x="3810000" y="5181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32</a:t>
              </a:r>
              <a:endParaRPr lang="en-US" altLang="en-US" sz="1600"/>
            </a:p>
          </p:txBody>
        </p:sp>
        <p:sp>
          <p:nvSpPr>
            <p:cNvPr id="116806" name="Text Box 43">
              <a:extLst>
                <a:ext uri="{FF2B5EF4-FFF2-40B4-BE49-F238E27FC236}">
                  <a16:creationId xmlns:a16="http://schemas.microsoft.com/office/drawing/2014/main" id="{B7E3340D-4AE7-972D-DDB4-430E2B204962}"/>
                </a:ext>
              </a:extLst>
            </p:cNvPr>
            <p:cNvSpPr txBox="1">
              <a:spLocks noChangeArrowheads="1"/>
            </p:cNvSpPr>
            <p:nvPr/>
          </p:nvSpPr>
          <p:spPr bwMode="auto">
            <a:xfrm>
              <a:off x="3054925" y="5181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33</a:t>
              </a:r>
              <a:endParaRPr lang="en-US" altLang="en-US" sz="1600"/>
            </a:p>
          </p:txBody>
        </p:sp>
        <p:sp>
          <p:nvSpPr>
            <p:cNvPr id="116807" name="Line 60">
              <a:extLst>
                <a:ext uri="{FF2B5EF4-FFF2-40B4-BE49-F238E27FC236}">
                  <a16:creationId xmlns:a16="http://schemas.microsoft.com/office/drawing/2014/main" id="{984359AC-AC9E-A7B3-1D3B-32D2F833275C}"/>
                </a:ext>
              </a:extLst>
            </p:cNvPr>
            <p:cNvSpPr>
              <a:spLocks noChangeShapeType="1"/>
            </p:cNvSpPr>
            <p:nvPr/>
          </p:nvSpPr>
          <p:spPr bwMode="auto">
            <a:xfrm>
              <a:off x="3359725" y="504998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6808" name="Text Box 43">
              <a:extLst>
                <a:ext uri="{FF2B5EF4-FFF2-40B4-BE49-F238E27FC236}">
                  <a16:creationId xmlns:a16="http://schemas.microsoft.com/office/drawing/2014/main" id="{F2790A35-58BF-ACFF-7537-749D6114235A}"/>
                </a:ext>
              </a:extLst>
            </p:cNvPr>
            <p:cNvSpPr txBox="1">
              <a:spLocks noChangeArrowheads="1"/>
            </p:cNvSpPr>
            <p:nvPr/>
          </p:nvSpPr>
          <p:spPr bwMode="auto">
            <a:xfrm>
              <a:off x="2133600" y="5181600"/>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34</a:t>
              </a:r>
              <a:endParaRPr lang="en-US" altLang="en-US" sz="1600"/>
            </a:p>
          </p:txBody>
        </p:sp>
        <p:sp>
          <p:nvSpPr>
            <p:cNvPr id="116809" name="Text Box 43">
              <a:extLst>
                <a:ext uri="{FF2B5EF4-FFF2-40B4-BE49-F238E27FC236}">
                  <a16:creationId xmlns:a16="http://schemas.microsoft.com/office/drawing/2014/main" id="{013244AB-67AC-4DBE-C0CE-036391378D23}"/>
                </a:ext>
              </a:extLst>
            </p:cNvPr>
            <p:cNvSpPr txBox="1">
              <a:spLocks noChangeArrowheads="1"/>
            </p:cNvSpPr>
            <p:nvPr/>
          </p:nvSpPr>
          <p:spPr bwMode="auto">
            <a:xfrm>
              <a:off x="1371600" y="5112325"/>
              <a:ext cx="762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c</a:t>
              </a:r>
              <a:r>
                <a:rPr lang="en-US" altLang="en-US" sz="1600" baseline="-25000"/>
                <a:t>34</a:t>
              </a:r>
              <a:endParaRPr lang="en-US" altLang="en-US" sz="1600"/>
            </a:p>
          </p:txBody>
        </p:sp>
        <p:sp>
          <p:nvSpPr>
            <p:cNvPr id="116810" name="Text Box 43">
              <a:extLst>
                <a:ext uri="{FF2B5EF4-FFF2-40B4-BE49-F238E27FC236}">
                  <a16:creationId xmlns:a16="http://schemas.microsoft.com/office/drawing/2014/main" id="{4B433004-3434-BF55-F526-D281255737DA}"/>
                </a:ext>
              </a:extLst>
            </p:cNvPr>
            <p:cNvSpPr txBox="1">
              <a:spLocks noChangeArrowheads="1"/>
            </p:cNvSpPr>
            <p:nvPr/>
          </p:nvSpPr>
          <p:spPr bwMode="auto">
            <a:xfrm>
              <a:off x="5645725" y="4239490"/>
              <a:ext cx="7620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1600"/>
                <a:t>s</a:t>
              </a:r>
              <a:r>
                <a:rPr lang="en-US" altLang="en-US" sz="1600" baseline="-25000"/>
                <a:t>21</a:t>
              </a:r>
              <a:endParaRPr lang="en-US" altLang="en-US" sz="1600"/>
            </a:p>
          </p:txBody>
        </p:sp>
        <p:sp>
          <p:nvSpPr>
            <p:cNvPr id="116811" name="Text Box 45">
              <a:extLst>
                <a:ext uri="{FF2B5EF4-FFF2-40B4-BE49-F238E27FC236}">
                  <a16:creationId xmlns:a16="http://schemas.microsoft.com/office/drawing/2014/main" id="{EFAC70AD-551D-5E31-B1E9-E7BB3B656D0A}"/>
                </a:ext>
              </a:extLst>
            </p:cNvPr>
            <p:cNvSpPr txBox="1">
              <a:spLocks noChangeArrowheads="1"/>
            </p:cNvSpPr>
            <p:nvPr/>
          </p:nvSpPr>
          <p:spPr bwMode="auto">
            <a:xfrm>
              <a:off x="7481460" y="5486400"/>
              <a:ext cx="762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p0</a:t>
              </a:r>
            </a:p>
          </p:txBody>
        </p:sp>
        <p:cxnSp>
          <p:nvCxnSpPr>
            <p:cNvPr id="116812" name="Straight Arrow Connector 80">
              <a:extLst>
                <a:ext uri="{FF2B5EF4-FFF2-40B4-BE49-F238E27FC236}">
                  <a16:creationId xmlns:a16="http://schemas.microsoft.com/office/drawing/2014/main" id="{F438AF64-1E35-1C6C-7066-9429049E720B}"/>
                </a:ext>
              </a:extLst>
            </p:cNvPr>
            <p:cNvCxnSpPr>
              <a:cxnSpLocks noChangeShapeType="1"/>
            </p:cNvCxnSpPr>
            <p:nvPr/>
          </p:nvCxnSpPr>
          <p:spPr bwMode="auto">
            <a:xfrm rot="5400000">
              <a:off x="7162800" y="5001490"/>
              <a:ext cx="914400" cy="1588"/>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cxnSp>
          <p:nvCxnSpPr>
            <p:cNvPr id="116813" name="Straight Arrow Connector 81">
              <a:extLst>
                <a:ext uri="{FF2B5EF4-FFF2-40B4-BE49-F238E27FC236}">
                  <a16:creationId xmlns:a16="http://schemas.microsoft.com/office/drawing/2014/main" id="{F9DB89A3-3A97-F3AF-9D02-8D6E8ACCAB7C}"/>
                </a:ext>
              </a:extLst>
            </p:cNvPr>
            <p:cNvCxnSpPr>
              <a:cxnSpLocks noChangeShapeType="1"/>
            </p:cNvCxnSpPr>
            <p:nvPr/>
          </p:nvCxnSpPr>
          <p:spPr bwMode="auto">
            <a:xfrm rot="5400000">
              <a:off x="6401594" y="5000696"/>
              <a:ext cx="914400" cy="1588"/>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16814" name="Text Box 45">
              <a:extLst>
                <a:ext uri="{FF2B5EF4-FFF2-40B4-BE49-F238E27FC236}">
                  <a16:creationId xmlns:a16="http://schemas.microsoft.com/office/drawing/2014/main" id="{6D0E01D9-5F73-2E89-F94F-9584752EB5A6}"/>
                </a:ext>
              </a:extLst>
            </p:cNvPr>
            <p:cNvSpPr txBox="1">
              <a:spLocks noChangeArrowheads="1"/>
            </p:cNvSpPr>
            <p:nvPr/>
          </p:nvSpPr>
          <p:spPr bwMode="auto">
            <a:xfrm>
              <a:off x="6636330" y="5486400"/>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p1</a:t>
              </a:r>
            </a:p>
          </p:txBody>
        </p:sp>
        <p:sp>
          <p:nvSpPr>
            <p:cNvPr id="116815" name="Text Box 45">
              <a:extLst>
                <a:ext uri="{FF2B5EF4-FFF2-40B4-BE49-F238E27FC236}">
                  <a16:creationId xmlns:a16="http://schemas.microsoft.com/office/drawing/2014/main" id="{9EE2D7F8-CF89-9BF3-FA98-D7AD75A2FD4F}"/>
                </a:ext>
              </a:extLst>
            </p:cNvPr>
            <p:cNvSpPr txBox="1">
              <a:spLocks noChangeArrowheads="1"/>
            </p:cNvSpPr>
            <p:nvPr/>
          </p:nvSpPr>
          <p:spPr bwMode="auto">
            <a:xfrm>
              <a:off x="5853550" y="5486400"/>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p2</a:t>
              </a:r>
            </a:p>
          </p:txBody>
        </p:sp>
        <p:cxnSp>
          <p:nvCxnSpPr>
            <p:cNvPr id="116816" name="Straight Arrow Connector 84">
              <a:extLst>
                <a:ext uri="{FF2B5EF4-FFF2-40B4-BE49-F238E27FC236}">
                  <a16:creationId xmlns:a16="http://schemas.microsoft.com/office/drawing/2014/main" id="{DEAB7FD1-22DC-F572-7F90-6EF543B5A4E1}"/>
                </a:ext>
              </a:extLst>
            </p:cNvPr>
            <p:cNvCxnSpPr>
              <a:cxnSpLocks noChangeShapeType="1"/>
            </p:cNvCxnSpPr>
            <p:nvPr/>
          </p:nvCxnSpPr>
          <p:spPr bwMode="auto">
            <a:xfrm rot="5400000">
              <a:off x="5563394" y="4993771"/>
              <a:ext cx="914400" cy="1588"/>
            </a:xfrm>
            <a:prstGeom prst="straightConnector1">
              <a:avLst/>
            </a:prstGeom>
            <a:noFill/>
            <a:ln w="9525" algn="ctr">
              <a:solidFill>
                <a:schemeClr val="tx1"/>
              </a:solidFill>
              <a:round/>
              <a:headEnd/>
              <a:tailEnd type="triangle" w="lg" len="lg"/>
            </a:ln>
            <a:extLst>
              <a:ext uri="{909E8E84-426E-40DD-AFC4-6F175D3DCCD1}">
                <a14:hiddenFill xmlns:a14="http://schemas.microsoft.com/office/drawing/2010/main">
                  <a:noFill/>
                </a14:hiddenFill>
              </a:ext>
            </a:extLst>
          </p:spPr>
        </p:cxnSp>
        <p:sp>
          <p:nvSpPr>
            <p:cNvPr id="116817" name="Text Box 45">
              <a:extLst>
                <a:ext uri="{FF2B5EF4-FFF2-40B4-BE49-F238E27FC236}">
                  <a16:creationId xmlns:a16="http://schemas.microsoft.com/office/drawing/2014/main" id="{EF38F9FD-8A0E-3033-2892-E4124B0E83CC}"/>
                </a:ext>
              </a:extLst>
            </p:cNvPr>
            <p:cNvSpPr txBox="1">
              <a:spLocks noChangeArrowheads="1"/>
            </p:cNvSpPr>
            <p:nvPr/>
          </p:nvSpPr>
          <p:spPr bwMode="auto">
            <a:xfrm>
              <a:off x="4876800" y="5486400"/>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p3</a:t>
              </a:r>
            </a:p>
          </p:txBody>
        </p:sp>
        <p:sp>
          <p:nvSpPr>
            <p:cNvPr id="116818" name="Text Box 45">
              <a:extLst>
                <a:ext uri="{FF2B5EF4-FFF2-40B4-BE49-F238E27FC236}">
                  <a16:creationId xmlns:a16="http://schemas.microsoft.com/office/drawing/2014/main" id="{21E1F60D-0C3A-FF4D-489F-78F24C895BA5}"/>
                </a:ext>
              </a:extLst>
            </p:cNvPr>
            <p:cNvSpPr txBox="1">
              <a:spLocks noChangeArrowheads="1"/>
            </p:cNvSpPr>
            <p:nvPr/>
          </p:nvSpPr>
          <p:spPr bwMode="auto">
            <a:xfrm>
              <a:off x="4003965" y="5493325"/>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p4</a:t>
              </a:r>
            </a:p>
          </p:txBody>
        </p:sp>
        <p:sp>
          <p:nvSpPr>
            <p:cNvPr id="116819" name="Text Box 45">
              <a:extLst>
                <a:ext uri="{FF2B5EF4-FFF2-40B4-BE49-F238E27FC236}">
                  <a16:creationId xmlns:a16="http://schemas.microsoft.com/office/drawing/2014/main" id="{BC68DD57-97D8-3A3A-DEF0-EE2DD4EE593F}"/>
                </a:ext>
              </a:extLst>
            </p:cNvPr>
            <p:cNvSpPr txBox="1">
              <a:spLocks noChangeArrowheads="1"/>
            </p:cNvSpPr>
            <p:nvPr/>
          </p:nvSpPr>
          <p:spPr bwMode="auto">
            <a:xfrm>
              <a:off x="3207330" y="5500255"/>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p5</a:t>
              </a:r>
            </a:p>
          </p:txBody>
        </p:sp>
        <p:sp>
          <p:nvSpPr>
            <p:cNvPr id="116820" name="Text Box 45">
              <a:extLst>
                <a:ext uri="{FF2B5EF4-FFF2-40B4-BE49-F238E27FC236}">
                  <a16:creationId xmlns:a16="http://schemas.microsoft.com/office/drawing/2014/main" id="{14163F32-8419-47D9-C6A1-5BF934681F64}"/>
                </a:ext>
              </a:extLst>
            </p:cNvPr>
            <p:cNvSpPr txBox="1">
              <a:spLocks noChangeArrowheads="1"/>
            </p:cNvSpPr>
            <p:nvPr/>
          </p:nvSpPr>
          <p:spPr bwMode="auto">
            <a:xfrm>
              <a:off x="2279075" y="5486400"/>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p6</a:t>
              </a:r>
            </a:p>
          </p:txBody>
        </p:sp>
        <p:sp>
          <p:nvSpPr>
            <p:cNvPr id="116821" name="Text Box 45">
              <a:extLst>
                <a:ext uri="{FF2B5EF4-FFF2-40B4-BE49-F238E27FC236}">
                  <a16:creationId xmlns:a16="http://schemas.microsoft.com/office/drawing/2014/main" id="{E3D3615E-18EF-D7F6-5446-7D43ECC47EE6}"/>
                </a:ext>
              </a:extLst>
            </p:cNvPr>
            <p:cNvSpPr txBox="1">
              <a:spLocks noChangeArrowheads="1"/>
            </p:cNvSpPr>
            <p:nvPr/>
          </p:nvSpPr>
          <p:spPr bwMode="auto">
            <a:xfrm>
              <a:off x="1558640" y="5486400"/>
              <a:ext cx="7620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p7</a:t>
              </a:r>
            </a:p>
          </p:txBody>
        </p:sp>
      </p:grpSp>
      <p:sp>
        <p:nvSpPr>
          <p:cNvPr id="2" name="Title 1">
            <a:extLst>
              <a:ext uri="{FF2B5EF4-FFF2-40B4-BE49-F238E27FC236}">
                <a16:creationId xmlns:a16="http://schemas.microsoft.com/office/drawing/2014/main" id="{1760BFE5-07DA-B685-2925-23FB8B60015C}"/>
              </a:ext>
            </a:extLst>
          </p:cNvPr>
          <p:cNvSpPr>
            <a:spLocks noGrp="1"/>
          </p:cNvSpPr>
          <p:nvPr>
            <p:ph type="title"/>
          </p:nvPr>
        </p:nvSpPr>
        <p:spPr/>
        <p:txBody>
          <a:bodyPr>
            <a:normAutofit/>
          </a:bodyPr>
          <a:lstStyle/>
          <a:p>
            <a:r>
              <a:rPr lang="en-US" dirty="0"/>
              <a:t>Wallace-tree Multiplier </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 name="Rectangle 4">
            <a:extLst>
              <a:ext uri="{FF2B5EF4-FFF2-40B4-BE49-F238E27FC236}">
                <a16:creationId xmlns:a16="http://schemas.microsoft.com/office/drawing/2014/main" id="{82721C65-AB16-47B2-9221-B572299877FC}"/>
              </a:ext>
            </a:extLst>
          </p:cNvPr>
          <p:cNvSpPr txBox="1">
            <a:spLocks noChangeArrowheads="1"/>
          </p:cNvSpPr>
          <p:nvPr/>
        </p:nvSpPr>
        <p:spPr bwMode="auto">
          <a:xfrm>
            <a:off x="1346202" y="1853088"/>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pSp>
        <p:nvGrpSpPr>
          <p:cNvPr id="117763" name="Group 139">
            <a:extLst>
              <a:ext uri="{FF2B5EF4-FFF2-40B4-BE49-F238E27FC236}">
                <a16:creationId xmlns:a16="http://schemas.microsoft.com/office/drawing/2014/main" id="{F46CCFBB-D5B8-1582-8FD2-484BB572CFBB}"/>
              </a:ext>
            </a:extLst>
          </p:cNvPr>
          <p:cNvGrpSpPr>
            <a:grpSpLocks/>
          </p:cNvGrpSpPr>
          <p:nvPr/>
        </p:nvGrpSpPr>
        <p:grpSpPr bwMode="auto">
          <a:xfrm>
            <a:off x="1828801" y="1133475"/>
            <a:ext cx="8582025" cy="4539576"/>
            <a:chOff x="192" y="480"/>
            <a:chExt cx="5406" cy="3181"/>
          </a:xfrm>
        </p:grpSpPr>
        <p:sp>
          <p:nvSpPr>
            <p:cNvPr id="102404" name="Text Box 6">
              <a:extLst>
                <a:ext uri="{FF2B5EF4-FFF2-40B4-BE49-F238E27FC236}">
                  <a16:creationId xmlns:a16="http://schemas.microsoft.com/office/drawing/2014/main" id="{CDEAD150-791B-4555-B943-3065AAB9B793}"/>
                </a:ext>
              </a:extLst>
            </p:cNvPr>
            <p:cNvSpPr txBox="1">
              <a:spLocks noChangeArrowheads="1"/>
            </p:cNvSpPr>
            <p:nvPr/>
          </p:nvSpPr>
          <p:spPr bwMode="auto">
            <a:xfrm>
              <a:off x="5173" y="480"/>
              <a:ext cx="425"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0</a:t>
              </a:r>
              <a:r>
                <a:rPr lang="en-US" sz="1600">
                  <a:latin typeface="Arial" charset="0"/>
                  <a:cs typeface="Arial" charset="0"/>
                </a:rPr>
                <a:t>b</a:t>
              </a:r>
              <a:r>
                <a:rPr lang="en-US" sz="1600" baseline="-25000">
                  <a:latin typeface="Arial" charset="0"/>
                  <a:cs typeface="Arial" charset="0"/>
                </a:rPr>
                <a:t>0</a:t>
              </a:r>
            </a:p>
          </p:txBody>
        </p:sp>
        <p:sp>
          <p:nvSpPr>
            <p:cNvPr id="102405" name="Text Box 7">
              <a:extLst>
                <a:ext uri="{FF2B5EF4-FFF2-40B4-BE49-F238E27FC236}">
                  <a16:creationId xmlns:a16="http://schemas.microsoft.com/office/drawing/2014/main" id="{A21C1E8E-675C-4536-9855-D27EF18167C0}"/>
                </a:ext>
              </a:extLst>
            </p:cNvPr>
            <p:cNvSpPr txBox="1">
              <a:spLocks noChangeArrowheads="1"/>
            </p:cNvSpPr>
            <p:nvPr/>
          </p:nvSpPr>
          <p:spPr bwMode="auto">
            <a:xfrm>
              <a:off x="4473" y="480"/>
              <a:ext cx="426"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1</a:t>
              </a:r>
              <a:r>
                <a:rPr lang="en-US" sz="1600">
                  <a:latin typeface="Arial" charset="0"/>
                  <a:cs typeface="Arial" charset="0"/>
                </a:rPr>
                <a:t>b</a:t>
              </a:r>
              <a:r>
                <a:rPr lang="en-US" sz="1600" baseline="-25000">
                  <a:latin typeface="Arial" charset="0"/>
                  <a:cs typeface="Arial" charset="0"/>
                </a:rPr>
                <a:t>0</a:t>
              </a:r>
            </a:p>
          </p:txBody>
        </p:sp>
        <p:sp>
          <p:nvSpPr>
            <p:cNvPr id="102406" name="Text Box 8">
              <a:extLst>
                <a:ext uri="{FF2B5EF4-FFF2-40B4-BE49-F238E27FC236}">
                  <a16:creationId xmlns:a16="http://schemas.microsoft.com/office/drawing/2014/main" id="{F700D5AA-57F0-44F2-A2DB-03A359980B59}"/>
                </a:ext>
              </a:extLst>
            </p:cNvPr>
            <p:cNvSpPr txBox="1">
              <a:spLocks noChangeArrowheads="1"/>
            </p:cNvSpPr>
            <p:nvPr/>
          </p:nvSpPr>
          <p:spPr bwMode="auto">
            <a:xfrm>
              <a:off x="3773" y="480"/>
              <a:ext cx="424"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2</a:t>
              </a:r>
              <a:r>
                <a:rPr lang="en-US" sz="1600">
                  <a:latin typeface="Arial" charset="0"/>
                  <a:cs typeface="Arial" charset="0"/>
                </a:rPr>
                <a:t>b</a:t>
              </a:r>
              <a:r>
                <a:rPr lang="en-US" sz="1600" baseline="-25000">
                  <a:latin typeface="Arial" charset="0"/>
                  <a:cs typeface="Arial" charset="0"/>
                </a:rPr>
                <a:t>0</a:t>
              </a:r>
            </a:p>
          </p:txBody>
        </p:sp>
        <p:sp>
          <p:nvSpPr>
            <p:cNvPr id="102407" name="Text Box 9">
              <a:extLst>
                <a:ext uri="{FF2B5EF4-FFF2-40B4-BE49-F238E27FC236}">
                  <a16:creationId xmlns:a16="http://schemas.microsoft.com/office/drawing/2014/main" id="{66165E98-C712-4BE0-8F81-1CD415DB187A}"/>
                </a:ext>
              </a:extLst>
            </p:cNvPr>
            <p:cNvSpPr txBox="1">
              <a:spLocks noChangeArrowheads="1"/>
            </p:cNvSpPr>
            <p:nvPr/>
          </p:nvSpPr>
          <p:spPr bwMode="auto">
            <a:xfrm>
              <a:off x="3040" y="487"/>
              <a:ext cx="425" cy="226"/>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0</a:t>
              </a:r>
            </a:p>
          </p:txBody>
        </p:sp>
        <p:sp>
          <p:nvSpPr>
            <p:cNvPr id="117768" name="Text Box 11">
              <a:extLst>
                <a:ext uri="{FF2B5EF4-FFF2-40B4-BE49-F238E27FC236}">
                  <a16:creationId xmlns:a16="http://schemas.microsoft.com/office/drawing/2014/main" id="{FD55EC9E-68B4-3CD3-3AFE-BDB3AD8E1752}"/>
                </a:ext>
              </a:extLst>
            </p:cNvPr>
            <p:cNvSpPr txBox="1">
              <a:spLocks noChangeArrowheads="1"/>
            </p:cNvSpPr>
            <p:nvPr/>
          </p:nvSpPr>
          <p:spPr bwMode="auto">
            <a:xfrm>
              <a:off x="4500" y="895"/>
              <a:ext cx="425" cy="225"/>
            </a:xfrm>
            <a:prstGeom prst="rect">
              <a:avLst/>
            </a:prstGeom>
            <a:solidFill>
              <a:schemeClr val="accent1">
                <a:lumMod val="40000"/>
                <a:lumOff val="60000"/>
                <a:alpha val="59999"/>
              </a:schemeClr>
            </a:solidFill>
            <a:ln w="2857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dirty="0"/>
                <a:t>a</a:t>
              </a:r>
              <a:r>
                <a:rPr lang="en-US" altLang="en-US" sz="1600" baseline="-25000" dirty="0"/>
                <a:t>0</a:t>
              </a:r>
              <a:r>
                <a:rPr lang="en-US" altLang="en-US" sz="1600" dirty="0"/>
                <a:t>b</a:t>
              </a:r>
              <a:r>
                <a:rPr lang="en-US" altLang="en-US" sz="1600" baseline="-25000" dirty="0"/>
                <a:t>1</a:t>
              </a:r>
            </a:p>
          </p:txBody>
        </p:sp>
        <p:sp>
          <p:nvSpPr>
            <p:cNvPr id="117769" name="Text Box 12">
              <a:extLst>
                <a:ext uri="{FF2B5EF4-FFF2-40B4-BE49-F238E27FC236}">
                  <a16:creationId xmlns:a16="http://schemas.microsoft.com/office/drawing/2014/main" id="{6002C0CE-4BBD-8425-DB5E-E6414A9889A8}"/>
                </a:ext>
              </a:extLst>
            </p:cNvPr>
            <p:cNvSpPr txBox="1">
              <a:spLocks noChangeArrowheads="1"/>
            </p:cNvSpPr>
            <p:nvPr/>
          </p:nvSpPr>
          <p:spPr bwMode="auto">
            <a:xfrm>
              <a:off x="3782" y="895"/>
              <a:ext cx="426" cy="225"/>
            </a:xfrm>
            <a:prstGeom prst="rect">
              <a:avLst/>
            </a:prstGeom>
            <a:solidFill>
              <a:schemeClr val="accent1">
                <a:lumMod val="40000"/>
                <a:lumOff val="60000"/>
                <a:alpha val="59999"/>
              </a:schemeClr>
            </a:solidFill>
            <a:ln w="2857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dirty="0"/>
                <a:t>a</a:t>
              </a:r>
              <a:r>
                <a:rPr lang="en-US" altLang="en-US" sz="1600" baseline="-25000" dirty="0"/>
                <a:t>1</a:t>
              </a:r>
              <a:r>
                <a:rPr lang="en-US" altLang="en-US" sz="1600" dirty="0"/>
                <a:t>b</a:t>
              </a:r>
              <a:r>
                <a:rPr lang="en-US" altLang="en-US" sz="1600" baseline="-25000" dirty="0"/>
                <a:t>1</a:t>
              </a:r>
            </a:p>
          </p:txBody>
        </p:sp>
        <p:sp>
          <p:nvSpPr>
            <p:cNvPr id="117770" name="Text Box 13">
              <a:extLst>
                <a:ext uri="{FF2B5EF4-FFF2-40B4-BE49-F238E27FC236}">
                  <a16:creationId xmlns:a16="http://schemas.microsoft.com/office/drawing/2014/main" id="{A8850D2C-21C1-F4C2-C8E7-8432F5EDCA5F}"/>
                </a:ext>
              </a:extLst>
            </p:cNvPr>
            <p:cNvSpPr txBox="1">
              <a:spLocks noChangeArrowheads="1"/>
            </p:cNvSpPr>
            <p:nvPr/>
          </p:nvSpPr>
          <p:spPr bwMode="auto">
            <a:xfrm>
              <a:off x="3048" y="895"/>
              <a:ext cx="426" cy="225"/>
            </a:xfrm>
            <a:prstGeom prst="rect">
              <a:avLst/>
            </a:prstGeom>
            <a:solidFill>
              <a:schemeClr val="accent1">
                <a:lumMod val="40000"/>
                <a:lumOff val="60000"/>
                <a:alpha val="59999"/>
              </a:schemeClr>
            </a:solidFill>
            <a:ln w="28575">
              <a:solidFill>
                <a:srgbClr val="000000"/>
              </a:solidFill>
              <a:miter lim="800000"/>
              <a:headEnd/>
              <a:tailEnd/>
            </a:ln>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r>
                <a:rPr lang="en-US" altLang="en-US" sz="1600"/>
                <a:t>a</a:t>
              </a:r>
              <a:r>
                <a:rPr lang="en-US" altLang="en-US" sz="1600" baseline="-25000"/>
                <a:t>2</a:t>
              </a:r>
              <a:r>
                <a:rPr lang="en-US" altLang="en-US" sz="1600"/>
                <a:t>b</a:t>
              </a:r>
              <a:r>
                <a:rPr lang="en-US" altLang="en-US" sz="1600" baseline="-25000"/>
                <a:t>1</a:t>
              </a:r>
            </a:p>
          </p:txBody>
        </p:sp>
        <p:sp>
          <p:nvSpPr>
            <p:cNvPr id="102411" name="Text Box 14">
              <a:extLst>
                <a:ext uri="{FF2B5EF4-FFF2-40B4-BE49-F238E27FC236}">
                  <a16:creationId xmlns:a16="http://schemas.microsoft.com/office/drawing/2014/main" id="{3917DCCB-85BB-49D9-A797-23541242DF21}"/>
                </a:ext>
              </a:extLst>
            </p:cNvPr>
            <p:cNvSpPr txBox="1">
              <a:spLocks noChangeArrowheads="1"/>
            </p:cNvSpPr>
            <p:nvPr/>
          </p:nvSpPr>
          <p:spPr bwMode="auto">
            <a:xfrm>
              <a:off x="2324" y="895"/>
              <a:ext cx="424"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1</a:t>
              </a:r>
            </a:p>
          </p:txBody>
        </p:sp>
        <p:sp>
          <p:nvSpPr>
            <p:cNvPr id="117772" name="Line 16">
              <a:extLst>
                <a:ext uri="{FF2B5EF4-FFF2-40B4-BE49-F238E27FC236}">
                  <a16:creationId xmlns:a16="http://schemas.microsoft.com/office/drawing/2014/main" id="{ABF70AAB-2816-6A1B-A8D5-4CB27B93B3C8}"/>
                </a:ext>
              </a:extLst>
            </p:cNvPr>
            <p:cNvSpPr>
              <a:spLocks noChangeShapeType="1"/>
            </p:cNvSpPr>
            <p:nvPr/>
          </p:nvSpPr>
          <p:spPr bwMode="auto">
            <a:xfrm flipH="1">
              <a:off x="4856" y="1190"/>
              <a:ext cx="0" cy="65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73" name="Line 17">
              <a:extLst>
                <a:ext uri="{FF2B5EF4-FFF2-40B4-BE49-F238E27FC236}">
                  <a16:creationId xmlns:a16="http://schemas.microsoft.com/office/drawing/2014/main" id="{9184ACE1-91B4-7791-F587-03BE43F1964B}"/>
                </a:ext>
              </a:extLst>
            </p:cNvPr>
            <p:cNvSpPr>
              <a:spLocks noChangeShapeType="1"/>
            </p:cNvSpPr>
            <p:nvPr/>
          </p:nvSpPr>
          <p:spPr bwMode="auto">
            <a:xfrm>
              <a:off x="4854" y="1190"/>
              <a:ext cx="21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74" name="Line 18">
              <a:extLst>
                <a:ext uri="{FF2B5EF4-FFF2-40B4-BE49-F238E27FC236}">
                  <a16:creationId xmlns:a16="http://schemas.microsoft.com/office/drawing/2014/main" id="{76E557C7-EEB8-207A-4B8D-EFE68BF915A3}"/>
                </a:ext>
              </a:extLst>
            </p:cNvPr>
            <p:cNvSpPr>
              <a:spLocks noChangeShapeType="1"/>
            </p:cNvSpPr>
            <p:nvPr/>
          </p:nvSpPr>
          <p:spPr bwMode="auto">
            <a:xfrm>
              <a:off x="4686" y="705"/>
              <a:ext cx="0" cy="8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75" name="Line 19">
              <a:extLst>
                <a:ext uri="{FF2B5EF4-FFF2-40B4-BE49-F238E27FC236}">
                  <a16:creationId xmlns:a16="http://schemas.microsoft.com/office/drawing/2014/main" id="{3A27B8CE-1585-F975-3751-73BBEA145DF4}"/>
                </a:ext>
              </a:extLst>
            </p:cNvPr>
            <p:cNvSpPr>
              <a:spLocks noChangeShapeType="1"/>
            </p:cNvSpPr>
            <p:nvPr/>
          </p:nvSpPr>
          <p:spPr bwMode="auto">
            <a:xfrm>
              <a:off x="4686" y="796"/>
              <a:ext cx="383"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76" name="Line 20">
              <a:extLst>
                <a:ext uri="{FF2B5EF4-FFF2-40B4-BE49-F238E27FC236}">
                  <a16:creationId xmlns:a16="http://schemas.microsoft.com/office/drawing/2014/main" id="{42B89632-DABA-35BC-62C6-818840642AF8}"/>
                </a:ext>
              </a:extLst>
            </p:cNvPr>
            <p:cNvSpPr>
              <a:spLocks noChangeShapeType="1"/>
            </p:cNvSpPr>
            <p:nvPr/>
          </p:nvSpPr>
          <p:spPr bwMode="auto">
            <a:xfrm>
              <a:off x="5067" y="796"/>
              <a:ext cx="0" cy="39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77" name="Line 24">
              <a:extLst>
                <a:ext uri="{FF2B5EF4-FFF2-40B4-BE49-F238E27FC236}">
                  <a16:creationId xmlns:a16="http://schemas.microsoft.com/office/drawing/2014/main" id="{9BD15872-DF28-93D5-E774-BBE452BF1598}"/>
                </a:ext>
              </a:extLst>
            </p:cNvPr>
            <p:cNvSpPr>
              <a:spLocks noChangeShapeType="1"/>
            </p:cNvSpPr>
            <p:nvPr/>
          </p:nvSpPr>
          <p:spPr bwMode="auto">
            <a:xfrm>
              <a:off x="3978" y="712"/>
              <a:ext cx="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78" name="Line 25">
              <a:extLst>
                <a:ext uri="{FF2B5EF4-FFF2-40B4-BE49-F238E27FC236}">
                  <a16:creationId xmlns:a16="http://schemas.microsoft.com/office/drawing/2014/main" id="{E0ACEB37-7222-09F9-0FD1-740CE276C27D}"/>
                </a:ext>
              </a:extLst>
            </p:cNvPr>
            <p:cNvSpPr>
              <a:spLocks noChangeShapeType="1"/>
            </p:cNvSpPr>
            <p:nvPr/>
          </p:nvSpPr>
          <p:spPr bwMode="auto">
            <a:xfrm>
              <a:off x="3970" y="803"/>
              <a:ext cx="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79" name="Line 26">
              <a:extLst>
                <a:ext uri="{FF2B5EF4-FFF2-40B4-BE49-F238E27FC236}">
                  <a16:creationId xmlns:a16="http://schemas.microsoft.com/office/drawing/2014/main" id="{7BC11963-2602-33C6-A79C-1DA83268232C}"/>
                </a:ext>
              </a:extLst>
            </p:cNvPr>
            <p:cNvSpPr>
              <a:spLocks noChangeShapeType="1"/>
            </p:cNvSpPr>
            <p:nvPr/>
          </p:nvSpPr>
          <p:spPr bwMode="auto">
            <a:xfrm flipH="1">
              <a:off x="4409" y="796"/>
              <a:ext cx="8" cy="92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80" name="Line 30">
              <a:extLst>
                <a:ext uri="{FF2B5EF4-FFF2-40B4-BE49-F238E27FC236}">
                  <a16:creationId xmlns:a16="http://schemas.microsoft.com/office/drawing/2014/main" id="{FDA756AF-9DF7-F323-7B54-CC6392388AAD}"/>
                </a:ext>
              </a:extLst>
            </p:cNvPr>
            <p:cNvSpPr>
              <a:spLocks noChangeShapeType="1"/>
            </p:cNvSpPr>
            <p:nvPr/>
          </p:nvSpPr>
          <p:spPr bwMode="auto">
            <a:xfrm>
              <a:off x="3257" y="712"/>
              <a:ext cx="0" cy="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81" name="Line 31">
              <a:extLst>
                <a:ext uri="{FF2B5EF4-FFF2-40B4-BE49-F238E27FC236}">
                  <a16:creationId xmlns:a16="http://schemas.microsoft.com/office/drawing/2014/main" id="{972D1EC9-F63A-D7B5-D008-7250DDE8261A}"/>
                </a:ext>
              </a:extLst>
            </p:cNvPr>
            <p:cNvSpPr>
              <a:spLocks noChangeShapeType="1"/>
            </p:cNvSpPr>
            <p:nvPr/>
          </p:nvSpPr>
          <p:spPr bwMode="auto">
            <a:xfrm>
              <a:off x="3249" y="803"/>
              <a:ext cx="44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782" name="Line 32">
              <a:extLst>
                <a:ext uri="{FF2B5EF4-FFF2-40B4-BE49-F238E27FC236}">
                  <a16:creationId xmlns:a16="http://schemas.microsoft.com/office/drawing/2014/main" id="{52C5956A-32BB-B11A-35F3-789723F2B6A6}"/>
                </a:ext>
              </a:extLst>
            </p:cNvPr>
            <p:cNvSpPr>
              <a:spLocks noChangeShapeType="1"/>
            </p:cNvSpPr>
            <p:nvPr/>
          </p:nvSpPr>
          <p:spPr bwMode="auto">
            <a:xfrm>
              <a:off x="3700" y="803"/>
              <a:ext cx="0" cy="92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3447" name="Text Box 33">
              <a:extLst>
                <a:ext uri="{FF2B5EF4-FFF2-40B4-BE49-F238E27FC236}">
                  <a16:creationId xmlns:a16="http://schemas.microsoft.com/office/drawing/2014/main" id="{66783DE2-78AC-46B5-B981-ECB545CB09E8}"/>
                </a:ext>
              </a:extLst>
            </p:cNvPr>
            <p:cNvSpPr txBox="1">
              <a:spLocks noChangeArrowheads="1"/>
            </p:cNvSpPr>
            <p:nvPr/>
          </p:nvSpPr>
          <p:spPr bwMode="auto">
            <a:xfrm>
              <a:off x="4528" y="1850"/>
              <a:ext cx="425" cy="226"/>
            </a:xfrm>
            <a:prstGeom prst="rect">
              <a:avLst/>
            </a:prstGeom>
            <a:solidFill>
              <a:schemeClr val="accent1">
                <a:lumMod val="60000"/>
                <a:lumOff val="40000"/>
              </a:schemeClr>
            </a:solidFill>
            <a:ln w="28575">
              <a:solidFill>
                <a:srgbClr val="000000"/>
              </a:solidFill>
              <a:miter lim="800000"/>
              <a:headEnd/>
              <a:tailEnd/>
            </a:ln>
          </p:spPr>
          <p:txBody>
            <a:bodyPr/>
            <a:lstStyle/>
            <a:p>
              <a:pPr>
                <a:defRPr/>
              </a:pPr>
              <a:r>
                <a:rPr lang="en-US" sz="1600">
                  <a:latin typeface="Arial" charset="0"/>
                  <a:cs typeface="Arial" charset="0"/>
                </a:rPr>
                <a:t>+</a:t>
              </a:r>
            </a:p>
          </p:txBody>
        </p:sp>
        <p:sp>
          <p:nvSpPr>
            <p:cNvPr id="117784" name="Line 38">
              <a:extLst>
                <a:ext uri="{FF2B5EF4-FFF2-40B4-BE49-F238E27FC236}">
                  <a16:creationId xmlns:a16="http://schemas.microsoft.com/office/drawing/2014/main" id="{81918F2E-2660-6597-FECB-24CF931A2F2F}"/>
                </a:ext>
              </a:extLst>
            </p:cNvPr>
            <p:cNvSpPr>
              <a:spLocks noChangeShapeType="1"/>
            </p:cNvSpPr>
            <p:nvPr/>
          </p:nvSpPr>
          <p:spPr bwMode="auto">
            <a:xfrm>
              <a:off x="3999" y="1127"/>
              <a:ext cx="0" cy="1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117785" name="Line 39">
              <a:extLst>
                <a:ext uri="{FF2B5EF4-FFF2-40B4-BE49-F238E27FC236}">
                  <a16:creationId xmlns:a16="http://schemas.microsoft.com/office/drawing/2014/main" id="{B7C5E1CD-6B34-91A2-A3A8-89BC442D67D3}"/>
                </a:ext>
              </a:extLst>
            </p:cNvPr>
            <p:cNvSpPr>
              <a:spLocks noChangeShapeType="1"/>
            </p:cNvSpPr>
            <p:nvPr/>
          </p:nvSpPr>
          <p:spPr bwMode="auto">
            <a:xfrm>
              <a:off x="4694" y="1120"/>
              <a:ext cx="0" cy="72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86" name="Line 93">
              <a:extLst>
                <a:ext uri="{FF2B5EF4-FFF2-40B4-BE49-F238E27FC236}">
                  <a16:creationId xmlns:a16="http://schemas.microsoft.com/office/drawing/2014/main" id="{9A5238EB-B48B-A8E9-4037-AA5B01B4E2FC}"/>
                </a:ext>
              </a:extLst>
            </p:cNvPr>
            <p:cNvSpPr>
              <a:spLocks noChangeShapeType="1"/>
            </p:cNvSpPr>
            <p:nvPr/>
          </p:nvSpPr>
          <p:spPr bwMode="auto">
            <a:xfrm flipH="1">
              <a:off x="5388" y="702"/>
              <a:ext cx="0" cy="286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87" name="Line 95">
              <a:extLst>
                <a:ext uri="{FF2B5EF4-FFF2-40B4-BE49-F238E27FC236}">
                  <a16:creationId xmlns:a16="http://schemas.microsoft.com/office/drawing/2014/main" id="{08946BAD-3577-6518-A0B8-48FFD41DC04C}"/>
                </a:ext>
              </a:extLst>
            </p:cNvPr>
            <p:cNvSpPr>
              <a:spLocks noChangeShapeType="1"/>
            </p:cNvSpPr>
            <p:nvPr/>
          </p:nvSpPr>
          <p:spPr bwMode="auto">
            <a:xfrm flipH="1">
              <a:off x="4748" y="2066"/>
              <a:ext cx="0" cy="149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88" name="Line 97">
              <a:extLst>
                <a:ext uri="{FF2B5EF4-FFF2-40B4-BE49-F238E27FC236}">
                  <a16:creationId xmlns:a16="http://schemas.microsoft.com/office/drawing/2014/main" id="{32A83E12-5C43-559A-1CB8-9C779AB4EE14}"/>
                </a:ext>
              </a:extLst>
            </p:cNvPr>
            <p:cNvSpPr>
              <a:spLocks noChangeShapeType="1"/>
            </p:cNvSpPr>
            <p:nvPr/>
          </p:nvSpPr>
          <p:spPr bwMode="auto">
            <a:xfrm flipH="1">
              <a:off x="4063" y="2959"/>
              <a:ext cx="1" cy="589"/>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89" name="Line 99">
              <a:extLst>
                <a:ext uri="{FF2B5EF4-FFF2-40B4-BE49-F238E27FC236}">
                  <a16:creationId xmlns:a16="http://schemas.microsoft.com/office/drawing/2014/main" id="{7427C19B-435F-F7B9-2F09-FF48040BBBAC}"/>
                </a:ext>
              </a:extLst>
            </p:cNvPr>
            <p:cNvSpPr>
              <a:spLocks noChangeShapeType="1"/>
            </p:cNvSpPr>
            <p:nvPr/>
          </p:nvSpPr>
          <p:spPr bwMode="auto">
            <a:xfrm>
              <a:off x="3303" y="3389"/>
              <a:ext cx="0" cy="176"/>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90" name="Line 143">
              <a:extLst>
                <a:ext uri="{FF2B5EF4-FFF2-40B4-BE49-F238E27FC236}">
                  <a16:creationId xmlns:a16="http://schemas.microsoft.com/office/drawing/2014/main" id="{DE227FF4-EB2E-6E0F-B57E-06EFEDA01E72}"/>
                </a:ext>
              </a:extLst>
            </p:cNvPr>
            <p:cNvSpPr>
              <a:spLocks noChangeShapeType="1"/>
            </p:cNvSpPr>
            <p:nvPr/>
          </p:nvSpPr>
          <p:spPr bwMode="auto">
            <a:xfrm>
              <a:off x="512" y="3264"/>
              <a:ext cx="0" cy="292"/>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91" name="Line 144">
              <a:extLst>
                <a:ext uri="{FF2B5EF4-FFF2-40B4-BE49-F238E27FC236}">
                  <a16:creationId xmlns:a16="http://schemas.microsoft.com/office/drawing/2014/main" id="{4132D1C2-6DF3-D7DE-9C81-578F1F045C5E}"/>
                </a:ext>
              </a:extLst>
            </p:cNvPr>
            <p:cNvSpPr>
              <a:spLocks noChangeShapeType="1"/>
            </p:cNvSpPr>
            <p:nvPr/>
          </p:nvSpPr>
          <p:spPr bwMode="auto">
            <a:xfrm>
              <a:off x="2541" y="3389"/>
              <a:ext cx="0" cy="177"/>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792" name="Line 145">
              <a:extLst>
                <a:ext uri="{FF2B5EF4-FFF2-40B4-BE49-F238E27FC236}">
                  <a16:creationId xmlns:a16="http://schemas.microsoft.com/office/drawing/2014/main" id="{8AED9174-7D36-AFD4-2078-46C31B297BF2}"/>
                </a:ext>
              </a:extLst>
            </p:cNvPr>
            <p:cNvSpPr>
              <a:spLocks noChangeShapeType="1"/>
            </p:cNvSpPr>
            <p:nvPr/>
          </p:nvSpPr>
          <p:spPr bwMode="auto">
            <a:xfrm>
              <a:off x="1794" y="3396"/>
              <a:ext cx="0" cy="185"/>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33" name="Text Box 153">
              <a:extLst>
                <a:ext uri="{FF2B5EF4-FFF2-40B4-BE49-F238E27FC236}">
                  <a16:creationId xmlns:a16="http://schemas.microsoft.com/office/drawing/2014/main" id="{0BFBC811-BAE3-4254-88D0-8850B482DC71}"/>
                </a:ext>
              </a:extLst>
            </p:cNvPr>
            <p:cNvSpPr txBox="1">
              <a:spLocks noChangeArrowheads="1"/>
            </p:cNvSpPr>
            <p:nvPr/>
          </p:nvSpPr>
          <p:spPr bwMode="auto">
            <a:xfrm>
              <a:off x="3806" y="1384"/>
              <a:ext cx="425" cy="226"/>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0</a:t>
              </a:r>
              <a:r>
                <a:rPr lang="en-US" sz="1600">
                  <a:latin typeface="Arial" charset="0"/>
                  <a:cs typeface="Arial" charset="0"/>
                </a:rPr>
                <a:t>b</a:t>
              </a:r>
              <a:r>
                <a:rPr lang="en-US" sz="1600" baseline="-25000">
                  <a:latin typeface="Arial" charset="0"/>
                  <a:cs typeface="Arial" charset="0"/>
                </a:rPr>
                <a:t>2</a:t>
              </a:r>
            </a:p>
          </p:txBody>
        </p:sp>
        <p:sp>
          <p:nvSpPr>
            <p:cNvPr id="102434" name="Text Box 154">
              <a:extLst>
                <a:ext uri="{FF2B5EF4-FFF2-40B4-BE49-F238E27FC236}">
                  <a16:creationId xmlns:a16="http://schemas.microsoft.com/office/drawing/2014/main" id="{D5852063-FB42-4C9E-A9CC-E75EAF0F2C5E}"/>
                </a:ext>
              </a:extLst>
            </p:cNvPr>
            <p:cNvSpPr txBox="1">
              <a:spLocks noChangeArrowheads="1"/>
            </p:cNvSpPr>
            <p:nvPr/>
          </p:nvSpPr>
          <p:spPr bwMode="auto">
            <a:xfrm>
              <a:off x="3047" y="1372"/>
              <a:ext cx="426" cy="226"/>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1</a:t>
              </a:r>
              <a:r>
                <a:rPr lang="en-US" sz="1600">
                  <a:latin typeface="Arial" charset="0"/>
                  <a:cs typeface="Arial" charset="0"/>
                </a:rPr>
                <a:t>b</a:t>
              </a:r>
              <a:r>
                <a:rPr lang="en-US" sz="1600" baseline="-25000">
                  <a:latin typeface="Arial" charset="0"/>
                  <a:cs typeface="Arial" charset="0"/>
                </a:rPr>
                <a:t>2</a:t>
              </a:r>
            </a:p>
          </p:txBody>
        </p:sp>
        <p:sp>
          <p:nvSpPr>
            <p:cNvPr id="102435" name="Text Box 155">
              <a:extLst>
                <a:ext uri="{FF2B5EF4-FFF2-40B4-BE49-F238E27FC236}">
                  <a16:creationId xmlns:a16="http://schemas.microsoft.com/office/drawing/2014/main" id="{ED4DF633-4DD8-4B4D-A203-AE388E830B47}"/>
                </a:ext>
              </a:extLst>
            </p:cNvPr>
            <p:cNvSpPr txBox="1">
              <a:spLocks noChangeArrowheads="1"/>
            </p:cNvSpPr>
            <p:nvPr/>
          </p:nvSpPr>
          <p:spPr bwMode="auto">
            <a:xfrm>
              <a:off x="2328" y="1365"/>
              <a:ext cx="425"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2</a:t>
              </a:r>
              <a:r>
                <a:rPr lang="en-US" sz="1600">
                  <a:latin typeface="Arial" charset="0"/>
                  <a:cs typeface="Arial" charset="0"/>
                </a:rPr>
                <a:t>b</a:t>
              </a:r>
              <a:r>
                <a:rPr lang="en-US" sz="1600" baseline="-25000">
                  <a:latin typeface="Arial" charset="0"/>
                  <a:cs typeface="Arial" charset="0"/>
                </a:rPr>
                <a:t>2</a:t>
              </a:r>
            </a:p>
          </p:txBody>
        </p:sp>
        <p:sp>
          <p:nvSpPr>
            <p:cNvPr id="102436" name="Text Box 156">
              <a:extLst>
                <a:ext uri="{FF2B5EF4-FFF2-40B4-BE49-F238E27FC236}">
                  <a16:creationId xmlns:a16="http://schemas.microsoft.com/office/drawing/2014/main" id="{0E93889D-DD4F-40A9-8F2A-12309F806800}"/>
                </a:ext>
              </a:extLst>
            </p:cNvPr>
            <p:cNvSpPr txBox="1">
              <a:spLocks noChangeArrowheads="1"/>
            </p:cNvSpPr>
            <p:nvPr/>
          </p:nvSpPr>
          <p:spPr bwMode="auto">
            <a:xfrm>
              <a:off x="1577" y="1372"/>
              <a:ext cx="426" cy="226"/>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2</a:t>
              </a:r>
            </a:p>
          </p:txBody>
        </p:sp>
        <p:sp>
          <p:nvSpPr>
            <p:cNvPr id="103461" name="Text Box 157">
              <a:extLst>
                <a:ext uri="{FF2B5EF4-FFF2-40B4-BE49-F238E27FC236}">
                  <a16:creationId xmlns:a16="http://schemas.microsoft.com/office/drawing/2014/main" id="{17C7F57E-F4E3-4DA6-B2D0-8E0FF78A5BDD}"/>
                </a:ext>
              </a:extLst>
            </p:cNvPr>
            <p:cNvSpPr txBox="1">
              <a:spLocks noChangeArrowheads="1"/>
            </p:cNvSpPr>
            <p:nvPr/>
          </p:nvSpPr>
          <p:spPr bwMode="auto">
            <a:xfrm>
              <a:off x="3816" y="1850"/>
              <a:ext cx="425" cy="226"/>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03462" name="Text Box 158">
              <a:extLst>
                <a:ext uri="{FF2B5EF4-FFF2-40B4-BE49-F238E27FC236}">
                  <a16:creationId xmlns:a16="http://schemas.microsoft.com/office/drawing/2014/main" id="{E6D7D28C-5714-4542-9ED4-93486C58AF1B}"/>
                </a:ext>
              </a:extLst>
            </p:cNvPr>
            <p:cNvSpPr txBox="1">
              <a:spLocks noChangeArrowheads="1"/>
            </p:cNvSpPr>
            <p:nvPr/>
          </p:nvSpPr>
          <p:spPr bwMode="auto">
            <a:xfrm>
              <a:off x="3042" y="1849"/>
              <a:ext cx="424" cy="226"/>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03463" name="Text Box 159">
              <a:extLst>
                <a:ext uri="{FF2B5EF4-FFF2-40B4-BE49-F238E27FC236}">
                  <a16:creationId xmlns:a16="http://schemas.microsoft.com/office/drawing/2014/main" id="{2ADC81C0-9964-4F7A-ABDB-67A760F6D0DF}"/>
                </a:ext>
              </a:extLst>
            </p:cNvPr>
            <p:cNvSpPr txBox="1">
              <a:spLocks noChangeArrowheads="1"/>
            </p:cNvSpPr>
            <p:nvPr/>
          </p:nvSpPr>
          <p:spPr bwMode="auto">
            <a:xfrm>
              <a:off x="2323" y="1843"/>
              <a:ext cx="424" cy="226"/>
            </a:xfrm>
            <a:prstGeom prst="rect">
              <a:avLst/>
            </a:prstGeom>
            <a:solidFill>
              <a:schemeClr val="accent1">
                <a:lumMod val="60000"/>
                <a:lumOff val="40000"/>
              </a:schemeClr>
            </a:solidFill>
            <a:ln w="28575">
              <a:solidFill>
                <a:srgbClr val="000000"/>
              </a:solidFill>
              <a:miter lim="800000"/>
              <a:headEnd/>
              <a:tailEnd/>
            </a:ln>
          </p:spPr>
          <p:txBody>
            <a:bodyPr/>
            <a:lstStyle/>
            <a:p>
              <a:pPr>
                <a:defRPr/>
              </a:pPr>
              <a:r>
                <a:rPr lang="en-US" sz="1600">
                  <a:latin typeface="Arial" charset="0"/>
                  <a:cs typeface="Arial" charset="0"/>
                </a:rPr>
                <a:t>+</a:t>
              </a:r>
            </a:p>
          </p:txBody>
        </p:sp>
        <p:sp>
          <p:nvSpPr>
            <p:cNvPr id="117800" name="Line 160">
              <a:extLst>
                <a:ext uri="{FF2B5EF4-FFF2-40B4-BE49-F238E27FC236}">
                  <a16:creationId xmlns:a16="http://schemas.microsoft.com/office/drawing/2014/main" id="{3C6DD4F5-7222-6C02-5101-F44206FF03E9}"/>
                </a:ext>
              </a:extLst>
            </p:cNvPr>
            <p:cNvSpPr>
              <a:spLocks noChangeShapeType="1"/>
            </p:cNvSpPr>
            <p:nvPr/>
          </p:nvSpPr>
          <p:spPr bwMode="auto">
            <a:xfrm>
              <a:off x="3994" y="1299"/>
              <a:ext cx="35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01" name="Line 161">
              <a:extLst>
                <a:ext uri="{FF2B5EF4-FFF2-40B4-BE49-F238E27FC236}">
                  <a16:creationId xmlns:a16="http://schemas.microsoft.com/office/drawing/2014/main" id="{77E6F58F-0F00-26E3-051E-EFFEEC7D659F}"/>
                </a:ext>
              </a:extLst>
            </p:cNvPr>
            <p:cNvSpPr>
              <a:spLocks noChangeShapeType="1"/>
            </p:cNvSpPr>
            <p:nvPr/>
          </p:nvSpPr>
          <p:spPr bwMode="auto">
            <a:xfrm>
              <a:off x="3357" y="1723"/>
              <a:ext cx="35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02" name="Line 162">
              <a:extLst>
                <a:ext uri="{FF2B5EF4-FFF2-40B4-BE49-F238E27FC236}">
                  <a16:creationId xmlns:a16="http://schemas.microsoft.com/office/drawing/2014/main" id="{4A856B34-AD16-6290-C399-4DA9FD6059FF}"/>
                </a:ext>
              </a:extLst>
            </p:cNvPr>
            <p:cNvSpPr>
              <a:spLocks noChangeShapeType="1"/>
            </p:cNvSpPr>
            <p:nvPr/>
          </p:nvSpPr>
          <p:spPr bwMode="auto">
            <a:xfrm>
              <a:off x="4172" y="1723"/>
              <a:ext cx="2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03" name="Line 163">
              <a:extLst>
                <a:ext uri="{FF2B5EF4-FFF2-40B4-BE49-F238E27FC236}">
                  <a16:creationId xmlns:a16="http://schemas.microsoft.com/office/drawing/2014/main" id="{98A8CD47-D038-13B6-0653-236783322C6D}"/>
                </a:ext>
              </a:extLst>
            </p:cNvPr>
            <p:cNvSpPr>
              <a:spLocks noChangeShapeType="1"/>
            </p:cNvSpPr>
            <p:nvPr/>
          </p:nvSpPr>
          <p:spPr bwMode="auto">
            <a:xfrm>
              <a:off x="4162" y="1715"/>
              <a:ext cx="0" cy="127"/>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7804" name="Line 164">
              <a:extLst>
                <a:ext uri="{FF2B5EF4-FFF2-40B4-BE49-F238E27FC236}">
                  <a16:creationId xmlns:a16="http://schemas.microsoft.com/office/drawing/2014/main" id="{242DFC0D-6611-A8CB-21E3-DA3AB05F6EFC}"/>
                </a:ext>
              </a:extLst>
            </p:cNvPr>
            <p:cNvSpPr>
              <a:spLocks noChangeShapeType="1"/>
            </p:cNvSpPr>
            <p:nvPr/>
          </p:nvSpPr>
          <p:spPr bwMode="auto">
            <a:xfrm>
              <a:off x="4338" y="1299"/>
              <a:ext cx="0" cy="3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05" name="Line 165">
              <a:extLst>
                <a:ext uri="{FF2B5EF4-FFF2-40B4-BE49-F238E27FC236}">
                  <a16:creationId xmlns:a16="http://schemas.microsoft.com/office/drawing/2014/main" id="{19E568B6-8E0B-DC64-9C68-CE1503862CF9}"/>
                </a:ext>
              </a:extLst>
            </p:cNvPr>
            <p:cNvSpPr>
              <a:spLocks noChangeShapeType="1"/>
            </p:cNvSpPr>
            <p:nvPr/>
          </p:nvSpPr>
          <p:spPr bwMode="auto">
            <a:xfrm>
              <a:off x="4075" y="1658"/>
              <a:ext cx="2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06" name="Line 166">
              <a:extLst>
                <a:ext uri="{FF2B5EF4-FFF2-40B4-BE49-F238E27FC236}">
                  <a16:creationId xmlns:a16="http://schemas.microsoft.com/office/drawing/2014/main" id="{8352043F-1276-6688-ACB9-74715909CE07}"/>
                </a:ext>
              </a:extLst>
            </p:cNvPr>
            <p:cNvSpPr>
              <a:spLocks noChangeShapeType="1"/>
            </p:cNvSpPr>
            <p:nvPr/>
          </p:nvSpPr>
          <p:spPr bwMode="auto">
            <a:xfrm>
              <a:off x="4079" y="1660"/>
              <a:ext cx="0" cy="18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07" name="Line 167">
              <a:extLst>
                <a:ext uri="{FF2B5EF4-FFF2-40B4-BE49-F238E27FC236}">
                  <a16:creationId xmlns:a16="http://schemas.microsoft.com/office/drawing/2014/main" id="{FA7A8700-A78E-9B25-CADB-F2D5326567B7}"/>
                </a:ext>
              </a:extLst>
            </p:cNvPr>
            <p:cNvSpPr>
              <a:spLocks noChangeShapeType="1"/>
            </p:cNvSpPr>
            <p:nvPr/>
          </p:nvSpPr>
          <p:spPr bwMode="auto">
            <a:xfrm>
              <a:off x="3357" y="1715"/>
              <a:ext cx="0" cy="127"/>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7808" name="Line 168">
              <a:extLst>
                <a:ext uri="{FF2B5EF4-FFF2-40B4-BE49-F238E27FC236}">
                  <a16:creationId xmlns:a16="http://schemas.microsoft.com/office/drawing/2014/main" id="{A9ADC994-F5E2-A3BE-5B4A-D113FF1C5F58}"/>
                </a:ext>
              </a:extLst>
            </p:cNvPr>
            <p:cNvSpPr>
              <a:spLocks noChangeShapeType="1"/>
            </p:cNvSpPr>
            <p:nvPr/>
          </p:nvSpPr>
          <p:spPr bwMode="auto">
            <a:xfrm>
              <a:off x="3272" y="1119"/>
              <a:ext cx="0" cy="1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117809" name="Line 169">
              <a:extLst>
                <a:ext uri="{FF2B5EF4-FFF2-40B4-BE49-F238E27FC236}">
                  <a16:creationId xmlns:a16="http://schemas.microsoft.com/office/drawing/2014/main" id="{C0E52423-8107-1BFD-4242-BF51D4369921}"/>
                </a:ext>
              </a:extLst>
            </p:cNvPr>
            <p:cNvSpPr>
              <a:spLocks noChangeShapeType="1"/>
            </p:cNvSpPr>
            <p:nvPr/>
          </p:nvSpPr>
          <p:spPr bwMode="auto">
            <a:xfrm>
              <a:off x="3275" y="1284"/>
              <a:ext cx="32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10" name="Line 170">
              <a:extLst>
                <a:ext uri="{FF2B5EF4-FFF2-40B4-BE49-F238E27FC236}">
                  <a16:creationId xmlns:a16="http://schemas.microsoft.com/office/drawing/2014/main" id="{0FB8FB2D-AC9C-1717-2255-BC3CD2ECB404}"/>
                </a:ext>
              </a:extLst>
            </p:cNvPr>
            <p:cNvSpPr>
              <a:spLocks noChangeShapeType="1"/>
            </p:cNvSpPr>
            <p:nvPr/>
          </p:nvSpPr>
          <p:spPr bwMode="auto">
            <a:xfrm>
              <a:off x="2552" y="1112"/>
              <a:ext cx="0" cy="167"/>
            </a:xfrm>
            <a:prstGeom prst="line">
              <a:avLst/>
            </a:prstGeom>
            <a:noFill/>
            <a:ln w="25400">
              <a:solidFill>
                <a:srgbClr val="000000"/>
              </a:solidFill>
              <a:round/>
              <a:headEnd/>
              <a:tailEnd type="none" w="sm" len="med"/>
            </a:ln>
            <a:extLst>
              <a:ext uri="{909E8E84-426E-40DD-AFC4-6F175D3DCCD1}">
                <a14:hiddenFill xmlns:a14="http://schemas.microsoft.com/office/drawing/2010/main">
                  <a:noFill/>
                </a14:hiddenFill>
              </a:ext>
            </a:extLst>
          </p:spPr>
          <p:txBody>
            <a:bodyPr/>
            <a:lstStyle/>
            <a:p>
              <a:endParaRPr lang="en-US"/>
            </a:p>
          </p:txBody>
        </p:sp>
        <p:sp>
          <p:nvSpPr>
            <p:cNvPr id="117811" name="Line 171">
              <a:extLst>
                <a:ext uri="{FF2B5EF4-FFF2-40B4-BE49-F238E27FC236}">
                  <a16:creationId xmlns:a16="http://schemas.microsoft.com/office/drawing/2014/main" id="{A3BB491B-7726-6A8F-5779-6915F7A015EA}"/>
                </a:ext>
              </a:extLst>
            </p:cNvPr>
            <p:cNvSpPr>
              <a:spLocks noChangeShapeType="1"/>
            </p:cNvSpPr>
            <p:nvPr/>
          </p:nvSpPr>
          <p:spPr bwMode="auto">
            <a:xfrm>
              <a:off x="3259" y="1650"/>
              <a:ext cx="34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12" name="Line 172">
              <a:extLst>
                <a:ext uri="{FF2B5EF4-FFF2-40B4-BE49-F238E27FC236}">
                  <a16:creationId xmlns:a16="http://schemas.microsoft.com/office/drawing/2014/main" id="{0C4A077F-EF2F-8441-E49B-B0530CEE45B8}"/>
                </a:ext>
              </a:extLst>
            </p:cNvPr>
            <p:cNvSpPr>
              <a:spLocks noChangeShapeType="1"/>
            </p:cNvSpPr>
            <p:nvPr/>
          </p:nvSpPr>
          <p:spPr bwMode="auto">
            <a:xfrm>
              <a:off x="3600" y="1292"/>
              <a:ext cx="0" cy="35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13" name="Line 173">
              <a:extLst>
                <a:ext uri="{FF2B5EF4-FFF2-40B4-BE49-F238E27FC236}">
                  <a16:creationId xmlns:a16="http://schemas.microsoft.com/office/drawing/2014/main" id="{57D4EECA-8140-B10D-6EC1-5C8C0D34EF19}"/>
                </a:ext>
              </a:extLst>
            </p:cNvPr>
            <p:cNvSpPr>
              <a:spLocks noChangeShapeType="1"/>
            </p:cNvSpPr>
            <p:nvPr/>
          </p:nvSpPr>
          <p:spPr bwMode="auto">
            <a:xfrm>
              <a:off x="3267" y="1653"/>
              <a:ext cx="0" cy="19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14" name="Line 174">
              <a:extLst>
                <a:ext uri="{FF2B5EF4-FFF2-40B4-BE49-F238E27FC236}">
                  <a16:creationId xmlns:a16="http://schemas.microsoft.com/office/drawing/2014/main" id="{A78FCE05-AAAF-409B-69AD-A6114AE070F9}"/>
                </a:ext>
              </a:extLst>
            </p:cNvPr>
            <p:cNvSpPr>
              <a:spLocks noChangeShapeType="1"/>
            </p:cNvSpPr>
            <p:nvPr/>
          </p:nvSpPr>
          <p:spPr bwMode="auto">
            <a:xfrm>
              <a:off x="3942" y="1603"/>
              <a:ext cx="0" cy="23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15" name="Line 175">
              <a:extLst>
                <a:ext uri="{FF2B5EF4-FFF2-40B4-BE49-F238E27FC236}">
                  <a16:creationId xmlns:a16="http://schemas.microsoft.com/office/drawing/2014/main" id="{9DD23993-4866-2977-FCEA-D9AF15926500}"/>
                </a:ext>
              </a:extLst>
            </p:cNvPr>
            <p:cNvSpPr>
              <a:spLocks noChangeShapeType="1"/>
            </p:cNvSpPr>
            <p:nvPr/>
          </p:nvSpPr>
          <p:spPr bwMode="auto">
            <a:xfrm>
              <a:off x="3153" y="1603"/>
              <a:ext cx="0" cy="23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16" name="Line 176">
              <a:extLst>
                <a:ext uri="{FF2B5EF4-FFF2-40B4-BE49-F238E27FC236}">
                  <a16:creationId xmlns:a16="http://schemas.microsoft.com/office/drawing/2014/main" id="{83227D31-DD02-E5C5-57B5-9151D0778C0B}"/>
                </a:ext>
              </a:extLst>
            </p:cNvPr>
            <p:cNvSpPr>
              <a:spLocks noChangeShapeType="1"/>
            </p:cNvSpPr>
            <p:nvPr/>
          </p:nvSpPr>
          <p:spPr bwMode="auto">
            <a:xfrm>
              <a:off x="2547" y="1277"/>
              <a:ext cx="32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17" name="Line 178">
              <a:extLst>
                <a:ext uri="{FF2B5EF4-FFF2-40B4-BE49-F238E27FC236}">
                  <a16:creationId xmlns:a16="http://schemas.microsoft.com/office/drawing/2014/main" id="{A70269A2-FB76-BCF2-8A17-E0E17140058A}"/>
                </a:ext>
              </a:extLst>
            </p:cNvPr>
            <p:cNvSpPr>
              <a:spLocks noChangeShapeType="1"/>
            </p:cNvSpPr>
            <p:nvPr/>
          </p:nvSpPr>
          <p:spPr bwMode="auto">
            <a:xfrm>
              <a:off x="2872" y="1284"/>
              <a:ext cx="0" cy="42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18" name="Line 181">
              <a:extLst>
                <a:ext uri="{FF2B5EF4-FFF2-40B4-BE49-F238E27FC236}">
                  <a16:creationId xmlns:a16="http://schemas.microsoft.com/office/drawing/2014/main" id="{AAD9A655-D1B2-65A8-C640-A2A5E3D10FD0}"/>
                </a:ext>
              </a:extLst>
            </p:cNvPr>
            <p:cNvSpPr>
              <a:spLocks noChangeShapeType="1"/>
            </p:cNvSpPr>
            <p:nvPr/>
          </p:nvSpPr>
          <p:spPr bwMode="auto">
            <a:xfrm>
              <a:off x="2609" y="1702"/>
              <a:ext cx="25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19" name="Line 182">
              <a:extLst>
                <a:ext uri="{FF2B5EF4-FFF2-40B4-BE49-F238E27FC236}">
                  <a16:creationId xmlns:a16="http://schemas.microsoft.com/office/drawing/2014/main" id="{B5F77B16-54B1-23FF-E9DA-7F4708990F56}"/>
                </a:ext>
              </a:extLst>
            </p:cNvPr>
            <p:cNvSpPr>
              <a:spLocks noChangeShapeType="1"/>
            </p:cNvSpPr>
            <p:nvPr/>
          </p:nvSpPr>
          <p:spPr bwMode="auto">
            <a:xfrm>
              <a:off x="2611" y="1700"/>
              <a:ext cx="0" cy="148"/>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20" name="Line 183">
              <a:extLst>
                <a:ext uri="{FF2B5EF4-FFF2-40B4-BE49-F238E27FC236}">
                  <a16:creationId xmlns:a16="http://schemas.microsoft.com/office/drawing/2014/main" id="{32DD5E50-0A27-6BA4-E546-2E65ABCFD7CD}"/>
                </a:ext>
              </a:extLst>
            </p:cNvPr>
            <p:cNvSpPr>
              <a:spLocks noChangeShapeType="1"/>
            </p:cNvSpPr>
            <p:nvPr/>
          </p:nvSpPr>
          <p:spPr bwMode="auto">
            <a:xfrm>
              <a:off x="2480" y="1603"/>
              <a:ext cx="0" cy="23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2461" name="Text Box 184">
              <a:extLst>
                <a:ext uri="{FF2B5EF4-FFF2-40B4-BE49-F238E27FC236}">
                  <a16:creationId xmlns:a16="http://schemas.microsoft.com/office/drawing/2014/main" id="{FE052584-FD21-4C44-8E51-29E8CE4F575F}"/>
                </a:ext>
              </a:extLst>
            </p:cNvPr>
            <p:cNvSpPr txBox="1">
              <a:spLocks noChangeArrowheads="1"/>
            </p:cNvSpPr>
            <p:nvPr/>
          </p:nvSpPr>
          <p:spPr bwMode="auto">
            <a:xfrm>
              <a:off x="3047" y="2279"/>
              <a:ext cx="426" cy="226"/>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0</a:t>
              </a:r>
              <a:r>
                <a:rPr lang="en-US" sz="1600">
                  <a:latin typeface="Arial" charset="0"/>
                  <a:cs typeface="Arial" charset="0"/>
                </a:rPr>
                <a:t>b</a:t>
              </a:r>
              <a:r>
                <a:rPr lang="en-US" sz="1600" baseline="-25000">
                  <a:latin typeface="Arial" charset="0"/>
                  <a:cs typeface="Arial" charset="0"/>
                </a:rPr>
                <a:t>3</a:t>
              </a:r>
            </a:p>
          </p:txBody>
        </p:sp>
        <p:sp>
          <p:nvSpPr>
            <p:cNvPr id="102462" name="Text Box 185">
              <a:extLst>
                <a:ext uri="{FF2B5EF4-FFF2-40B4-BE49-F238E27FC236}">
                  <a16:creationId xmlns:a16="http://schemas.microsoft.com/office/drawing/2014/main" id="{46B9C8BE-57E1-449F-85BF-009BF53245D5}"/>
                </a:ext>
              </a:extLst>
            </p:cNvPr>
            <p:cNvSpPr txBox="1">
              <a:spLocks noChangeArrowheads="1"/>
            </p:cNvSpPr>
            <p:nvPr/>
          </p:nvSpPr>
          <p:spPr bwMode="auto">
            <a:xfrm>
              <a:off x="2320" y="2272"/>
              <a:ext cx="426"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1</a:t>
              </a:r>
              <a:r>
                <a:rPr lang="en-US" sz="1600">
                  <a:latin typeface="Arial" charset="0"/>
                  <a:cs typeface="Arial" charset="0"/>
                </a:rPr>
                <a:t>b</a:t>
              </a:r>
              <a:r>
                <a:rPr lang="en-US" sz="1600" baseline="-25000">
                  <a:latin typeface="Arial" charset="0"/>
                  <a:cs typeface="Arial" charset="0"/>
                </a:rPr>
                <a:t>3</a:t>
              </a:r>
            </a:p>
          </p:txBody>
        </p:sp>
        <p:sp>
          <p:nvSpPr>
            <p:cNvPr id="102463" name="Text Box 186">
              <a:extLst>
                <a:ext uri="{FF2B5EF4-FFF2-40B4-BE49-F238E27FC236}">
                  <a16:creationId xmlns:a16="http://schemas.microsoft.com/office/drawing/2014/main" id="{AF385065-C285-41EE-BF38-2CF791832872}"/>
                </a:ext>
              </a:extLst>
            </p:cNvPr>
            <p:cNvSpPr txBox="1">
              <a:spLocks noChangeArrowheads="1"/>
            </p:cNvSpPr>
            <p:nvPr/>
          </p:nvSpPr>
          <p:spPr bwMode="auto">
            <a:xfrm>
              <a:off x="1585" y="2272"/>
              <a:ext cx="425"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2</a:t>
              </a:r>
              <a:r>
                <a:rPr lang="en-US" sz="1600">
                  <a:latin typeface="Arial" charset="0"/>
                  <a:cs typeface="Arial" charset="0"/>
                </a:rPr>
                <a:t>b</a:t>
              </a:r>
              <a:r>
                <a:rPr lang="en-US" sz="1600" baseline="-25000">
                  <a:latin typeface="Arial" charset="0"/>
                  <a:cs typeface="Arial" charset="0"/>
                </a:rPr>
                <a:t>3</a:t>
              </a:r>
            </a:p>
          </p:txBody>
        </p:sp>
        <p:sp>
          <p:nvSpPr>
            <p:cNvPr id="102464" name="Text Box 187">
              <a:extLst>
                <a:ext uri="{FF2B5EF4-FFF2-40B4-BE49-F238E27FC236}">
                  <a16:creationId xmlns:a16="http://schemas.microsoft.com/office/drawing/2014/main" id="{C9C1E497-01A6-4B33-AC18-A55809BA6DE7}"/>
                </a:ext>
              </a:extLst>
            </p:cNvPr>
            <p:cNvSpPr txBox="1">
              <a:spLocks noChangeArrowheads="1"/>
            </p:cNvSpPr>
            <p:nvPr/>
          </p:nvSpPr>
          <p:spPr bwMode="auto">
            <a:xfrm>
              <a:off x="842" y="2272"/>
              <a:ext cx="426" cy="225"/>
            </a:xfrm>
            <a:prstGeom prst="rect">
              <a:avLst/>
            </a:prstGeom>
            <a:solidFill>
              <a:schemeClr val="accent1">
                <a:lumMod val="40000"/>
                <a:lumOff val="60000"/>
                <a:alpha val="59999"/>
              </a:schemeClr>
            </a:solidFill>
            <a:ln w="28575">
              <a:solidFill>
                <a:srgbClr val="000000"/>
              </a:solidFill>
              <a:miter lim="800000"/>
              <a:headEnd/>
              <a:tailEnd/>
            </a:ln>
          </p:spPr>
          <p:txBody>
            <a:bodyPr/>
            <a:lstStyle/>
            <a:p>
              <a:pPr>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3</a:t>
              </a:r>
            </a:p>
          </p:txBody>
        </p:sp>
        <p:sp>
          <p:nvSpPr>
            <p:cNvPr id="103489" name="Text Box 188">
              <a:extLst>
                <a:ext uri="{FF2B5EF4-FFF2-40B4-BE49-F238E27FC236}">
                  <a16:creationId xmlns:a16="http://schemas.microsoft.com/office/drawing/2014/main" id="{B394C80E-E717-4B86-8C94-D0EC98A43335}"/>
                </a:ext>
              </a:extLst>
            </p:cNvPr>
            <p:cNvSpPr txBox="1">
              <a:spLocks noChangeArrowheads="1"/>
            </p:cNvSpPr>
            <p:nvPr/>
          </p:nvSpPr>
          <p:spPr bwMode="auto">
            <a:xfrm>
              <a:off x="3840" y="2738"/>
              <a:ext cx="424" cy="225"/>
            </a:xfrm>
            <a:prstGeom prst="rect">
              <a:avLst/>
            </a:prstGeom>
            <a:solidFill>
              <a:schemeClr val="accent1">
                <a:lumMod val="60000"/>
                <a:lumOff val="40000"/>
              </a:schemeClr>
            </a:solidFill>
            <a:ln w="28575">
              <a:solidFill>
                <a:srgbClr val="000000"/>
              </a:solidFill>
              <a:miter lim="800000"/>
              <a:headEnd/>
              <a:tailEnd/>
            </a:ln>
          </p:spPr>
          <p:txBody>
            <a:bodyPr/>
            <a:lstStyle/>
            <a:p>
              <a:pPr>
                <a:defRPr/>
              </a:pPr>
              <a:r>
                <a:rPr lang="en-US" sz="1600">
                  <a:latin typeface="Arial" charset="0"/>
                  <a:cs typeface="Arial" charset="0"/>
                </a:rPr>
                <a:t>+</a:t>
              </a:r>
            </a:p>
          </p:txBody>
        </p:sp>
        <p:sp>
          <p:nvSpPr>
            <p:cNvPr id="103490" name="Text Box 189">
              <a:extLst>
                <a:ext uri="{FF2B5EF4-FFF2-40B4-BE49-F238E27FC236}">
                  <a16:creationId xmlns:a16="http://schemas.microsoft.com/office/drawing/2014/main" id="{99DA5B67-FD66-474D-AD5E-717C3D7D3456}"/>
                </a:ext>
              </a:extLst>
            </p:cNvPr>
            <p:cNvSpPr txBox="1">
              <a:spLocks noChangeArrowheads="1"/>
            </p:cNvSpPr>
            <p:nvPr/>
          </p:nvSpPr>
          <p:spPr bwMode="auto">
            <a:xfrm>
              <a:off x="3058" y="2730"/>
              <a:ext cx="425" cy="226"/>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03491" name="Text Box 191">
              <a:extLst>
                <a:ext uri="{FF2B5EF4-FFF2-40B4-BE49-F238E27FC236}">
                  <a16:creationId xmlns:a16="http://schemas.microsoft.com/office/drawing/2014/main" id="{C9B11E9D-BA0B-4A74-B4DD-0E5A9523C0CA}"/>
                </a:ext>
              </a:extLst>
            </p:cNvPr>
            <p:cNvSpPr txBox="1">
              <a:spLocks noChangeArrowheads="1"/>
            </p:cNvSpPr>
            <p:nvPr/>
          </p:nvSpPr>
          <p:spPr bwMode="auto">
            <a:xfrm>
              <a:off x="2331" y="2730"/>
              <a:ext cx="424" cy="226"/>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03492" name="Text Box 192">
              <a:extLst>
                <a:ext uri="{FF2B5EF4-FFF2-40B4-BE49-F238E27FC236}">
                  <a16:creationId xmlns:a16="http://schemas.microsoft.com/office/drawing/2014/main" id="{33866846-E284-4736-919C-5D54FB7C7DD1}"/>
                </a:ext>
              </a:extLst>
            </p:cNvPr>
            <p:cNvSpPr txBox="1">
              <a:spLocks noChangeArrowheads="1"/>
            </p:cNvSpPr>
            <p:nvPr/>
          </p:nvSpPr>
          <p:spPr bwMode="auto">
            <a:xfrm>
              <a:off x="1588" y="2723"/>
              <a:ext cx="424" cy="227"/>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17829" name="Line 193">
              <a:extLst>
                <a:ext uri="{FF2B5EF4-FFF2-40B4-BE49-F238E27FC236}">
                  <a16:creationId xmlns:a16="http://schemas.microsoft.com/office/drawing/2014/main" id="{50A76060-151F-D827-2A64-BC5B1884667F}"/>
                </a:ext>
              </a:extLst>
            </p:cNvPr>
            <p:cNvSpPr>
              <a:spLocks noChangeShapeType="1"/>
            </p:cNvSpPr>
            <p:nvPr/>
          </p:nvSpPr>
          <p:spPr bwMode="auto">
            <a:xfrm>
              <a:off x="3971" y="2068"/>
              <a:ext cx="0" cy="656"/>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30" name="Line 194">
              <a:extLst>
                <a:ext uri="{FF2B5EF4-FFF2-40B4-BE49-F238E27FC236}">
                  <a16:creationId xmlns:a16="http://schemas.microsoft.com/office/drawing/2014/main" id="{75117436-08C3-1E51-65D7-5B6B64AE2193}"/>
                </a:ext>
              </a:extLst>
            </p:cNvPr>
            <p:cNvSpPr>
              <a:spLocks noChangeShapeType="1"/>
            </p:cNvSpPr>
            <p:nvPr/>
          </p:nvSpPr>
          <p:spPr bwMode="auto">
            <a:xfrm>
              <a:off x="4131" y="2273"/>
              <a:ext cx="0" cy="454"/>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31" name="Line 195">
              <a:extLst>
                <a:ext uri="{FF2B5EF4-FFF2-40B4-BE49-F238E27FC236}">
                  <a16:creationId xmlns:a16="http://schemas.microsoft.com/office/drawing/2014/main" id="{0FACE531-5610-C1F6-AB0B-4D506744D557}"/>
                </a:ext>
              </a:extLst>
            </p:cNvPr>
            <p:cNvSpPr>
              <a:spLocks noChangeShapeType="1"/>
            </p:cNvSpPr>
            <p:nvPr/>
          </p:nvSpPr>
          <p:spPr bwMode="auto">
            <a:xfrm>
              <a:off x="4131" y="2273"/>
              <a:ext cx="24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2" name="Line 196">
              <a:extLst>
                <a:ext uri="{FF2B5EF4-FFF2-40B4-BE49-F238E27FC236}">
                  <a16:creationId xmlns:a16="http://schemas.microsoft.com/office/drawing/2014/main" id="{64F463D6-E79E-DBF8-4C6F-37DC42819D40}"/>
                </a:ext>
              </a:extLst>
            </p:cNvPr>
            <p:cNvSpPr>
              <a:spLocks noChangeShapeType="1"/>
            </p:cNvSpPr>
            <p:nvPr/>
          </p:nvSpPr>
          <p:spPr bwMode="auto">
            <a:xfrm flipV="1">
              <a:off x="4369" y="1976"/>
              <a:ext cx="0" cy="29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3" name="Line 197">
              <a:extLst>
                <a:ext uri="{FF2B5EF4-FFF2-40B4-BE49-F238E27FC236}">
                  <a16:creationId xmlns:a16="http://schemas.microsoft.com/office/drawing/2014/main" id="{8E74B086-FF32-8AFF-4DFC-BEFB83E7AAB1}"/>
                </a:ext>
              </a:extLst>
            </p:cNvPr>
            <p:cNvSpPr>
              <a:spLocks noChangeShapeType="1"/>
            </p:cNvSpPr>
            <p:nvPr/>
          </p:nvSpPr>
          <p:spPr bwMode="auto">
            <a:xfrm>
              <a:off x="4366" y="1976"/>
              <a:ext cx="154"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4" name="Line 198">
              <a:extLst>
                <a:ext uri="{FF2B5EF4-FFF2-40B4-BE49-F238E27FC236}">
                  <a16:creationId xmlns:a16="http://schemas.microsoft.com/office/drawing/2014/main" id="{28793C31-BE69-10B6-8C5D-D50C6DE02FD6}"/>
                </a:ext>
              </a:extLst>
            </p:cNvPr>
            <p:cNvSpPr>
              <a:spLocks noChangeShapeType="1"/>
            </p:cNvSpPr>
            <p:nvPr/>
          </p:nvSpPr>
          <p:spPr bwMode="auto">
            <a:xfrm>
              <a:off x="3646" y="1961"/>
              <a:ext cx="16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5" name="Line 199">
              <a:extLst>
                <a:ext uri="{FF2B5EF4-FFF2-40B4-BE49-F238E27FC236}">
                  <a16:creationId xmlns:a16="http://schemas.microsoft.com/office/drawing/2014/main" id="{1251A5F8-18F6-FC42-8C62-A8D949AEA472}"/>
                </a:ext>
              </a:extLst>
            </p:cNvPr>
            <p:cNvSpPr>
              <a:spLocks noChangeShapeType="1"/>
            </p:cNvSpPr>
            <p:nvPr/>
          </p:nvSpPr>
          <p:spPr bwMode="auto">
            <a:xfrm>
              <a:off x="3256" y="2068"/>
              <a:ext cx="0" cy="1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6" name="Line 200">
              <a:extLst>
                <a:ext uri="{FF2B5EF4-FFF2-40B4-BE49-F238E27FC236}">
                  <a16:creationId xmlns:a16="http://schemas.microsoft.com/office/drawing/2014/main" id="{1ACE5D24-B5B8-B8CF-93D5-1E43C6F168CB}"/>
                </a:ext>
              </a:extLst>
            </p:cNvPr>
            <p:cNvSpPr>
              <a:spLocks noChangeShapeType="1"/>
            </p:cNvSpPr>
            <p:nvPr/>
          </p:nvSpPr>
          <p:spPr bwMode="auto">
            <a:xfrm>
              <a:off x="3253" y="2188"/>
              <a:ext cx="3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7" name="Line 201">
              <a:extLst>
                <a:ext uri="{FF2B5EF4-FFF2-40B4-BE49-F238E27FC236}">
                  <a16:creationId xmlns:a16="http://schemas.microsoft.com/office/drawing/2014/main" id="{B373DAB1-B057-2289-7FB5-A9FDEF86C7F7}"/>
                </a:ext>
              </a:extLst>
            </p:cNvPr>
            <p:cNvSpPr>
              <a:spLocks noChangeShapeType="1"/>
            </p:cNvSpPr>
            <p:nvPr/>
          </p:nvSpPr>
          <p:spPr bwMode="auto">
            <a:xfrm>
              <a:off x="3553" y="2180"/>
              <a:ext cx="0" cy="4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8" name="Line 202">
              <a:extLst>
                <a:ext uri="{FF2B5EF4-FFF2-40B4-BE49-F238E27FC236}">
                  <a16:creationId xmlns:a16="http://schemas.microsoft.com/office/drawing/2014/main" id="{41A46886-B6D1-5D72-E49E-04C662957DD2}"/>
                </a:ext>
              </a:extLst>
            </p:cNvPr>
            <p:cNvSpPr>
              <a:spLocks noChangeShapeType="1"/>
            </p:cNvSpPr>
            <p:nvPr/>
          </p:nvSpPr>
          <p:spPr bwMode="auto">
            <a:xfrm>
              <a:off x="3365" y="2611"/>
              <a:ext cx="19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39" name="Line 203">
              <a:extLst>
                <a:ext uri="{FF2B5EF4-FFF2-40B4-BE49-F238E27FC236}">
                  <a16:creationId xmlns:a16="http://schemas.microsoft.com/office/drawing/2014/main" id="{A4DEC1FC-2078-2800-E010-B89931B3B5BC}"/>
                </a:ext>
              </a:extLst>
            </p:cNvPr>
            <p:cNvSpPr>
              <a:spLocks noChangeShapeType="1"/>
            </p:cNvSpPr>
            <p:nvPr/>
          </p:nvSpPr>
          <p:spPr bwMode="auto">
            <a:xfrm>
              <a:off x="3365" y="2604"/>
              <a:ext cx="0" cy="126"/>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7840" name="Line 204">
              <a:extLst>
                <a:ext uri="{FF2B5EF4-FFF2-40B4-BE49-F238E27FC236}">
                  <a16:creationId xmlns:a16="http://schemas.microsoft.com/office/drawing/2014/main" id="{EFCF4AA3-C4F1-E22C-66D1-A45AFDEB093C}"/>
                </a:ext>
              </a:extLst>
            </p:cNvPr>
            <p:cNvSpPr>
              <a:spLocks noChangeShapeType="1"/>
            </p:cNvSpPr>
            <p:nvPr/>
          </p:nvSpPr>
          <p:spPr bwMode="auto">
            <a:xfrm>
              <a:off x="3225" y="2511"/>
              <a:ext cx="0" cy="21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41" name="Line 205">
              <a:extLst>
                <a:ext uri="{FF2B5EF4-FFF2-40B4-BE49-F238E27FC236}">
                  <a16:creationId xmlns:a16="http://schemas.microsoft.com/office/drawing/2014/main" id="{14C6A10E-6E9A-AE1F-EB86-D4B5191730A8}"/>
                </a:ext>
              </a:extLst>
            </p:cNvPr>
            <p:cNvSpPr>
              <a:spLocks noChangeShapeType="1"/>
            </p:cNvSpPr>
            <p:nvPr/>
          </p:nvSpPr>
          <p:spPr bwMode="auto">
            <a:xfrm flipH="1">
              <a:off x="3488" y="2822"/>
              <a:ext cx="154"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42" name="Line 206">
              <a:extLst>
                <a:ext uri="{FF2B5EF4-FFF2-40B4-BE49-F238E27FC236}">
                  <a16:creationId xmlns:a16="http://schemas.microsoft.com/office/drawing/2014/main" id="{74F5E071-AF11-BD08-E072-B5CA316850F1}"/>
                </a:ext>
              </a:extLst>
            </p:cNvPr>
            <p:cNvSpPr>
              <a:spLocks noChangeShapeType="1"/>
            </p:cNvSpPr>
            <p:nvPr/>
          </p:nvSpPr>
          <p:spPr bwMode="auto">
            <a:xfrm>
              <a:off x="3648" y="1961"/>
              <a:ext cx="0" cy="86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43" name="Line 207">
              <a:extLst>
                <a:ext uri="{FF2B5EF4-FFF2-40B4-BE49-F238E27FC236}">
                  <a16:creationId xmlns:a16="http://schemas.microsoft.com/office/drawing/2014/main" id="{7959478B-2371-8B97-291B-CCF697A337B9}"/>
                </a:ext>
              </a:extLst>
            </p:cNvPr>
            <p:cNvSpPr>
              <a:spLocks noChangeShapeType="1"/>
            </p:cNvSpPr>
            <p:nvPr/>
          </p:nvSpPr>
          <p:spPr bwMode="auto">
            <a:xfrm>
              <a:off x="2911" y="1954"/>
              <a:ext cx="1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44" name="Line 208">
              <a:extLst>
                <a:ext uri="{FF2B5EF4-FFF2-40B4-BE49-F238E27FC236}">
                  <a16:creationId xmlns:a16="http://schemas.microsoft.com/office/drawing/2014/main" id="{4D1DEB53-07B8-925D-3B68-AF9DB14AD4F5}"/>
                </a:ext>
              </a:extLst>
            </p:cNvPr>
            <p:cNvSpPr>
              <a:spLocks noChangeShapeType="1"/>
            </p:cNvSpPr>
            <p:nvPr/>
          </p:nvSpPr>
          <p:spPr bwMode="auto">
            <a:xfrm>
              <a:off x="2913" y="1946"/>
              <a:ext cx="0" cy="86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45" name="Line 210">
              <a:extLst>
                <a:ext uri="{FF2B5EF4-FFF2-40B4-BE49-F238E27FC236}">
                  <a16:creationId xmlns:a16="http://schemas.microsoft.com/office/drawing/2014/main" id="{A0739A58-86FF-54DC-7747-5383A0D1B4A5}"/>
                </a:ext>
              </a:extLst>
            </p:cNvPr>
            <p:cNvSpPr>
              <a:spLocks noChangeShapeType="1"/>
            </p:cNvSpPr>
            <p:nvPr/>
          </p:nvSpPr>
          <p:spPr bwMode="auto">
            <a:xfrm flipH="1">
              <a:off x="2753" y="2814"/>
              <a:ext cx="158"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46" name="Line 211">
              <a:extLst>
                <a:ext uri="{FF2B5EF4-FFF2-40B4-BE49-F238E27FC236}">
                  <a16:creationId xmlns:a16="http://schemas.microsoft.com/office/drawing/2014/main" id="{F14C33B5-A247-9D0A-CD03-96F41CD12A88}"/>
                </a:ext>
              </a:extLst>
            </p:cNvPr>
            <p:cNvSpPr>
              <a:spLocks noChangeShapeType="1"/>
            </p:cNvSpPr>
            <p:nvPr/>
          </p:nvSpPr>
          <p:spPr bwMode="auto">
            <a:xfrm>
              <a:off x="2452" y="2496"/>
              <a:ext cx="0" cy="23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47" name="Line 212">
              <a:extLst>
                <a:ext uri="{FF2B5EF4-FFF2-40B4-BE49-F238E27FC236}">
                  <a16:creationId xmlns:a16="http://schemas.microsoft.com/office/drawing/2014/main" id="{BD9558FC-6DA7-97EC-5952-42108D09032C}"/>
                </a:ext>
              </a:extLst>
            </p:cNvPr>
            <p:cNvSpPr>
              <a:spLocks noChangeShapeType="1"/>
            </p:cNvSpPr>
            <p:nvPr/>
          </p:nvSpPr>
          <p:spPr bwMode="auto">
            <a:xfrm>
              <a:off x="2529" y="2076"/>
              <a:ext cx="0" cy="12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48" name="Line 213">
              <a:extLst>
                <a:ext uri="{FF2B5EF4-FFF2-40B4-BE49-F238E27FC236}">
                  <a16:creationId xmlns:a16="http://schemas.microsoft.com/office/drawing/2014/main" id="{A0C19EEB-23A8-9AE9-A9BC-D6870BD800D6}"/>
                </a:ext>
              </a:extLst>
            </p:cNvPr>
            <p:cNvSpPr>
              <a:spLocks noChangeShapeType="1"/>
            </p:cNvSpPr>
            <p:nvPr/>
          </p:nvSpPr>
          <p:spPr bwMode="auto">
            <a:xfrm>
              <a:off x="2534" y="2195"/>
              <a:ext cx="28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49" name="Line 214">
              <a:extLst>
                <a:ext uri="{FF2B5EF4-FFF2-40B4-BE49-F238E27FC236}">
                  <a16:creationId xmlns:a16="http://schemas.microsoft.com/office/drawing/2014/main" id="{24660068-5DD8-8161-5A91-299C824B859B}"/>
                </a:ext>
              </a:extLst>
            </p:cNvPr>
            <p:cNvSpPr>
              <a:spLocks noChangeShapeType="1"/>
            </p:cNvSpPr>
            <p:nvPr/>
          </p:nvSpPr>
          <p:spPr bwMode="auto">
            <a:xfrm>
              <a:off x="2810" y="2195"/>
              <a:ext cx="0" cy="42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0" name="Line 215">
              <a:extLst>
                <a:ext uri="{FF2B5EF4-FFF2-40B4-BE49-F238E27FC236}">
                  <a16:creationId xmlns:a16="http://schemas.microsoft.com/office/drawing/2014/main" id="{347A80EF-EBA7-7EEE-75C8-816DBA8D1784}"/>
                </a:ext>
              </a:extLst>
            </p:cNvPr>
            <p:cNvSpPr>
              <a:spLocks noChangeShapeType="1"/>
            </p:cNvSpPr>
            <p:nvPr/>
          </p:nvSpPr>
          <p:spPr bwMode="auto">
            <a:xfrm>
              <a:off x="2645" y="2618"/>
              <a:ext cx="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1" name="Line 216">
              <a:extLst>
                <a:ext uri="{FF2B5EF4-FFF2-40B4-BE49-F238E27FC236}">
                  <a16:creationId xmlns:a16="http://schemas.microsoft.com/office/drawing/2014/main" id="{008B311F-AB3A-ABC9-B04D-1E4E5955E4F3}"/>
                </a:ext>
              </a:extLst>
            </p:cNvPr>
            <p:cNvSpPr>
              <a:spLocks noChangeShapeType="1"/>
            </p:cNvSpPr>
            <p:nvPr/>
          </p:nvSpPr>
          <p:spPr bwMode="auto">
            <a:xfrm>
              <a:off x="2645" y="2611"/>
              <a:ext cx="0" cy="116"/>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7852" name="Line 217">
              <a:extLst>
                <a:ext uri="{FF2B5EF4-FFF2-40B4-BE49-F238E27FC236}">
                  <a16:creationId xmlns:a16="http://schemas.microsoft.com/office/drawing/2014/main" id="{045144EA-7443-7018-2567-BB6C824AB4B8}"/>
                </a:ext>
              </a:extLst>
            </p:cNvPr>
            <p:cNvSpPr>
              <a:spLocks noChangeShapeType="1"/>
            </p:cNvSpPr>
            <p:nvPr/>
          </p:nvSpPr>
          <p:spPr bwMode="auto">
            <a:xfrm>
              <a:off x="2191" y="1954"/>
              <a:ext cx="121"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3" name="Line 218">
              <a:extLst>
                <a:ext uri="{FF2B5EF4-FFF2-40B4-BE49-F238E27FC236}">
                  <a16:creationId xmlns:a16="http://schemas.microsoft.com/office/drawing/2014/main" id="{9756F742-597D-7E5E-BBD0-02A15F166EAF}"/>
                </a:ext>
              </a:extLst>
            </p:cNvPr>
            <p:cNvSpPr>
              <a:spLocks noChangeShapeType="1"/>
            </p:cNvSpPr>
            <p:nvPr/>
          </p:nvSpPr>
          <p:spPr bwMode="auto">
            <a:xfrm>
              <a:off x="2193" y="1954"/>
              <a:ext cx="0" cy="86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4" name="Line 221">
              <a:extLst>
                <a:ext uri="{FF2B5EF4-FFF2-40B4-BE49-F238E27FC236}">
                  <a16:creationId xmlns:a16="http://schemas.microsoft.com/office/drawing/2014/main" id="{1854ECA6-F5D7-E5DD-505D-73A751C0B28F}"/>
                </a:ext>
              </a:extLst>
            </p:cNvPr>
            <p:cNvSpPr>
              <a:spLocks noChangeShapeType="1"/>
            </p:cNvSpPr>
            <p:nvPr/>
          </p:nvSpPr>
          <p:spPr bwMode="auto">
            <a:xfrm flipH="1">
              <a:off x="2010" y="2822"/>
              <a:ext cx="187"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55" name="Line 222">
              <a:extLst>
                <a:ext uri="{FF2B5EF4-FFF2-40B4-BE49-F238E27FC236}">
                  <a16:creationId xmlns:a16="http://schemas.microsoft.com/office/drawing/2014/main" id="{C274E7F0-CCF6-922C-D39F-1C98C84C709B}"/>
                </a:ext>
              </a:extLst>
            </p:cNvPr>
            <p:cNvSpPr>
              <a:spLocks noChangeShapeType="1"/>
            </p:cNvSpPr>
            <p:nvPr/>
          </p:nvSpPr>
          <p:spPr bwMode="auto">
            <a:xfrm>
              <a:off x="1777" y="1596"/>
              <a:ext cx="0" cy="5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6" name="Line 223">
              <a:extLst>
                <a:ext uri="{FF2B5EF4-FFF2-40B4-BE49-F238E27FC236}">
                  <a16:creationId xmlns:a16="http://schemas.microsoft.com/office/drawing/2014/main" id="{0975D3CC-3F59-1317-8062-FBC48A709CF5}"/>
                </a:ext>
              </a:extLst>
            </p:cNvPr>
            <p:cNvSpPr>
              <a:spLocks noChangeShapeType="1"/>
            </p:cNvSpPr>
            <p:nvPr/>
          </p:nvSpPr>
          <p:spPr bwMode="auto">
            <a:xfrm>
              <a:off x="1775" y="2180"/>
              <a:ext cx="30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7" name="Line 224">
              <a:extLst>
                <a:ext uri="{FF2B5EF4-FFF2-40B4-BE49-F238E27FC236}">
                  <a16:creationId xmlns:a16="http://schemas.microsoft.com/office/drawing/2014/main" id="{6783D7F0-5246-56BF-5D46-7740F686ADC9}"/>
                </a:ext>
              </a:extLst>
            </p:cNvPr>
            <p:cNvSpPr>
              <a:spLocks noChangeShapeType="1"/>
            </p:cNvSpPr>
            <p:nvPr/>
          </p:nvSpPr>
          <p:spPr bwMode="auto">
            <a:xfrm>
              <a:off x="2075" y="2180"/>
              <a:ext cx="0" cy="42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8" name="Line 227">
              <a:extLst>
                <a:ext uri="{FF2B5EF4-FFF2-40B4-BE49-F238E27FC236}">
                  <a16:creationId xmlns:a16="http://schemas.microsoft.com/office/drawing/2014/main" id="{C66FD2B4-F9C1-A58A-6EC4-98B056FE8B90}"/>
                </a:ext>
              </a:extLst>
            </p:cNvPr>
            <p:cNvSpPr>
              <a:spLocks noChangeShapeType="1"/>
            </p:cNvSpPr>
            <p:nvPr/>
          </p:nvSpPr>
          <p:spPr bwMode="auto">
            <a:xfrm>
              <a:off x="1902" y="2596"/>
              <a:ext cx="1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59" name="Line 228">
              <a:extLst>
                <a:ext uri="{FF2B5EF4-FFF2-40B4-BE49-F238E27FC236}">
                  <a16:creationId xmlns:a16="http://schemas.microsoft.com/office/drawing/2014/main" id="{CEC49F37-5E23-BBAE-B75A-033314E51877}"/>
                </a:ext>
              </a:extLst>
            </p:cNvPr>
            <p:cNvSpPr>
              <a:spLocks noChangeShapeType="1"/>
            </p:cNvSpPr>
            <p:nvPr/>
          </p:nvSpPr>
          <p:spPr bwMode="auto">
            <a:xfrm>
              <a:off x="1902" y="2596"/>
              <a:ext cx="0" cy="117"/>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7860" name="Line 229">
              <a:extLst>
                <a:ext uri="{FF2B5EF4-FFF2-40B4-BE49-F238E27FC236}">
                  <a16:creationId xmlns:a16="http://schemas.microsoft.com/office/drawing/2014/main" id="{DCCC3389-20C9-513C-E5C3-5EA645603B3B}"/>
                </a:ext>
              </a:extLst>
            </p:cNvPr>
            <p:cNvSpPr>
              <a:spLocks noChangeShapeType="1"/>
            </p:cNvSpPr>
            <p:nvPr/>
          </p:nvSpPr>
          <p:spPr bwMode="auto">
            <a:xfrm>
              <a:off x="1747" y="2496"/>
              <a:ext cx="0" cy="23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03525" name="Text Box 230">
              <a:extLst>
                <a:ext uri="{FF2B5EF4-FFF2-40B4-BE49-F238E27FC236}">
                  <a16:creationId xmlns:a16="http://schemas.microsoft.com/office/drawing/2014/main" id="{5430B13A-111C-4145-9B51-C22E8C60E119}"/>
                </a:ext>
              </a:extLst>
            </p:cNvPr>
            <p:cNvSpPr txBox="1">
              <a:spLocks noChangeArrowheads="1"/>
            </p:cNvSpPr>
            <p:nvPr/>
          </p:nvSpPr>
          <p:spPr bwMode="auto">
            <a:xfrm>
              <a:off x="3073" y="3170"/>
              <a:ext cx="425" cy="226"/>
            </a:xfrm>
            <a:prstGeom prst="rect">
              <a:avLst/>
            </a:prstGeom>
            <a:solidFill>
              <a:schemeClr val="accent1">
                <a:lumMod val="60000"/>
                <a:lumOff val="40000"/>
              </a:schemeClr>
            </a:solidFill>
            <a:ln w="28575">
              <a:solidFill>
                <a:srgbClr val="000000"/>
              </a:solidFill>
              <a:miter lim="800000"/>
              <a:headEnd/>
              <a:tailEnd/>
            </a:ln>
          </p:spPr>
          <p:txBody>
            <a:bodyPr/>
            <a:lstStyle/>
            <a:p>
              <a:pPr>
                <a:defRPr/>
              </a:pPr>
              <a:r>
                <a:rPr lang="en-US" sz="1600">
                  <a:latin typeface="Arial" charset="0"/>
                  <a:cs typeface="Arial" charset="0"/>
                </a:rPr>
                <a:t>+</a:t>
              </a:r>
            </a:p>
          </p:txBody>
        </p:sp>
        <p:sp>
          <p:nvSpPr>
            <p:cNvPr id="103526" name="Text Box 231">
              <a:extLst>
                <a:ext uri="{FF2B5EF4-FFF2-40B4-BE49-F238E27FC236}">
                  <a16:creationId xmlns:a16="http://schemas.microsoft.com/office/drawing/2014/main" id="{E65CEA10-BEFA-483C-BD80-BA31D3995626}"/>
                </a:ext>
              </a:extLst>
            </p:cNvPr>
            <p:cNvSpPr txBox="1">
              <a:spLocks noChangeArrowheads="1"/>
            </p:cNvSpPr>
            <p:nvPr/>
          </p:nvSpPr>
          <p:spPr bwMode="auto">
            <a:xfrm>
              <a:off x="2331" y="3163"/>
              <a:ext cx="424" cy="225"/>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03527" name="Text Box 232">
              <a:extLst>
                <a:ext uri="{FF2B5EF4-FFF2-40B4-BE49-F238E27FC236}">
                  <a16:creationId xmlns:a16="http://schemas.microsoft.com/office/drawing/2014/main" id="{7C499E22-751C-4B83-A301-C50DDEA2C009}"/>
                </a:ext>
              </a:extLst>
            </p:cNvPr>
            <p:cNvSpPr txBox="1">
              <a:spLocks noChangeArrowheads="1"/>
            </p:cNvSpPr>
            <p:nvPr/>
          </p:nvSpPr>
          <p:spPr bwMode="auto">
            <a:xfrm>
              <a:off x="1588" y="3163"/>
              <a:ext cx="424" cy="225"/>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03528" name="Text Box 233">
              <a:extLst>
                <a:ext uri="{FF2B5EF4-FFF2-40B4-BE49-F238E27FC236}">
                  <a16:creationId xmlns:a16="http://schemas.microsoft.com/office/drawing/2014/main" id="{77A4ECC0-7F07-48B1-897D-0730CE1FD311}"/>
                </a:ext>
              </a:extLst>
            </p:cNvPr>
            <p:cNvSpPr txBox="1">
              <a:spLocks noChangeArrowheads="1"/>
            </p:cNvSpPr>
            <p:nvPr/>
          </p:nvSpPr>
          <p:spPr bwMode="auto">
            <a:xfrm>
              <a:off x="829" y="3155"/>
              <a:ext cx="425" cy="226"/>
            </a:xfrm>
            <a:prstGeom prst="rect">
              <a:avLst/>
            </a:prstGeom>
            <a:solidFill>
              <a:schemeClr val="accent1">
                <a:lumMod val="60000"/>
                <a:lumOff val="40000"/>
              </a:schemeClr>
            </a:solidFill>
            <a:ln w="28575">
              <a:solidFill>
                <a:srgbClr val="000000"/>
              </a:solidFill>
              <a:miter lim="800000"/>
              <a:headEnd/>
              <a:tailEnd/>
            </a:ln>
          </p:spPr>
          <p:txBody>
            <a:bodyPr/>
            <a:lstStyle/>
            <a:p>
              <a:pPr algn="ctr">
                <a:defRPr/>
              </a:pPr>
              <a:r>
                <a:rPr lang="en-US" sz="1600">
                  <a:latin typeface="Arial" charset="0"/>
                  <a:cs typeface="Arial" charset="0"/>
                </a:rPr>
                <a:t>+</a:t>
              </a:r>
            </a:p>
          </p:txBody>
        </p:sp>
        <p:sp>
          <p:nvSpPr>
            <p:cNvPr id="117865" name="Line 234">
              <a:extLst>
                <a:ext uri="{FF2B5EF4-FFF2-40B4-BE49-F238E27FC236}">
                  <a16:creationId xmlns:a16="http://schemas.microsoft.com/office/drawing/2014/main" id="{15A17F4B-0F51-9333-866C-0794E33D986B}"/>
                </a:ext>
              </a:extLst>
            </p:cNvPr>
            <p:cNvSpPr>
              <a:spLocks noChangeShapeType="1"/>
            </p:cNvSpPr>
            <p:nvPr/>
          </p:nvSpPr>
          <p:spPr bwMode="auto">
            <a:xfrm>
              <a:off x="3269" y="2948"/>
              <a:ext cx="0" cy="21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66" name="Line 235">
              <a:extLst>
                <a:ext uri="{FF2B5EF4-FFF2-40B4-BE49-F238E27FC236}">
                  <a16:creationId xmlns:a16="http://schemas.microsoft.com/office/drawing/2014/main" id="{F52E286B-411F-0D85-9717-51EFF48F5019}"/>
                </a:ext>
              </a:extLst>
            </p:cNvPr>
            <p:cNvSpPr>
              <a:spLocks noChangeShapeType="1"/>
            </p:cNvSpPr>
            <p:nvPr/>
          </p:nvSpPr>
          <p:spPr bwMode="auto">
            <a:xfrm>
              <a:off x="2464" y="2963"/>
              <a:ext cx="0" cy="21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67" name="Line 236">
              <a:extLst>
                <a:ext uri="{FF2B5EF4-FFF2-40B4-BE49-F238E27FC236}">
                  <a16:creationId xmlns:a16="http://schemas.microsoft.com/office/drawing/2014/main" id="{A3A62502-D093-D246-C22F-6943C2C5393B}"/>
                </a:ext>
              </a:extLst>
            </p:cNvPr>
            <p:cNvSpPr>
              <a:spLocks noChangeShapeType="1"/>
            </p:cNvSpPr>
            <p:nvPr/>
          </p:nvSpPr>
          <p:spPr bwMode="auto">
            <a:xfrm>
              <a:off x="1713" y="2948"/>
              <a:ext cx="0" cy="212"/>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68" name="Line 237">
              <a:extLst>
                <a:ext uri="{FF2B5EF4-FFF2-40B4-BE49-F238E27FC236}">
                  <a16:creationId xmlns:a16="http://schemas.microsoft.com/office/drawing/2014/main" id="{E6B8FD86-7240-C6A6-8300-99329D56EC0D}"/>
                </a:ext>
              </a:extLst>
            </p:cNvPr>
            <p:cNvSpPr>
              <a:spLocks noChangeShapeType="1"/>
            </p:cNvSpPr>
            <p:nvPr/>
          </p:nvSpPr>
          <p:spPr bwMode="auto">
            <a:xfrm>
              <a:off x="3705" y="2842"/>
              <a:ext cx="13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69" name="Line 238">
              <a:extLst>
                <a:ext uri="{FF2B5EF4-FFF2-40B4-BE49-F238E27FC236}">
                  <a16:creationId xmlns:a16="http://schemas.microsoft.com/office/drawing/2014/main" id="{B51CA792-7209-96EA-A17F-84325D1C4036}"/>
                </a:ext>
              </a:extLst>
            </p:cNvPr>
            <p:cNvSpPr>
              <a:spLocks noChangeShapeType="1"/>
            </p:cNvSpPr>
            <p:nvPr/>
          </p:nvSpPr>
          <p:spPr bwMode="auto">
            <a:xfrm flipH="1">
              <a:off x="3488" y="3275"/>
              <a:ext cx="220"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70" name="Line 239">
              <a:extLst>
                <a:ext uri="{FF2B5EF4-FFF2-40B4-BE49-F238E27FC236}">
                  <a16:creationId xmlns:a16="http://schemas.microsoft.com/office/drawing/2014/main" id="{C5914A71-5C7B-B2A1-8D29-8E6B5C7144CB}"/>
                </a:ext>
              </a:extLst>
            </p:cNvPr>
            <p:cNvSpPr>
              <a:spLocks noChangeShapeType="1"/>
            </p:cNvSpPr>
            <p:nvPr/>
          </p:nvSpPr>
          <p:spPr bwMode="auto">
            <a:xfrm flipV="1">
              <a:off x="3708" y="2837"/>
              <a:ext cx="0" cy="44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71" name="Line 240">
              <a:extLst>
                <a:ext uri="{FF2B5EF4-FFF2-40B4-BE49-F238E27FC236}">
                  <a16:creationId xmlns:a16="http://schemas.microsoft.com/office/drawing/2014/main" id="{F35ED30C-F7DD-2FF1-15CA-E61C6429DF89}"/>
                </a:ext>
              </a:extLst>
            </p:cNvPr>
            <p:cNvSpPr>
              <a:spLocks noChangeShapeType="1"/>
            </p:cNvSpPr>
            <p:nvPr/>
          </p:nvSpPr>
          <p:spPr bwMode="auto">
            <a:xfrm>
              <a:off x="2962" y="2835"/>
              <a:ext cx="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72" name="Line 241">
              <a:extLst>
                <a:ext uri="{FF2B5EF4-FFF2-40B4-BE49-F238E27FC236}">
                  <a16:creationId xmlns:a16="http://schemas.microsoft.com/office/drawing/2014/main" id="{C7944933-FA0C-3237-D731-BAD34C1ABE3A}"/>
                </a:ext>
              </a:extLst>
            </p:cNvPr>
            <p:cNvSpPr>
              <a:spLocks noChangeShapeType="1"/>
            </p:cNvSpPr>
            <p:nvPr/>
          </p:nvSpPr>
          <p:spPr bwMode="auto">
            <a:xfrm>
              <a:off x="2962" y="2829"/>
              <a:ext cx="0" cy="204"/>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73" name="Line 242">
              <a:extLst>
                <a:ext uri="{FF2B5EF4-FFF2-40B4-BE49-F238E27FC236}">
                  <a16:creationId xmlns:a16="http://schemas.microsoft.com/office/drawing/2014/main" id="{47736195-5918-68A7-9F94-68030F59E8AA}"/>
                </a:ext>
              </a:extLst>
            </p:cNvPr>
            <p:cNvSpPr>
              <a:spLocks noChangeShapeType="1"/>
            </p:cNvSpPr>
            <p:nvPr/>
          </p:nvSpPr>
          <p:spPr bwMode="auto">
            <a:xfrm flipH="1">
              <a:off x="2753" y="3267"/>
              <a:ext cx="304"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74" name="Line 243">
              <a:extLst>
                <a:ext uri="{FF2B5EF4-FFF2-40B4-BE49-F238E27FC236}">
                  <a16:creationId xmlns:a16="http://schemas.microsoft.com/office/drawing/2014/main" id="{42E089CE-5AEC-BDDA-070B-47E5F53C25CE}"/>
                </a:ext>
              </a:extLst>
            </p:cNvPr>
            <p:cNvSpPr>
              <a:spLocks noChangeShapeType="1"/>
            </p:cNvSpPr>
            <p:nvPr/>
          </p:nvSpPr>
          <p:spPr bwMode="auto">
            <a:xfrm>
              <a:off x="2243" y="2842"/>
              <a:ext cx="76"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75" name="Line 244">
              <a:extLst>
                <a:ext uri="{FF2B5EF4-FFF2-40B4-BE49-F238E27FC236}">
                  <a16:creationId xmlns:a16="http://schemas.microsoft.com/office/drawing/2014/main" id="{FBFAAABC-15B4-9DCD-2256-EE519F31A11B}"/>
                </a:ext>
              </a:extLst>
            </p:cNvPr>
            <p:cNvSpPr>
              <a:spLocks noChangeShapeType="1"/>
            </p:cNvSpPr>
            <p:nvPr/>
          </p:nvSpPr>
          <p:spPr bwMode="auto">
            <a:xfrm flipH="1">
              <a:off x="2231" y="2837"/>
              <a:ext cx="0" cy="19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76" name="Line 245">
              <a:extLst>
                <a:ext uri="{FF2B5EF4-FFF2-40B4-BE49-F238E27FC236}">
                  <a16:creationId xmlns:a16="http://schemas.microsoft.com/office/drawing/2014/main" id="{E6EB3F6F-1E72-D73D-7D16-041CF4A34516}"/>
                </a:ext>
              </a:extLst>
            </p:cNvPr>
            <p:cNvSpPr>
              <a:spLocks noChangeShapeType="1"/>
            </p:cNvSpPr>
            <p:nvPr/>
          </p:nvSpPr>
          <p:spPr bwMode="auto">
            <a:xfrm flipH="1">
              <a:off x="2010" y="3275"/>
              <a:ext cx="31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77" name="Line 246">
              <a:extLst>
                <a:ext uri="{FF2B5EF4-FFF2-40B4-BE49-F238E27FC236}">
                  <a16:creationId xmlns:a16="http://schemas.microsoft.com/office/drawing/2014/main" id="{A73DCBC7-87F6-2258-7046-1A9AC9E7A405}"/>
                </a:ext>
              </a:extLst>
            </p:cNvPr>
            <p:cNvSpPr>
              <a:spLocks noChangeShapeType="1"/>
            </p:cNvSpPr>
            <p:nvPr/>
          </p:nvSpPr>
          <p:spPr bwMode="auto">
            <a:xfrm>
              <a:off x="1052" y="3372"/>
              <a:ext cx="0" cy="194"/>
            </a:xfrm>
            <a:prstGeom prst="line">
              <a:avLst/>
            </a:prstGeom>
            <a:noFill/>
            <a:ln w="25400">
              <a:solidFill>
                <a:srgbClr val="00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78" name="Line 247">
              <a:extLst>
                <a:ext uri="{FF2B5EF4-FFF2-40B4-BE49-F238E27FC236}">
                  <a16:creationId xmlns:a16="http://schemas.microsoft.com/office/drawing/2014/main" id="{497F8BB1-27B9-6DAD-5C5A-D12513734458}"/>
                </a:ext>
              </a:extLst>
            </p:cNvPr>
            <p:cNvSpPr>
              <a:spLocks noChangeShapeType="1"/>
            </p:cNvSpPr>
            <p:nvPr/>
          </p:nvSpPr>
          <p:spPr bwMode="auto">
            <a:xfrm>
              <a:off x="504" y="3264"/>
              <a:ext cx="30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79" name="Line 248">
              <a:extLst>
                <a:ext uri="{FF2B5EF4-FFF2-40B4-BE49-F238E27FC236}">
                  <a16:creationId xmlns:a16="http://schemas.microsoft.com/office/drawing/2014/main" id="{F216E772-B3A3-7B5C-61A2-CC74F82991CB}"/>
                </a:ext>
              </a:extLst>
            </p:cNvPr>
            <p:cNvSpPr>
              <a:spLocks noChangeShapeType="1"/>
            </p:cNvSpPr>
            <p:nvPr/>
          </p:nvSpPr>
          <p:spPr bwMode="auto">
            <a:xfrm>
              <a:off x="2634" y="3033"/>
              <a:ext cx="32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80" name="Line 249">
              <a:extLst>
                <a:ext uri="{FF2B5EF4-FFF2-40B4-BE49-F238E27FC236}">
                  <a16:creationId xmlns:a16="http://schemas.microsoft.com/office/drawing/2014/main" id="{74E71E91-E1BF-D39D-AC94-94CF778928E2}"/>
                </a:ext>
              </a:extLst>
            </p:cNvPr>
            <p:cNvSpPr>
              <a:spLocks noChangeShapeType="1"/>
            </p:cNvSpPr>
            <p:nvPr/>
          </p:nvSpPr>
          <p:spPr bwMode="auto">
            <a:xfrm>
              <a:off x="2627" y="3026"/>
              <a:ext cx="0" cy="127"/>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7881" name="Line 250">
              <a:extLst>
                <a:ext uri="{FF2B5EF4-FFF2-40B4-BE49-F238E27FC236}">
                  <a16:creationId xmlns:a16="http://schemas.microsoft.com/office/drawing/2014/main" id="{08DAEFD5-F79F-8E45-3A8B-5AA2CDCDF367}"/>
                </a:ext>
              </a:extLst>
            </p:cNvPr>
            <p:cNvSpPr>
              <a:spLocks noChangeShapeType="1"/>
            </p:cNvSpPr>
            <p:nvPr/>
          </p:nvSpPr>
          <p:spPr bwMode="auto">
            <a:xfrm>
              <a:off x="987" y="2483"/>
              <a:ext cx="1" cy="677"/>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82" name="Line 251">
              <a:extLst>
                <a:ext uri="{FF2B5EF4-FFF2-40B4-BE49-F238E27FC236}">
                  <a16:creationId xmlns:a16="http://schemas.microsoft.com/office/drawing/2014/main" id="{EE0006AD-E480-D135-10F8-1E992337CB6A}"/>
                </a:ext>
              </a:extLst>
            </p:cNvPr>
            <p:cNvSpPr>
              <a:spLocks noChangeShapeType="1"/>
            </p:cNvSpPr>
            <p:nvPr/>
          </p:nvSpPr>
          <p:spPr bwMode="auto">
            <a:xfrm>
              <a:off x="1909" y="3033"/>
              <a:ext cx="329"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83" name="Line 252">
              <a:extLst>
                <a:ext uri="{FF2B5EF4-FFF2-40B4-BE49-F238E27FC236}">
                  <a16:creationId xmlns:a16="http://schemas.microsoft.com/office/drawing/2014/main" id="{F8A57E83-2A4B-6D97-270C-839658E9235B}"/>
                </a:ext>
              </a:extLst>
            </p:cNvPr>
            <p:cNvSpPr>
              <a:spLocks noChangeShapeType="1"/>
            </p:cNvSpPr>
            <p:nvPr/>
          </p:nvSpPr>
          <p:spPr bwMode="auto">
            <a:xfrm>
              <a:off x="1909" y="3033"/>
              <a:ext cx="0" cy="127"/>
            </a:xfrm>
            <a:prstGeom prst="line">
              <a:avLst/>
            </a:prstGeom>
            <a:noFill/>
            <a:ln w="25400">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endParaRPr lang="en-US"/>
            </a:p>
          </p:txBody>
        </p:sp>
        <p:sp>
          <p:nvSpPr>
            <p:cNvPr id="117884" name="Line 253">
              <a:extLst>
                <a:ext uri="{FF2B5EF4-FFF2-40B4-BE49-F238E27FC236}">
                  <a16:creationId xmlns:a16="http://schemas.microsoft.com/office/drawing/2014/main" id="{8FC681CB-BCE2-F28C-2292-8F3DB425ABCF}"/>
                </a:ext>
              </a:extLst>
            </p:cNvPr>
            <p:cNvSpPr>
              <a:spLocks noChangeShapeType="1"/>
            </p:cNvSpPr>
            <p:nvPr/>
          </p:nvSpPr>
          <p:spPr bwMode="auto">
            <a:xfrm flipH="1">
              <a:off x="1251" y="3260"/>
              <a:ext cx="329" cy="0"/>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85" name="Line 254">
              <a:extLst>
                <a:ext uri="{FF2B5EF4-FFF2-40B4-BE49-F238E27FC236}">
                  <a16:creationId xmlns:a16="http://schemas.microsoft.com/office/drawing/2014/main" id="{A111D317-C514-9CE1-5FC4-75C5955C734F}"/>
                </a:ext>
              </a:extLst>
            </p:cNvPr>
            <p:cNvSpPr>
              <a:spLocks noChangeShapeType="1"/>
            </p:cNvSpPr>
            <p:nvPr/>
          </p:nvSpPr>
          <p:spPr bwMode="auto">
            <a:xfrm>
              <a:off x="1163" y="2835"/>
              <a:ext cx="0" cy="317"/>
            </a:xfrm>
            <a:prstGeom prst="line">
              <a:avLst/>
            </a:prstGeom>
            <a:noFill/>
            <a:ln w="25400">
              <a:solidFill>
                <a:schemeClr val="tx1"/>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117886" name="Line 255">
              <a:extLst>
                <a:ext uri="{FF2B5EF4-FFF2-40B4-BE49-F238E27FC236}">
                  <a16:creationId xmlns:a16="http://schemas.microsoft.com/office/drawing/2014/main" id="{80AE44D0-9BA2-AA18-C5ED-65FFC7205551}"/>
                </a:ext>
              </a:extLst>
            </p:cNvPr>
            <p:cNvSpPr>
              <a:spLocks noChangeShapeType="1"/>
            </p:cNvSpPr>
            <p:nvPr/>
          </p:nvSpPr>
          <p:spPr bwMode="auto">
            <a:xfrm>
              <a:off x="1163" y="2835"/>
              <a:ext cx="41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7887" name="Text Box 263">
              <a:extLst>
                <a:ext uri="{FF2B5EF4-FFF2-40B4-BE49-F238E27FC236}">
                  <a16:creationId xmlns:a16="http://schemas.microsoft.com/office/drawing/2014/main" id="{7847884E-7342-F5B4-2A07-E8C3205C99C0}"/>
                </a:ext>
              </a:extLst>
            </p:cNvPr>
            <p:cNvSpPr txBox="1">
              <a:spLocks noChangeArrowheads="1"/>
            </p:cNvSpPr>
            <p:nvPr/>
          </p:nvSpPr>
          <p:spPr bwMode="auto">
            <a:xfrm>
              <a:off x="192" y="3393"/>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P7</a:t>
              </a:r>
              <a:endParaRPr lang="ru-RU" altLang="en-US" sz="1600"/>
            </a:p>
          </p:txBody>
        </p:sp>
        <p:sp>
          <p:nvSpPr>
            <p:cNvPr id="117888" name="Text Box 264">
              <a:extLst>
                <a:ext uri="{FF2B5EF4-FFF2-40B4-BE49-F238E27FC236}">
                  <a16:creationId xmlns:a16="http://schemas.microsoft.com/office/drawing/2014/main" id="{EB1275AE-0017-7F90-1DDA-2647ADB35A95}"/>
                </a:ext>
              </a:extLst>
            </p:cNvPr>
            <p:cNvSpPr txBox="1">
              <a:spLocks noChangeArrowheads="1"/>
            </p:cNvSpPr>
            <p:nvPr/>
          </p:nvSpPr>
          <p:spPr bwMode="auto">
            <a:xfrm>
              <a:off x="738" y="3379"/>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P6</a:t>
              </a:r>
              <a:endParaRPr lang="ru-RU" altLang="en-US" sz="1600"/>
            </a:p>
          </p:txBody>
        </p:sp>
        <p:sp>
          <p:nvSpPr>
            <p:cNvPr id="117889" name="Text Box 265">
              <a:extLst>
                <a:ext uri="{FF2B5EF4-FFF2-40B4-BE49-F238E27FC236}">
                  <a16:creationId xmlns:a16="http://schemas.microsoft.com/office/drawing/2014/main" id="{32172B5F-E182-2B71-AA77-9B8C4D628713}"/>
                </a:ext>
              </a:extLst>
            </p:cNvPr>
            <p:cNvSpPr txBox="1">
              <a:spLocks noChangeArrowheads="1"/>
            </p:cNvSpPr>
            <p:nvPr/>
          </p:nvSpPr>
          <p:spPr bwMode="auto">
            <a:xfrm>
              <a:off x="1483" y="3396"/>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P5</a:t>
              </a:r>
              <a:endParaRPr lang="ru-RU" altLang="en-US" sz="1600"/>
            </a:p>
          </p:txBody>
        </p:sp>
        <p:sp>
          <p:nvSpPr>
            <p:cNvPr id="117890" name="Text Box 266">
              <a:extLst>
                <a:ext uri="{FF2B5EF4-FFF2-40B4-BE49-F238E27FC236}">
                  <a16:creationId xmlns:a16="http://schemas.microsoft.com/office/drawing/2014/main" id="{2D26DB95-064D-3C7C-8010-AF508403A40C}"/>
                </a:ext>
              </a:extLst>
            </p:cNvPr>
            <p:cNvSpPr txBox="1">
              <a:spLocks noChangeArrowheads="1"/>
            </p:cNvSpPr>
            <p:nvPr/>
          </p:nvSpPr>
          <p:spPr bwMode="auto">
            <a:xfrm>
              <a:off x="2258" y="3407"/>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P4</a:t>
              </a:r>
              <a:endParaRPr lang="ru-RU" altLang="en-US" sz="1600"/>
            </a:p>
          </p:txBody>
        </p:sp>
        <p:sp>
          <p:nvSpPr>
            <p:cNvPr id="117891" name="Text Box 267">
              <a:extLst>
                <a:ext uri="{FF2B5EF4-FFF2-40B4-BE49-F238E27FC236}">
                  <a16:creationId xmlns:a16="http://schemas.microsoft.com/office/drawing/2014/main" id="{AE576140-D5DF-E535-F86B-697399BECE0B}"/>
                </a:ext>
              </a:extLst>
            </p:cNvPr>
            <p:cNvSpPr txBox="1">
              <a:spLocks noChangeArrowheads="1"/>
            </p:cNvSpPr>
            <p:nvPr/>
          </p:nvSpPr>
          <p:spPr bwMode="auto">
            <a:xfrm>
              <a:off x="3021" y="3407"/>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P3</a:t>
              </a:r>
              <a:endParaRPr lang="ru-RU" altLang="en-US" sz="1600"/>
            </a:p>
          </p:txBody>
        </p:sp>
        <p:sp>
          <p:nvSpPr>
            <p:cNvPr id="117892" name="Text Box 268">
              <a:extLst>
                <a:ext uri="{FF2B5EF4-FFF2-40B4-BE49-F238E27FC236}">
                  <a16:creationId xmlns:a16="http://schemas.microsoft.com/office/drawing/2014/main" id="{C656F081-F517-76BC-A84D-81BAFC04414E}"/>
                </a:ext>
              </a:extLst>
            </p:cNvPr>
            <p:cNvSpPr txBox="1">
              <a:spLocks noChangeArrowheads="1"/>
            </p:cNvSpPr>
            <p:nvPr/>
          </p:nvSpPr>
          <p:spPr bwMode="auto">
            <a:xfrm>
              <a:off x="3758" y="3404"/>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P2</a:t>
              </a:r>
              <a:endParaRPr lang="ru-RU" altLang="en-US" sz="1600"/>
            </a:p>
          </p:txBody>
        </p:sp>
        <p:sp>
          <p:nvSpPr>
            <p:cNvPr id="117893" name="Text Box 269">
              <a:extLst>
                <a:ext uri="{FF2B5EF4-FFF2-40B4-BE49-F238E27FC236}">
                  <a16:creationId xmlns:a16="http://schemas.microsoft.com/office/drawing/2014/main" id="{31D54454-2870-0AA1-4BF8-691B1B3638E1}"/>
                </a:ext>
              </a:extLst>
            </p:cNvPr>
            <p:cNvSpPr txBox="1">
              <a:spLocks noChangeArrowheads="1"/>
            </p:cNvSpPr>
            <p:nvPr/>
          </p:nvSpPr>
          <p:spPr bwMode="auto">
            <a:xfrm>
              <a:off x="4455" y="3407"/>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P1</a:t>
              </a:r>
              <a:endParaRPr lang="ru-RU" altLang="en-US" sz="1600"/>
            </a:p>
          </p:txBody>
        </p:sp>
        <p:sp>
          <p:nvSpPr>
            <p:cNvPr id="117894" name="Text Box 270">
              <a:extLst>
                <a:ext uri="{FF2B5EF4-FFF2-40B4-BE49-F238E27FC236}">
                  <a16:creationId xmlns:a16="http://schemas.microsoft.com/office/drawing/2014/main" id="{BDA07B01-A242-F490-06F6-2460D6726A75}"/>
                </a:ext>
              </a:extLst>
            </p:cNvPr>
            <p:cNvSpPr txBox="1">
              <a:spLocks noChangeArrowheads="1"/>
            </p:cNvSpPr>
            <p:nvPr/>
          </p:nvSpPr>
          <p:spPr bwMode="auto">
            <a:xfrm>
              <a:off x="5093" y="3424"/>
              <a:ext cx="325" cy="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P0</a:t>
              </a:r>
              <a:endParaRPr lang="ru-RU" altLang="en-US" sz="1600"/>
            </a:p>
          </p:txBody>
        </p:sp>
      </p:grpSp>
      <p:sp>
        <p:nvSpPr>
          <p:cNvPr id="2" name="Title 1">
            <a:extLst>
              <a:ext uri="{FF2B5EF4-FFF2-40B4-BE49-F238E27FC236}">
                <a16:creationId xmlns:a16="http://schemas.microsoft.com/office/drawing/2014/main" id="{1C2259FE-5115-E8C5-6006-5A450A153D08}"/>
              </a:ext>
            </a:extLst>
          </p:cNvPr>
          <p:cNvSpPr>
            <a:spLocks noGrp="1"/>
          </p:cNvSpPr>
          <p:nvPr>
            <p:ph type="title"/>
          </p:nvPr>
        </p:nvSpPr>
        <p:spPr/>
        <p:txBody>
          <a:bodyPr>
            <a:normAutofit/>
          </a:bodyPr>
          <a:lstStyle/>
          <a:p>
            <a:r>
              <a:rPr lang="en-US" dirty="0"/>
              <a:t>Wallace-tree Multiplier (2)</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itle 7">
            <a:extLst>
              <a:ext uri="{FF2B5EF4-FFF2-40B4-BE49-F238E27FC236}">
                <a16:creationId xmlns:a16="http://schemas.microsoft.com/office/drawing/2014/main" id="{49B636E6-7CE6-7B2E-CE7F-EC4B0F96A4A2}"/>
              </a:ext>
            </a:extLst>
          </p:cNvPr>
          <p:cNvSpPr>
            <a:spLocks noGrp="1" noChangeArrowheads="1"/>
          </p:cNvSpPr>
          <p:nvPr>
            <p:ph type="title"/>
          </p:nvPr>
        </p:nvSpPr>
        <p:spPr/>
        <p:txBody>
          <a:bodyPr>
            <a:normAutofit/>
          </a:bodyPr>
          <a:lstStyle/>
          <a:p>
            <a:r>
              <a:rPr lang="en-US" altLang="en-US" dirty="0"/>
              <a:t>Wallace-tree </a:t>
            </a:r>
          </a:p>
        </p:txBody>
      </p:sp>
      <p:sp>
        <p:nvSpPr>
          <p:cNvPr id="118787" name="Content Placeholder 5">
            <a:extLst>
              <a:ext uri="{FF2B5EF4-FFF2-40B4-BE49-F238E27FC236}">
                <a16:creationId xmlns:a16="http://schemas.microsoft.com/office/drawing/2014/main" id="{C83930E0-7820-1EA4-12F6-3D69539A3306}"/>
              </a:ext>
            </a:extLst>
          </p:cNvPr>
          <p:cNvSpPr>
            <a:spLocks noGrp="1" noChangeArrowheads="1"/>
          </p:cNvSpPr>
          <p:nvPr>
            <p:ph type="body" sz="quarter" idx="10"/>
          </p:nvPr>
        </p:nvSpPr>
        <p:spPr/>
        <p:txBody>
          <a:bodyPr/>
          <a:lstStyle/>
          <a:p>
            <a:r>
              <a:rPr lang="en-US" altLang="en-US" dirty="0"/>
              <a:t>Lines of matrix of partial products are grouped in three. </a:t>
            </a:r>
          </a:p>
          <a:p>
            <a:r>
              <a:rPr lang="en-US" altLang="en-US" dirty="0"/>
              <a:t>For the compression of columns with three bits FA is used. For compression of columns with two bits HA is used.</a:t>
            </a:r>
          </a:p>
          <a:p>
            <a:r>
              <a:rPr lang="en-US" altLang="en-US" dirty="0"/>
              <a:t>Lines that are not included in a set of three lines are accounted in the next reduction cascade.</a:t>
            </a:r>
          </a:p>
          <a:p>
            <a:r>
              <a:rPr lang="en-US" altLang="en-US" dirty="0"/>
              <a:t>Wallace scheme is considered to be the fastest, but at the same time its structure is the least regular. </a:t>
            </a:r>
          </a:p>
          <a:p>
            <a:r>
              <a:rPr lang="ru-RU" altLang="en-US" dirty="0"/>
              <a:t>The main field of application - the multiplication of multi-bit numbers</a:t>
            </a:r>
            <a:r>
              <a:rPr lang="en-US" altLang="en-US" dirty="0"/>
              <a:t>. </a:t>
            </a:r>
            <a:endParaRPr lang="ru-RU" altLang="en-US" dirty="0"/>
          </a:p>
          <a:p>
            <a:endParaRPr lang="en-US" altLang="en-US"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4">
            <a:extLst>
              <a:ext uri="{FF2B5EF4-FFF2-40B4-BE49-F238E27FC236}">
                <a16:creationId xmlns:a16="http://schemas.microsoft.com/office/drawing/2014/main" id="{2BD79D31-402E-48B9-D548-F609CF77BF7F}"/>
              </a:ext>
            </a:extLst>
          </p:cNvPr>
          <p:cNvSpPr>
            <a:spLocks noGrp="1" noChangeArrowheads="1"/>
          </p:cNvSpPr>
          <p:nvPr>
            <p:ph type="title"/>
          </p:nvPr>
        </p:nvSpPr>
        <p:spPr/>
        <p:txBody>
          <a:bodyPr>
            <a:normAutofit/>
          </a:bodyPr>
          <a:lstStyle/>
          <a:p>
            <a:r>
              <a:rPr lang="en-US" altLang="en-US" dirty="0" err="1"/>
              <a:t>Dadda</a:t>
            </a:r>
            <a:r>
              <a:rPr lang="en-US" altLang="en-US" dirty="0"/>
              <a:t> Multiplier </a:t>
            </a:r>
            <a:endParaRPr lang="ru-RU" altLang="en-US" dirty="0"/>
          </a:p>
        </p:txBody>
      </p:sp>
      <p:grpSp>
        <p:nvGrpSpPr>
          <p:cNvPr id="119811" name="Group 60">
            <a:extLst>
              <a:ext uri="{FF2B5EF4-FFF2-40B4-BE49-F238E27FC236}">
                <a16:creationId xmlns:a16="http://schemas.microsoft.com/office/drawing/2014/main" id="{9079469D-75DD-FFF1-CE81-E3055EE8F7AD}"/>
              </a:ext>
            </a:extLst>
          </p:cNvPr>
          <p:cNvGrpSpPr>
            <a:grpSpLocks/>
          </p:cNvGrpSpPr>
          <p:nvPr/>
        </p:nvGrpSpPr>
        <p:grpSpPr bwMode="auto">
          <a:xfrm>
            <a:off x="2565400" y="838200"/>
            <a:ext cx="7175500" cy="5011738"/>
            <a:chOff x="1041400" y="914400"/>
            <a:chExt cx="7175500" cy="5012153"/>
          </a:xfrm>
        </p:grpSpPr>
        <p:sp>
          <p:nvSpPr>
            <p:cNvPr id="119812" name="Text Box 40">
              <a:extLst>
                <a:ext uri="{FF2B5EF4-FFF2-40B4-BE49-F238E27FC236}">
                  <a16:creationId xmlns:a16="http://schemas.microsoft.com/office/drawing/2014/main" id="{132C0EBA-9BBE-E85D-7263-B4608F209928}"/>
                </a:ext>
              </a:extLst>
            </p:cNvPr>
            <p:cNvSpPr txBox="1">
              <a:spLocks noChangeArrowheads="1"/>
            </p:cNvSpPr>
            <p:nvPr/>
          </p:nvSpPr>
          <p:spPr bwMode="auto">
            <a:xfrm>
              <a:off x="1752600" y="5587999"/>
              <a:ext cx="64643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7         </a:t>
              </a:r>
              <a:r>
                <a:rPr lang="en-US" altLang="en-US" sz="1600"/>
                <a:t>p</a:t>
              </a:r>
              <a:r>
                <a:rPr lang="en-US" altLang="en-US" sz="1600" baseline="-25000"/>
                <a:t>6</a:t>
              </a:r>
              <a:r>
                <a:rPr lang="en-US" altLang="en-US" sz="1600"/>
                <a:t>            p</a:t>
              </a:r>
              <a:r>
                <a:rPr lang="en-US" altLang="en-US" sz="1600" baseline="-25000"/>
                <a:t>5</a:t>
              </a:r>
              <a:r>
                <a:rPr lang="en-US" altLang="en-US" sz="1600"/>
                <a:t>           p</a:t>
              </a:r>
              <a:r>
                <a:rPr lang="en-US" altLang="en-US" sz="1600" baseline="-25000"/>
                <a:t>4                   </a:t>
              </a:r>
              <a:r>
                <a:rPr lang="en-US" altLang="en-US" sz="1600"/>
                <a:t>p</a:t>
              </a:r>
              <a:r>
                <a:rPr lang="en-US" altLang="en-US" sz="1600" baseline="-25000"/>
                <a:t>3                      </a:t>
              </a:r>
              <a:r>
                <a:rPr lang="en-US" altLang="en-US" sz="1600"/>
                <a:t>p</a:t>
              </a:r>
              <a:r>
                <a:rPr lang="en-US" altLang="en-US" sz="1600" baseline="-25000"/>
                <a:t>2               </a:t>
              </a:r>
              <a:r>
                <a:rPr lang="en-US" altLang="en-US" sz="1600"/>
                <a:t>p</a:t>
              </a:r>
              <a:r>
                <a:rPr lang="en-US" altLang="en-US" sz="1600" baseline="-25000"/>
                <a:t>1</a:t>
              </a:r>
              <a:r>
                <a:rPr lang="en-US" altLang="en-US" sz="1600"/>
                <a:t>          p</a:t>
              </a:r>
              <a:r>
                <a:rPr lang="en-US" altLang="en-US" sz="1600" baseline="-25000"/>
                <a:t>0             </a:t>
              </a:r>
            </a:p>
          </p:txBody>
        </p:sp>
        <p:grpSp>
          <p:nvGrpSpPr>
            <p:cNvPr id="119813" name="Group 68">
              <a:extLst>
                <a:ext uri="{FF2B5EF4-FFF2-40B4-BE49-F238E27FC236}">
                  <a16:creationId xmlns:a16="http://schemas.microsoft.com/office/drawing/2014/main" id="{FF73424B-566F-7F29-C160-BDB84D789832}"/>
                </a:ext>
              </a:extLst>
            </p:cNvPr>
            <p:cNvGrpSpPr>
              <a:grpSpLocks/>
            </p:cNvGrpSpPr>
            <p:nvPr/>
          </p:nvGrpSpPr>
          <p:grpSpPr bwMode="auto">
            <a:xfrm>
              <a:off x="1041400" y="914400"/>
              <a:ext cx="7137400" cy="4714875"/>
              <a:chOff x="656" y="576"/>
              <a:chExt cx="4496" cy="2970"/>
            </a:xfrm>
          </p:grpSpPr>
          <p:sp>
            <p:nvSpPr>
              <p:cNvPr id="105476" name="AutoShape 16">
                <a:extLst>
                  <a:ext uri="{FF2B5EF4-FFF2-40B4-BE49-F238E27FC236}">
                    <a16:creationId xmlns:a16="http://schemas.microsoft.com/office/drawing/2014/main" id="{3ED8BF4F-1680-444C-8A58-04B515571877}"/>
                  </a:ext>
                </a:extLst>
              </p:cNvPr>
              <p:cNvSpPr>
                <a:spLocks noChangeArrowheads="1"/>
              </p:cNvSpPr>
              <p:nvPr/>
            </p:nvSpPr>
            <p:spPr bwMode="auto">
              <a:xfrm>
                <a:off x="2432" y="1084"/>
                <a:ext cx="432" cy="461"/>
              </a:xfrm>
              <a:prstGeom prst="roundRect">
                <a:avLst>
                  <a:gd name="adj" fmla="val 16667"/>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ru-RU" sz="1400">
                  <a:latin typeface="Arial" charset="0"/>
                  <a:cs typeface="Arial" charset="0"/>
                </a:endParaRPr>
              </a:p>
            </p:txBody>
          </p:sp>
          <p:sp>
            <p:nvSpPr>
              <p:cNvPr id="105477" name="AutoShape 15">
                <a:extLst>
                  <a:ext uri="{FF2B5EF4-FFF2-40B4-BE49-F238E27FC236}">
                    <a16:creationId xmlns:a16="http://schemas.microsoft.com/office/drawing/2014/main" id="{CF1D547B-D478-44D8-939B-FCFB4B0A4922}"/>
                  </a:ext>
                </a:extLst>
              </p:cNvPr>
              <p:cNvSpPr>
                <a:spLocks noChangeArrowheads="1"/>
              </p:cNvSpPr>
              <p:nvPr/>
            </p:nvSpPr>
            <p:spPr bwMode="auto">
              <a:xfrm>
                <a:off x="2936" y="926"/>
                <a:ext cx="432" cy="403"/>
              </a:xfrm>
              <a:prstGeom prst="roundRect">
                <a:avLst>
                  <a:gd name="adj" fmla="val 16667"/>
                </a:avLst>
              </a:prstGeom>
              <a:solidFill>
                <a:schemeClr val="accent1">
                  <a:lumMod val="60000"/>
                  <a:lumOff val="40000"/>
                </a:schemeClr>
              </a:solidFill>
              <a:ln w="28575">
                <a:solidFill>
                  <a:schemeClr val="tx1"/>
                </a:solidFill>
                <a:round/>
                <a:headEnd/>
                <a:tailEnd/>
              </a:ln>
            </p:spPr>
            <p:txBody>
              <a:bodyPr wrap="none" anchor="ctr"/>
              <a:lstStyle/>
              <a:p>
                <a:pPr eaLnBrk="1" hangingPunct="1">
                  <a:defRPr/>
                </a:pPr>
                <a:endParaRPr lang="ru-RU" sz="1400">
                  <a:latin typeface="Arial" charset="0"/>
                  <a:cs typeface="Arial" charset="0"/>
                </a:endParaRPr>
              </a:p>
            </p:txBody>
          </p:sp>
          <p:sp>
            <p:nvSpPr>
              <p:cNvPr id="119816" name="Text Box 11">
                <a:extLst>
                  <a:ext uri="{FF2B5EF4-FFF2-40B4-BE49-F238E27FC236}">
                    <a16:creationId xmlns:a16="http://schemas.microsoft.com/office/drawing/2014/main" id="{723E4532-AAE0-80AE-DD37-01E3EE1FDBE1}"/>
                  </a:ext>
                </a:extLst>
              </p:cNvPr>
              <p:cNvSpPr txBox="1">
                <a:spLocks noChangeArrowheads="1"/>
              </p:cNvSpPr>
              <p:nvPr/>
            </p:nvSpPr>
            <p:spPr bwMode="auto">
              <a:xfrm>
                <a:off x="2432" y="1062"/>
                <a:ext cx="48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1</a:t>
                </a:r>
                <a:br>
                  <a:rPr lang="en-US" altLang="en-US" sz="1400" baseline="-25000"/>
                </a:br>
                <a:r>
                  <a:rPr lang="en-US" altLang="en-US" sz="1400"/>
                  <a:t>a</a:t>
                </a:r>
                <a:r>
                  <a:rPr lang="en-US" altLang="en-US" sz="1400" baseline="-25000"/>
                  <a:t>2</a:t>
                </a:r>
                <a:r>
                  <a:rPr lang="en-US" altLang="en-US" sz="1400"/>
                  <a:t>b</a:t>
                </a:r>
                <a:r>
                  <a:rPr lang="en-US" altLang="en-US" sz="1400" baseline="-25000"/>
                  <a:t>2</a:t>
                </a:r>
                <a:br>
                  <a:rPr lang="en-US" altLang="en-US" sz="1400" baseline="-25000"/>
                </a:br>
                <a:r>
                  <a:rPr lang="en-US" altLang="en-US" sz="1400"/>
                  <a:t>a</a:t>
                </a:r>
                <a:r>
                  <a:rPr lang="en-US" altLang="en-US" sz="1400" baseline="-25000"/>
                  <a:t>1</a:t>
                </a:r>
                <a:r>
                  <a:rPr lang="en-US" altLang="en-US" sz="1400"/>
                  <a:t>b</a:t>
                </a:r>
                <a:r>
                  <a:rPr lang="en-US" altLang="en-US" sz="1400" baseline="-25000"/>
                  <a:t>3</a:t>
                </a:r>
                <a:endParaRPr lang="en-US" altLang="en-US" sz="1400"/>
              </a:p>
            </p:txBody>
          </p:sp>
          <p:sp>
            <p:nvSpPr>
              <p:cNvPr id="119817" name="Line 5">
                <a:extLst>
                  <a:ext uri="{FF2B5EF4-FFF2-40B4-BE49-F238E27FC236}">
                    <a16:creationId xmlns:a16="http://schemas.microsoft.com/office/drawing/2014/main" id="{FBECC710-CA1B-7339-E65A-C9C4919847CB}"/>
                  </a:ext>
                </a:extLst>
              </p:cNvPr>
              <p:cNvSpPr>
                <a:spLocks noChangeShapeType="1"/>
              </p:cNvSpPr>
              <p:nvPr/>
            </p:nvSpPr>
            <p:spPr bwMode="auto">
              <a:xfrm>
                <a:off x="656" y="886"/>
                <a:ext cx="43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18" name="Text Box 6">
                <a:extLst>
                  <a:ext uri="{FF2B5EF4-FFF2-40B4-BE49-F238E27FC236}">
                    <a16:creationId xmlns:a16="http://schemas.microsoft.com/office/drawing/2014/main" id="{A9A80D0F-B723-D124-C1F2-691A9F5F247C}"/>
                  </a:ext>
                </a:extLst>
              </p:cNvPr>
              <p:cNvSpPr txBox="1">
                <a:spLocks noChangeArrowheads="1"/>
              </p:cNvSpPr>
              <p:nvPr/>
            </p:nvSpPr>
            <p:spPr bwMode="auto">
              <a:xfrm>
                <a:off x="4656" y="927"/>
                <a:ext cx="116"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1400"/>
              </a:p>
            </p:txBody>
          </p:sp>
          <p:sp>
            <p:nvSpPr>
              <p:cNvPr id="119819" name="Text Box 7">
                <a:extLst>
                  <a:ext uri="{FF2B5EF4-FFF2-40B4-BE49-F238E27FC236}">
                    <a16:creationId xmlns:a16="http://schemas.microsoft.com/office/drawing/2014/main" id="{1503F2E0-8182-073B-8240-1986D68BA674}"/>
                  </a:ext>
                </a:extLst>
              </p:cNvPr>
              <p:cNvSpPr txBox="1">
                <a:spLocks noChangeArrowheads="1"/>
              </p:cNvSpPr>
              <p:nvPr/>
            </p:nvSpPr>
            <p:spPr bwMode="auto">
              <a:xfrm>
                <a:off x="4634" y="869"/>
                <a:ext cx="48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0</a:t>
                </a:r>
                <a:r>
                  <a:rPr lang="en-US" altLang="en-US" sz="1400"/>
                  <a:t>b</a:t>
                </a:r>
                <a:r>
                  <a:rPr lang="en-US" altLang="en-US" sz="1400" baseline="-25000"/>
                  <a:t>0</a:t>
                </a:r>
                <a:endParaRPr lang="en-US" altLang="en-US" sz="1400"/>
              </a:p>
            </p:txBody>
          </p:sp>
          <p:sp>
            <p:nvSpPr>
              <p:cNvPr id="119820" name="Text Box 8">
                <a:extLst>
                  <a:ext uri="{FF2B5EF4-FFF2-40B4-BE49-F238E27FC236}">
                    <a16:creationId xmlns:a16="http://schemas.microsoft.com/office/drawing/2014/main" id="{8FDBEBA9-6004-E847-1307-B85E42CD7203}"/>
                  </a:ext>
                </a:extLst>
              </p:cNvPr>
              <p:cNvSpPr txBox="1">
                <a:spLocks noChangeArrowheads="1"/>
              </p:cNvSpPr>
              <p:nvPr/>
            </p:nvSpPr>
            <p:spPr bwMode="auto">
              <a:xfrm>
                <a:off x="4080" y="898"/>
                <a:ext cx="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1</a:t>
                </a:r>
                <a:r>
                  <a:rPr lang="en-US" altLang="en-US" sz="1400"/>
                  <a:t>b</a:t>
                </a:r>
                <a:r>
                  <a:rPr lang="en-US" altLang="en-US" sz="1400" baseline="-25000"/>
                  <a:t>0</a:t>
                </a:r>
                <a:br>
                  <a:rPr lang="en-US" altLang="en-US" sz="1400" baseline="-25000"/>
                </a:br>
                <a:r>
                  <a:rPr lang="en-US" altLang="en-US" sz="1400"/>
                  <a:t>a</a:t>
                </a:r>
                <a:r>
                  <a:rPr lang="en-US" altLang="en-US" sz="1400" baseline="-25000"/>
                  <a:t>0</a:t>
                </a:r>
                <a:r>
                  <a:rPr lang="en-US" altLang="en-US" sz="1400"/>
                  <a:t>b</a:t>
                </a:r>
                <a:r>
                  <a:rPr lang="en-US" altLang="en-US" sz="1400" baseline="-25000"/>
                  <a:t>1</a:t>
                </a:r>
                <a:endParaRPr lang="en-US" altLang="en-US" sz="1400"/>
              </a:p>
            </p:txBody>
          </p:sp>
          <p:sp>
            <p:nvSpPr>
              <p:cNvPr id="119821" name="Text Box 9">
                <a:extLst>
                  <a:ext uri="{FF2B5EF4-FFF2-40B4-BE49-F238E27FC236}">
                    <a16:creationId xmlns:a16="http://schemas.microsoft.com/office/drawing/2014/main" id="{7BCFA4BC-34AA-D056-22DF-D961C5640A7B}"/>
                  </a:ext>
                </a:extLst>
              </p:cNvPr>
              <p:cNvSpPr txBox="1">
                <a:spLocks noChangeArrowheads="1"/>
              </p:cNvSpPr>
              <p:nvPr/>
            </p:nvSpPr>
            <p:spPr bwMode="auto">
              <a:xfrm>
                <a:off x="3493" y="907"/>
                <a:ext cx="480" cy="4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2</a:t>
                </a:r>
                <a:r>
                  <a:rPr lang="en-US" altLang="en-US" sz="1400"/>
                  <a:t>b</a:t>
                </a:r>
                <a:r>
                  <a:rPr lang="en-US" altLang="en-US" sz="1400" baseline="-25000"/>
                  <a:t>0</a:t>
                </a:r>
                <a:br>
                  <a:rPr lang="en-US" altLang="en-US" sz="1400" baseline="-25000"/>
                </a:br>
                <a:r>
                  <a:rPr lang="en-US" altLang="en-US" sz="1400"/>
                  <a:t>a</a:t>
                </a:r>
                <a:r>
                  <a:rPr lang="en-US" altLang="en-US" sz="1400" baseline="-25000"/>
                  <a:t>1</a:t>
                </a:r>
                <a:r>
                  <a:rPr lang="en-US" altLang="en-US" sz="1400"/>
                  <a:t>b</a:t>
                </a:r>
                <a:r>
                  <a:rPr lang="en-US" altLang="en-US" sz="1400" baseline="-25000"/>
                  <a:t>1</a:t>
                </a:r>
                <a:br>
                  <a:rPr lang="en-US" altLang="en-US" sz="1400" baseline="-25000"/>
                </a:br>
                <a:r>
                  <a:rPr lang="en-US" altLang="en-US" sz="1400"/>
                  <a:t>a</a:t>
                </a:r>
                <a:r>
                  <a:rPr lang="en-US" altLang="en-US" sz="1400" baseline="-25000"/>
                  <a:t>0</a:t>
                </a:r>
                <a:r>
                  <a:rPr lang="en-US" altLang="en-US" sz="1400"/>
                  <a:t>b</a:t>
                </a:r>
                <a:r>
                  <a:rPr lang="en-US" altLang="en-US" sz="1400" baseline="-25000"/>
                  <a:t>2</a:t>
                </a:r>
                <a:endParaRPr lang="en-US" altLang="en-US" sz="1400"/>
              </a:p>
            </p:txBody>
          </p:sp>
          <p:sp>
            <p:nvSpPr>
              <p:cNvPr id="119822" name="Text Box 10">
                <a:extLst>
                  <a:ext uri="{FF2B5EF4-FFF2-40B4-BE49-F238E27FC236}">
                    <a16:creationId xmlns:a16="http://schemas.microsoft.com/office/drawing/2014/main" id="{740EDF18-4CB9-BE25-B270-422FD832BE96}"/>
                  </a:ext>
                </a:extLst>
              </p:cNvPr>
              <p:cNvSpPr txBox="1">
                <a:spLocks noChangeArrowheads="1"/>
              </p:cNvSpPr>
              <p:nvPr/>
            </p:nvSpPr>
            <p:spPr bwMode="auto">
              <a:xfrm>
                <a:off x="2952" y="917"/>
                <a:ext cx="480" cy="6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0</a:t>
                </a:r>
                <a:br>
                  <a:rPr lang="en-US" altLang="en-US" sz="1400" baseline="-25000"/>
                </a:br>
                <a:r>
                  <a:rPr lang="en-US" altLang="en-US" sz="1400"/>
                  <a:t>a</a:t>
                </a:r>
                <a:r>
                  <a:rPr lang="en-US" altLang="en-US" sz="1400" baseline="-25000"/>
                  <a:t>2</a:t>
                </a:r>
                <a:r>
                  <a:rPr lang="en-US" altLang="en-US" sz="1400"/>
                  <a:t>b</a:t>
                </a:r>
                <a:r>
                  <a:rPr lang="en-US" altLang="en-US" sz="1400" baseline="-25000"/>
                  <a:t>1</a:t>
                </a:r>
                <a:br>
                  <a:rPr lang="en-US" altLang="en-US" sz="1400" baseline="-25000"/>
                </a:br>
                <a:r>
                  <a:rPr lang="en-US" altLang="en-US" sz="1400"/>
                  <a:t>a</a:t>
                </a:r>
                <a:r>
                  <a:rPr lang="en-US" altLang="en-US" sz="1400" baseline="-25000"/>
                  <a:t>1</a:t>
                </a:r>
                <a:r>
                  <a:rPr lang="en-US" altLang="en-US" sz="1400"/>
                  <a:t>b</a:t>
                </a:r>
                <a:r>
                  <a:rPr lang="en-US" altLang="en-US" sz="1400" baseline="-25000"/>
                  <a:t>2</a:t>
                </a:r>
                <a:br>
                  <a:rPr lang="en-US" altLang="en-US" sz="1400" baseline="-25000"/>
                </a:br>
                <a:r>
                  <a:rPr lang="en-US" altLang="en-US" sz="1400"/>
                  <a:t>a</a:t>
                </a:r>
                <a:r>
                  <a:rPr lang="en-US" altLang="en-US" sz="1400" baseline="-25000"/>
                  <a:t>0</a:t>
                </a:r>
                <a:r>
                  <a:rPr lang="en-US" altLang="en-US" sz="1400"/>
                  <a:t>b</a:t>
                </a:r>
                <a:r>
                  <a:rPr lang="en-US" altLang="en-US" sz="1400" baseline="-25000"/>
                  <a:t>3</a:t>
                </a:r>
                <a:endParaRPr lang="en-US" altLang="en-US" sz="1400"/>
              </a:p>
            </p:txBody>
          </p:sp>
          <p:sp>
            <p:nvSpPr>
              <p:cNvPr id="119823" name="Text Box 12">
                <a:extLst>
                  <a:ext uri="{FF2B5EF4-FFF2-40B4-BE49-F238E27FC236}">
                    <a16:creationId xmlns:a16="http://schemas.microsoft.com/office/drawing/2014/main" id="{89342428-ECB3-6FEE-2728-D97BA9785ED2}"/>
                  </a:ext>
                </a:extLst>
              </p:cNvPr>
              <p:cNvSpPr txBox="1">
                <a:spLocks noChangeArrowheads="1"/>
              </p:cNvSpPr>
              <p:nvPr/>
            </p:nvSpPr>
            <p:spPr bwMode="auto">
              <a:xfrm>
                <a:off x="1888" y="1235"/>
                <a:ext cx="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2</a:t>
                </a:r>
                <a:br>
                  <a:rPr lang="en-US" altLang="en-US" sz="1400" baseline="-25000"/>
                </a:br>
                <a:r>
                  <a:rPr lang="en-US" altLang="en-US" sz="1400"/>
                  <a:t>a</a:t>
                </a:r>
                <a:r>
                  <a:rPr lang="en-US" altLang="en-US" sz="1400" baseline="-25000"/>
                  <a:t>2</a:t>
                </a:r>
                <a:r>
                  <a:rPr lang="en-US" altLang="en-US" sz="1400"/>
                  <a:t>b</a:t>
                </a:r>
                <a:r>
                  <a:rPr lang="en-US" altLang="en-US" sz="1400" baseline="-25000"/>
                  <a:t>3</a:t>
                </a:r>
                <a:endParaRPr lang="en-US" altLang="en-US" sz="1400"/>
              </a:p>
            </p:txBody>
          </p:sp>
          <p:sp>
            <p:nvSpPr>
              <p:cNvPr id="119824" name="Text Box 13">
                <a:extLst>
                  <a:ext uri="{FF2B5EF4-FFF2-40B4-BE49-F238E27FC236}">
                    <a16:creationId xmlns:a16="http://schemas.microsoft.com/office/drawing/2014/main" id="{8BB8231A-3612-1FB5-50EF-8AD246AF1513}"/>
                  </a:ext>
                </a:extLst>
              </p:cNvPr>
              <p:cNvSpPr txBox="1">
                <a:spLocks noChangeArrowheads="1"/>
              </p:cNvSpPr>
              <p:nvPr/>
            </p:nvSpPr>
            <p:spPr bwMode="auto">
              <a:xfrm>
                <a:off x="1376" y="1432"/>
                <a:ext cx="48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3</a:t>
                </a:r>
                <a:endParaRPr lang="en-US" altLang="en-US" sz="1400"/>
              </a:p>
            </p:txBody>
          </p:sp>
          <p:sp>
            <p:nvSpPr>
              <p:cNvPr id="119825" name="Text Box 14">
                <a:extLst>
                  <a:ext uri="{FF2B5EF4-FFF2-40B4-BE49-F238E27FC236}">
                    <a16:creationId xmlns:a16="http://schemas.microsoft.com/office/drawing/2014/main" id="{E6C2A030-CDD2-B785-20DD-BED8EAF1F695}"/>
                  </a:ext>
                </a:extLst>
              </p:cNvPr>
              <p:cNvSpPr txBox="1">
                <a:spLocks noChangeArrowheads="1"/>
              </p:cNvSpPr>
              <p:nvPr/>
            </p:nvSpPr>
            <p:spPr bwMode="auto">
              <a:xfrm>
                <a:off x="2029" y="1641"/>
                <a:ext cx="1584"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c</a:t>
                </a:r>
                <a:r>
                  <a:rPr lang="en-US" altLang="en-US" sz="1600" baseline="-25000"/>
                  <a:t>12             </a:t>
                </a:r>
                <a:r>
                  <a:rPr lang="en-US" altLang="en-US" sz="1600"/>
                  <a:t>s</a:t>
                </a:r>
                <a:r>
                  <a:rPr lang="en-US" altLang="en-US" sz="1600" baseline="-25000"/>
                  <a:t>12       </a:t>
                </a:r>
                <a:r>
                  <a:rPr lang="en-US" altLang="en-US" sz="1600"/>
                  <a:t>c</a:t>
                </a:r>
                <a:r>
                  <a:rPr lang="en-US" altLang="en-US" sz="1600" baseline="-25000"/>
                  <a:t>11</a:t>
                </a:r>
                <a:r>
                  <a:rPr lang="en-US" altLang="en-US" sz="1600"/>
                  <a:t> </a:t>
                </a:r>
                <a:r>
                  <a:rPr lang="en-US" altLang="en-US" sz="1600" baseline="-25000"/>
                  <a:t>      </a:t>
                </a:r>
                <a:r>
                  <a:rPr lang="en-US" altLang="en-US" sz="1600"/>
                  <a:t>s</a:t>
                </a:r>
                <a:r>
                  <a:rPr lang="en-US" altLang="en-US" sz="1600" baseline="-25000"/>
                  <a:t>11</a:t>
                </a:r>
                <a:endParaRPr lang="en-US" altLang="en-US" sz="1600"/>
              </a:p>
            </p:txBody>
          </p:sp>
          <p:sp>
            <p:nvSpPr>
              <p:cNvPr id="119826" name="Line 17">
                <a:extLst>
                  <a:ext uri="{FF2B5EF4-FFF2-40B4-BE49-F238E27FC236}">
                    <a16:creationId xmlns:a16="http://schemas.microsoft.com/office/drawing/2014/main" id="{642B3FB9-387D-7F56-3990-2EBEC48C78AF}"/>
                  </a:ext>
                </a:extLst>
              </p:cNvPr>
              <p:cNvSpPr>
                <a:spLocks noChangeShapeType="1"/>
              </p:cNvSpPr>
              <p:nvPr/>
            </p:nvSpPr>
            <p:spPr bwMode="auto">
              <a:xfrm flipH="1">
                <a:off x="2320" y="1593"/>
                <a:ext cx="128" cy="11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7" name="Line 18">
                <a:extLst>
                  <a:ext uri="{FF2B5EF4-FFF2-40B4-BE49-F238E27FC236}">
                    <a16:creationId xmlns:a16="http://schemas.microsoft.com/office/drawing/2014/main" id="{F5F659E0-F0F5-5117-3D4E-CAC538354EA8}"/>
                  </a:ext>
                </a:extLst>
              </p:cNvPr>
              <p:cNvSpPr>
                <a:spLocks noChangeShapeType="1"/>
              </p:cNvSpPr>
              <p:nvPr/>
            </p:nvSpPr>
            <p:spPr bwMode="auto">
              <a:xfrm flipH="1">
                <a:off x="2928" y="1344"/>
                <a:ext cx="96"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8" name="Line 20">
                <a:extLst>
                  <a:ext uri="{FF2B5EF4-FFF2-40B4-BE49-F238E27FC236}">
                    <a16:creationId xmlns:a16="http://schemas.microsoft.com/office/drawing/2014/main" id="{A4AE95D8-EB1F-B195-1484-BCDED8ED438F}"/>
                  </a:ext>
                </a:extLst>
              </p:cNvPr>
              <p:cNvSpPr>
                <a:spLocks noChangeShapeType="1"/>
              </p:cNvSpPr>
              <p:nvPr/>
            </p:nvSpPr>
            <p:spPr bwMode="auto">
              <a:xfrm>
                <a:off x="720" y="1846"/>
                <a:ext cx="43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29" name="AutoShape 22">
                <a:extLst>
                  <a:ext uri="{FF2B5EF4-FFF2-40B4-BE49-F238E27FC236}">
                    <a16:creationId xmlns:a16="http://schemas.microsoft.com/office/drawing/2014/main" id="{F9650B64-579C-06A6-9364-6170CD7E6361}"/>
                  </a:ext>
                </a:extLst>
              </p:cNvPr>
              <p:cNvSpPr>
                <a:spLocks noChangeArrowheads="1"/>
              </p:cNvSpPr>
              <p:nvPr/>
            </p:nvSpPr>
            <p:spPr bwMode="auto">
              <a:xfrm>
                <a:off x="2976" y="1920"/>
                <a:ext cx="360" cy="401"/>
              </a:xfrm>
              <a:prstGeom prst="roundRect">
                <a:avLst>
                  <a:gd name="adj" fmla="val 16667"/>
                </a:avLst>
              </a:prstGeom>
              <a:solidFill>
                <a:srgbClr val="7F7F7F">
                  <a:alpha val="30196"/>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a:t>
                </a:r>
                <a:r>
                  <a:rPr lang="en-US" altLang="en-US" sz="1400" baseline="-25000"/>
                  <a:t>11</a:t>
                </a:r>
              </a:p>
              <a:p>
                <a:pPr eaLnBrk="1" hangingPunct="1"/>
                <a:r>
                  <a:rPr lang="en-US" altLang="en-US" sz="1400"/>
                  <a:t>a</a:t>
                </a:r>
                <a:r>
                  <a:rPr lang="en-US" altLang="en-US" sz="1400" baseline="-25000"/>
                  <a:t>0</a:t>
                </a:r>
                <a:r>
                  <a:rPr lang="en-US" altLang="en-US" sz="1400"/>
                  <a:t>b</a:t>
                </a:r>
                <a:r>
                  <a:rPr lang="en-US" altLang="en-US" sz="1400" baseline="-25000"/>
                  <a:t>3</a:t>
                </a:r>
                <a:endParaRPr lang="en-US" altLang="en-US" sz="1400"/>
              </a:p>
              <a:p>
                <a:pPr eaLnBrk="1" hangingPunct="1"/>
                <a:endParaRPr lang="ru-RU" altLang="en-US" sz="1400"/>
              </a:p>
            </p:txBody>
          </p:sp>
          <p:sp>
            <p:nvSpPr>
              <p:cNvPr id="119830" name="AutoShape 23">
                <a:extLst>
                  <a:ext uri="{FF2B5EF4-FFF2-40B4-BE49-F238E27FC236}">
                    <a16:creationId xmlns:a16="http://schemas.microsoft.com/office/drawing/2014/main" id="{48FCAE2F-10C9-3C95-F827-F6D7E8AC46F8}"/>
                  </a:ext>
                </a:extLst>
              </p:cNvPr>
              <p:cNvSpPr>
                <a:spLocks noChangeArrowheads="1"/>
              </p:cNvSpPr>
              <p:nvPr/>
            </p:nvSpPr>
            <p:spPr bwMode="auto">
              <a:xfrm>
                <a:off x="2496" y="1920"/>
                <a:ext cx="352" cy="413"/>
              </a:xfrm>
              <a:prstGeom prst="roundRect">
                <a:avLst>
                  <a:gd name="adj" fmla="val 16667"/>
                </a:avLst>
              </a:prstGeom>
              <a:solidFill>
                <a:srgbClr val="7F7F7F">
                  <a:alpha val="30196"/>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a:t>
                </a:r>
                <a:r>
                  <a:rPr lang="en-US" altLang="en-US" sz="1400" baseline="-25000"/>
                  <a:t>12</a:t>
                </a:r>
                <a:endParaRPr lang="en-US" altLang="en-US" sz="1400"/>
              </a:p>
              <a:p>
                <a:pPr eaLnBrk="1" hangingPunct="1"/>
                <a:r>
                  <a:rPr lang="en-US" altLang="en-US" sz="1400"/>
                  <a:t>c</a:t>
                </a:r>
                <a:r>
                  <a:rPr lang="en-US" altLang="en-US" sz="1400" baseline="-25000"/>
                  <a:t>11</a:t>
                </a:r>
                <a:endParaRPr lang="ru-RU" altLang="en-US" sz="1400" baseline="-25000"/>
              </a:p>
            </p:txBody>
          </p:sp>
          <p:sp>
            <p:nvSpPr>
              <p:cNvPr id="119831" name="AutoShape 24">
                <a:extLst>
                  <a:ext uri="{FF2B5EF4-FFF2-40B4-BE49-F238E27FC236}">
                    <a16:creationId xmlns:a16="http://schemas.microsoft.com/office/drawing/2014/main" id="{0E5C8F56-B423-7AE9-49BE-D314C0246EB1}"/>
                  </a:ext>
                </a:extLst>
              </p:cNvPr>
              <p:cNvSpPr>
                <a:spLocks noChangeArrowheads="1"/>
              </p:cNvSpPr>
              <p:nvPr/>
            </p:nvSpPr>
            <p:spPr bwMode="auto">
              <a:xfrm>
                <a:off x="1912" y="1924"/>
                <a:ext cx="424" cy="519"/>
              </a:xfrm>
              <a:prstGeom prst="roundRect">
                <a:avLst>
                  <a:gd name="adj" fmla="val 16667"/>
                </a:avLst>
              </a:prstGeom>
              <a:solidFill>
                <a:srgbClr val="FFF0C2">
                  <a:alpha val="30196"/>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a</a:t>
                </a:r>
                <a:r>
                  <a:rPr lang="en-US" altLang="en-US" sz="1400" baseline="-25000"/>
                  <a:t>3</a:t>
                </a:r>
                <a:r>
                  <a:rPr lang="en-US" altLang="en-US" sz="1400"/>
                  <a:t>b</a:t>
                </a:r>
                <a:r>
                  <a:rPr lang="en-US" altLang="en-US" sz="1400" baseline="-25000"/>
                  <a:t>2</a:t>
                </a:r>
                <a:br>
                  <a:rPr lang="en-US" altLang="en-US" sz="1400"/>
                </a:br>
                <a:r>
                  <a:rPr lang="en-US" altLang="en-US" sz="1400"/>
                  <a:t>a</a:t>
                </a:r>
                <a:r>
                  <a:rPr lang="en-US" altLang="en-US" sz="1400" baseline="-25000"/>
                  <a:t>2</a:t>
                </a:r>
                <a:r>
                  <a:rPr lang="en-US" altLang="en-US" sz="1400"/>
                  <a:t> b</a:t>
                </a:r>
                <a:r>
                  <a:rPr lang="en-US" altLang="en-US" sz="1400" baseline="-25000"/>
                  <a:t>3</a:t>
                </a:r>
                <a:endParaRPr lang="en-US" altLang="en-US" sz="1400"/>
              </a:p>
              <a:p>
                <a:pPr eaLnBrk="1" hangingPunct="1"/>
                <a:r>
                  <a:rPr lang="en-US" altLang="en-US" sz="1400"/>
                  <a:t>c</a:t>
                </a:r>
                <a:r>
                  <a:rPr lang="en-US" altLang="en-US" sz="1400" baseline="-25000"/>
                  <a:t>12</a:t>
                </a:r>
              </a:p>
              <a:p>
                <a:pPr eaLnBrk="1" hangingPunct="1"/>
                <a:endParaRPr lang="ru-RU" altLang="en-US" sz="1400"/>
              </a:p>
            </p:txBody>
          </p:sp>
          <p:sp>
            <p:nvSpPr>
              <p:cNvPr id="119832" name="AutoShape 25">
                <a:extLst>
                  <a:ext uri="{FF2B5EF4-FFF2-40B4-BE49-F238E27FC236}">
                    <a16:creationId xmlns:a16="http://schemas.microsoft.com/office/drawing/2014/main" id="{A7D4D6E3-4F0C-EF3F-E29E-858410F2ACBE}"/>
                  </a:ext>
                </a:extLst>
              </p:cNvPr>
              <p:cNvSpPr>
                <a:spLocks noChangeArrowheads="1"/>
              </p:cNvSpPr>
              <p:nvPr/>
            </p:nvSpPr>
            <p:spPr bwMode="auto">
              <a:xfrm>
                <a:off x="3600" y="1894"/>
                <a:ext cx="448" cy="544"/>
              </a:xfrm>
              <a:prstGeom prst="roundRect">
                <a:avLst>
                  <a:gd name="adj" fmla="val 16667"/>
                </a:avLst>
              </a:prstGeom>
              <a:solidFill>
                <a:srgbClr val="7F7F7F">
                  <a:alpha val="30196"/>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a</a:t>
                </a:r>
                <a:r>
                  <a:rPr lang="en-US" altLang="en-US" sz="1400" baseline="-25000"/>
                  <a:t>2</a:t>
                </a:r>
                <a:r>
                  <a:rPr lang="en-US" altLang="en-US" sz="1400"/>
                  <a:t>b</a:t>
                </a:r>
                <a:r>
                  <a:rPr lang="en-US" altLang="en-US" sz="1400" baseline="-25000"/>
                  <a:t>0</a:t>
                </a:r>
              </a:p>
              <a:p>
                <a:pPr eaLnBrk="1" hangingPunct="1"/>
                <a:r>
                  <a:rPr lang="en-US" altLang="en-US" sz="1400"/>
                  <a:t>a</a:t>
                </a:r>
                <a:r>
                  <a:rPr lang="en-US" altLang="en-US" sz="1400" baseline="-25000"/>
                  <a:t>1</a:t>
                </a:r>
                <a:r>
                  <a:rPr lang="en-US" altLang="en-US" sz="1400"/>
                  <a:t>b</a:t>
                </a:r>
                <a:r>
                  <a:rPr lang="en-US" altLang="en-US" sz="1400" baseline="-25000"/>
                  <a:t>1</a:t>
                </a:r>
                <a:endParaRPr lang="en-US" altLang="en-US" sz="1400"/>
              </a:p>
              <a:p>
                <a:pPr eaLnBrk="1" hangingPunct="1"/>
                <a:r>
                  <a:rPr lang="en-US" altLang="en-US" sz="1400"/>
                  <a:t>a</a:t>
                </a:r>
                <a:r>
                  <a:rPr lang="en-US" altLang="en-US" sz="1400" baseline="-25000"/>
                  <a:t>0</a:t>
                </a:r>
                <a:r>
                  <a:rPr lang="en-US" altLang="en-US" sz="1400"/>
                  <a:t>b</a:t>
                </a:r>
                <a:r>
                  <a:rPr lang="en-US" altLang="en-US" sz="1400" baseline="-25000"/>
                  <a:t>2</a:t>
                </a:r>
                <a:endParaRPr lang="en-US" altLang="en-US" sz="1400"/>
              </a:p>
              <a:p>
                <a:pPr eaLnBrk="1" hangingPunct="1"/>
                <a:endParaRPr lang="en-US" altLang="en-US" sz="1400" baseline="-25000"/>
              </a:p>
              <a:p>
                <a:pPr eaLnBrk="1" hangingPunct="1"/>
                <a:endParaRPr lang="ru-RU" altLang="en-US" sz="1400"/>
              </a:p>
            </p:txBody>
          </p:sp>
          <p:sp>
            <p:nvSpPr>
              <p:cNvPr id="119833" name="Text Box 26">
                <a:extLst>
                  <a:ext uri="{FF2B5EF4-FFF2-40B4-BE49-F238E27FC236}">
                    <a16:creationId xmlns:a16="http://schemas.microsoft.com/office/drawing/2014/main" id="{8C3533D0-000D-A558-8BAC-1418F4AF9F99}"/>
                  </a:ext>
                </a:extLst>
              </p:cNvPr>
              <p:cNvSpPr txBox="1">
                <a:spLocks noChangeArrowheads="1"/>
              </p:cNvSpPr>
              <p:nvPr/>
            </p:nvSpPr>
            <p:spPr bwMode="auto">
              <a:xfrm>
                <a:off x="1119" y="2499"/>
                <a:ext cx="3136"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          c</a:t>
                </a:r>
                <a:r>
                  <a:rPr lang="en-US" altLang="en-US" sz="1600" baseline="-25000"/>
                  <a:t>24           </a:t>
                </a:r>
                <a:r>
                  <a:rPr lang="en-US" altLang="en-US" sz="1600"/>
                  <a:t>s</a:t>
                </a:r>
                <a:r>
                  <a:rPr lang="en-US" altLang="en-US" sz="1600" baseline="-25000"/>
                  <a:t>24       </a:t>
                </a:r>
                <a:r>
                  <a:rPr lang="en-US" altLang="en-US" sz="1600"/>
                  <a:t>c</a:t>
                </a:r>
                <a:r>
                  <a:rPr lang="en-US" altLang="en-US" sz="1600" baseline="-25000"/>
                  <a:t>23</a:t>
                </a:r>
                <a:r>
                  <a:rPr lang="en-US" altLang="en-US" sz="1600"/>
                  <a:t>     </a:t>
                </a:r>
                <a:r>
                  <a:rPr lang="en-US" altLang="en-US" sz="1600" baseline="-25000"/>
                  <a:t>  </a:t>
                </a:r>
                <a:r>
                  <a:rPr lang="en-US" altLang="en-US" sz="1600"/>
                  <a:t>s</a:t>
                </a:r>
                <a:r>
                  <a:rPr lang="en-US" altLang="en-US" sz="1600" baseline="-25000"/>
                  <a:t>23         </a:t>
                </a:r>
                <a:r>
                  <a:rPr lang="en-US" altLang="en-US" sz="1600"/>
                  <a:t>c</a:t>
                </a:r>
                <a:r>
                  <a:rPr lang="en-US" altLang="en-US" sz="1600" baseline="-25000"/>
                  <a:t>22    </a:t>
                </a:r>
                <a:r>
                  <a:rPr lang="en-US" altLang="en-US" sz="1600"/>
                  <a:t>  s</a:t>
                </a:r>
                <a:r>
                  <a:rPr lang="en-US" altLang="en-US" sz="1600" baseline="-25000"/>
                  <a:t>22</a:t>
                </a:r>
                <a:r>
                  <a:rPr lang="en-US" altLang="en-US" sz="1600"/>
                  <a:t>      c</a:t>
                </a:r>
                <a:r>
                  <a:rPr lang="en-US" altLang="en-US" sz="1600" baseline="-25000"/>
                  <a:t>21</a:t>
                </a:r>
                <a:r>
                  <a:rPr lang="en-US" altLang="en-US" sz="1600"/>
                  <a:t>         s</a:t>
                </a:r>
                <a:r>
                  <a:rPr lang="en-US" altLang="en-US" sz="1600" baseline="-25000"/>
                  <a:t>21    </a:t>
                </a:r>
                <a:endParaRPr lang="en-US" altLang="en-US" sz="1600"/>
              </a:p>
            </p:txBody>
          </p:sp>
          <p:sp>
            <p:nvSpPr>
              <p:cNvPr id="119834" name="Text Box 27">
                <a:extLst>
                  <a:ext uri="{FF2B5EF4-FFF2-40B4-BE49-F238E27FC236}">
                    <a16:creationId xmlns:a16="http://schemas.microsoft.com/office/drawing/2014/main" id="{0EC04C73-1857-13B6-F1EB-A6F2C3F5DDF7}"/>
                  </a:ext>
                </a:extLst>
              </p:cNvPr>
              <p:cNvSpPr txBox="1">
                <a:spLocks noChangeArrowheads="1"/>
              </p:cNvSpPr>
              <p:nvPr/>
            </p:nvSpPr>
            <p:spPr bwMode="auto">
              <a:xfrm>
                <a:off x="1408" y="2253"/>
                <a:ext cx="480"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3</a:t>
                </a:r>
                <a:r>
                  <a:rPr lang="en-US" altLang="en-US" sz="1400"/>
                  <a:t>b</a:t>
                </a:r>
                <a:r>
                  <a:rPr lang="en-US" altLang="en-US" sz="1400" baseline="-25000"/>
                  <a:t>3</a:t>
                </a:r>
                <a:endParaRPr lang="en-US" altLang="en-US" sz="1400"/>
              </a:p>
            </p:txBody>
          </p:sp>
          <p:sp>
            <p:nvSpPr>
              <p:cNvPr id="119835" name="Line 28">
                <a:extLst>
                  <a:ext uri="{FF2B5EF4-FFF2-40B4-BE49-F238E27FC236}">
                    <a16:creationId xmlns:a16="http://schemas.microsoft.com/office/drawing/2014/main" id="{23910FA1-B0D6-C0A8-3639-4749A36C7EDF}"/>
                  </a:ext>
                </a:extLst>
              </p:cNvPr>
              <p:cNvSpPr>
                <a:spLocks noChangeShapeType="1"/>
              </p:cNvSpPr>
              <p:nvPr/>
            </p:nvSpPr>
            <p:spPr bwMode="auto">
              <a:xfrm>
                <a:off x="768" y="2709"/>
                <a:ext cx="43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6" name="Line 29">
                <a:extLst>
                  <a:ext uri="{FF2B5EF4-FFF2-40B4-BE49-F238E27FC236}">
                    <a16:creationId xmlns:a16="http://schemas.microsoft.com/office/drawing/2014/main" id="{6D8505C9-7424-5369-7E9B-686DD56015B8}"/>
                  </a:ext>
                </a:extLst>
              </p:cNvPr>
              <p:cNvSpPr>
                <a:spLocks noChangeShapeType="1"/>
              </p:cNvSpPr>
              <p:nvPr/>
            </p:nvSpPr>
            <p:spPr bwMode="auto">
              <a:xfrm flipH="1">
                <a:off x="1632" y="2461"/>
                <a:ext cx="288" cy="12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7" name="Line 30">
                <a:extLst>
                  <a:ext uri="{FF2B5EF4-FFF2-40B4-BE49-F238E27FC236}">
                    <a16:creationId xmlns:a16="http://schemas.microsoft.com/office/drawing/2014/main" id="{D1DFCC85-75C8-F5AF-8DB2-B7752B9EEB9A}"/>
                  </a:ext>
                </a:extLst>
              </p:cNvPr>
              <p:cNvSpPr>
                <a:spLocks noChangeShapeType="1"/>
              </p:cNvSpPr>
              <p:nvPr/>
            </p:nvSpPr>
            <p:spPr bwMode="auto">
              <a:xfrm>
                <a:off x="2096" y="2407"/>
                <a:ext cx="0" cy="12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8" name="Line 31">
                <a:extLst>
                  <a:ext uri="{FF2B5EF4-FFF2-40B4-BE49-F238E27FC236}">
                    <a16:creationId xmlns:a16="http://schemas.microsoft.com/office/drawing/2014/main" id="{3B634953-46E2-70DA-6879-02CF1A12F22E}"/>
                  </a:ext>
                </a:extLst>
              </p:cNvPr>
              <p:cNvSpPr>
                <a:spLocks noChangeShapeType="1"/>
              </p:cNvSpPr>
              <p:nvPr/>
            </p:nvSpPr>
            <p:spPr bwMode="auto">
              <a:xfrm flipH="1">
                <a:off x="2352" y="2295"/>
                <a:ext cx="144" cy="29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39" name="Line 32">
                <a:extLst>
                  <a:ext uri="{FF2B5EF4-FFF2-40B4-BE49-F238E27FC236}">
                    <a16:creationId xmlns:a16="http://schemas.microsoft.com/office/drawing/2014/main" id="{DDEA33E7-754D-8BC2-3761-D8BA7623FC6E}"/>
                  </a:ext>
                </a:extLst>
              </p:cNvPr>
              <p:cNvSpPr>
                <a:spLocks noChangeShapeType="1"/>
              </p:cNvSpPr>
              <p:nvPr/>
            </p:nvSpPr>
            <p:spPr bwMode="auto">
              <a:xfrm>
                <a:off x="2672" y="2343"/>
                <a:ext cx="0"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0" name="Line 33">
                <a:extLst>
                  <a:ext uri="{FF2B5EF4-FFF2-40B4-BE49-F238E27FC236}">
                    <a16:creationId xmlns:a16="http://schemas.microsoft.com/office/drawing/2014/main" id="{8CDA4481-4998-409F-4BD9-C22C8A141642}"/>
                  </a:ext>
                </a:extLst>
              </p:cNvPr>
              <p:cNvSpPr>
                <a:spLocks noChangeShapeType="1"/>
              </p:cNvSpPr>
              <p:nvPr/>
            </p:nvSpPr>
            <p:spPr bwMode="auto">
              <a:xfrm flipH="1">
                <a:off x="2963" y="2326"/>
                <a:ext cx="144" cy="1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1" name="Line 34">
                <a:extLst>
                  <a:ext uri="{FF2B5EF4-FFF2-40B4-BE49-F238E27FC236}">
                    <a16:creationId xmlns:a16="http://schemas.microsoft.com/office/drawing/2014/main" id="{7DE9C128-BAC0-2304-44A6-1373679DC452}"/>
                  </a:ext>
                </a:extLst>
              </p:cNvPr>
              <p:cNvSpPr>
                <a:spLocks noChangeShapeType="1"/>
              </p:cNvSpPr>
              <p:nvPr/>
            </p:nvSpPr>
            <p:spPr bwMode="auto">
              <a:xfrm>
                <a:off x="3168" y="2327"/>
                <a:ext cx="0"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2" name="Line 35">
                <a:extLst>
                  <a:ext uri="{FF2B5EF4-FFF2-40B4-BE49-F238E27FC236}">
                    <a16:creationId xmlns:a16="http://schemas.microsoft.com/office/drawing/2014/main" id="{CE00221A-FB68-09BA-E5F2-F081B1D7E7D9}"/>
                  </a:ext>
                </a:extLst>
              </p:cNvPr>
              <p:cNvSpPr>
                <a:spLocks noChangeShapeType="1"/>
              </p:cNvSpPr>
              <p:nvPr/>
            </p:nvSpPr>
            <p:spPr bwMode="auto">
              <a:xfrm flipH="1">
                <a:off x="3552" y="2461"/>
                <a:ext cx="135" cy="13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3" name="Line 36">
                <a:extLst>
                  <a:ext uri="{FF2B5EF4-FFF2-40B4-BE49-F238E27FC236}">
                    <a16:creationId xmlns:a16="http://schemas.microsoft.com/office/drawing/2014/main" id="{C2FBE7FB-874A-1234-7669-66A80960FFBA}"/>
                  </a:ext>
                </a:extLst>
              </p:cNvPr>
              <p:cNvSpPr>
                <a:spLocks noChangeShapeType="1"/>
              </p:cNvSpPr>
              <p:nvPr/>
            </p:nvSpPr>
            <p:spPr bwMode="auto">
              <a:xfrm>
                <a:off x="3816" y="2424"/>
                <a:ext cx="0" cy="15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4" name="Text Box 38">
                <a:extLst>
                  <a:ext uri="{FF2B5EF4-FFF2-40B4-BE49-F238E27FC236}">
                    <a16:creationId xmlns:a16="http://schemas.microsoft.com/office/drawing/2014/main" id="{5DF230B6-04D3-24A1-5F6C-8965DB0443EE}"/>
                  </a:ext>
                </a:extLst>
              </p:cNvPr>
              <p:cNvSpPr txBox="1">
                <a:spLocks noChangeArrowheads="1"/>
              </p:cNvSpPr>
              <p:nvPr/>
            </p:nvSpPr>
            <p:spPr bwMode="auto">
              <a:xfrm>
                <a:off x="1021" y="3312"/>
                <a:ext cx="4040" cy="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   c</a:t>
                </a:r>
                <a:r>
                  <a:rPr lang="en-US" altLang="en-US" sz="1600" baseline="-25000"/>
                  <a:t>36      </a:t>
                </a:r>
                <a:r>
                  <a:rPr lang="en-US" altLang="en-US" sz="1600"/>
                  <a:t>s</a:t>
                </a:r>
                <a:r>
                  <a:rPr lang="en-US" altLang="en-US" sz="1600" baseline="-25000"/>
                  <a:t>36</a:t>
                </a:r>
                <a:r>
                  <a:rPr lang="en-US" altLang="en-US" sz="1600"/>
                  <a:t>        s</a:t>
                </a:r>
                <a:r>
                  <a:rPr lang="en-US" altLang="en-US" sz="1600" baseline="-25000"/>
                  <a:t>35</a:t>
                </a:r>
                <a:r>
                  <a:rPr lang="en-US" altLang="en-US" sz="1600"/>
                  <a:t>           s</a:t>
                </a:r>
                <a:r>
                  <a:rPr lang="en-US" altLang="en-US" sz="1600" baseline="-25000"/>
                  <a:t>34                   </a:t>
                </a:r>
                <a:r>
                  <a:rPr lang="en-US" altLang="en-US" sz="1600"/>
                  <a:t>s</a:t>
                </a:r>
                <a:r>
                  <a:rPr lang="en-US" altLang="en-US" sz="1600" baseline="-25000"/>
                  <a:t>33                   </a:t>
                </a:r>
                <a:r>
                  <a:rPr lang="en-US" altLang="en-US" sz="1600"/>
                  <a:t>s</a:t>
                </a:r>
                <a:r>
                  <a:rPr lang="en-US" altLang="en-US" sz="1600" baseline="-25000"/>
                  <a:t>32                  </a:t>
                </a:r>
                <a:r>
                  <a:rPr lang="en-US" altLang="en-US" sz="1600"/>
                  <a:t>s</a:t>
                </a:r>
                <a:r>
                  <a:rPr lang="en-US" altLang="en-US" sz="1600" baseline="-25000"/>
                  <a:t>31               </a:t>
                </a:r>
              </a:p>
            </p:txBody>
          </p:sp>
          <p:sp>
            <p:nvSpPr>
              <p:cNvPr id="119845" name="Line 39">
                <a:extLst>
                  <a:ext uri="{FF2B5EF4-FFF2-40B4-BE49-F238E27FC236}">
                    <a16:creationId xmlns:a16="http://schemas.microsoft.com/office/drawing/2014/main" id="{ACE18999-2091-0F59-1B97-8C99F8FA5E46}"/>
                  </a:ext>
                </a:extLst>
              </p:cNvPr>
              <p:cNvSpPr>
                <a:spLocks noChangeShapeType="1"/>
              </p:cNvSpPr>
              <p:nvPr/>
            </p:nvSpPr>
            <p:spPr bwMode="auto">
              <a:xfrm>
                <a:off x="784" y="3546"/>
                <a:ext cx="4368"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46" name="AutoShape 41">
                <a:extLst>
                  <a:ext uri="{FF2B5EF4-FFF2-40B4-BE49-F238E27FC236}">
                    <a16:creationId xmlns:a16="http://schemas.microsoft.com/office/drawing/2014/main" id="{69C21C55-46F9-C455-B0F5-EA1BB6DFB66C}"/>
                  </a:ext>
                </a:extLst>
              </p:cNvPr>
              <p:cNvSpPr>
                <a:spLocks noChangeArrowheads="1"/>
              </p:cNvSpPr>
              <p:nvPr/>
            </p:nvSpPr>
            <p:spPr bwMode="auto">
              <a:xfrm>
                <a:off x="1464" y="2758"/>
                <a:ext cx="376" cy="587"/>
              </a:xfrm>
              <a:prstGeom prst="roundRect">
                <a:avLst>
                  <a:gd name="adj" fmla="val 16667"/>
                </a:avLst>
              </a:prstGeom>
              <a:solidFill>
                <a:srgbClr val="FFD147">
                  <a:alpha val="29019"/>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c</a:t>
                </a:r>
                <a:r>
                  <a:rPr lang="en-US" altLang="en-US" sz="1400" baseline="-25000"/>
                  <a:t>24</a:t>
                </a:r>
                <a:endParaRPr lang="en-US" altLang="en-US" sz="1400"/>
              </a:p>
              <a:p>
                <a:pPr eaLnBrk="1" hangingPunct="1"/>
                <a:r>
                  <a:rPr lang="en-US" altLang="en-US" sz="1400"/>
                  <a:t>a</a:t>
                </a:r>
                <a:r>
                  <a:rPr lang="en-US" altLang="en-US" sz="1400" baseline="-25000"/>
                  <a:t>3</a:t>
                </a:r>
                <a:r>
                  <a:rPr lang="en-US" altLang="en-US" sz="1400"/>
                  <a:t>b</a:t>
                </a:r>
                <a:r>
                  <a:rPr lang="en-US" altLang="en-US" sz="1400" baseline="-25000"/>
                  <a:t>3</a:t>
                </a:r>
                <a:endParaRPr lang="en-US" altLang="en-US" sz="1400"/>
              </a:p>
              <a:p>
                <a:pPr eaLnBrk="1" hangingPunct="1"/>
                <a:r>
                  <a:rPr lang="en-US" altLang="en-US" sz="1400"/>
                  <a:t>c</a:t>
                </a:r>
                <a:r>
                  <a:rPr lang="en-US" altLang="en-US" sz="1400" baseline="-25000"/>
                  <a:t>35</a:t>
                </a:r>
                <a:endParaRPr lang="en-US" altLang="en-US" sz="1400"/>
              </a:p>
              <a:p>
                <a:pPr eaLnBrk="1" hangingPunct="1"/>
                <a:endParaRPr lang="ru-RU" altLang="en-US" sz="1400"/>
              </a:p>
            </p:txBody>
          </p:sp>
          <p:sp>
            <p:nvSpPr>
              <p:cNvPr id="119847" name="AutoShape 42">
                <a:extLst>
                  <a:ext uri="{FF2B5EF4-FFF2-40B4-BE49-F238E27FC236}">
                    <a16:creationId xmlns:a16="http://schemas.microsoft.com/office/drawing/2014/main" id="{45F99EE7-54E9-7C75-4199-B24995D7255F}"/>
                  </a:ext>
                </a:extLst>
              </p:cNvPr>
              <p:cNvSpPr>
                <a:spLocks noChangeArrowheads="1"/>
              </p:cNvSpPr>
              <p:nvPr/>
            </p:nvSpPr>
            <p:spPr bwMode="auto">
              <a:xfrm>
                <a:off x="2013" y="2771"/>
                <a:ext cx="360" cy="588"/>
              </a:xfrm>
              <a:prstGeom prst="roundRect">
                <a:avLst>
                  <a:gd name="adj" fmla="val 16667"/>
                </a:avLst>
              </a:prstGeom>
              <a:solidFill>
                <a:srgbClr val="FFD147">
                  <a:alpha val="29019"/>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a:t>
                </a:r>
                <a:r>
                  <a:rPr lang="en-US" altLang="en-US" sz="1400" baseline="-25000"/>
                  <a:t>24</a:t>
                </a:r>
                <a:endParaRPr lang="en-US" altLang="en-US" sz="1400"/>
              </a:p>
              <a:p>
                <a:pPr eaLnBrk="1" hangingPunct="1"/>
                <a:r>
                  <a:rPr lang="en-US" altLang="en-US" sz="1400"/>
                  <a:t>c</a:t>
                </a:r>
                <a:r>
                  <a:rPr lang="en-US" altLang="en-US" sz="1400" baseline="-25000"/>
                  <a:t>23</a:t>
                </a:r>
              </a:p>
              <a:p>
                <a:pPr eaLnBrk="1" hangingPunct="1"/>
                <a:r>
                  <a:rPr lang="en-US" altLang="en-US" sz="1400"/>
                  <a:t>c</a:t>
                </a:r>
                <a:r>
                  <a:rPr lang="en-US" altLang="en-US" sz="1400" baseline="-25000"/>
                  <a:t>34</a:t>
                </a:r>
                <a:endParaRPr lang="en-US" altLang="en-US" sz="1400"/>
              </a:p>
              <a:p>
                <a:pPr eaLnBrk="1" hangingPunct="1"/>
                <a:endParaRPr lang="ru-RU" altLang="en-US" sz="1400"/>
              </a:p>
            </p:txBody>
          </p:sp>
          <p:sp>
            <p:nvSpPr>
              <p:cNvPr id="119848" name="AutoShape 43">
                <a:extLst>
                  <a:ext uri="{FF2B5EF4-FFF2-40B4-BE49-F238E27FC236}">
                    <a16:creationId xmlns:a16="http://schemas.microsoft.com/office/drawing/2014/main" id="{35097A7D-E158-A18A-7AA0-DA2F578FF718}"/>
                  </a:ext>
                </a:extLst>
              </p:cNvPr>
              <p:cNvSpPr>
                <a:spLocks noChangeArrowheads="1"/>
              </p:cNvSpPr>
              <p:nvPr/>
            </p:nvSpPr>
            <p:spPr bwMode="auto">
              <a:xfrm>
                <a:off x="2517" y="2779"/>
                <a:ext cx="360" cy="553"/>
              </a:xfrm>
              <a:prstGeom prst="roundRect">
                <a:avLst>
                  <a:gd name="adj" fmla="val 16667"/>
                </a:avLst>
              </a:prstGeom>
              <a:solidFill>
                <a:srgbClr val="FFD147">
                  <a:alpha val="29019"/>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a:t>
                </a:r>
                <a:r>
                  <a:rPr lang="en-US" altLang="en-US" sz="1400" baseline="-25000"/>
                  <a:t>23</a:t>
                </a:r>
                <a:endParaRPr lang="en-US" altLang="en-US" sz="1400"/>
              </a:p>
              <a:p>
                <a:pPr eaLnBrk="1" hangingPunct="1"/>
                <a:r>
                  <a:rPr lang="en-US" altLang="en-US" sz="1400"/>
                  <a:t>c</a:t>
                </a:r>
                <a:r>
                  <a:rPr lang="en-US" altLang="en-US" sz="1400" baseline="-25000"/>
                  <a:t>22</a:t>
                </a:r>
                <a:endParaRPr lang="en-US" altLang="en-US" sz="1400"/>
              </a:p>
              <a:p>
                <a:pPr eaLnBrk="1" hangingPunct="1"/>
                <a:r>
                  <a:rPr lang="en-US" altLang="en-US" sz="1400"/>
                  <a:t>c</a:t>
                </a:r>
                <a:r>
                  <a:rPr lang="en-US" altLang="en-US" sz="1400" baseline="-25000"/>
                  <a:t>33</a:t>
                </a:r>
                <a:endParaRPr lang="ru-RU" altLang="en-US" sz="1400"/>
              </a:p>
            </p:txBody>
          </p:sp>
          <p:sp>
            <p:nvSpPr>
              <p:cNvPr id="119849" name="AutoShape 44">
                <a:extLst>
                  <a:ext uri="{FF2B5EF4-FFF2-40B4-BE49-F238E27FC236}">
                    <a16:creationId xmlns:a16="http://schemas.microsoft.com/office/drawing/2014/main" id="{0FE27913-6A6F-EF35-167F-C1949ED3C6A5}"/>
                  </a:ext>
                </a:extLst>
              </p:cNvPr>
              <p:cNvSpPr>
                <a:spLocks noChangeArrowheads="1"/>
              </p:cNvSpPr>
              <p:nvPr/>
            </p:nvSpPr>
            <p:spPr bwMode="auto">
              <a:xfrm>
                <a:off x="3072" y="2784"/>
                <a:ext cx="320" cy="480"/>
              </a:xfrm>
              <a:prstGeom prst="roundRect">
                <a:avLst>
                  <a:gd name="adj" fmla="val 16667"/>
                </a:avLst>
              </a:prstGeom>
              <a:solidFill>
                <a:srgbClr val="FFD147">
                  <a:alpha val="29019"/>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a:t>
                </a:r>
                <a:r>
                  <a:rPr lang="en-US" altLang="en-US" sz="1400" baseline="-25000"/>
                  <a:t>22</a:t>
                </a:r>
                <a:endParaRPr lang="en-US" altLang="en-US" sz="1400"/>
              </a:p>
              <a:p>
                <a:pPr eaLnBrk="1" hangingPunct="1"/>
                <a:r>
                  <a:rPr lang="en-US" altLang="en-US" sz="1400"/>
                  <a:t>c</a:t>
                </a:r>
                <a:r>
                  <a:rPr lang="en-US" altLang="en-US" sz="1400" baseline="-25000"/>
                  <a:t>21</a:t>
                </a:r>
              </a:p>
              <a:p>
                <a:pPr eaLnBrk="1" hangingPunct="1"/>
                <a:r>
                  <a:rPr lang="en-US" altLang="en-US" sz="1400"/>
                  <a:t>c</a:t>
                </a:r>
                <a:r>
                  <a:rPr lang="en-US" altLang="en-US" sz="1400" baseline="-25000"/>
                  <a:t>32</a:t>
                </a:r>
                <a:endParaRPr lang="ru-RU" altLang="en-US" sz="1400"/>
              </a:p>
            </p:txBody>
          </p:sp>
          <p:sp>
            <p:nvSpPr>
              <p:cNvPr id="119850" name="AutoShape 45">
                <a:extLst>
                  <a:ext uri="{FF2B5EF4-FFF2-40B4-BE49-F238E27FC236}">
                    <a16:creationId xmlns:a16="http://schemas.microsoft.com/office/drawing/2014/main" id="{E5E7609C-ECBE-30FC-EA9B-474AEAF413F3}"/>
                  </a:ext>
                </a:extLst>
              </p:cNvPr>
              <p:cNvSpPr>
                <a:spLocks noChangeArrowheads="1"/>
              </p:cNvSpPr>
              <p:nvPr/>
            </p:nvSpPr>
            <p:spPr bwMode="auto">
              <a:xfrm>
                <a:off x="3696" y="2816"/>
                <a:ext cx="336" cy="422"/>
              </a:xfrm>
              <a:prstGeom prst="roundRect">
                <a:avLst>
                  <a:gd name="adj" fmla="val 16667"/>
                </a:avLst>
              </a:prstGeom>
              <a:solidFill>
                <a:srgbClr val="FFD147">
                  <a:alpha val="29019"/>
                </a:srgbClr>
              </a:solidFill>
              <a:ln w="28575">
                <a:solidFill>
                  <a:schemeClr val="tx1"/>
                </a:solidFill>
                <a:round/>
                <a:headEnd/>
                <a:tailEnd/>
              </a:ln>
            </p:spPr>
            <p:txBody>
              <a:bodyPr wrap="none"/>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s</a:t>
                </a:r>
                <a:r>
                  <a:rPr lang="en-US" altLang="en-US" sz="1400" baseline="-25000"/>
                  <a:t>21</a:t>
                </a:r>
                <a:endParaRPr lang="en-US" altLang="en-US" sz="1400"/>
              </a:p>
              <a:p>
                <a:pPr eaLnBrk="1" hangingPunct="1"/>
                <a:r>
                  <a:rPr lang="en-US" altLang="en-US" sz="1400"/>
                  <a:t>c</a:t>
                </a:r>
                <a:r>
                  <a:rPr lang="en-US" altLang="en-US" sz="1400" baseline="-25000"/>
                  <a:t>31</a:t>
                </a:r>
                <a:endParaRPr lang="ru-RU" altLang="en-US" sz="1400"/>
              </a:p>
            </p:txBody>
          </p:sp>
          <p:sp>
            <p:nvSpPr>
              <p:cNvPr id="104493" name="AutoShape 46">
                <a:extLst>
                  <a:ext uri="{FF2B5EF4-FFF2-40B4-BE49-F238E27FC236}">
                    <a16:creationId xmlns:a16="http://schemas.microsoft.com/office/drawing/2014/main" id="{2B6E5820-11DD-4BD2-ACAC-8E2D307C5559}"/>
                  </a:ext>
                </a:extLst>
              </p:cNvPr>
              <p:cNvSpPr>
                <a:spLocks noChangeArrowheads="1"/>
              </p:cNvSpPr>
              <p:nvPr/>
            </p:nvSpPr>
            <p:spPr bwMode="auto">
              <a:xfrm>
                <a:off x="4176" y="2768"/>
                <a:ext cx="402" cy="418"/>
              </a:xfrm>
              <a:prstGeom prst="roundRect">
                <a:avLst>
                  <a:gd name="adj" fmla="val 16667"/>
                </a:avLst>
              </a:prstGeom>
              <a:solidFill>
                <a:schemeClr val="accent1">
                  <a:lumMod val="60000"/>
                  <a:lumOff val="40000"/>
                  <a:alpha val="29019"/>
                </a:schemeClr>
              </a:solidFill>
              <a:ln w="28575">
                <a:solidFill>
                  <a:schemeClr val="tx1"/>
                </a:solidFill>
                <a:round/>
                <a:headEnd/>
                <a:tailEnd/>
              </a:ln>
            </p:spPr>
            <p:txBody>
              <a:bodyPr wrap="none" anchor="ctr"/>
              <a:lstStyle/>
              <a:p>
                <a:pPr eaLnBrk="1" hangingPunct="1">
                  <a:defRPr/>
                </a:pPr>
                <a:endParaRPr lang="ru-RU" sz="1400">
                  <a:latin typeface="Arial" charset="0"/>
                  <a:cs typeface="Arial" charset="0"/>
                </a:endParaRPr>
              </a:p>
            </p:txBody>
          </p:sp>
          <p:sp>
            <p:nvSpPr>
              <p:cNvPr id="119852" name="Text Box 47">
                <a:extLst>
                  <a:ext uri="{FF2B5EF4-FFF2-40B4-BE49-F238E27FC236}">
                    <a16:creationId xmlns:a16="http://schemas.microsoft.com/office/drawing/2014/main" id="{C413DE1B-A896-8F84-2AF4-24CE5B2289DD}"/>
                  </a:ext>
                </a:extLst>
              </p:cNvPr>
              <p:cNvSpPr txBox="1">
                <a:spLocks noChangeArrowheads="1"/>
              </p:cNvSpPr>
              <p:nvPr/>
            </p:nvSpPr>
            <p:spPr bwMode="auto">
              <a:xfrm>
                <a:off x="2728" y="624"/>
                <a:ext cx="224" cy="1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x</a:t>
                </a:r>
              </a:p>
            </p:txBody>
          </p:sp>
          <p:sp>
            <p:nvSpPr>
              <p:cNvPr id="119853" name="Line 48">
                <a:extLst>
                  <a:ext uri="{FF2B5EF4-FFF2-40B4-BE49-F238E27FC236}">
                    <a16:creationId xmlns:a16="http://schemas.microsoft.com/office/drawing/2014/main" id="{12CA6E87-9395-FD90-945A-18C0BB56AF57}"/>
                  </a:ext>
                </a:extLst>
              </p:cNvPr>
              <p:cNvSpPr>
                <a:spLocks noChangeShapeType="1"/>
              </p:cNvSpPr>
              <p:nvPr/>
            </p:nvSpPr>
            <p:spPr bwMode="auto">
              <a:xfrm flipH="1">
                <a:off x="1317" y="3289"/>
                <a:ext cx="144" cy="8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54" name="Line 49">
                <a:extLst>
                  <a:ext uri="{FF2B5EF4-FFF2-40B4-BE49-F238E27FC236}">
                    <a16:creationId xmlns:a16="http://schemas.microsoft.com/office/drawing/2014/main" id="{7646C437-3631-4661-51B5-21C04C3857D5}"/>
                  </a:ext>
                </a:extLst>
              </p:cNvPr>
              <p:cNvSpPr>
                <a:spLocks noChangeShapeType="1"/>
              </p:cNvSpPr>
              <p:nvPr/>
            </p:nvSpPr>
            <p:spPr bwMode="auto">
              <a:xfrm>
                <a:off x="1636" y="3355"/>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55" name="Line 50">
                <a:extLst>
                  <a:ext uri="{FF2B5EF4-FFF2-40B4-BE49-F238E27FC236}">
                    <a16:creationId xmlns:a16="http://schemas.microsoft.com/office/drawing/2014/main" id="{BFF8272D-1CBF-5CFC-F3E7-4B3FAED9FAC7}"/>
                  </a:ext>
                </a:extLst>
              </p:cNvPr>
              <p:cNvSpPr>
                <a:spLocks noChangeShapeType="1"/>
              </p:cNvSpPr>
              <p:nvPr/>
            </p:nvSpPr>
            <p:spPr bwMode="auto">
              <a:xfrm>
                <a:off x="2177" y="3355"/>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56" name="Line 51">
                <a:extLst>
                  <a:ext uri="{FF2B5EF4-FFF2-40B4-BE49-F238E27FC236}">
                    <a16:creationId xmlns:a16="http://schemas.microsoft.com/office/drawing/2014/main" id="{DACE72C8-EAFE-B708-B256-F04B34A61853}"/>
                  </a:ext>
                </a:extLst>
              </p:cNvPr>
              <p:cNvSpPr>
                <a:spLocks noChangeShapeType="1"/>
              </p:cNvSpPr>
              <p:nvPr/>
            </p:nvSpPr>
            <p:spPr bwMode="auto">
              <a:xfrm>
                <a:off x="2709" y="3332"/>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57" name="Line 52">
                <a:extLst>
                  <a:ext uri="{FF2B5EF4-FFF2-40B4-BE49-F238E27FC236}">
                    <a16:creationId xmlns:a16="http://schemas.microsoft.com/office/drawing/2014/main" id="{B7048980-D519-2A3E-24C1-B8E710258BFE}"/>
                  </a:ext>
                </a:extLst>
              </p:cNvPr>
              <p:cNvSpPr>
                <a:spLocks noChangeShapeType="1"/>
              </p:cNvSpPr>
              <p:nvPr/>
            </p:nvSpPr>
            <p:spPr bwMode="auto">
              <a:xfrm>
                <a:off x="3229" y="3283"/>
                <a:ext cx="0" cy="17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58" name="Line 53">
                <a:extLst>
                  <a:ext uri="{FF2B5EF4-FFF2-40B4-BE49-F238E27FC236}">
                    <a16:creationId xmlns:a16="http://schemas.microsoft.com/office/drawing/2014/main" id="{80A649E5-329E-F6F4-7574-DC0D6D49A7C0}"/>
                  </a:ext>
                </a:extLst>
              </p:cNvPr>
              <p:cNvSpPr>
                <a:spLocks noChangeShapeType="1"/>
              </p:cNvSpPr>
              <p:nvPr/>
            </p:nvSpPr>
            <p:spPr bwMode="auto">
              <a:xfrm>
                <a:off x="3861" y="3231"/>
                <a:ext cx="0" cy="13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59" name="Line 54">
                <a:extLst>
                  <a:ext uri="{FF2B5EF4-FFF2-40B4-BE49-F238E27FC236}">
                    <a16:creationId xmlns:a16="http://schemas.microsoft.com/office/drawing/2014/main" id="{4AADAFAE-9E59-80BF-D2E2-21D1797DBC62}"/>
                  </a:ext>
                </a:extLst>
              </p:cNvPr>
              <p:cNvSpPr>
                <a:spLocks noChangeShapeType="1"/>
              </p:cNvSpPr>
              <p:nvPr/>
            </p:nvSpPr>
            <p:spPr bwMode="auto">
              <a:xfrm>
                <a:off x="4365" y="3193"/>
                <a:ext cx="0" cy="1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0" name="Line 55">
                <a:extLst>
                  <a:ext uri="{FF2B5EF4-FFF2-40B4-BE49-F238E27FC236}">
                    <a16:creationId xmlns:a16="http://schemas.microsoft.com/office/drawing/2014/main" id="{5FB4C983-2D11-B07E-A38B-683589514E86}"/>
                  </a:ext>
                </a:extLst>
              </p:cNvPr>
              <p:cNvSpPr>
                <a:spLocks noChangeShapeType="1"/>
              </p:cNvSpPr>
              <p:nvPr/>
            </p:nvSpPr>
            <p:spPr bwMode="auto">
              <a:xfrm flipH="1" flipV="1">
                <a:off x="1832" y="3120"/>
                <a:ext cx="17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1" name="Line 56">
                <a:extLst>
                  <a:ext uri="{FF2B5EF4-FFF2-40B4-BE49-F238E27FC236}">
                    <a16:creationId xmlns:a16="http://schemas.microsoft.com/office/drawing/2014/main" id="{93E91A83-C3A6-B5A7-EB98-2C7933C55F91}"/>
                  </a:ext>
                </a:extLst>
              </p:cNvPr>
              <p:cNvSpPr>
                <a:spLocks noChangeShapeType="1"/>
              </p:cNvSpPr>
              <p:nvPr/>
            </p:nvSpPr>
            <p:spPr bwMode="auto">
              <a:xfrm flipH="1" flipV="1">
                <a:off x="2368" y="3136"/>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2" name="Line 57">
                <a:extLst>
                  <a:ext uri="{FF2B5EF4-FFF2-40B4-BE49-F238E27FC236}">
                    <a16:creationId xmlns:a16="http://schemas.microsoft.com/office/drawing/2014/main" id="{6888013F-7C2E-5D25-DEBE-A9FEF4F33B60}"/>
                  </a:ext>
                </a:extLst>
              </p:cNvPr>
              <p:cNvSpPr>
                <a:spLocks noChangeShapeType="1"/>
              </p:cNvSpPr>
              <p:nvPr/>
            </p:nvSpPr>
            <p:spPr bwMode="auto">
              <a:xfrm flipH="1" flipV="1">
                <a:off x="2864" y="3120"/>
                <a:ext cx="19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3" name="Rectangle 58">
                <a:extLst>
                  <a:ext uri="{FF2B5EF4-FFF2-40B4-BE49-F238E27FC236}">
                    <a16:creationId xmlns:a16="http://schemas.microsoft.com/office/drawing/2014/main" id="{599E01A9-67EE-1CEA-7004-C2CB594B814C}"/>
                  </a:ext>
                </a:extLst>
              </p:cNvPr>
              <p:cNvSpPr>
                <a:spLocks noChangeArrowheads="1"/>
              </p:cNvSpPr>
              <p:nvPr/>
            </p:nvSpPr>
            <p:spPr bwMode="auto">
              <a:xfrm>
                <a:off x="2928" y="576"/>
                <a:ext cx="218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400"/>
                  <a:t>a3	a2	a1	a0</a:t>
                </a:r>
              </a:p>
              <a:p>
                <a:pPr eaLnBrk="1" hangingPunct="1"/>
                <a:r>
                  <a:rPr lang="en-US" altLang="en-US" sz="1400"/>
                  <a:t>b3	b2	b1	b0</a:t>
                </a:r>
              </a:p>
            </p:txBody>
          </p:sp>
          <p:sp>
            <p:nvSpPr>
              <p:cNvPr id="119864" name="Line 60">
                <a:extLst>
                  <a:ext uri="{FF2B5EF4-FFF2-40B4-BE49-F238E27FC236}">
                    <a16:creationId xmlns:a16="http://schemas.microsoft.com/office/drawing/2014/main" id="{0B1B8649-F697-0BF8-266A-7EA1BAB10392}"/>
                  </a:ext>
                </a:extLst>
              </p:cNvPr>
              <p:cNvSpPr>
                <a:spLocks noChangeShapeType="1"/>
              </p:cNvSpPr>
              <p:nvPr/>
            </p:nvSpPr>
            <p:spPr bwMode="auto">
              <a:xfrm>
                <a:off x="2640" y="1593"/>
                <a:ext cx="0" cy="1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5" name="Line 60">
                <a:extLst>
                  <a:ext uri="{FF2B5EF4-FFF2-40B4-BE49-F238E27FC236}">
                    <a16:creationId xmlns:a16="http://schemas.microsoft.com/office/drawing/2014/main" id="{D5BB990E-5CBF-1878-C490-230A376CD22D}"/>
                  </a:ext>
                </a:extLst>
              </p:cNvPr>
              <p:cNvSpPr>
                <a:spLocks noChangeShapeType="1"/>
              </p:cNvSpPr>
              <p:nvPr/>
            </p:nvSpPr>
            <p:spPr bwMode="auto">
              <a:xfrm flipH="1">
                <a:off x="3216" y="1344"/>
                <a:ext cx="0"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6" name="Text Box 8">
                <a:extLst>
                  <a:ext uri="{FF2B5EF4-FFF2-40B4-BE49-F238E27FC236}">
                    <a16:creationId xmlns:a16="http://schemas.microsoft.com/office/drawing/2014/main" id="{7E85EDBA-7275-7DEF-89EF-55BD0336B798}"/>
                  </a:ext>
                </a:extLst>
              </p:cNvPr>
              <p:cNvSpPr txBox="1">
                <a:spLocks noChangeArrowheads="1"/>
              </p:cNvSpPr>
              <p:nvPr/>
            </p:nvSpPr>
            <p:spPr bwMode="auto">
              <a:xfrm>
                <a:off x="4176" y="2784"/>
                <a:ext cx="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400"/>
                  <a:t>a</a:t>
                </a:r>
                <a:r>
                  <a:rPr lang="en-US" altLang="en-US" sz="1400" baseline="-25000"/>
                  <a:t>1</a:t>
                </a:r>
                <a:r>
                  <a:rPr lang="en-US" altLang="en-US" sz="1400"/>
                  <a:t>b</a:t>
                </a:r>
                <a:r>
                  <a:rPr lang="en-US" altLang="en-US" sz="1400" baseline="-25000"/>
                  <a:t>0</a:t>
                </a:r>
                <a:br>
                  <a:rPr lang="en-US" altLang="en-US" sz="1400" baseline="-25000"/>
                </a:br>
                <a:r>
                  <a:rPr lang="en-US" altLang="en-US" sz="1400"/>
                  <a:t>a</a:t>
                </a:r>
                <a:r>
                  <a:rPr lang="en-US" altLang="en-US" sz="1400" baseline="-25000"/>
                  <a:t>0</a:t>
                </a:r>
                <a:r>
                  <a:rPr lang="en-US" altLang="en-US" sz="1400"/>
                  <a:t>b</a:t>
                </a:r>
                <a:r>
                  <a:rPr lang="en-US" altLang="en-US" sz="1400" baseline="-25000"/>
                  <a:t>1</a:t>
                </a:r>
                <a:endParaRPr lang="en-US" altLang="en-US" sz="1400"/>
              </a:p>
            </p:txBody>
          </p:sp>
          <p:sp>
            <p:nvSpPr>
              <p:cNvPr id="119867" name="Line 63">
                <a:extLst>
                  <a:ext uri="{FF2B5EF4-FFF2-40B4-BE49-F238E27FC236}">
                    <a16:creationId xmlns:a16="http://schemas.microsoft.com/office/drawing/2014/main" id="{0047272D-E42D-45C6-83F0-C5F4B168C02E}"/>
                  </a:ext>
                </a:extLst>
              </p:cNvPr>
              <p:cNvSpPr>
                <a:spLocks noChangeShapeType="1"/>
              </p:cNvSpPr>
              <p:nvPr/>
            </p:nvSpPr>
            <p:spPr bwMode="auto">
              <a:xfrm flipH="1">
                <a:off x="4032" y="3120"/>
                <a:ext cx="14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8" name="Line 64">
                <a:extLst>
                  <a:ext uri="{FF2B5EF4-FFF2-40B4-BE49-F238E27FC236}">
                    <a16:creationId xmlns:a16="http://schemas.microsoft.com/office/drawing/2014/main" id="{856C0010-07F4-1E2B-3C3F-3B05EB46E9F9}"/>
                  </a:ext>
                </a:extLst>
              </p:cNvPr>
              <p:cNvSpPr>
                <a:spLocks noChangeShapeType="1"/>
              </p:cNvSpPr>
              <p:nvPr/>
            </p:nvSpPr>
            <p:spPr bwMode="auto">
              <a:xfrm flipH="1" flipV="1">
                <a:off x="3408" y="3120"/>
                <a:ext cx="288"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19869" name="Line 65">
                <a:extLst>
                  <a:ext uri="{FF2B5EF4-FFF2-40B4-BE49-F238E27FC236}">
                    <a16:creationId xmlns:a16="http://schemas.microsoft.com/office/drawing/2014/main" id="{3BF0EB76-C596-E12D-D8B9-34360A559342}"/>
                  </a:ext>
                </a:extLst>
              </p:cNvPr>
              <p:cNvSpPr>
                <a:spLocks noChangeShapeType="1"/>
              </p:cNvSpPr>
              <p:nvPr/>
            </p:nvSpPr>
            <p:spPr bwMode="auto">
              <a:xfrm>
                <a:off x="4831" y="1030"/>
                <a:ext cx="0" cy="247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gr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Rectangle 4">
            <a:extLst>
              <a:ext uri="{FF2B5EF4-FFF2-40B4-BE49-F238E27FC236}">
                <a16:creationId xmlns:a16="http://schemas.microsoft.com/office/drawing/2014/main" id="{A6B7DC0F-AA7C-43C8-A9BC-7ADA3B137521}"/>
              </a:ext>
            </a:extLst>
          </p:cNvPr>
          <p:cNvSpPr txBox="1">
            <a:spLocks noChangeArrowheads="1"/>
          </p:cNvSpPr>
          <p:nvPr/>
        </p:nvSpPr>
        <p:spPr bwMode="auto">
          <a:xfrm>
            <a:off x="1439071" y="1699915"/>
            <a:ext cx="8229600" cy="1139825"/>
          </a:xfrm>
          <a:prstGeom prst="rect">
            <a:avLst/>
          </a:prstGeom>
          <a:noFill/>
          <a:ln w="9525">
            <a:noFill/>
            <a:miter lim="800000"/>
            <a:headEnd/>
            <a:tailEnd/>
          </a:ln>
        </p:spPr>
        <p:txBody>
          <a:bodyPr/>
          <a:lstStyle/>
          <a:p>
            <a:pPr eaLnBrk="1" hangingPunct="1">
              <a:defRPr/>
            </a:pPr>
            <a:endParaRPr lang="ru-RU" b="1" kern="0" dirty="0">
              <a:latin typeface="+mj-lt"/>
              <a:ea typeface="+mj-ea"/>
              <a:cs typeface="+mj-cs"/>
            </a:endParaRPr>
          </a:p>
        </p:txBody>
      </p:sp>
      <p:grpSp>
        <p:nvGrpSpPr>
          <p:cNvPr id="120835" name="Group 131">
            <a:extLst>
              <a:ext uri="{FF2B5EF4-FFF2-40B4-BE49-F238E27FC236}">
                <a16:creationId xmlns:a16="http://schemas.microsoft.com/office/drawing/2014/main" id="{277F57A7-4796-D6E2-07FE-2A0D4618EA71}"/>
              </a:ext>
            </a:extLst>
          </p:cNvPr>
          <p:cNvGrpSpPr>
            <a:grpSpLocks/>
          </p:cNvGrpSpPr>
          <p:nvPr/>
        </p:nvGrpSpPr>
        <p:grpSpPr bwMode="auto">
          <a:xfrm>
            <a:off x="1863726" y="1328739"/>
            <a:ext cx="8418513" cy="4510087"/>
            <a:chOff x="339725" y="935038"/>
            <a:chExt cx="8418513" cy="5089727"/>
          </a:xfrm>
        </p:grpSpPr>
        <p:sp>
          <p:nvSpPr>
            <p:cNvPr id="106500" name="Rectangle 5">
              <a:extLst>
                <a:ext uri="{FF2B5EF4-FFF2-40B4-BE49-F238E27FC236}">
                  <a16:creationId xmlns:a16="http://schemas.microsoft.com/office/drawing/2014/main" id="{25045201-05E2-433A-A8FA-1AC7B155843D}"/>
                </a:ext>
              </a:extLst>
            </p:cNvPr>
            <p:cNvSpPr>
              <a:spLocks noChangeArrowheads="1"/>
            </p:cNvSpPr>
            <p:nvPr/>
          </p:nvSpPr>
          <p:spPr bwMode="auto">
            <a:xfrm>
              <a:off x="8074025" y="943995"/>
              <a:ext cx="684213" cy="37263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dirty="0">
                  <a:latin typeface="Arial" charset="0"/>
                  <a:cs typeface="Arial" charset="0"/>
                </a:rPr>
                <a:t>a</a:t>
              </a:r>
              <a:r>
                <a:rPr lang="en-US" sz="1600" baseline="-25000" dirty="0">
                  <a:latin typeface="Arial" charset="0"/>
                  <a:cs typeface="Arial" charset="0"/>
                </a:rPr>
                <a:t>0</a:t>
              </a:r>
              <a:r>
                <a:rPr lang="en-US" sz="1600" dirty="0">
                  <a:latin typeface="Arial" charset="0"/>
                  <a:cs typeface="Arial" charset="0"/>
                </a:rPr>
                <a:t>b</a:t>
              </a:r>
              <a:r>
                <a:rPr lang="en-US" sz="1600" baseline="-25000" dirty="0">
                  <a:latin typeface="Arial" charset="0"/>
                  <a:cs typeface="Arial" charset="0"/>
                </a:rPr>
                <a:t>0</a:t>
              </a:r>
              <a:endParaRPr lang="ru-RU" sz="1600" dirty="0">
                <a:latin typeface="Arial" charset="0"/>
                <a:cs typeface="Arial" charset="0"/>
              </a:endParaRPr>
            </a:p>
          </p:txBody>
        </p:sp>
        <p:sp>
          <p:nvSpPr>
            <p:cNvPr id="106501" name="Rectangle 7">
              <a:extLst>
                <a:ext uri="{FF2B5EF4-FFF2-40B4-BE49-F238E27FC236}">
                  <a16:creationId xmlns:a16="http://schemas.microsoft.com/office/drawing/2014/main" id="{FC7318BF-D01F-43F1-A567-CDC995A3469D}"/>
                </a:ext>
              </a:extLst>
            </p:cNvPr>
            <p:cNvSpPr>
              <a:spLocks noChangeArrowheads="1"/>
            </p:cNvSpPr>
            <p:nvPr/>
          </p:nvSpPr>
          <p:spPr bwMode="auto">
            <a:xfrm>
              <a:off x="6919913" y="943995"/>
              <a:ext cx="682625" cy="37263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1</a:t>
              </a:r>
              <a:r>
                <a:rPr lang="en-US" sz="1600">
                  <a:latin typeface="Arial" charset="0"/>
                  <a:cs typeface="Arial" charset="0"/>
                </a:rPr>
                <a:t>b</a:t>
              </a:r>
              <a:r>
                <a:rPr lang="en-US" sz="1600" baseline="-25000">
                  <a:latin typeface="Arial" charset="0"/>
                  <a:cs typeface="Arial" charset="0"/>
                </a:rPr>
                <a:t>0</a:t>
              </a:r>
              <a:endParaRPr lang="ru-RU" sz="1600">
                <a:latin typeface="Arial" charset="0"/>
                <a:cs typeface="Arial" charset="0"/>
              </a:endParaRPr>
            </a:p>
          </p:txBody>
        </p:sp>
        <p:sp>
          <p:nvSpPr>
            <p:cNvPr id="106502" name="Rectangle 8">
              <a:extLst>
                <a:ext uri="{FF2B5EF4-FFF2-40B4-BE49-F238E27FC236}">
                  <a16:creationId xmlns:a16="http://schemas.microsoft.com/office/drawing/2014/main" id="{5B889EAA-9BC7-418C-9371-47C79534ADA0}"/>
                </a:ext>
              </a:extLst>
            </p:cNvPr>
            <p:cNvSpPr>
              <a:spLocks noChangeArrowheads="1"/>
            </p:cNvSpPr>
            <p:nvPr/>
          </p:nvSpPr>
          <p:spPr bwMode="auto">
            <a:xfrm>
              <a:off x="5691188" y="935038"/>
              <a:ext cx="682625" cy="37084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2</a:t>
              </a:r>
              <a:r>
                <a:rPr lang="en-US" sz="1600">
                  <a:latin typeface="Arial" charset="0"/>
                  <a:cs typeface="Arial" charset="0"/>
                </a:rPr>
                <a:t>b</a:t>
              </a:r>
              <a:r>
                <a:rPr lang="en-US" sz="1600" baseline="-25000">
                  <a:latin typeface="Arial" charset="0"/>
                  <a:cs typeface="Arial" charset="0"/>
                </a:rPr>
                <a:t>0</a:t>
              </a:r>
              <a:endParaRPr lang="ru-RU" sz="1600">
                <a:latin typeface="Arial" charset="0"/>
                <a:cs typeface="Arial" charset="0"/>
              </a:endParaRPr>
            </a:p>
          </p:txBody>
        </p:sp>
        <p:sp>
          <p:nvSpPr>
            <p:cNvPr id="106503" name="Rectangle 9">
              <a:extLst>
                <a:ext uri="{FF2B5EF4-FFF2-40B4-BE49-F238E27FC236}">
                  <a16:creationId xmlns:a16="http://schemas.microsoft.com/office/drawing/2014/main" id="{E9C4D619-EC68-4620-86BB-6C326840A699}"/>
                </a:ext>
              </a:extLst>
            </p:cNvPr>
            <p:cNvSpPr>
              <a:spLocks noChangeArrowheads="1"/>
            </p:cNvSpPr>
            <p:nvPr/>
          </p:nvSpPr>
          <p:spPr bwMode="auto">
            <a:xfrm>
              <a:off x="4387850" y="935038"/>
              <a:ext cx="660400" cy="363679"/>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0</a:t>
              </a:r>
              <a:endParaRPr lang="ru-RU" sz="1600">
                <a:latin typeface="Arial" charset="0"/>
                <a:cs typeface="Arial" charset="0"/>
              </a:endParaRPr>
            </a:p>
          </p:txBody>
        </p:sp>
        <p:sp>
          <p:nvSpPr>
            <p:cNvPr id="106504" name="Rectangle 22">
              <a:extLst>
                <a:ext uri="{FF2B5EF4-FFF2-40B4-BE49-F238E27FC236}">
                  <a16:creationId xmlns:a16="http://schemas.microsoft.com/office/drawing/2014/main" id="{678F873E-AE88-4AA1-B6DD-22764A4341DE}"/>
                </a:ext>
              </a:extLst>
            </p:cNvPr>
            <p:cNvSpPr>
              <a:spLocks noChangeArrowheads="1"/>
            </p:cNvSpPr>
            <p:nvPr/>
          </p:nvSpPr>
          <p:spPr bwMode="auto">
            <a:xfrm>
              <a:off x="6931025" y="1599694"/>
              <a:ext cx="682625" cy="37263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0</a:t>
              </a:r>
              <a:r>
                <a:rPr lang="en-US" sz="1600">
                  <a:latin typeface="Arial" charset="0"/>
                  <a:cs typeface="Arial" charset="0"/>
                </a:rPr>
                <a:t>b</a:t>
              </a:r>
              <a:r>
                <a:rPr lang="en-US" sz="1600" baseline="-25000">
                  <a:latin typeface="Arial" charset="0"/>
                  <a:cs typeface="Arial" charset="0"/>
                </a:rPr>
                <a:t>1</a:t>
              </a:r>
              <a:endParaRPr lang="ru-RU" sz="1600">
                <a:latin typeface="Arial" charset="0"/>
                <a:cs typeface="Arial" charset="0"/>
              </a:endParaRPr>
            </a:p>
          </p:txBody>
        </p:sp>
        <p:sp>
          <p:nvSpPr>
            <p:cNvPr id="106505" name="Rectangle 23">
              <a:extLst>
                <a:ext uri="{FF2B5EF4-FFF2-40B4-BE49-F238E27FC236}">
                  <a16:creationId xmlns:a16="http://schemas.microsoft.com/office/drawing/2014/main" id="{5747ECE6-4303-44FD-B02A-B3996F429ED7}"/>
                </a:ext>
              </a:extLst>
            </p:cNvPr>
            <p:cNvSpPr>
              <a:spLocks noChangeArrowheads="1"/>
            </p:cNvSpPr>
            <p:nvPr/>
          </p:nvSpPr>
          <p:spPr bwMode="auto">
            <a:xfrm>
              <a:off x="5703888" y="1599694"/>
              <a:ext cx="681037" cy="37263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1</a:t>
              </a:r>
              <a:r>
                <a:rPr lang="en-US" sz="1600">
                  <a:latin typeface="Arial" charset="0"/>
                  <a:cs typeface="Arial" charset="0"/>
                </a:rPr>
                <a:t>b</a:t>
              </a:r>
              <a:r>
                <a:rPr lang="en-US" sz="1600" baseline="-25000">
                  <a:latin typeface="Arial" charset="0"/>
                  <a:cs typeface="Arial" charset="0"/>
                </a:rPr>
                <a:t>1</a:t>
              </a:r>
              <a:endParaRPr lang="ru-RU" sz="1600">
                <a:latin typeface="Arial" charset="0"/>
                <a:cs typeface="Arial" charset="0"/>
              </a:endParaRPr>
            </a:p>
          </p:txBody>
        </p:sp>
        <p:sp>
          <p:nvSpPr>
            <p:cNvPr id="106506" name="Rectangle 24">
              <a:extLst>
                <a:ext uri="{FF2B5EF4-FFF2-40B4-BE49-F238E27FC236}">
                  <a16:creationId xmlns:a16="http://schemas.microsoft.com/office/drawing/2014/main" id="{05F76F07-1D9C-459A-9E41-575C368270EA}"/>
                </a:ext>
              </a:extLst>
            </p:cNvPr>
            <p:cNvSpPr>
              <a:spLocks noChangeArrowheads="1"/>
            </p:cNvSpPr>
            <p:nvPr/>
          </p:nvSpPr>
          <p:spPr bwMode="auto">
            <a:xfrm>
              <a:off x="4387850" y="1588945"/>
              <a:ext cx="696913" cy="39592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2</a:t>
              </a:r>
              <a:r>
                <a:rPr lang="en-US" sz="1600">
                  <a:latin typeface="Arial" charset="0"/>
                  <a:cs typeface="Arial" charset="0"/>
                </a:rPr>
                <a:t>b</a:t>
              </a:r>
              <a:r>
                <a:rPr lang="en-US" sz="1600" baseline="-25000">
                  <a:latin typeface="Arial" charset="0"/>
                  <a:cs typeface="Arial" charset="0"/>
                </a:rPr>
                <a:t>1</a:t>
              </a:r>
              <a:endParaRPr lang="ru-RU" sz="1600">
                <a:latin typeface="Arial" charset="0"/>
                <a:cs typeface="Arial" charset="0"/>
              </a:endParaRPr>
            </a:p>
          </p:txBody>
        </p:sp>
        <p:sp>
          <p:nvSpPr>
            <p:cNvPr id="106507" name="Rectangle 25">
              <a:extLst>
                <a:ext uri="{FF2B5EF4-FFF2-40B4-BE49-F238E27FC236}">
                  <a16:creationId xmlns:a16="http://schemas.microsoft.com/office/drawing/2014/main" id="{D661A468-BF4F-451E-8BDB-0EE053983FE8}"/>
                </a:ext>
              </a:extLst>
            </p:cNvPr>
            <p:cNvSpPr>
              <a:spLocks noChangeArrowheads="1"/>
            </p:cNvSpPr>
            <p:nvPr/>
          </p:nvSpPr>
          <p:spPr bwMode="auto">
            <a:xfrm>
              <a:off x="3149600" y="1588945"/>
              <a:ext cx="682625" cy="370847"/>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1</a:t>
              </a:r>
              <a:endParaRPr lang="ru-RU" sz="1600">
                <a:latin typeface="Arial" charset="0"/>
                <a:cs typeface="Arial" charset="0"/>
              </a:endParaRPr>
            </a:p>
          </p:txBody>
        </p:sp>
        <p:sp>
          <p:nvSpPr>
            <p:cNvPr id="106508" name="Rectangle 26">
              <a:extLst>
                <a:ext uri="{FF2B5EF4-FFF2-40B4-BE49-F238E27FC236}">
                  <a16:creationId xmlns:a16="http://schemas.microsoft.com/office/drawing/2014/main" id="{23368868-8797-492E-9C1E-B8B70C3BAD49}"/>
                </a:ext>
              </a:extLst>
            </p:cNvPr>
            <p:cNvSpPr>
              <a:spLocks noChangeArrowheads="1"/>
            </p:cNvSpPr>
            <p:nvPr/>
          </p:nvSpPr>
          <p:spPr bwMode="auto">
            <a:xfrm>
              <a:off x="5757863" y="2275100"/>
              <a:ext cx="627062" cy="395927"/>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0</a:t>
              </a:r>
              <a:r>
                <a:rPr lang="en-US" sz="1600">
                  <a:latin typeface="Arial" charset="0"/>
                  <a:cs typeface="Arial" charset="0"/>
                </a:rPr>
                <a:t>b</a:t>
              </a:r>
              <a:r>
                <a:rPr lang="en-US" sz="1600" baseline="-25000">
                  <a:latin typeface="Arial" charset="0"/>
                  <a:cs typeface="Arial" charset="0"/>
                </a:rPr>
                <a:t>2</a:t>
              </a:r>
              <a:endParaRPr lang="ru-RU" sz="1600">
                <a:latin typeface="Arial" charset="0"/>
                <a:cs typeface="Arial" charset="0"/>
              </a:endParaRPr>
            </a:p>
          </p:txBody>
        </p:sp>
        <p:sp>
          <p:nvSpPr>
            <p:cNvPr id="106509" name="Rectangle 27">
              <a:extLst>
                <a:ext uri="{FF2B5EF4-FFF2-40B4-BE49-F238E27FC236}">
                  <a16:creationId xmlns:a16="http://schemas.microsoft.com/office/drawing/2014/main" id="{408300CC-EE2E-49AC-BD34-6F1C7F82C68A}"/>
                </a:ext>
              </a:extLst>
            </p:cNvPr>
            <p:cNvSpPr>
              <a:spLocks noChangeArrowheads="1"/>
            </p:cNvSpPr>
            <p:nvPr/>
          </p:nvSpPr>
          <p:spPr bwMode="auto">
            <a:xfrm>
              <a:off x="4402138" y="2275100"/>
              <a:ext cx="682625" cy="370845"/>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1</a:t>
              </a:r>
              <a:r>
                <a:rPr lang="en-US" sz="1600">
                  <a:latin typeface="Arial" charset="0"/>
                  <a:cs typeface="Arial" charset="0"/>
                </a:rPr>
                <a:t>b</a:t>
              </a:r>
              <a:r>
                <a:rPr lang="en-US" sz="1600" baseline="-25000">
                  <a:latin typeface="Arial" charset="0"/>
                  <a:cs typeface="Arial" charset="0"/>
                </a:rPr>
                <a:t>2</a:t>
              </a:r>
              <a:endParaRPr lang="ru-RU" sz="1600">
                <a:latin typeface="Arial" charset="0"/>
                <a:cs typeface="Arial" charset="0"/>
              </a:endParaRPr>
            </a:p>
          </p:txBody>
        </p:sp>
        <p:sp>
          <p:nvSpPr>
            <p:cNvPr id="106510" name="Rectangle 28">
              <a:extLst>
                <a:ext uri="{FF2B5EF4-FFF2-40B4-BE49-F238E27FC236}">
                  <a16:creationId xmlns:a16="http://schemas.microsoft.com/office/drawing/2014/main" id="{EFEBAAE6-419D-496F-8C90-D88A7DB24AB5}"/>
                </a:ext>
              </a:extLst>
            </p:cNvPr>
            <p:cNvSpPr>
              <a:spLocks noChangeArrowheads="1"/>
            </p:cNvSpPr>
            <p:nvPr/>
          </p:nvSpPr>
          <p:spPr bwMode="auto">
            <a:xfrm>
              <a:off x="3173413" y="2266142"/>
              <a:ext cx="682625" cy="370847"/>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2</a:t>
              </a:r>
              <a:r>
                <a:rPr lang="en-US" sz="1600">
                  <a:latin typeface="Arial" charset="0"/>
                  <a:cs typeface="Arial" charset="0"/>
                </a:rPr>
                <a:t>b</a:t>
              </a:r>
              <a:r>
                <a:rPr lang="en-US" sz="1600" baseline="-25000">
                  <a:latin typeface="Arial" charset="0"/>
                  <a:cs typeface="Arial" charset="0"/>
                </a:rPr>
                <a:t>2</a:t>
              </a:r>
              <a:endParaRPr lang="ru-RU" sz="1600">
                <a:latin typeface="Arial" charset="0"/>
                <a:cs typeface="Arial" charset="0"/>
              </a:endParaRPr>
            </a:p>
          </p:txBody>
        </p:sp>
        <p:sp>
          <p:nvSpPr>
            <p:cNvPr id="106511" name="Rectangle 29">
              <a:extLst>
                <a:ext uri="{FF2B5EF4-FFF2-40B4-BE49-F238E27FC236}">
                  <a16:creationId xmlns:a16="http://schemas.microsoft.com/office/drawing/2014/main" id="{6A1678AC-7C8E-449B-8B23-EF845C6CEE95}"/>
                </a:ext>
              </a:extLst>
            </p:cNvPr>
            <p:cNvSpPr>
              <a:spLocks noChangeArrowheads="1"/>
            </p:cNvSpPr>
            <p:nvPr/>
          </p:nvSpPr>
          <p:spPr bwMode="auto">
            <a:xfrm>
              <a:off x="1968500" y="2266142"/>
              <a:ext cx="682625" cy="370847"/>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2</a:t>
              </a:r>
              <a:endParaRPr lang="ru-RU" sz="1600">
                <a:latin typeface="Arial" charset="0"/>
                <a:cs typeface="Arial" charset="0"/>
              </a:endParaRPr>
            </a:p>
          </p:txBody>
        </p:sp>
        <p:sp>
          <p:nvSpPr>
            <p:cNvPr id="106512" name="Rectangle 30">
              <a:extLst>
                <a:ext uri="{FF2B5EF4-FFF2-40B4-BE49-F238E27FC236}">
                  <a16:creationId xmlns:a16="http://schemas.microsoft.com/office/drawing/2014/main" id="{215B53A8-E281-4976-895B-2694550EEC1D}"/>
                </a:ext>
              </a:extLst>
            </p:cNvPr>
            <p:cNvSpPr>
              <a:spLocks noChangeArrowheads="1"/>
            </p:cNvSpPr>
            <p:nvPr/>
          </p:nvSpPr>
          <p:spPr bwMode="auto">
            <a:xfrm>
              <a:off x="4389438" y="2948714"/>
              <a:ext cx="682625" cy="37263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0</a:t>
              </a:r>
              <a:r>
                <a:rPr lang="en-US" sz="1600">
                  <a:latin typeface="Arial" charset="0"/>
                  <a:cs typeface="Arial" charset="0"/>
                </a:rPr>
                <a:t>b</a:t>
              </a:r>
              <a:r>
                <a:rPr lang="en-US" sz="1600" baseline="-25000">
                  <a:latin typeface="Arial" charset="0"/>
                  <a:cs typeface="Arial" charset="0"/>
                </a:rPr>
                <a:t>3</a:t>
              </a:r>
              <a:endParaRPr lang="ru-RU" sz="1600">
                <a:latin typeface="Arial" charset="0"/>
                <a:cs typeface="Arial" charset="0"/>
              </a:endParaRPr>
            </a:p>
          </p:txBody>
        </p:sp>
        <p:sp>
          <p:nvSpPr>
            <p:cNvPr id="106513" name="Rectangle 31">
              <a:extLst>
                <a:ext uri="{FF2B5EF4-FFF2-40B4-BE49-F238E27FC236}">
                  <a16:creationId xmlns:a16="http://schemas.microsoft.com/office/drawing/2014/main" id="{72F89AD8-692A-44F4-9017-C229F29D8E0B}"/>
                </a:ext>
              </a:extLst>
            </p:cNvPr>
            <p:cNvSpPr>
              <a:spLocks noChangeArrowheads="1"/>
            </p:cNvSpPr>
            <p:nvPr/>
          </p:nvSpPr>
          <p:spPr bwMode="auto">
            <a:xfrm>
              <a:off x="3157538" y="2948714"/>
              <a:ext cx="685800" cy="349347"/>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1</a:t>
              </a:r>
              <a:r>
                <a:rPr lang="en-US" sz="1600">
                  <a:latin typeface="Arial" charset="0"/>
                  <a:cs typeface="Arial" charset="0"/>
                </a:rPr>
                <a:t>b</a:t>
              </a:r>
              <a:r>
                <a:rPr lang="en-US" sz="1600" baseline="-25000">
                  <a:latin typeface="Arial" charset="0"/>
                  <a:cs typeface="Arial" charset="0"/>
                </a:rPr>
                <a:t>3</a:t>
              </a:r>
              <a:endParaRPr lang="ru-RU" sz="1600">
                <a:latin typeface="Arial" charset="0"/>
                <a:cs typeface="Arial" charset="0"/>
              </a:endParaRPr>
            </a:p>
          </p:txBody>
        </p:sp>
        <p:sp>
          <p:nvSpPr>
            <p:cNvPr id="106514" name="Rectangle 32">
              <a:extLst>
                <a:ext uri="{FF2B5EF4-FFF2-40B4-BE49-F238E27FC236}">
                  <a16:creationId xmlns:a16="http://schemas.microsoft.com/office/drawing/2014/main" id="{18601FE7-EF6A-4DC6-BCB3-3C5A7F5C39C3}"/>
                </a:ext>
              </a:extLst>
            </p:cNvPr>
            <p:cNvSpPr>
              <a:spLocks noChangeArrowheads="1"/>
            </p:cNvSpPr>
            <p:nvPr/>
          </p:nvSpPr>
          <p:spPr bwMode="auto">
            <a:xfrm>
              <a:off x="1981200" y="2939756"/>
              <a:ext cx="682625" cy="37263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2</a:t>
              </a:r>
              <a:r>
                <a:rPr lang="en-US" sz="1600">
                  <a:latin typeface="Arial" charset="0"/>
                  <a:cs typeface="Arial" charset="0"/>
                </a:rPr>
                <a:t>b</a:t>
              </a:r>
              <a:r>
                <a:rPr lang="en-US" sz="1600" baseline="-25000">
                  <a:latin typeface="Arial" charset="0"/>
                  <a:cs typeface="Arial" charset="0"/>
                </a:rPr>
                <a:t>3</a:t>
              </a:r>
              <a:endParaRPr lang="ru-RU" sz="1600">
                <a:latin typeface="Arial" charset="0"/>
                <a:cs typeface="Arial" charset="0"/>
              </a:endParaRPr>
            </a:p>
          </p:txBody>
        </p:sp>
        <p:sp>
          <p:nvSpPr>
            <p:cNvPr id="106515" name="Rectangle 33">
              <a:extLst>
                <a:ext uri="{FF2B5EF4-FFF2-40B4-BE49-F238E27FC236}">
                  <a16:creationId xmlns:a16="http://schemas.microsoft.com/office/drawing/2014/main" id="{4DD7D87F-4CEC-4208-B10A-20E06F1C447B}"/>
                </a:ext>
              </a:extLst>
            </p:cNvPr>
            <p:cNvSpPr>
              <a:spLocks noChangeArrowheads="1"/>
            </p:cNvSpPr>
            <p:nvPr/>
          </p:nvSpPr>
          <p:spPr bwMode="auto">
            <a:xfrm>
              <a:off x="788988" y="2939756"/>
              <a:ext cx="681037" cy="37263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algn="ctr" eaLnBrk="1" hangingPunct="1">
                <a:defRPr/>
              </a:pPr>
              <a:r>
                <a:rPr lang="en-US" sz="1600">
                  <a:latin typeface="Arial" charset="0"/>
                  <a:cs typeface="Arial" charset="0"/>
                </a:rPr>
                <a:t>a</a:t>
              </a:r>
              <a:r>
                <a:rPr lang="en-US" sz="1600" baseline="-25000">
                  <a:latin typeface="Arial" charset="0"/>
                  <a:cs typeface="Arial" charset="0"/>
                </a:rPr>
                <a:t>3</a:t>
              </a:r>
              <a:r>
                <a:rPr lang="en-US" sz="1600">
                  <a:latin typeface="Arial" charset="0"/>
                  <a:cs typeface="Arial" charset="0"/>
                </a:rPr>
                <a:t>b</a:t>
              </a:r>
              <a:r>
                <a:rPr lang="en-US" sz="1600" baseline="-25000">
                  <a:latin typeface="Arial" charset="0"/>
                  <a:cs typeface="Arial" charset="0"/>
                </a:rPr>
                <a:t>3</a:t>
              </a:r>
              <a:endParaRPr lang="ru-RU" sz="1600">
                <a:latin typeface="Arial" charset="0"/>
                <a:cs typeface="Arial" charset="0"/>
              </a:endParaRPr>
            </a:p>
          </p:txBody>
        </p:sp>
        <p:sp>
          <p:nvSpPr>
            <p:cNvPr id="2" name="Rectangle 34">
              <a:extLst>
                <a:ext uri="{FF2B5EF4-FFF2-40B4-BE49-F238E27FC236}">
                  <a16:creationId xmlns:a16="http://schemas.microsoft.com/office/drawing/2014/main" id="{D1E3DFAE-75A7-424B-B184-D67CF39555FA}"/>
                </a:ext>
              </a:extLst>
            </p:cNvPr>
            <p:cNvSpPr>
              <a:spLocks noChangeArrowheads="1"/>
            </p:cNvSpPr>
            <p:nvPr/>
          </p:nvSpPr>
          <p:spPr bwMode="auto">
            <a:xfrm>
              <a:off x="3157538" y="3686823"/>
              <a:ext cx="698500" cy="410259"/>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05492" name="Rectangle 35">
              <a:extLst>
                <a:ext uri="{FF2B5EF4-FFF2-40B4-BE49-F238E27FC236}">
                  <a16:creationId xmlns:a16="http://schemas.microsoft.com/office/drawing/2014/main" id="{F5A58EF5-BFEF-47B5-9912-41ABF7A4DB25}"/>
                </a:ext>
              </a:extLst>
            </p:cNvPr>
            <p:cNvSpPr>
              <a:spLocks noChangeArrowheads="1"/>
            </p:cNvSpPr>
            <p:nvPr/>
          </p:nvSpPr>
          <p:spPr bwMode="auto">
            <a:xfrm>
              <a:off x="4410075" y="3686823"/>
              <a:ext cx="698500" cy="410259"/>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05493" name="Rectangle 36">
              <a:extLst>
                <a:ext uri="{FF2B5EF4-FFF2-40B4-BE49-F238E27FC236}">
                  <a16:creationId xmlns:a16="http://schemas.microsoft.com/office/drawing/2014/main" id="{708C187F-5DFD-435E-8D4B-98E75ADD8D18}"/>
                </a:ext>
              </a:extLst>
            </p:cNvPr>
            <p:cNvSpPr>
              <a:spLocks noChangeArrowheads="1"/>
            </p:cNvSpPr>
            <p:nvPr/>
          </p:nvSpPr>
          <p:spPr bwMode="auto">
            <a:xfrm>
              <a:off x="5783263" y="3667116"/>
              <a:ext cx="698500" cy="410260"/>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20855" name="Line 37">
              <a:extLst>
                <a:ext uri="{FF2B5EF4-FFF2-40B4-BE49-F238E27FC236}">
                  <a16:creationId xmlns:a16="http://schemas.microsoft.com/office/drawing/2014/main" id="{EBC7D866-6FD5-F466-1141-E29F91B64D8F}"/>
                </a:ext>
              </a:extLst>
            </p:cNvPr>
            <p:cNvSpPr>
              <a:spLocks noChangeShapeType="1"/>
            </p:cNvSpPr>
            <p:nvPr/>
          </p:nvSpPr>
          <p:spPr bwMode="auto">
            <a:xfrm>
              <a:off x="6046788" y="1309688"/>
              <a:ext cx="0" cy="1714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6" name="Line 38">
              <a:extLst>
                <a:ext uri="{FF2B5EF4-FFF2-40B4-BE49-F238E27FC236}">
                  <a16:creationId xmlns:a16="http://schemas.microsoft.com/office/drawing/2014/main" id="{BF566189-A652-419E-2FF5-251EC97DCE6F}"/>
                </a:ext>
              </a:extLst>
            </p:cNvPr>
            <p:cNvSpPr>
              <a:spLocks noChangeShapeType="1"/>
            </p:cNvSpPr>
            <p:nvPr/>
          </p:nvSpPr>
          <p:spPr bwMode="auto">
            <a:xfrm>
              <a:off x="6042025" y="1471613"/>
              <a:ext cx="61436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7" name="Line 39">
              <a:extLst>
                <a:ext uri="{FF2B5EF4-FFF2-40B4-BE49-F238E27FC236}">
                  <a16:creationId xmlns:a16="http://schemas.microsoft.com/office/drawing/2014/main" id="{F282A84D-BD44-5EE6-5BA8-F017FF2A3B6F}"/>
                </a:ext>
              </a:extLst>
            </p:cNvPr>
            <p:cNvSpPr>
              <a:spLocks noChangeShapeType="1"/>
            </p:cNvSpPr>
            <p:nvPr/>
          </p:nvSpPr>
          <p:spPr bwMode="auto">
            <a:xfrm>
              <a:off x="6029325" y="1965325"/>
              <a:ext cx="0" cy="1714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8" name="Line 40">
              <a:extLst>
                <a:ext uri="{FF2B5EF4-FFF2-40B4-BE49-F238E27FC236}">
                  <a16:creationId xmlns:a16="http://schemas.microsoft.com/office/drawing/2014/main" id="{4372A39E-9939-EA66-2D7C-8722DF316D18}"/>
                </a:ext>
              </a:extLst>
            </p:cNvPr>
            <p:cNvSpPr>
              <a:spLocks noChangeShapeType="1"/>
            </p:cNvSpPr>
            <p:nvPr/>
          </p:nvSpPr>
          <p:spPr bwMode="auto">
            <a:xfrm>
              <a:off x="6018213" y="2146300"/>
              <a:ext cx="4762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59" name="Line 41">
              <a:extLst>
                <a:ext uri="{FF2B5EF4-FFF2-40B4-BE49-F238E27FC236}">
                  <a16:creationId xmlns:a16="http://schemas.microsoft.com/office/drawing/2014/main" id="{6EECC83E-93EB-4978-2A10-D50EC8D082FC}"/>
                </a:ext>
              </a:extLst>
            </p:cNvPr>
            <p:cNvSpPr>
              <a:spLocks noChangeShapeType="1"/>
            </p:cNvSpPr>
            <p:nvPr/>
          </p:nvSpPr>
          <p:spPr bwMode="auto">
            <a:xfrm>
              <a:off x="5945188" y="2660650"/>
              <a:ext cx="0" cy="998538"/>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60" name="Line 42">
              <a:extLst>
                <a:ext uri="{FF2B5EF4-FFF2-40B4-BE49-F238E27FC236}">
                  <a16:creationId xmlns:a16="http://schemas.microsoft.com/office/drawing/2014/main" id="{49C63754-EBFD-7519-D546-E59109216567}"/>
                </a:ext>
              </a:extLst>
            </p:cNvPr>
            <p:cNvSpPr>
              <a:spLocks noChangeShapeType="1"/>
            </p:cNvSpPr>
            <p:nvPr/>
          </p:nvSpPr>
          <p:spPr bwMode="auto">
            <a:xfrm>
              <a:off x="6499225" y="2146300"/>
              <a:ext cx="0" cy="741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1" name="Line 43">
              <a:extLst>
                <a:ext uri="{FF2B5EF4-FFF2-40B4-BE49-F238E27FC236}">
                  <a16:creationId xmlns:a16="http://schemas.microsoft.com/office/drawing/2014/main" id="{32153E24-D9BE-30C6-8C46-FDC9CEC3B227}"/>
                </a:ext>
              </a:extLst>
            </p:cNvPr>
            <p:cNvSpPr>
              <a:spLocks noChangeShapeType="1"/>
            </p:cNvSpPr>
            <p:nvPr/>
          </p:nvSpPr>
          <p:spPr bwMode="auto">
            <a:xfrm>
              <a:off x="6154738" y="2887663"/>
              <a:ext cx="3413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2" name="Line 44">
              <a:extLst>
                <a:ext uri="{FF2B5EF4-FFF2-40B4-BE49-F238E27FC236}">
                  <a16:creationId xmlns:a16="http://schemas.microsoft.com/office/drawing/2014/main" id="{FB4E4855-A858-ADC1-C79A-CBA442695594}"/>
                </a:ext>
              </a:extLst>
            </p:cNvPr>
            <p:cNvSpPr>
              <a:spLocks noChangeShapeType="1"/>
            </p:cNvSpPr>
            <p:nvPr/>
          </p:nvSpPr>
          <p:spPr bwMode="auto">
            <a:xfrm>
              <a:off x="6154738" y="2887663"/>
              <a:ext cx="0" cy="78422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63" name="Line 45">
              <a:extLst>
                <a:ext uri="{FF2B5EF4-FFF2-40B4-BE49-F238E27FC236}">
                  <a16:creationId xmlns:a16="http://schemas.microsoft.com/office/drawing/2014/main" id="{5B2B0F23-9BF2-239B-321D-790EDDFE8FB6}"/>
                </a:ext>
              </a:extLst>
            </p:cNvPr>
            <p:cNvSpPr>
              <a:spLocks noChangeShapeType="1"/>
            </p:cNvSpPr>
            <p:nvPr/>
          </p:nvSpPr>
          <p:spPr bwMode="auto">
            <a:xfrm>
              <a:off x="6648450" y="1471613"/>
              <a:ext cx="0" cy="2397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4" name="Line 46">
              <a:extLst>
                <a:ext uri="{FF2B5EF4-FFF2-40B4-BE49-F238E27FC236}">
                  <a16:creationId xmlns:a16="http://schemas.microsoft.com/office/drawing/2014/main" id="{564301D8-BA40-FFE2-C28B-4132BD146AD0}"/>
                </a:ext>
              </a:extLst>
            </p:cNvPr>
            <p:cNvSpPr>
              <a:spLocks noChangeShapeType="1"/>
            </p:cNvSpPr>
            <p:nvPr/>
          </p:nvSpPr>
          <p:spPr bwMode="auto">
            <a:xfrm flipH="1">
              <a:off x="6470650" y="3862388"/>
              <a:ext cx="188913"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65" name="Line 47">
              <a:extLst>
                <a:ext uri="{FF2B5EF4-FFF2-40B4-BE49-F238E27FC236}">
                  <a16:creationId xmlns:a16="http://schemas.microsoft.com/office/drawing/2014/main" id="{9344E18D-8564-E07A-28A4-100E1A329643}"/>
                </a:ext>
              </a:extLst>
            </p:cNvPr>
            <p:cNvSpPr>
              <a:spLocks noChangeShapeType="1"/>
            </p:cNvSpPr>
            <p:nvPr/>
          </p:nvSpPr>
          <p:spPr bwMode="auto">
            <a:xfrm>
              <a:off x="4721225" y="1298575"/>
              <a:ext cx="0" cy="173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6" name="Line 48">
              <a:extLst>
                <a:ext uri="{FF2B5EF4-FFF2-40B4-BE49-F238E27FC236}">
                  <a16:creationId xmlns:a16="http://schemas.microsoft.com/office/drawing/2014/main" id="{9323F6AE-E3B3-CAF2-1926-693F16A40E62}"/>
                </a:ext>
              </a:extLst>
            </p:cNvPr>
            <p:cNvSpPr>
              <a:spLocks noChangeShapeType="1"/>
            </p:cNvSpPr>
            <p:nvPr/>
          </p:nvSpPr>
          <p:spPr bwMode="auto">
            <a:xfrm>
              <a:off x="4716463" y="1462088"/>
              <a:ext cx="8874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7" name="Line 50">
              <a:extLst>
                <a:ext uri="{FF2B5EF4-FFF2-40B4-BE49-F238E27FC236}">
                  <a16:creationId xmlns:a16="http://schemas.microsoft.com/office/drawing/2014/main" id="{0F721A59-E75E-7AF8-A171-1FE2502F77A5}"/>
                </a:ext>
              </a:extLst>
            </p:cNvPr>
            <p:cNvSpPr>
              <a:spLocks noChangeShapeType="1"/>
            </p:cNvSpPr>
            <p:nvPr/>
          </p:nvSpPr>
          <p:spPr bwMode="auto">
            <a:xfrm>
              <a:off x="5588000" y="1450975"/>
              <a:ext cx="0" cy="2397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68" name="Line 51">
              <a:extLst>
                <a:ext uri="{FF2B5EF4-FFF2-40B4-BE49-F238E27FC236}">
                  <a16:creationId xmlns:a16="http://schemas.microsoft.com/office/drawing/2014/main" id="{5707EF47-B5A2-E6E0-061D-4C4B08E4E476}"/>
                </a:ext>
              </a:extLst>
            </p:cNvPr>
            <p:cNvSpPr>
              <a:spLocks noChangeShapeType="1"/>
            </p:cNvSpPr>
            <p:nvPr/>
          </p:nvSpPr>
          <p:spPr bwMode="auto">
            <a:xfrm flipH="1">
              <a:off x="5089525" y="3859213"/>
              <a:ext cx="506413"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69" name="Line 52">
              <a:extLst>
                <a:ext uri="{FF2B5EF4-FFF2-40B4-BE49-F238E27FC236}">
                  <a16:creationId xmlns:a16="http://schemas.microsoft.com/office/drawing/2014/main" id="{2544C05B-4B04-472A-7644-11804AEF2219}"/>
                </a:ext>
              </a:extLst>
            </p:cNvPr>
            <p:cNvSpPr>
              <a:spLocks noChangeShapeType="1"/>
            </p:cNvSpPr>
            <p:nvPr/>
          </p:nvSpPr>
          <p:spPr bwMode="auto">
            <a:xfrm>
              <a:off x="5446713" y="2136775"/>
              <a:ext cx="0" cy="13985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0" name="Line 54">
              <a:extLst>
                <a:ext uri="{FF2B5EF4-FFF2-40B4-BE49-F238E27FC236}">
                  <a16:creationId xmlns:a16="http://schemas.microsoft.com/office/drawing/2014/main" id="{8024ABFA-B575-42CD-AD14-837089D7A436}"/>
                </a:ext>
              </a:extLst>
            </p:cNvPr>
            <p:cNvSpPr>
              <a:spLocks noChangeShapeType="1"/>
            </p:cNvSpPr>
            <p:nvPr/>
          </p:nvSpPr>
          <p:spPr bwMode="auto">
            <a:xfrm>
              <a:off x="4729163" y="2146300"/>
              <a:ext cx="7159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1" name="Line 55">
              <a:extLst>
                <a:ext uri="{FF2B5EF4-FFF2-40B4-BE49-F238E27FC236}">
                  <a16:creationId xmlns:a16="http://schemas.microsoft.com/office/drawing/2014/main" id="{20CD73B7-BF7D-BDB6-16D1-A3F50F431604}"/>
                </a:ext>
              </a:extLst>
            </p:cNvPr>
            <p:cNvSpPr>
              <a:spLocks noChangeShapeType="1"/>
            </p:cNvSpPr>
            <p:nvPr/>
          </p:nvSpPr>
          <p:spPr bwMode="auto">
            <a:xfrm>
              <a:off x="4740275" y="1974850"/>
              <a:ext cx="0" cy="1730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2" name="Line 56">
              <a:extLst>
                <a:ext uri="{FF2B5EF4-FFF2-40B4-BE49-F238E27FC236}">
                  <a16:creationId xmlns:a16="http://schemas.microsoft.com/office/drawing/2014/main" id="{0C7CC758-27B0-DFFF-D4D8-F9E235BB8038}"/>
                </a:ext>
              </a:extLst>
            </p:cNvPr>
            <p:cNvSpPr>
              <a:spLocks noChangeShapeType="1"/>
            </p:cNvSpPr>
            <p:nvPr/>
          </p:nvSpPr>
          <p:spPr bwMode="auto">
            <a:xfrm>
              <a:off x="4865688" y="3525838"/>
              <a:ext cx="5794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3" name="Line 57">
              <a:extLst>
                <a:ext uri="{FF2B5EF4-FFF2-40B4-BE49-F238E27FC236}">
                  <a16:creationId xmlns:a16="http://schemas.microsoft.com/office/drawing/2014/main" id="{D91B422A-2273-2BFF-84D3-01D42A4E239C}"/>
                </a:ext>
              </a:extLst>
            </p:cNvPr>
            <p:cNvSpPr>
              <a:spLocks noChangeShapeType="1"/>
            </p:cNvSpPr>
            <p:nvPr/>
          </p:nvSpPr>
          <p:spPr bwMode="auto">
            <a:xfrm>
              <a:off x="4864100" y="3516313"/>
              <a:ext cx="0" cy="16192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74" name="Line 59">
              <a:extLst>
                <a:ext uri="{FF2B5EF4-FFF2-40B4-BE49-F238E27FC236}">
                  <a16:creationId xmlns:a16="http://schemas.microsoft.com/office/drawing/2014/main" id="{262C2B48-0782-1FFC-C304-CAEBBAFE382B}"/>
                </a:ext>
              </a:extLst>
            </p:cNvPr>
            <p:cNvSpPr>
              <a:spLocks noChangeShapeType="1"/>
            </p:cNvSpPr>
            <p:nvPr/>
          </p:nvSpPr>
          <p:spPr bwMode="auto">
            <a:xfrm>
              <a:off x="4729163" y="2649538"/>
              <a:ext cx="0" cy="142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5" name="Line 60">
              <a:extLst>
                <a:ext uri="{FF2B5EF4-FFF2-40B4-BE49-F238E27FC236}">
                  <a16:creationId xmlns:a16="http://schemas.microsoft.com/office/drawing/2014/main" id="{ACCA86F2-5DBD-7924-FF88-F4CF5B786B9A}"/>
                </a:ext>
              </a:extLst>
            </p:cNvPr>
            <p:cNvSpPr>
              <a:spLocks noChangeShapeType="1"/>
            </p:cNvSpPr>
            <p:nvPr/>
          </p:nvSpPr>
          <p:spPr bwMode="auto">
            <a:xfrm>
              <a:off x="4729163" y="2784475"/>
              <a:ext cx="57943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6" name="Line 61">
              <a:extLst>
                <a:ext uri="{FF2B5EF4-FFF2-40B4-BE49-F238E27FC236}">
                  <a16:creationId xmlns:a16="http://schemas.microsoft.com/office/drawing/2014/main" id="{0A4C99AA-CE03-7877-FCDE-D1977A0D283D}"/>
                </a:ext>
              </a:extLst>
            </p:cNvPr>
            <p:cNvSpPr>
              <a:spLocks noChangeShapeType="1"/>
            </p:cNvSpPr>
            <p:nvPr/>
          </p:nvSpPr>
          <p:spPr bwMode="auto">
            <a:xfrm>
              <a:off x="4635500" y="3429000"/>
              <a:ext cx="0" cy="25717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77" name="Line 62">
              <a:extLst>
                <a:ext uri="{FF2B5EF4-FFF2-40B4-BE49-F238E27FC236}">
                  <a16:creationId xmlns:a16="http://schemas.microsoft.com/office/drawing/2014/main" id="{9C30361C-A901-A4A1-19BF-9AC506938F73}"/>
                </a:ext>
              </a:extLst>
            </p:cNvPr>
            <p:cNvSpPr>
              <a:spLocks noChangeShapeType="1"/>
            </p:cNvSpPr>
            <p:nvPr/>
          </p:nvSpPr>
          <p:spPr bwMode="auto">
            <a:xfrm>
              <a:off x="4622800" y="3422650"/>
              <a:ext cx="7000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8" name="Line 63">
              <a:extLst>
                <a:ext uri="{FF2B5EF4-FFF2-40B4-BE49-F238E27FC236}">
                  <a16:creationId xmlns:a16="http://schemas.microsoft.com/office/drawing/2014/main" id="{94D8C14F-D114-E541-A726-A3D845EC2162}"/>
                </a:ext>
              </a:extLst>
            </p:cNvPr>
            <p:cNvSpPr>
              <a:spLocks noChangeShapeType="1"/>
            </p:cNvSpPr>
            <p:nvPr/>
          </p:nvSpPr>
          <p:spPr bwMode="auto">
            <a:xfrm>
              <a:off x="5319713" y="2774950"/>
              <a:ext cx="0" cy="650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79" name="Line 65">
              <a:extLst>
                <a:ext uri="{FF2B5EF4-FFF2-40B4-BE49-F238E27FC236}">
                  <a16:creationId xmlns:a16="http://schemas.microsoft.com/office/drawing/2014/main" id="{02CFF411-CB87-8D95-C2AD-70E37F9E13DD}"/>
                </a:ext>
              </a:extLst>
            </p:cNvPr>
            <p:cNvSpPr>
              <a:spLocks noChangeShapeType="1"/>
            </p:cNvSpPr>
            <p:nvPr/>
          </p:nvSpPr>
          <p:spPr bwMode="auto">
            <a:xfrm>
              <a:off x="3363913" y="3298825"/>
              <a:ext cx="0" cy="40005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80" name="Line 66">
              <a:extLst>
                <a:ext uri="{FF2B5EF4-FFF2-40B4-BE49-F238E27FC236}">
                  <a16:creationId xmlns:a16="http://schemas.microsoft.com/office/drawing/2014/main" id="{7AB8998C-4D34-CBB4-E56F-575B0DAB8372}"/>
                </a:ext>
              </a:extLst>
            </p:cNvPr>
            <p:cNvSpPr>
              <a:spLocks noChangeShapeType="1"/>
            </p:cNvSpPr>
            <p:nvPr/>
          </p:nvSpPr>
          <p:spPr bwMode="auto">
            <a:xfrm>
              <a:off x="3500438" y="1965325"/>
              <a:ext cx="0" cy="1714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1" name="Line 67">
              <a:extLst>
                <a:ext uri="{FF2B5EF4-FFF2-40B4-BE49-F238E27FC236}">
                  <a16:creationId xmlns:a16="http://schemas.microsoft.com/office/drawing/2014/main" id="{FA560D54-BCC4-C9DD-D75E-46B402DE72BF}"/>
                </a:ext>
              </a:extLst>
            </p:cNvPr>
            <p:cNvSpPr>
              <a:spLocks noChangeShapeType="1"/>
            </p:cNvSpPr>
            <p:nvPr/>
          </p:nvSpPr>
          <p:spPr bwMode="auto">
            <a:xfrm>
              <a:off x="3500438" y="2125663"/>
              <a:ext cx="614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2" name="Line 68">
              <a:extLst>
                <a:ext uri="{FF2B5EF4-FFF2-40B4-BE49-F238E27FC236}">
                  <a16:creationId xmlns:a16="http://schemas.microsoft.com/office/drawing/2014/main" id="{DA0D2090-37C2-2F93-1505-051E45D9B482}"/>
                </a:ext>
              </a:extLst>
            </p:cNvPr>
            <p:cNvSpPr>
              <a:spLocks noChangeShapeType="1"/>
            </p:cNvSpPr>
            <p:nvPr/>
          </p:nvSpPr>
          <p:spPr bwMode="auto">
            <a:xfrm>
              <a:off x="4110038" y="2116138"/>
              <a:ext cx="3175" cy="17700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3" name="Line 69">
              <a:extLst>
                <a:ext uri="{FF2B5EF4-FFF2-40B4-BE49-F238E27FC236}">
                  <a16:creationId xmlns:a16="http://schemas.microsoft.com/office/drawing/2014/main" id="{07B242AA-0528-00C9-137F-94AB8C0B6BB2}"/>
                </a:ext>
              </a:extLst>
            </p:cNvPr>
            <p:cNvSpPr>
              <a:spLocks noChangeShapeType="1"/>
            </p:cNvSpPr>
            <p:nvPr/>
          </p:nvSpPr>
          <p:spPr bwMode="auto">
            <a:xfrm>
              <a:off x="3511550" y="2630488"/>
              <a:ext cx="0" cy="14128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4" name="Line 70">
              <a:extLst>
                <a:ext uri="{FF2B5EF4-FFF2-40B4-BE49-F238E27FC236}">
                  <a16:creationId xmlns:a16="http://schemas.microsoft.com/office/drawing/2014/main" id="{80BF603E-BB2D-C192-2B13-50F8E81E195F}"/>
                </a:ext>
              </a:extLst>
            </p:cNvPr>
            <p:cNvSpPr>
              <a:spLocks noChangeShapeType="1"/>
            </p:cNvSpPr>
            <p:nvPr/>
          </p:nvSpPr>
          <p:spPr bwMode="auto">
            <a:xfrm>
              <a:off x="3524250" y="2763838"/>
              <a:ext cx="444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5" name="Line 71">
              <a:extLst>
                <a:ext uri="{FF2B5EF4-FFF2-40B4-BE49-F238E27FC236}">
                  <a16:creationId xmlns:a16="http://schemas.microsoft.com/office/drawing/2014/main" id="{58AB0ED1-DF1E-4330-B74F-CABF01D486AC}"/>
                </a:ext>
              </a:extLst>
            </p:cNvPr>
            <p:cNvSpPr>
              <a:spLocks noChangeShapeType="1"/>
            </p:cNvSpPr>
            <p:nvPr/>
          </p:nvSpPr>
          <p:spPr bwMode="auto">
            <a:xfrm>
              <a:off x="3970338" y="2763838"/>
              <a:ext cx="0" cy="650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6" name="Line 72">
              <a:extLst>
                <a:ext uri="{FF2B5EF4-FFF2-40B4-BE49-F238E27FC236}">
                  <a16:creationId xmlns:a16="http://schemas.microsoft.com/office/drawing/2014/main" id="{B11B2A74-4013-098A-6BFD-61C5A9A814DB}"/>
                </a:ext>
              </a:extLst>
            </p:cNvPr>
            <p:cNvSpPr>
              <a:spLocks noChangeShapeType="1"/>
            </p:cNvSpPr>
            <p:nvPr/>
          </p:nvSpPr>
          <p:spPr bwMode="auto">
            <a:xfrm>
              <a:off x="2332038" y="2784475"/>
              <a:ext cx="4714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7" name="Line 73">
              <a:extLst>
                <a:ext uri="{FF2B5EF4-FFF2-40B4-BE49-F238E27FC236}">
                  <a16:creationId xmlns:a16="http://schemas.microsoft.com/office/drawing/2014/main" id="{D35370B4-CE24-2AE0-C433-05D420BFE0A5}"/>
                </a:ext>
              </a:extLst>
            </p:cNvPr>
            <p:cNvSpPr>
              <a:spLocks noChangeShapeType="1"/>
            </p:cNvSpPr>
            <p:nvPr/>
          </p:nvSpPr>
          <p:spPr bwMode="auto">
            <a:xfrm>
              <a:off x="3641725" y="3413125"/>
              <a:ext cx="323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88" name="Line 74">
              <a:extLst>
                <a:ext uri="{FF2B5EF4-FFF2-40B4-BE49-F238E27FC236}">
                  <a16:creationId xmlns:a16="http://schemas.microsoft.com/office/drawing/2014/main" id="{81EF2377-3CAC-5733-7275-31BC035510AB}"/>
                </a:ext>
              </a:extLst>
            </p:cNvPr>
            <p:cNvSpPr>
              <a:spLocks noChangeShapeType="1"/>
            </p:cNvSpPr>
            <p:nvPr/>
          </p:nvSpPr>
          <p:spPr bwMode="auto">
            <a:xfrm>
              <a:off x="3648075" y="3413125"/>
              <a:ext cx="0" cy="26987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89" name="Line 75">
              <a:extLst>
                <a:ext uri="{FF2B5EF4-FFF2-40B4-BE49-F238E27FC236}">
                  <a16:creationId xmlns:a16="http://schemas.microsoft.com/office/drawing/2014/main" id="{6C061A24-CDAA-4B9E-27F6-608A33DE5D91}"/>
                </a:ext>
              </a:extLst>
            </p:cNvPr>
            <p:cNvSpPr>
              <a:spLocks noChangeShapeType="1"/>
            </p:cNvSpPr>
            <p:nvPr/>
          </p:nvSpPr>
          <p:spPr bwMode="auto">
            <a:xfrm flipH="1">
              <a:off x="3840163" y="3879850"/>
              <a:ext cx="273050"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3" name="Rectangle 76">
              <a:extLst>
                <a:ext uri="{FF2B5EF4-FFF2-40B4-BE49-F238E27FC236}">
                  <a16:creationId xmlns:a16="http://schemas.microsoft.com/office/drawing/2014/main" id="{D84A069C-162B-4C0D-A655-D48D8AECC9A2}"/>
                </a:ext>
              </a:extLst>
            </p:cNvPr>
            <p:cNvSpPr>
              <a:spLocks noChangeArrowheads="1"/>
            </p:cNvSpPr>
            <p:nvPr/>
          </p:nvSpPr>
          <p:spPr bwMode="auto">
            <a:xfrm>
              <a:off x="4421188" y="4392685"/>
              <a:ext cx="698500" cy="408468"/>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dirty="0">
                  <a:latin typeface="Arial" charset="0"/>
                  <a:cs typeface="Arial" charset="0"/>
                </a:rPr>
                <a:t>+</a:t>
              </a:r>
              <a:endParaRPr lang="ru-RU" dirty="0">
                <a:latin typeface="Arial" charset="0"/>
                <a:cs typeface="Arial" charset="0"/>
              </a:endParaRPr>
            </a:p>
          </p:txBody>
        </p:sp>
        <p:sp>
          <p:nvSpPr>
            <p:cNvPr id="120891" name="Line 77">
              <a:extLst>
                <a:ext uri="{FF2B5EF4-FFF2-40B4-BE49-F238E27FC236}">
                  <a16:creationId xmlns:a16="http://schemas.microsoft.com/office/drawing/2014/main" id="{D732C3E1-8AD9-0FA5-0AF2-BFCC3076E9A7}"/>
                </a:ext>
              </a:extLst>
            </p:cNvPr>
            <p:cNvSpPr>
              <a:spLocks noChangeShapeType="1"/>
            </p:cNvSpPr>
            <p:nvPr/>
          </p:nvSpPr>
          <p:spPr bwMode="auto">
            <a:xfrm flipH="1">
              <a:off x="4300538" y="3489325"/>
              <a:ext cx="0" cy="74612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2" name="Line 78">
              <a:extLst>
                <a:ext uri="{FF2B5EF4-FFF2-40B4-BE49-F238E27FC236}">
                  <a16:creationId xmlns:a16="http://schemas.microsoft.com/office/drawing/2014/main" id="{42BDF9A5-8C55-5FD7-C090-1831F5CECA25}"/>
                </a:ext>
              </a:extLst>
            </p:cNvPr>
            <p:cNvSpPr>
              <a:spLocks noChangeShapeType="1"/>
            </p:cNvSpPr>
            <p:nvPr/>
          </p:nvSpPr>
          <p:spPr bwMode="auto">
            <a:xfrm>
              <a:off x="4298950" y="4238625"/>
              <a:ext cx="2555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3" name="Line 79">
              <a:extLst>
                <a:ext uri="{FF2B5EF4-FFF2-40B4-BE49-F238E27FC236}">
                  <a16:creationId xmlns:a16="http://schemas.microsoft.com/office/drawing/2014/main" id="{007CA851-38FF-D267-3164-B8527D5F690F}"/>
                </a:ext>
              </a:extLst>
            </p:cNvPr>
            <p:cNvSpPr>
              <a:spLocks noChangeShapeType="1"/>
            </p:cNvSpPr>
            <p:nvPr/>
          </p:nvSpPr>
          <p:spPr bwMode="auto">
            <a:xfrm>
              <a:off x="4560888" y="4229100"/>
              <a:ext cx="0" cy="153988"/>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0894" name="Line 80">
              <a:extLst>
                <a:ext uri="{FF2B5EF4-FFF2-40B4-BE49-F238E27FC236}">
                  <a16:creationId xmlns:a16="http://schemas.microsoft.com/office/drawing/2014/main" id="{513CE4FB-0878-83CB-C366-C129A1F3C78D}"/>
                </a:ext>
              </a:extLst>
            </p:cNvPr>
            <p:cNvSpPr>
              <a:spLocks noChangeShapeType="1"/>
            </p:cNvSpPr>
            <p:nvPr/>
          </p:nvSpPr>
          <p:spPr bwMode="auto">
            <a:xfrm>
              <a:off x="4864100" y="4097338"/>
              <a:ext cx="0" cy="28575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895" name="Line 81">
              <a:extLst>
                <a:ext uri="{FF2B5EF4-FFF2-40B4-BE49-F238E27FC236}">
                  <a16:creationId xmlns:a16="http://schemas.microsoft.com/office/drawing/2014/main" id="{AB1324EE-62E8-9FB3-146B-03C16EFE78D9}"/>
                </a:ext>
              </a:extLst>
            </p:cNvPr>
            <p:cNvSpPr>
              <a:spLocks noChangeShapeType="1"/>
            </p:cNvSpPr>
            <p:nvPr/>
          </p:nvSpPr>
          <p:spPr bwMode="auto">
            <a:xfrm>
              <a:off x="4298950" y="3495675"/>
              <a:ext cx="2349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896" name="Line 82">
              <a:extLst>
                <a:ext uri="{FF2B5EF4-FFF2-40B4-BE49-F238E27FC236}">
                  <a16:creationId xmlns:a16="http://schemas.microsoft.com/office/drawing/2014/main" id="{1A71A62D-2117-881E-C260-97B5C422AD57}"/>
                </a:ext>
              </a:extLst>
            </p:cNvPr>
            <p:cNvSpPr>
              <a:spLocks noChangeShapeType="1"/>
            </p:cNvSpPr>
            <p:nvPr/>
          </p:nvSpPr>
          <p:spPr bwMode="auto">
            <a:xfrm>
              <a:off x="4524375" y="3314700"/>
              <a:ext cx="0" cy="18573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 name="Rectangle 83">
              <a:extLst>
                <a:ext uri="{FF2B5EF4-FFF2-40B4-BE49-F238E27FC236}">
                  <a16:creationId xmlns:a16="http://schemas.microsoft.com/office/drawing/2014/main" id="{157387DC-58BE-443C-A0C9-9C9242AEA63F}"/>
                </a:ext>
              </a:extLst>
            </p:cNvPr>
            <p:cNvSpPr>
              <a:spLocks noChangeArrowheads="1"/>
            </p:cNvSpPr>
            <p:nvPr/>
          </p:nvSpPr>
          <p:spPr bwMode="auto">
            <a:xfrm>
              <a:off x="3168650" y="4392685"/>
              <a:ext cx="698500" cy="408468"/>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dirty="0">
                  <a:latin typeface="Arial" charset="0"/>
                  <a:cs typeface="Arial" charset="0"/>
                </a:rPr>
                <a:t>+</a:t>
              </a:r>
              <a:endParaRPr lang="ru-RU" dirty="0">
                <a:latin typeface="Arial" charset="0"/>
                <a:cs typeface="Arial" charset="0"/>
              </a:endParaRPr>
            </a:p>
          </p:txBody>
        </p:sp>
        <p:sp>
          <p:nvSpPr>
            <p:cNvPr id="120898" name="Line 84">
              <a:extLst>
                <a:ext uri="{FF2B5EF4-FFF2-40B4-BE49-F238E27FC236}">
                  <a16:creationId xmlns:a16="http://schemas.microsoft.com/office/drawing/2014/main" id="{C057FAC9-BDBA-1A6D-FEE2-2934B7CBEB74}"/>
                </a:ext>
              </a:extLst>
            </p:cNvPr>
            <p:cNvSpPr>
              <a:spLocks noChangeShapeType="1"/>
            </p:cNvSpPr>
            <p:nvPr/>
          </p:nvSpPr>
          <p:spPr bwMode="auto">
            <a:xfrm>
              <a:off x="3359150" y="4097338"/>
              <a:ext cx="0" cy="28575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5" name="Rectangle 85">
              <a:extLst>
                <a:ext uri="{FF2B5EF4-FFF2-40B4-BE49-F238E27FC236}">
                  <a16:creationId xmlns:a16="http://schemas.microsoft.com/office/drawing/2014/main" id="{51379836-08C7-43A5-A754-76ADF5F94F71}"/>
                </a:ext>
              </a:extLst>
            </p:cNvPr>
            <p:cNvSpPr>
              <a:spLocks noChangeArrowheads="1"/>
            </p:cNvSpPr>
            <p:nvPr/>
          </p:nvSpPr>
          <p:spPr bwMode="auto">
            <a:xfrm>
              <a:off x="1989138" y="4401642"/>
              <a:ext cx="698500" cy="410260"/>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20900" name="Line 86">
              <a:extLst>
                <a:ext uri="{FF2B5EF4-FFF2-40B4-BE49-F238E27FC236}">
                  <a16:creationId xmlns:a16="http://schemas.microsoft.com/office/drawing/2014/main" id="{8B296C2E-8A98-3C0E-4055-1353770D1E8A}"/>
                </a:ext>
              </a:extLst>
            </p:cNvPr>
            <p:cNvSpPr>
              <a:spLocks noChangeShapeType="1"/>
            </p:cNvSpPr>
            <p:nvPr/>
          </p:nvSpPr>
          <p:spPr bwMode="auto">
            <a:xfrm>
              <a:off x="4089400" y="3983038"/>
              <a:ext cx="306388"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1" name="Line 87">
              <a:extLst>
                <a:ext uri="{FF2B5EF4-FFF2-40B4-BE49-F238E27FC236}">
                  <a16:creationId xmlns:a16="http://schemas.microsoft.com/office/drawing/2014/main" id="{80BECA07-940A-2C57-B8F4-4478AF6CC3A9}"/>
                </a:ext>
              </a:extLst>
            </p:cNvPr>
            <p:cNvSpPr>
              <a:spLocks noChangeShapeType="1"/>
            </p:cNvSpPr>
            <p:nvPr/>
          </p:nvSpPr>
          <p:spPr bwMode="auto">
            <a:xfrm>
              <a:off x="4100513" y="3983038"/>
              <a:ext cx="0" cy="27146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2" name="Line 88">
              <a:extLst>
                <a:ext uri="{FF2B5EF4-FFF2-40B4-BE49-F238E27FC236}">
                  <a16:creationId xmlns:a16="http://schemas.microsoft.com/office/drawing/2014/main" id="{609CE1BE-99E6-15D3-7F13-32A54C70B951}"/>
                </a:ext>
              </a:extLst>
            </p:cNvPr>
            <p:cNvSpPr>
              <a:spLocks noChangeShapeType="1"/>
            </p:cNvSpPr>
            <p:nvPr/>
          </p:nvSpPr>
          <p:spPr bwMode="auto">
            <a:xfrm>
              <a:off x="3659188" y="4238625"/>
              <a:ext cx="444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03" name="Line 89">
              <a:extLst>
                <a:ext uri="{FF2B5EF4-FFF2-40B4-BE49-F238E27FC236}">
                  <a16:creationId xmlns:a16="http://schemas.microsoft.com/office/drawing/2014/main" id="{35F95A7B-474E-6562-F7D1-D8F5553633CD}"/>
                </a:ext>
              </a:extLst>
            </p:cNvPr>
            <p:cNvSpPr>
              <a:spLocks noChangeShapeType="1"/>
            </p:cNvSpPr>
            <p:nvPr/>
          </p:nvSpPr>
          <p:spPr bwMode="auto">
            <a:xfrm>
              <a:off x="3644900" y="4213462"/>
              <a:ext cx="0" cy="175451"/>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 name="Rectangle 90">
              <a:extLst>
                <a:ext uri="{FF2B5EF4-FFF2-40B4-BE49-F238E27FC236}">
                  <a16:creationId xmlns:a16="http://schemas.microsoft.com/office/drawing/2014/main" id="{CB02C8A8-9541-4FD7-8BD4-C497C66D4375}"/>
                </a:ext>
              </a:extLst>
            </p:cNvPr>
            <p:cNvSpPr>
              <a:spLocks noChangeArrowheads="1"/>
            </p:cNvSpPr>
            <p:nvPr/>
          </p:nvSpPr>
          <p:spPr bwMode="auto">
            <a:xfrm>
              <a:off x="5794375" y="5046591"/>
              <a:ext cx="698500" cy="410260"/>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eaLnBrk="1" hangingPunct="1">
                <a:defRPr/>
              </a:pPr>
              <a:r>
                <a:rPr lang="en-US">
                  <a:latin typeface="Arial" charset="0"/>
                  <a:cs typeface="Arial" charset="0"/>
                </a:rPr>
                <a:t>+</a:t>
              </a:r>
              <a:endParaRPr lang="ru-RU">
                <a:latin typeface="Arial" charset="0"/>
                <a:cs typeface="Arial" charset="0"/>
              </a:endParaRPr>
            </a:p>
          </p:txBody>
        </p:sp>
        <p:sp>
          <p:nvSpPr>
            <p:cNvPr id="105544" name="Rectangle 91">
              <a:extLst>
                <a:ext uri="{FF2B5EF4-FFF2-40B4-BE49-F238E27FC236}">
                  <a16:creationId xmlns:a16="http://schemas.microsoft.com/office/drawing/2014/main" id="{681FFD33-C738-4F40-A593-CA84E041EF75}"/>
                </a:ext>
              </a:extLst>
            </p:cNvPr>
            <p:cNvSpPr>
              <a:spLocks noChangeArrowheads="1"/>
            </p:cNvSpPr>
            <p:nvPr/>
          </p:nvSpPr>
          <p:spPr bwMode="auto">
            <a:xfrm>
              <a:off x="7035800" y="5035842"/>
              <a:ext cx="698500" cy="412051"/>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eaLnBrk="1" hangingPunct="1">
                <a:defRPr/>
              </a:pPr>
              <a:r>
                <a:rPr lang="en-US">
                  <a:latin typeface="Arial" charset="0"/>
                  <a:cs typeface="Arial" charset="0"/>
                </a:rPr>
                <a:t>+</a:t>
              </a:r>
              <a:endParaRPr lang="ru-RU">
                <a:latin typeface="Arial" charset="0"/>
                <a:cs typeface="Arial" charset="0"/>
              </a:endParaRPr>
            </a:p>
          </p:txBody>
        </p:sp>
        <p:sp>
          <p:nvSpPr>
            <p:cNvPr id="105545" name="Rectangle 92">
              <a:extLst>
                <a:ext uri="{FF2B5EF4-FFF2-40B4-BE49-F238E27FC236}">
                  <a16:creationId xmlns:a16="http://schemas.microsoft.com/office/drawing/2014/main" id="{AEF83432-DCF2-410D-8DA7-2A340F175DDE}"/>
                </a:ext>
              </a:extLst>
            </p:cNvPr>
            <p:cNvSpPr>
              <a:spLocks noChangeArrowheads="1"/>
            </p:cNvSpPr>
            <p:nvPr/>
          </p:nvSpPr>
          <p:spPr bwMode="auto">
            <a:xfrm>
              <a:off x="4446588" y="5057341"/>
              <a:ext cx="698500" cy="408468"/>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05546" name="Rectangle 93">
              <a:extLst>
                <a:ext uri="{FF2B5EF4-FFF2-40B4-BE49-F238E27FC236}">
                  <a16:creationId xmlns:a16="http://schemas.microsoft.com/office/drawing/2014/main" id="{688C237A-3B82-4227-92DE-4B5B32F57264}"/>
                </a:ext>
              </a:extLst>
            </p:cNvPr>
            <p:cNvSpPr>
              <a:spLocks noChangeArrowheads="1"/>
            </p:cNvSpPr>
            <p:nvPr/>
          </p:nvSpPr>
          <p:spPr bwMode="auto">
            <a:xfrm>
              <a:off x="3192463" y="5066299"/>
              <a:ext cx="698500" cy="412051"/>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05547" name="Rectangle 94">
              <a:extLst>
                <a:ext uri="{FF2B5EF4-FFF2-40B4-BE49-F238E27FC236}">
                  <a16:creationId xmlns:a16="http://schemas.microsoft.com/office/drawing/2014/main" id="{51C5233B-1B19-4D23-BCF6-2481101FDD5C}"/>
                </a:ext>
              </a:extLst>
            </p:cNvPr>
            <p:cNvSpPr>
              <a:spLocks noChangeArrowheads="1"/>
            </p:cNvSpPr>
            <p:nvPr/>
          </p:nvSpPr>
          <p:spPr bwMode="auto">
            <a:xfrm>
              <a:off x="1989138" y="5066299"/>
              <a:ext cx="698500" cy="412051"/>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05548" name="Rectangle 95">
              <a:extLst>
                <a:ext uri="{FF2B5EF4-FFF2-40B4-BE49-F238E27FC236}">
                  <a16:creationId xmlns:a16="http://schemas.microsoft.com/office/drawing/2014/main" id="{9A7040B4-6C45-45D1-81BB-F7AA9A5E2D5E}"/>
                </a:ext>
              </a:extLst>
            </p:cNvPr>
            <p:cNvSpPr>
              <a:spLocks noChangeArrowheads="1"/>
            </p:cNvSpPr>
            <p:nvPr/>
          </p:nvSpPr>
          <p:spPr bwMode="auto">
            <a:xfrm>
              <a:off x="771525" y="5066299"/>
              <a:ext cx="698500" cy="412051"/>
            </a:xfrm>
            <a:prstGeom prst="rect">
              <a:avLst/>
            </a:prstGeom>
            <a:solidFill>
              <a:schemeClr val="accent1">
                <a:lumMod val="20000"/>
                <a:lumOff val="80000"/>
              </a:schemeClr>
            </a:solidFill>
            <a:ln w="25400">
              <a:solidFill>
                <a:schemeClr val="tx1"/>
              </a:solidFill>
              <a:miter lim="800000"/>
              <a:headEnd/>
              <a:tailEnd/>
            </a:ln>
          </p:spPr>
          <p:txBody>
            <a:bodyPr wrap="none" anchor="ctr"/>
            <a:lstStyle/>
            <a:p>
              <a:pPr algn="ctr" eaLnBrk="1" hangingPunct="1">
                <a:defRPr/>
              </a:pPr>
              <a:r>
                <a:rPr lang="en-US">
                  <a:latin typeface="Arial" charset="0"/>
                  <a:cs typeface="Arial" charset="0"/>
                </a:rPr>
                <a:t>+</a:t>
              </a:r>
              <a:endParaRPr lang="ru-RU">
                <a:latin typeface="Arial" charset="0"/>
                <a:cs typeface="Arial" charset="0"/>
              </a:endParaRPr>
            </a:p>
          </p:txBody>
        </p:sp>
        <p:sp>
          <p:nvSpPr>
            <p:cNvPr id="120910" name="Line 96">
              <a:extLst>
                <a:ext uri="{FF2B5EF4-FFF2-40B4-BE49-F238E27FC236}">
                  <a16:creationId xmlns:a16="http://schemas.microsoft.com/office/drawing/2014/main" id="{A0462D3E-A7D4-8C7A-838A-FBEC1A01BBA9}"/>
                </a:ext>
              </a:extLst>
            </p:cNvPr>
            <p:cNvSpPr>
              <a:spLocks noChangeShapeType="1"/>
            </p:cNvSpPr>
            <p:nvPr/>
          </p:nvSpPr>
          <p:spPr bwMode="auto">
            <a:xfrm>
              <a:off x="2341563" y="2633663"/>
              <a:ext cx="0" cy="142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11" name="Line 97">
              <a:extLst>
                <a:ext uri="{FF2B5EF4-FFF2-40B4-BE49-F238E27FC236}">
                  <a16:creationId xmlns:a16="http://schemas.microsoft.com/office/drawing/2014/main" id="{168721D7-1DF2-156C-446E-D06F25235769}"/>
                </a:ext>
              </a:extLst>
            </p:cNvPr>
            <p:cNvSpPr>
              <a:spLocks noChangeShapeType="1"/>
            </p:cNvSpPr>
            <p:nvPr/>
          </p:nvSpPr>
          <p:spPr bwMode="auto">
            <a:xfrm flipH="1">
              <a:off x="2795588" y="2784475"/>
              <a:ext cx="0" cy="741363"/>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12" name="Line 98">
              <a:extLst>
                <a:ext uri="{FF2B5EF4-FFF2-40B4-BE49-F238E27FC236}">
                  <a16:creationId xmlns:a16="http://schemas.microsoft.com/office/drawing/2014/main" id="{76CE00E3-6D90-85E6-8C65-4CA0E01F1C5F}"/>
                </a:ext>
              </a:extLst>
            </p:cNvPr>
            <p:cNvSpPr>
              <a:spLocks noChangeShapeType="1"/>
            </p:cNvSpPr>
            <p:nvPr/>
          </p:nvSpPr>
          <p:spPr bwMode="auto">
            <a:xfrm>
              <a:off x="2462213" y="3525838"/>
              <a:ext cx="3238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13" name="Line 99">
              <a:extLst>
                <a:ext uri="{FF2B5EF4-FFF2-40B4-BE49-F238E27FC236}">
                  <a16:creationId xmlns:a16="http://schemas.microsoft.com/office/drawing/2014/main" id="{2F9C02D3-E5C3-C258-CA36-F892A2C78049}"/>
                </a:ext>
              </a:extLst>
            </p:cNvPr>
            <p:cNvSpPr>
              <a:spLocks noChangeShapeType="1"/>
            </p:cNvSpPr>
            <p:nvPr/>
          </p:nvSpPr>
          <p:spPr bwMode="auto">
            <a:xfrm>
              <a:off x="2474913" y="3525838"/>
              <a:ext cx="0" cy="88582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14" name="Line 100">
              <a:extLst>
                <a:ext uri="{FF2B5EF4-FFF2-40B4-BE49-F238E27FC236}">
                  <a16:creationId xmlns:a16="http://schemas.microsoft.com/office/drawing/2014/main" id="{D1576E24-72B9-CD37-32B1-5A5F1E0DB5F0}"/>
                </a:ext>
              </a:extLst>
            </p:cNvPr>
            <p:cNvSpPr>
              <a:spLocks noChangeShapeType="1"/>
            </p:cNvSpPr>
            <p:nvPr/>
          </p:nvSpPr>
          <p:spPr bwMode="auto">
            <a:xfrm>
              <a:off x="2222500" y="3298825"/>
              <a:ext cx="0" cy="1112838"/>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15" name="Line 101">
              <a:extLst>
                <a:ext uri="{FF2B5EF4-FFF2-40B4-BE49-F238E27FC236}">
                  <a16:creationId xmlns:a16="http://schemas.microsoft.com/office/drawing/2014/main" id="{25BB298B-4B23-E8C7-5B18-92AB863F7093}"/>
                </a:ext>
              </a:extLst>
            </p:cNvPr>
            <p:cNvSpPr>
              <a:spLocks noChangeShapeType="1"/>
            </p:cNvSpPr>
            <p:nvPr/>
          </p:nvSpPr>
          <p:spPr bwMode="auto">
            <a:xfrm>
              <a:off x="2847975" y="3895725"/>
              <a:ext cx="3079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16" name="Line 102">
              <a:extLst>
                <a:ext uri="{FF2B5EF4-FFF2-40B4-BE49-F238E27FC236}">
                  <a16:creationId xmlns:a16="http://schemas.microsoft.com/office/drawing/2014/main" id="{9FB39945-3BE0-2102-2174-784504AAC916}"/>
                </a:ext>
              </a:extLst>
            </p:cNvPr>
            <p:cNvSpPr>
              <a:spLocks noChangeShapeType="1"/>
            </p:cNvSpPr>
            <p:nvPr/>
          </p:nvSpPr>
          <p:spPr bwMode="auto">
            <a:xfrm>
              <a:off x="2855913" y="3900488"/>
              <a:ext cx="0" cy="68421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17" name="Line 103">
              <a:extLst>
                <a:ext uri="{FF2B5EF4-FFF2-40B4-BE49-F238E27FC236}">
                  <a16:creationId xmlns:a16="http://schemas.microsoft.com/office/drawing/2014/main" id="{7CD3A383-5FC5-29B5-DC3B-CE339C1528C5}"/>
                </a:ext>
              </a:extLst>
            </p:cNvPr>
            <p:cNvSpPr>
              <a:spLocks noChangeShapeType="1"/>
            </p:cNvSpPr>
            <p:nvPr/>
          </p:nvSpPr>
          <p:spPr bwMode="auto">
            <a:xfrm flipH="1">
              <a:off x="2679700" y="4581525"/>
              <a:ext cx="188913"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18" name="Line 104">
              <a:extLst>
                <a:ext uri="{FF2B5EF4-FFF2-40B4-BE49-F238E27FC236}">
                  <a16:creationId xmlns:a16="http://schemas.microsoft.com/office/drawing/2014/main" id="{077CD71F-074E-FD3F-2709-169C933E10D2}"/>
                </a:ext>
              </a:extLst>
            </p:cNvPr>
            <p:cNvSpPr>
              <a:spLocks noChangeShapeType="1"/>
            </p:cNvSpPr>
            <p:nvPr/>
          </p:nvSpPr>
          <p:spPr bwMode="auto">
            <a:xfrm>
              <a:off x="2200275" y="4821238"/>
              <a:ext cx="0" cy="25558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19" name="Line 105">
              <a:extLst>
                <a:ext uri="{FF2B5EF4-FFF2-40B4-BE49-F238E27FC236}">
                  <a16:creationId xmlns:a16="http://schemas.microsoft.com/office/drawing/2014/main" id="{6C490E14-D3AC-8AF8-70FA-B883D2BD65CD}"/>
                </a:ext>
              </a:extLst>
            </p:cNvPr>
            <p:cNvSpPr>
              <a:spLocks noChangeShapeType="1"/>
            </p:cNvSpPr>
            <p:nvPr/>
          </p:nvSpPr>
          <p:spPr bwMode="auto">
            <a:xfrm>
              <a:off x="2884488" y="4668838"/>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20" name="Line 108">
              <a:extLst>
                <a:ext uri="{FF2B5EF4-FFF2-40B4-BE49-F238E27FC236}">
                  <a16:creationId xmlns:a16="http://schemas.microsoft.com/office/drawing/2014/main" id="{7C6D01CF-8A6B-2A6A-29A8-658735E86440}"/>
                </a:ext>
              </a:extLst>
            </p:cNvPr>
            <p:cNvSpPr>
              <a:spLocks noChangeShapeType="1"/>
            </p:cNvSpPr>
            <p:nvPr/>
          </p:nvSpPr>
          <p:spPr bwMode="auto">
            <a:xfrm>
              <a:off x="2493963" y="4918075"/>
              <a:ext cx="0" cy="141288"/>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21" name="Line 109">
              <a:extLst>
                <a:ext uri="{FF2B5EF4-FFF2-40B4-BE49-F238E27FC236}">
                  <a16:creationId xmlns:a16="http://schemas.microsoft.com/office/drawing/2014/main" id="{0FBBB3F2-03D2-F21D-AE63-F8B624214E3D}"/>
                </a:ext>
              </a:extLst>
            </p:cNvPr>
            <p:cNvSpPr>
              <a:spLocks noChangeShapeType="1"/>
            </p:cNvSpPr>
            <p:nvPr/>
          </p:nvSpPr>
          <p:spPr bwMode="auto">
            <a:xfrm>
              <a:off x="2487613" y="4906963"/>
              <a:ext cx="40957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22" name="Line 110">
              <a:extLst>
                <a:ext uri="{FF2B5EF4-FFF2-40B4-BE49-F238E27FC236}">
                  <a16:creationId xmlns:a16="http://schemas.microsoft.com/office/drawing/2014/main" id="{FAF5D1D1-18F2-7B77-3A7B-11E593496987}"/>
                </a:ext>
              </a:extLst>
            </p:cNvPr>
            <p:cNvSpPr>
              <a:spLocks noChangeShapeType="1"/>
            </p:cNvSpPr>
            <p:nvPr/>
          </p:nvSpPr>
          <p:spPr bwMode="auto">
            <a:xfrm>
              <a:off x="2884488" y="4668838"/>
              <a:ext cx="0" cy="2286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23" name="Line 111">
              <a:extLst>
                <a:ext uri="{FF2B5EF4-FFF2-40B4-BE49-F238E27FC236}">
                  <a16:creationId xmlns:a16="http://schemas.microsoft.com/office/drawing/2014/main" id="{AF93102B-60FC-53A9-A502-8F6CD0945AD7}"/>
                </a:ext>
              </a:extLst>
            </p:cNvPr>
            <p:cNvSpPr>
              <a:spLocks noChangeShapeType="1"/>
            </p:cNvSpPr>
            <p:nvPr/>
          </p:nvSpPr>
          <p:spPr bwMode="auto">
            <a:xfrm flipH="1">
              <a:off x="2692400" y="5267325"/>
              <a:ext cx="495300"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24" name="Line 112">
              <a:extLst>
                <a:ext uri="{FF2B5EF4-FFF2-40B4-BE49-F238E27FC236}">
                  <a16:creationId xmlns:a16="http://schemas.microsoft.com/office/drawing/2014/main" id="{35D4A2FB-352B-786A-B799-C23220BB8FDA}"/>
                </a:ext>
              </a:extLst>
            </p:cNvPr>
            <p:cNvSpPr>
              <a:spLocks noChangeShapeType="1"/>
            </p:cNvSpPr>
            <p:nvPr/>
          </p:nvSpPr>
          <p:spPr bwMode="auto">
            <a:xfrm flipH="1">
              <a:off x="1474788" y="5257800"/>
              <a:ext cx="495300"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25" name="Line 113">
              <a:extLst>
                <a:ext uri="{FF2B5EF4-FFF2-40B4-BE49-F238E27FC236}">
                  <a16:creationId xmlns:a16="http://schemas.microsoft.com/office/drawing/2014/main" id="{5FF972B4-EE38-F124-A275-384541FDD6CE}"/>
                </a:ext>
              </a:extLst>
            </p:cNvPr>
            <p:cNvSpPr>
              <a:spLocks noChangeShapeType="1"/>
            </p:cNvSpPr>
            <p:nvPr/>
          </p:nvSpPr>
          <p:spPr bwMode="auto">
            <a:xfrm flipH="1">
              <a:off x="3889375" y="5259388"/>
              <a:ext cx="546100"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26" name="Line 114">
              <a:extLst>
                <a:ext uri="{FF2B5EF4-FFF2-40B4-BE49-F238E27FC236}">
                  <a16:creationId xmlns:a16="http://schemas.microsoft.com/office/drawing/2014/main" id="{53717892-3BDB-DDE3-A155-0EFFC2E1F285}"/>
                </a:ext>
              </a:extLst>
            </p:cNvPr>
            <p:cNvSpPr>
              <a:spLocks noChangeShapeType="1"/>
            </p:cNvSpPr>
            <p:nvPr/>
          </p:nvSpPr>
          <p:spPr bwMode="auto">
            <a:xfrm flipH="1">
              <a:off x="5141913" y="5240338"/>
              <a:ext cx="649287"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27" name="Line 115">
              <a:extLst>
                <a:ext uri="{FF2B5EF4-FFF2-40B4-BE49-F238E27FC236}">
                  <a16:creationId xmlns:a16="http://schemas.microsoft.com/office/drawing/2014/main" id="{EC89EC12-6BEE-345D-183B-9CFCD3D1476E}"/>
                </a:ext>
              </a:extLst>
            </p:cNvPr>
            <p:cNvSpPr>
              <a:spLocks noChangeShapeType="1"/>
            </p:cNvSpPr>
            <p:nvPr/>
          </p:nvSpPr>
          <p:spPr bwMode="auto">
            <a:xfrm flipH="1">
              <a:off x="6491288" y="5240338"/>
              <a:ext cx="546100"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28" name="Line 116">
              <a:extLst>
                <a:ext uri="{FF2B5EF4-FFF2-40B4-BE49-F238E27FC236}">
                  <a16:creationId xmlns:a16="http://schemas.microsoft.com/office/drawing/2014/main" id="{7D0B9D2B-D75B-9DB4-FF05-F46D56E1314C}"/>
                </a:ext>
              </a:extLst>
            </p:cNvPr>
            <p:cNvSpPr>
              <a:spLocks noChangeShapeType="1"/>
            </p:cNvSpPr>
            <p:nvPr/>
          </p:nvSpPr>
          <p:spPr bwMode="auto">
            <a:xfrm>
              <a:off x="7239000" y="1309688"/>
              <a:ext cx="0" cy="17145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29" name="Line 117">
              <a:extLst>
                <a:ext uri="{FF2B5EF4-FFF2-40B4-BE49-F238E27FC236}">
                  <a16:creationId xmlns:a16="http://schemas.microsoft.com/office/drawing/2014/main" id="{F2F4C734-5247-480B-575A-87AECD54DB34}"/>
                </a:ext>
              </a:extLst>
            </p:cNvPr>
            <p:cNvSpPr>
              <a:spLocks noChangeShapeType="1"/>
            </p:cNvSpPr>
            <p:nvPr/>
          </p:nvSpPr>
          <p:spPr bwMode="auto">
            <a:xfrm>
              <a:off x="7234238" y="1471613"/>
              <a:ext cx="61436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30" name="Line 118">
              <a:extLst>
                <a:ext uri="{FF2B5EF4-FFF2-40B4-BE49-F238E27FC236}">
                  <a16:creationId xmlns:a16="http://schemas.microsoft.com/office/drawing/2014/main" id="{A99D1797-4B65-0756-9DED-BDB1B9ADA047}"/>
                </a:ext>
              </a:extLst>
            </p:cNvPr>
            <p:cNvSpPr>
              <a:spLocks noChangeShapeType="1"/>
            </p:cNvSpPr>
            <p:nvPr/>
          </p:nvSpPr>
          <p:spPr bwMode="auto">
            <a:xfrm>
              <a:off x="7858125" y="1462088"/>
              <a:ext cx="0" cy="3322637"/>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31" name="Line 119">
              <a:extLst>
                <a:ext uri="{FF2B5EF4-FFF2-40B4-BE49-F238E27FC236}">
                  <a16:creationId xmlns:a16="http://schemas.microsoft.com/office/drawing/2014/main" id="{C2EFA83E-4A7A-E609-89A2-6DF71EA6EC7A}"/>
                </a:ext>
              </a:extLst>
            </p:cNvPr>
            <p:cNvSpPr>
              <a:spLocks noChangeShapeType="1"/>
            </p:cNvSpPr>
            <p:nvPr/>
          </p:nvSpPr>
          <p:spPr bwMode="auto">
            <a:xfrm>
              <a:off x="7248525" y="1984375"/>
              <a:ext cx="0" cy="3055938"/>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32" name="Line 120">
              <a:extLst>
                <a:ext uri="{FF2B5EF4-FFF2-40B4-BE49-F238E27FC236}">
                  <a16:creationId xmlns:a16="http://schemas.microsoft.com/office/drawing/2014/main" id="{440539F1-3BB2-7D3B-8332-8D059947B674}"/>
                </a:ext>
              </a:extLst>
            </p:cNvPr>
            <p:cNvSpPr>
              <a:spLocks noChangeShapeType="1"/>
            </p:cNvSpPr>
            <p:nvPr/>
          </p:nvSpPr>
          <p:spPr bwMode="auto">
            <a:xfrm flipH="1">
              <a:off x="7515225" y="4783138"/>
              <a:ext cx="3429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33" name="Line 121">
              <a:extLst>
                <a:ext uri="{FF2B5EF4-FFF2-40B4-BE49-F238E27FC236}">
                  <a16:creationId xmlns:a16="http://schemas.microsoft.com/office/drawing/2014/main" id="{4142F283-AEBD-7D31-D6AC-10C9C9916FDA}"/>
                </a:ext>
              </a:extLst>
            </p:cNvPr>
            <p:cNvSpPr>
              <a:spLocks noChangeShapeType="1"/>
            </p:cNvSpPr>
            <p:nvPr/>
          </p:nvSpPr>
          <p:spPr bwMode="auto">
            <a:xfrm>
              <a:off x="7527925" y="4783138"/>
              <a:ext cx="0" cy="24288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34" name="Line 122">
              <a:extLst>
                <a:ext uri="{FF2B5EF4-FFF2-40B4-BE49-F238E27FC236}">
                  <a16:creationId xmlns:a16="http://schemas.microsoft.com/office/drawing/2014/main" id="{28C99281-8CC7-8104-B809-CF7BA63EBBC3}"/>
                </a:ext>
              </a:extLst>
            </p:cNvPr>
            <p:cNvSpPr>
              <a:spLocks noChangeShapeType="1"/>
            </p:cNvSpPr>
            <p:nvPr/>
          </p:nvSpPr>
          <p:spPr bwMode="auto">
            <a:xfrm>
              <a:off x="1036638" y="3305175"/>
              <a:ext cx="0" cy="1770063"/>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35" name="Line 123">
              <a:extLst>
                <a:ext uri="{FF2B5EF4-FFF2-40B4-BE49-F238E27FC236}">
                  <a16:creationId xmlns:a16="http://schemas.microsoft.com/office/drawing/2014/main" id="{691C504D-3585-FB7B-B2CB-664200D2FFD3}"/>
                </a:ext>
              </a:extLst>
            </p:cNvPr>
            <p:cNvSpPr>
              <a:spLocks noChangeShapeType="1"/>
            </p:cNvSpPr>
            <p:nvPr/>
          </p:nvSpPr>
          <p:spPr bwMode="auto">
            <a:xfrm>
              <a:off x="1325563" y="4595813"/>
              <a:ext cx="6492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36" name="Line 124">
              <a:extLst>
                <a:ext uri="{FF2B5EF4-FFF2-40B4-BE49-F238E27FC236}">
                  <a16:creationId xmlns:a16="http://schemas.microsoft.com/office/drawing/2014/main" id="{35BCB133-08FC-D88F-8A01-AED38BA1BAA6}"/>
                </a:ext>
              </a:extLst>
            </p:cNvPr>
            <p:cNvSpPr>
              <a:spLocks noChangeShapeType="1"/>
            </p:cNvSpPr>
            <p:nvPr/>
          </p:nvSpPr>
          <p:spPr bwMode="auto">
            <a:xfrm>
              <a:off x="1314450" y="4581525"/>
              <a:ext cx="0" cy="484188"/>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37" name="Line 125">
              <a:extLst>
                <a:ext uri="{FF2B5EF4-FFF2-40B4-BE49-F238E27FC236}">
                  <a16:creationId xmlns:a16="http://schemas.microsoft.com/office/drawing/2014/main" id="{EA83929B-D1BB-A401-005C-0194A12DB7DB}"/>
                </a:ext>
              </a:extLst>
            </p:cNvPr>
            <p:cNvSpPr>
              <a:spLocks noChangeShapeType="1"/>
            </p:cNvSpPr>
            <p:nvPr/>
          </p:nvSpPr>
          <p:spPr bwMode="auto">
            <a:xfrm>
              <a:off x="6130925" y="4087813"/>
              <a:ext cx="0" cy="969962"/>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38" name="Line 126">
              <a:extLst>
                <a:ext uri="{FF2B5EF4-FFF2-40B4-BE49-F238E27FC236}">
                  <a16:creationId xmlns:a16="http://schemas.microsoft.com/office/drawing/2014/main" id="{F1671144-569C-95B8-9783-B33DB02822D9}"/>
                </a:ext>
              </a:extLst>
            </p:cNvPr>
            <p:cNvSpPr>
              <a:spLocks noChangeShapeType="1"/>
            </p:cNvSpPr>
            <p:nvPr/>
          </p:nvSpPr>
          <p:spPr bwMode="auto">
            <a:xfrm>
              <a:off x="5443538" y="3983038"/>
              <a:ext cx="3413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39" name="Line 127">
              <a:extLst>
                <a:ext uri="{FF2B5EF4-FFF2-40B4-BE49-F238E27FC236}">
                  <a16:creationId xmlns:a16="http://schemas.microsoft.com/office/drawing/2014/main" id="{EA248D99-58F7-D82E-FFE4-1BF7D61FB841}"/>
                </a:ext>
              </a:extLst>
            </p:cNvPr>
            <p:cNvSpPr>
              <a:spLocks noChangeShapeType="1"/>
            </p:cNvSpPr>
            <p:nvPr/>
          </p:nvSpPr>
          <p:spPr bwMode="auto">
            <a:xfrm>
              <a:off x="5435600" y="3973513"/>
              <a:ext cx="0" cy="9144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40" name="Line 128">
              <a:extLst>
                <a:ext uri="{FF2B5EF4-FFF2-40B4-BE49-F238E27FC236}">
                  <a16:creationId xmlns:a16="http://schemas.microsoft.com/office/drawing/2014/main" id="{972F51FD-FF42-54C6-12A7-B2688F922DC9}"/>
                </a:ext>
              </a:extLst>
            </p:cNvPr>
            <p:cNvSpPr>
              <a:spLocks noChangeShapeType="1"/>
            </p:cNvSpPr>
            <p:nvPr/>
          </p:nvSpPr>
          <p:spPr bwMode="auto">
            <a:xfrm>
              <a:off x="4592638" y="4792663"/>
              <a:ext cx="0" cy="25717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41" name="Line 129">
              <a:extLst>
                <a:ext uri="{FF2B5EF4-FFF2-40B4-BE49-F238E27FC236}">
                  <a16:creationId xmlns:a16="http://schemas.microsoft.com/office/drawing/2014/main" id="{3E976D3F-B40D-EDDE-5BD3-721A78FFA8F4}"/>
                </a:ext>
              </a:extLst>
            </p:cNvPr>
            <p:cNvSpPr>
              <a:spLocks noChangeShapeType="1"/>
            </p:cNvSpPr>
            <p:nvPr/>
          </p:nvSpPr>
          <p:spPr bwMode="auto">
            <a:xfrm>
              <a:off x="4900613" y="4897438"/>
              <a:ext cx="5461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42" name="Line 130">
              <a:extLst>
                <a:ext uri="{FF2B5EF4-FFF2-40B4-BE49-F238E27FC236}">
                  <a16:creationId xmlns:a16="http://schemas.microsoft.com/office/drawing/2014/main" id="{4D3F9E00-FAD1-9489-BCFC-3B27AA0D3DB5}"/>
                </a:ext>
              </a:extLst>
            </p:cNvPr>
            <p:cNvSpPr>
              <a:spLocks noChangeShapeType="1"/>
            </p:cNvSpPr>
            <p:nvPr/>
          </p:nvSpPr>
          <p:spPr bwMode="auto">
            <a:xfrm>
              <a:off x="4897438" y="4887913"/>
              <a:ext cx="0" cy="169862"/>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43" name="Line 131">
              <a:extLst>
                <a:ext uri="{FF2B5EF4-FFF2-40B4-BE49-F238E27FC236}">
                  <a16:creationId xmlns:a16="http://schemas.microsoft.com/office/drawing/2014/main" id="{0E90B6BD-09B1-DDCD-6B66-A99244564EB9}"/>
                </a:ext>
              </a:extLst>
            </p:cNvPr>
            <p:cNvSpPr>
              <a:spLocks noChangeShapeType="1"/>
            </p:cNvSpPr>
            <p:nvPr/>
          </p:nvSpPr>
          <p:spPr bwMode="auto">
            <a:xfrm>
              <a:off x="3327400" y="4813300"/>
              <a:ext cx="0" cy="25717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44" name="Line 132">
              <a:extLst>
                <a:ext uri="{FF2B5EF4-FFF2-40B4-BE49-F238E27FC236}">
                  <a16:creationId xmlns:a16="http://schemas.microsoft.com/office/drawing/2014/main" id="{BCBAC30C-5B08-F05E-ADB7-73EC2845F271}"/>
                </a:ext>
              </a:extLst>
            </p:cNvPr>
            <p:cNvSpPr>
              <a:spLocks noChangeShapeType="1"/>
            </p:cNvSpPr>
            <p:nvPr/>
          </p:nvSpPr>
          <p:spPr bwMode="auto">
            <a:xfrm>
              <a:off x="4113213" y="4648200"/>
              <a:ext cx="306387"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45" name="Line 133">
              <a:extLst>
                <a:ext uri="{FF2B5EF4-FFF2-40B4-BE49-F238E27FC236}">
                  <a16:creationId xmlns:a16="http://schemas.microsoft.com/office/drawing/2014/main" id="{7778F036-A0A8-370E-4659-5C53A62B47B9}"/>
                </a:ext>
              </a:extLst>
            </p:cNvPr>
            <p:cNvSpPr>
              <a:spLocks noChangeShapeType="1"/>
            </p:cNvSpPr>
            <p:nvPr/>
          </p:nvSpPr>
          <p:spPr bwMode="auto">
            <a:xfrm>
              <a:off x="4125913" y="4638675"/>
              <a:ext cx="0" cy="2698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46" name="Line 135">
              <a:extLst>
                <a:ext uri="{FF2B5EF4-FFF2-40B4-BE49-F238E27FC236}">
                  <a16:creationId xmlns:a16="http://schemas.microsoft.com/office/drawing/2014/main" id="{A6235389-D292-3766-5598-634C4E6E73FB}"/>
                </a:ext>
              </a:extLst>
            </p:cNvPr>
            <p:cNvSpPr>
              <a:spLocks noChangeShapeType="1"/>
            </p:cNvSpPr>
            <p:nvPr/>
          </p:nvSpPr>
          <p:spPr bwMode="auto">
            <a:xfrm>
              <a:off x="3671888" y="4903788"/>
              <a:ext cx="44450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47" name="Line 136">
              <a:extLst>
                <a:ext uri="{FF2B5EF4-FFF2-40B4-BE49-F238E27FC236}">
                  <a16:creationId xmlns:a16="http://schemas.microsoft.com/office/drawing/2014/main" id="{2B9E12AB-4D6C-E48C-EF48-070E3DC2E00B}"/>
                </a:ext>
              </a:extLst>
            </p:cNvPr>
            <p:cNvSpPr>
              <a:spLocks noChangeShapeType="1"/>
            </p:cNvSpPr>
            <p:nvPr/>
          </p:nvSpPr>
          <p:spPr bwMode="auto">
            <a:xfrm>
              <a:off x="3668713" y="4894263"/>
              <a:ext cx="0" cy="168275"/>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48" name="Line 137">
              <a:extLst>
                <a:ext uri="{FF2B5EF4-FFF2-40B4-BE49-F238E27FC236}">
                  <a16:creationId xmlns:a16="http://schemas.microsoft.com/office/drawing/2014/main" id="{8F393A73-39B7-A86B-DBB4-27AE251AFC1A}"/>
                </a:ext>
              </a:extLst>
            </p:cNvPr>
            <p:cNvSpPr>
              <a:spLocks noChangeShapeType="1"/>
            </p:cNvSpPr>
            <p:nvPr/>
          </p:nvSpPr>
          <p:spPr bwMode="auto">
            <a:xfrm>
              <a:off x="493713" y="5249863"/>
              <a:ext cx="273050"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0949" name="Line 138">
              <a:extLst>
                <a:ext uri="{FF2B5EF4-FFF2-40B4-BE49-F238E27FC236}">
                  <a16:creationId xmlns:a16="http://schemas.microsoft.com/office/drawing/2014/main" id="{624C249C-11A5-83AD-E61F-913AC81092C6}"/>
                </a:ext>
              </a:extLst>
            </p:cNvPr>
            <p:cNvSpPr>
              <a:spLocks noChangeShapeType="1"/>
            </p:cNvSpPr>
            <p:nvPr/>
          </p:nvSpPr>
          <p:spPr bwMode="auto">
            <a:xfrm>
              <a:off x="493713" y="5240338"/>
              <a:ext cx="0" cy="516033"/>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50" name="Line 139">
              <a:extLst>
                <a:ext uri="{FF2B5EF4-FFF2-40B4-BE49-F238E27FC236}">
                  <a16:creationId xmlns:a16="http://schemas.microsoft.com/office/drawing/2014/main" id="{4DA8835B-97A0-C255-E7A7-0734A3D65071}"/>
                </a:ext>
              </a:extLst>
            </p:cNvPr>
            <p:cNvSpPr>
              <a:spLocks noChangeShapeType="1"/>
            </p:cNvSpPr>
            <p:nvPr/>
          </p:nvSpPr>
          <p:spPr bwMode="auto">
            <a:xfrm>
              <a:off x="1109663" y="5468937"/>
              <a:ext cx="0" cy="25801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51" name="Line 140">
              <a:extLst>
                <a:ext uri="{FF2B5EF4-FFF2-40B4-BE49-F238E27FC236}">
                  <a16:creationId xmlns:a16="http://schemas.microsoft.com/office/drawing/2014/main" id="{9D7CE208-96D7-3A6C-1625-20B830DF7C12}"/>
                </a:ext>
              </a:extLst>
            </p:cNvPr>
            <p:cNvSpPr>
              <a:spLocks noChangeShapeType="1"/>
            </p:cNvSpPr>
            <p:nvPr/>
          </p:nvSpPr>
          <p:spPr bwMode="auto">
            <a:xfrm>
              <a:off x="2338388" y="5489575"/>
              <a:ext cx="0" cy="25801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52" name="Line 141">
              <a:extLst>
                <a:ext uri="{FF2B5EF4-FFF2-40B4-BE49-F238E27FC236}">
                  <a16:creationId xmlns:a16="http://schemas.microsoft.com/office/drawing/2014/main" id="{6D314F58-0621-1D59-BA3B-D5ADE882DC4D}"/>
                </a:ext>
              </a:extLst>
            </p:cNvPr>
            <p:cNvSpPr>
              <a:spLocks noChangeShapeType="1"/>
            </p:cNvSpPr>
            <p:nvPr/>
          </p:nvSpPr>
          <p:spPr bwMode="auto">
            <a:xfrm>
              <a:off x="3530600" y="5478462"/>
              <a:ext cx="0" cy="25801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53" name="Line 142">
              <a:extLst>
                <a:ext uri="{FF2B5EF4-FFF2-40B4-BE49-F238E27FC236}">
                  <a16:creationId xmlns:a16="http://schemas.microsoft.com/office/drawing/2014/main" id="{911879FD-F2BD-ADF1-5A76-E804DA3BC011}"/>
                </a:ext>
              </a:extLst>
            </p:cNvPr>
            <p:cNvSpPr>
              <a:spLocks noChangeShapeType="1"/>
            </p:cNvSpPr>
            <p:nvPr/>
          </p:nvSpPr>
          <p:spPr bwMode="auto">
            <a:xfrm>
              <a:off x="4783138" y="5468937"/>
              <a:ext cx="0" cy="25801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54" name="Line 143">
              <a:extLst>
                <a:ext uri="{FF2B5EF4-FFF2-40B4-BE49-F238E27FC236}">
                  <a16:creationId xmlns:a16="http://schemas.microsoft.com/office/drawing/2014/main" id="{E75F4AFE-E933-59F3-DDFF-1AF3BA3CC842}"/>
                </a:ext>
              </a:extLst>
            </p:cNvPr>
            <p:cNvSpPr>
              <a:spLocks noChangeShapeType="1"/>
            </p:cNvSpPr>
            <p:nvPr/>
          </p:nvSpPr>
          <p:spPr bwMode="auto">
            <a:xfrm>
              <a:off x="6143625" y="5468937"/>
              <a:ext cx="0" cy="25801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55" name="Line 144">
              <a:extLst>
                <a:ext uri="{FF2B5EF4-FFF2-40B4-BE49-F238E27FC236}">
                  <a16:creationId xmlns:a16="http://schemas.microsoft.com/office/drawing/2014/main" id="{11F5DB66-3AB6-A80E-3A4B-51621AF1D70C}"/>
                </a:ext>
              </a:extLst>
            </p:cNvPr>
            <p:cNvSpPr>
              <a:spLocks noChangeShapeType="1"/>
            </p:cNvSpPr>
            <p:nvPr/>
          </p:nvSpPr>
          <p:spPr bwMode="auto">
            <a:xfrm>
              <a:off x="7380288" y="5438774"/>
              <a:ext cx="0" cy="258017"/>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sp>
          <p:nvSpPr>
            <p:cNvPr id="120956" name="Text Box 145">
              <a:extLst>
                <a:ext uri="{FF2B5EF4-FFF2-40B4-BE49-F238E27FC236}">
                  <a16:creationId xmlns:a16="http://schemas.microsoft.com/office/drawing/2014/main" id="{17CFAD92-50E4-88DC-05A0-2B5F3D0EDAEA}"/>
                </a:ext>
              </a:extLst>
            </p:cNvPr>
            <p:cNvSpPr txBox="1">
              <a:spLocks noChangeArrowheads="1"/>
            </p:cNvSpPr>
            <p:nvPr/>
          </p:nvSpPr>
          <p:spPr bwMode="auto">
            <a:xfrm>
              <a:off x="339725" y="5626978"/>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7</a:t>
              </a:r>
              <a:endParaRPr lang="ru-RU" altLang="en-US" sz="1600"/>
            </a:p>
          </p:txBody>
        </p:sp>
        <p:sp>
          <p:nvSpPr>
            <p:cNvPr id="120957" name="Text Box 146">
              <a:extLst>
                <a:ext uri="{FF2B5EF4-FFF2-40B4-BE49-F238E27FC236}">
                  <a16:creationId xmlns:a16="http://schemas.microsoft.com/office/drawing/2014/main" id="{987C81A5-710F-1937-A0E7-C03C81274B9C}"/>
                </a:ext>
              </a:extLst>
            </p:cNvPr>
            <p:cNvSpPr txBox="1">
              <a:spLocks noChangeArrowheads="1"/>
            </p:cNvSpPr>
            <p:nvPr/>
          </p:nvSpPr>
          <p:spPr bwMode="auto">
            <a:xfrm>
              <a:off x="941388" y="5600227"/>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6</a:t>
              </a:r>
              <a:endParaRPr lang="ru-RU" altLang="en-US" sz="1600"/>
            </a:p>
          </p:txBody>
        </p:sp>
        <p:sp>
          <p:nvSpPr>
            <p:cNvPr id="120958" name="Text Box 147">
              <a:extLst>
                <a:ext uri="{FF2B5EF4-FFF2-40B4-BE49-F238E27FC236}">
                  <a16:creationId xmlns:a16="http://schemas.microsoft.com/office/drawing/2014/main" id="{E818843C-95B2-6A8F-1BA9-59200E2C5719}"/>
                </a:ext>
              </a:extLst>
            </p:cNvPr>
            <p:cNvSpPr txBox="1">
              <a:spLocks noChangeArrowheads="1"/>
            </p:cNvSpPr>
            <p:nvPr/>
          </p:nvSpPr>
          <p:spPr bwMode="auto">
            <a:xfrm>
              <a:off x="2182813" y="5642616"/>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5</a:t>
              </a:r>
              <a:endParaRPr lang="ru-RU" altLang="en-US" sz="1600"/>
            </a:p>
          </p:txBody>
        </p:sp>
        <p:sp>
          <p:nvSpPr>
            <p:cNvPr id="120959" name="Text Box 148">
              <a:extLst>
                <a:ext uri="{FF2B5EF4-FFF2-40B4-BE49-F238E27FC236}">
                  <a16:creationId xmlns:a16="http://schemas.microsoft.com/office/drawing/2014/main" id="{2B4BD4E0-AC06-E882-1135-3D999A8F3FF5}"/>
                </a:ext>
              </a:extLst>
            </p:cNvPr>
            <p:cNvSpPr txBox="1">
              <a:spLocks noChangeArrowheads="1"/>
            </p:cNvSpPr>
            <p:nvPr/>
          </p:nvSpPr>
          <p:spPr bwMode="auto">
            <a:xfrm>
              <a:off x="3387725" y="5620864"/>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4</a:t>
              </a:r>
              <a:endParaRPr lang="ru-RU" altLang="en-US" sz="1600"/>
            </a:p>
          </p:txBody>
        </p:sp>
        <p:sp>
          <p:nvSpPr>
            <p:cNvPr id="120960" name="Text Box 149">
              <a:extLst>
                <a:ext uri="{FF2B5EF4-FFF2-40B4-BE49-F238E27FC236}">
                  <a16:creationId xmlns:a16="http://schemas.microsoft.com/office/drawing/2014/main" id="{A7771A07-0E74-3D5F-0CA4-070D8A833964}"/>
                </a:ext>
              </a:extLst>
            </p:cNvPr>
            <p:cNvSpPr txBox="1">
              <a:spLocks noChangeArrowheads="1"/>
            </p:cNvSpPr>
            <p:nvPr/>
          </p:nvSpPr>
          <p:spPr bwMode="auto">
            <a:xfrm>
              <a:off x="4651375" y="5621977"/>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3</a:t>
              </a:r>
              <a:endParaRPr lang="ru-RU" altLang="en-US" sz="1600"/>
            </a:p>
          </p:txBody>
        </p:sp>
        <p:sp>
          <p:nvSpPr>
            <p:cNvPr id="120961" name="Text Box 150">
              <a:extLst>
                <a:ext uri="{FF2B5EF4-FFF2-40B4-BE49-F238E27FC236}">
                  <a16:creationId xmlns:a16="http://schemas.microsoft.com/office/drawing/2014/main" id="{B2C88179-BD52-AA5F-CFA1-44D8C5140BD2}"/>
                </a:ext>
              </a:extLst>
            </p:cNvPr>
            <p:cNvSpPr txBox="1">
              <a:spLocks noChangeArrowheads="1"/>
            </p:cNvSpPr>
            <p:nvPr/>
          </p:nvSpPr>
          <p:spPr bwMode="auto">
            <a:xfrm>
              <a:off x="6013450" y="5621977"/>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2</a:t>
              </a:r>
              <a:endParaRPr lang="ru-RU" altLang="en-US" sz="1600"/>
            </a:p>
          </p:txBody>
        </p:sp>
        <p:sp>
          <p:nvSpPr>
            <p:cNvPr id="120962" name="Text Box 151">
              <a:extLst>
                <a:ext uri="{FF2B5EF4-FFF2-40B4-BE49-F238E27FC236}">
                  <a16:creationId xmlns:a16="http://schemas.microsoft.com/office/drawing/2014/main" id="{AF201449-2C2D-D232-D446-2722E001D68A}"/>
                </a:ext>
              </a:extLst>
            </p:cNvPr>
            <p:cNvSpPr txBox="1">
              <a:spLocks noChangeArrowheads="1"/>
            </p:cNvSpPr>
            <p:nvPr/>
          </p:nvSpPr>
          <p:spPr bwMode="auto">
            <a:xfrm>
              <a:off x="7242175" y="5628091"/>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1</a:t>
              </a:r>
              <a:endParaRPr lang="ru-RU" altLang="en-US" sz="1600"/>
            </a:p>
          </p:txBody>
        </p:sp>
        <p:sp>
          <p:nvSpPr>
            <p:cNvPr id="120963" name="Text Box 152">
              <a:extLst>
                <a:ext uri="{FF2B5EF4-FFF2-40B4-BE49-F238E27FC236}">
                  <a16:creationId xmlns:a16="http://schemas.microsoft.com/office/drawing/2014/main" id="{6E4FF731-44C3-C504-3E33-4A10ABAF0EBB}"/>
                </a:ext>
              </a:extLst>
            </p:cNvPr>
            <p:cNvSpPr txBox="1">
              <a:spLocks noChangeArrowheads="1"/>
            </p:cNvSpPr>
            <p:nvPr/>
          </p:nvSpPr>
          <p:spPr bwMode="auto">
            <a:xfrm>
              <a:off x="8277225" y="5621977"/>
              <a:ext cx="444500" cy="382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600"/>
                <a:t>p</a:t>
              </a:r>
              <a:r>
                <a:rPr lang="en-US" altLang="en-US" sz="1600" baseline="-25000"/>
                <a:t>0</a:t>
              </a:r>
              <a:endParaRPr lang="ru-RU" altLang="en-US" sz="1600"/>
            </a:p>
          </p:txBody>
        </p:sp>
        <p:sp>
          <p:nvSpPr>
            <p:cNvPr id="120964" name="Line 153">
              <a:extLst>
                <a:ext uri="{FF2B5EF4-FFF2-40B4-BE49-F238E27FC236}">
                  <a16:creationId xmlns:a16="http://schemas.microsoft.com/office/drawing/2014/main" id="{893FDB17-17AB-7BB4-D93D-FF2548469A9B}"/>
                </a:ext>
              </a:extLst>
            </p:cNvPr>
            <p:cNvSpPr>
              <a:spLocks noChangeShapeType="1"/>
            </p:cNvSpPr>
            <p:nvPr/>
          </p:nvSpPr>
          <p:spPr bwMode="auto">
            <a:xfrm>
              <a:off x="8380413" y="1339850"/>
              <a:ext cx="6350" cy="433468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en-US"/>
            </a:p>
          </p:txBody>
        </p:sp>
      </p:grpSp>
      <p:sp>
        <p:nvSpPr>
          <p:cNvPr id="7" name="Title 6">
            <a:extLst>
              <a:ext uri="{FF2B5EF4-FFF2-40B4-BE49-F238E27FC236}">
                <a16:creationId xmlns:a16="http://schemas.microsoft.com/office/drawing/2014/main" id="{5AAF11C0-9A4A-F8EB-06AF-F16F5C4D2B59}"/>
              </a:ext>
            </a:extLst>
          </p:cNvPr>
          <p:cNvSpPr>
            <a:spLocks noGrp="1"/>
          </p:cNvSpPr>
          <p:nvPr>
            <p:ph type="title"/>
          </p:nvPr>
        </p:nvSpPr>
        <p:spPr/>
        <p:txBody>
          <a:bodyPr>
            <a:normAutofit/>
          </a:bodyPr>
          <a:lstStyle/>
          <a:p>
            <a:r>
              <a:rPr lang="en-US" dirty="0" err="1"/>
              <a:t>Dadda</a:t>
            </a:r>
            <a:r>
              <a:rPr lang="en-US" dirty="0"/>
              <a:t> Multiplier (2)</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4">
            <a:extLst>
              <a:ext uri="{FF2B5EF4-FFF2-40B4-BE49-F238E27FC236}">
                <a16:creationId xmlns:a16="http://schemas.microsoft.com/office/drawing/2014/main" id="{4929B1E3-A2FD-230E-020C-918FAF35CDF4}"/>
              </a:ext>
            </a:extLst>
          </p:cNvPr>
          <p:cNvSpPr>
            <a:spLocks noGrp="1" noChangeArrowheads="1"/>
          </p:cNvSpPr>
          <p:nvPr>
            <p:ph type="title"/>
          </p:nvPr>
        </p:nvSpPr>
        <p:spPr/>
        <p:txBody>
          <a:bodyPr/>
          <a:lstStyle/>
          <a:p>
            <a:r>
              <a:rPr lang="en-US" altLang="en-US"/>
              <a:t>Dadda Multiplier (3)</a:t>
            </a:r>
            <a:endParaRPr lang="ru-RU" altLang="en-US"/>
          </a:p>
        </p:txBody>
      </p:sp>
      <p:sp>
        <p:nvSpPr>
          <p:cNvPr id="121859" name="Content Placeholder 3">
            <a:extLst>
              <a:ext uri="{FF2B5EF4-FFF2-40B4-BE49-F238E27FC236}">
                <a16:creationId xmlns:a16="http://schemas.microsoft.com/office/drawing/2014/main" id="{D00310EA-EB2D-D3E8-666B-B4A27CF91C0E}"/>
              </a:ext>
            </a:extLst>
          </p:cNvPr>
          <p:cNvSpPr>
            <a:spLocks noGrp="1" noChangeArrowheads="1"/>
          </p:cNvSpPr>
          <p:nvPr>
            <p:ph type="body" sz="quarter" idx="10"/>
          </p:nvPr>
        </p:nvSpPr>
        <p:spPr/>
        <p:txBody>
          <a:bodyPr/>
          <a:lstStyle/>
          <a:p>
            <a:r>
              <a:rPr lang="en-US" altLang="en-US" dirty="0"/>
              <a:t>The difference in Wallace and </a:t>
            </a:r>
            <a:r>
              <a:rPr lang="en-US" altLang="en-US" dirty="0" err="1"/>
              <a:t>Dadda</a:t>
            </a:r>
            <a:r>
              <a:rPr lang="en-US" altLang="en-US" dirty="0"/>
              <a:t> methods is the different approach in the solution of addition “compression” problem. </a:t>
            </a:r>
          </a:p>
          <a:p>
            <a:r>
              <a:rPr lang="en-US" altLang="en-US" dirty="0"/>
              <a:t>Wallace algorithm compresses codes as soon as possible, at the early stages. </a:t>
            </a:r>
          </a:p>
          <a:p>
            <a:r>
              <a:rPr lang="en-US" altLang="en-US" dirty="0" err="1"/>
              <a:t>Dadda</a:t>
            </a:r>
            <a:r>
              <a:rPr lang="en-US" altLang="en-US" dirty="0"/>
              <a:t> algorithm provides the highest level of compression at the late stages.</a:t>
            </a:r>
          </a:p>
          <a:p>
            <a:r>
              <a:rPr lang="en-US" altLang="en-US" dirty="0"/>
              <a:t>A Wallace-tree multiplier works forward from the multiplier inputs.</a:t>
            </a:r>
          </a:p>
          <a:p>
            <a:r>
              <a:rPr lang="en-US" altLang="en-US" dirty="0"/>
              <a:t>The </a:t>
            </a:r>
            <a:r>
              <a:rPr lang="en-US" altLang="en-US" dirty="0" err="1"/>
              <a:t>Dadda</a:t>
            </a:r>
            <a:r>
              <a:rPr lang="en-US" altLang="en-US" dirty="0"/>
              <a:t> multiplier works backward from the final product.</a:t>
            </a:r>
          </a:p>
          <a:p>
            <a:r>
              <a:rPr lang="en-US" altLang="en-US" dirty="0"/>
              <a:t>The number of cascades is the same in the both multipliers.</a:t>
            </a:r>
          </a:p>
          <a:p>
            <a:r>
              <a:rPr lang="en-US" altLang="en-US" dirty="0"/>
              <a:t>Both lack structure regularity.</a:t>
            </a:r>
          </a:p>
          <a:p>
            <a:r>
              <a:rPr lang="en-US" altLang="en-US" dirty="0"/>
              <a:t>The number of stages and thus delay (in units of an FA delay—excluding the CPA) for an n-bit tree-based multiplier using (3, 2) counters is </a:t>
            </a:r>
          </a:p>
          <a:p>
            <a:r>
              <a:rPr lang="en-US" altLang="en-US" dirty="0"/>
              <a:t>log1.5.n = log10 n/log101.5 =log10n/0.176</a:t>
            </a:r>
            <a:endParaRPr lang="ru-RU" altLang="en-US" dirty="0"/>
          </a:p>
          <a:p>
            <a:endParaRPr lang="en-US" altLang="en-US"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1580F43-A672-2537-CDD2-F8F2F7C993D3}"/>
              </a:ext>
            </a:extLst>
          </p:cNvPr>
          <p:cNvSpPr>
            <a:spLocks noGrp="1"/>
          </p:cNvSpPr>
          <p:nvPr>
            <p:ph type="body" sz="quarter" idx="10"/>
          </p:nvPr>
        </p:nvSpPr>
        <p:spPr/>
        <p:txBody>
          <a:bodyPr/>
          <a:lstStyle/>
          <a:p>
            <a:pPr eaLnBrk="1" hangingPunct="1"/>
            <a:r>
              <a:rPr lang="en-US" altLang="en-US" sz="2000" dirty="0"/>
              <a:t>Single Precision/Double Precision – 32/64 bit (IEEE 754).</a:t>
            </a:r>
          </a:p>
          <a:p>
            <a:pPr eaLnBrk="1" hangingPunct="1"/>
            <a:r>
              <a:rPr lang="en-US" altLang="en-US" sz="2000" dirty="0"/>
              <a:t>Extended Precision – 80-bit, Double Extended Precision – 128-bit.</a:t>
            </a:r>
          </a:p>
          <a:p>
            <a:pPr eaLnBrk="1" hangingPunct="1"/>
            <a:endParaRPr lang="en-US" altLang="en-US" sz="2000" dirty="0">
              <a:solidFill>
                <a:srgbClr val="0000FF"/>
              </a:solidFill>
            </a:endParaRPr>
          </a:p>
          <a:p>
            <a:pPr eaLnBrk="1" hangingPunct="1"/>
            <a:endParaRPr lang="en-US" altLang="en-US" sz="2000" dirty="0">
              <a:solidFill>
                <a:srgbClr val="0000FF"/>
              </a:solidFill>
            </a:endParaRPr>
          </a:p>
          <a:p>
            <a:pPr eaLnBrk="1" hangingPunct="1"/>
            <a:endParaRPr lang="en-US" altLang="en-US" sz="2000" dirty="0">
              <a:solidFill>
                <a:srgbClr val="0000FF"/>
              </a:solidFill>
            </a:endParaRPr>
          </a:p>
          <a:p>
            <a:pPr eaLnBrk="1" hangingPunct="1"/>
            <a:endParaRPr lang="en-US" altLang="en-US" sz="2000" dirty="0">
              <a:solidFill>
                <a:srgbClr val="0000FF"/>
              </a:solidFill>
            </a:endParaRPr>
          </a:p>
          <a:p>
            <a:pPr eaLnBrk="1" hangingPunct="1"/>
            <a:r>
              <a:rPr lang="en-US" altLang="en-US" sz="2000" dirty="0">
                <a:solidFill>
                  <a:srgbClr val="0000FF"/>
                </a:solidFill>
              </a:rPr>
              <a:t>Normalized</a:t>
            </a:r>
            <a:r>
              <a:rPr lang="en-US" altLang="en-US" sz="2000" dirty="0"/>
              <a:t> </a:t>
            </a:r>
            <a:r>
              <a:rPr lang="en-US" altLang="en-US" sz="2000" dirty="0">
                <a:solidFill>
                  <a:srgbClr val="0000FF"/>
                </a:solidFill>
              </a:rPr>
              <a:t>form</a:t>
            </a:r>
            <a:r>
              <a:rPr lang="en-US" altLang="en-US" sz="2000" dirty="0"/>
              <a:t>: </a:t>
            </a:r>
            <a:r>
              <a:rPr lang="en-US" altLang="en-US" sz="2000" dirty="0">
                <a:sym typeface="Symbol" panose="05050102010706020507" pitchFamily="18" charset="2"/>
              </a:rPr>
              <a:t>the integer bit of the significand is “1”, it is not stored in memory (hidden 1).</a:t>
            </a:r>
            <a:endParaRPr lang="en-US" altLang="en-US" sz="2000" dirty="0"/>
          </a:p>
          <a:p>
            <a:pPr eaLnBrk="1" hangingPunct="1">
              <a:lnSpc>
                <a:spcPct val="110000"/>
              </a:lnSpc>
            </a:pPr>
            <a:r>
              <a:rPr lang="en-US" altLang="en-US" sz="2000" dirty="0"/>
              <a:t>Single precision: A = (-1)</a:t>
            </a:r>
            <a:r>
              <a:rPr lang="en-US" altLang="en-US" sz="2000" baseline="30000" dirty="0"/>
              <a:t>S</a:t>
            </a:r>
            <a:r>
              <a:rPr lang="en-US" altLang="en-US" sz="2000" dirty="0">
                <a:sym typeface="Symbol" panose="05050102010706020507" pitchFamily="18" charset="2"/>
              </a:rPr>
              <a:t>2</a:t>
            </a:r>
            <a:r>
              <a:rPr lang="en-US" altLang="en-US" sz="2000" baseline="30000" dirty="0">
                <a:sym typeface="Symbol" panose="05050102010706020507" pitchFamily="18" charset="2"/>
              </a:rPr>
              <a:t>E-127 </a:t>
            </a:r>
            <a:r>
              <a:rPr lang="en-US" altLang="en-US" sz="2000" dirty="0">
                <a:sym typeface="Symbol" panose="05050102010706020507" pitchFamily="18" charset="2"/>
              </a:rPr>
              <a:t>1.F</a:t>
            </a:r>
          </a:p>
          <a:p>
            <a:pPr eaLnBrk="1" hangingPunct="1">
              <a:lnSpc>
                <a:spcPct val="110000"/>
              </a:lnSpc>
            </a:pPr>
            <a:r>
              <a:rPr lang="en-US" altLang="en-US" sz="2000" dirty="0"/>
              <a:t>Double precision: A = (-1)</a:t>
            </a:r>
            <a:r>
              <a:rPr lang="en-US" altLang="en-US" sz="2000" baseline="30000" dirty="0"/>
              <a:t>S</a:t>
            </a:r>
            <a:r>
              <a:rPr lang="en-US" altLang="en-US" sz="2000" dirty="0">
                <a:sym typeface="Symbol" panose="05050102010706020507" pitchFamily="18" charset="2"/>
              </a:rPr>
              <a:t>2</a:t>
            </a:r>
            <a:r>
              <a:rPr lang="en-US" altLang="en-US" sz="2000" baseline="30000" dirty="0">
                <a:sym typeface="Symbol" panose="05050102010706020507" pitchFamily="18" charset="2"/>
              </a:rPr>
              <a:t>E-1023 </a:t>
            </a:r>
            <a:r>
              <a:rPr lang="en-US" altLang="en-US" sz="2000" dirty="0">
                <a:sym typeface="Symbol" panose="05050102010706020507" pitchFamily="18" charset="2"/>
              </a:rPr>
              <a:t>1.F</a:t>
            </a:r>
          </a:p>
          <a:p>
            <a:pPr eaLnBrk="1" hangingPunct="1">
              <a:lnSpc>
                <a:spcPct val="110000"/>
              </a:lnSpc>
            </a:pPr>
            <a:r>
              <a:rPr lang="en-US" altLang="en-US" sz="2000" dirty="0"/>
              <a:t>Range for significand– 1.0…0 to 1.1…1(1 to 2-2</a:t>
            </a:r>
            <a:r>
              <a:rPr lang="en-US" altLang="en-US" sz="2000" baseline="30000" dirty="0"/>
              <a:t>-23</a:t>
            </a:r>
            <a:r>
              <a:rPr lang="en-US" altLang="en-US" sz="2000" dirty="0"/>
              <a:t>) or (1 to 2–2</a:t>
            </a:r>
            <a:r>
              <a:rPr lang="en-US" altLang="en-US" sz="2000" baseline="30000" dirty="0"/>
              <a:t>-52</a:t>
            </a:r>
            <a:r>
              <a:rPr lang="en-US" altLang="en-US" sz="2000" dirty="0"/>
              <a:t>)</a:t>
            </a:r>
          </a:p>
          <a:p>
            <a:pPr eaLnBrk="1" hangingPunct="1">
              <a:lnSpc>
                <a:spcPct val="110000"/>
              </a:lnSpc>
            </a:pPr>
            <a:r>
              <a:rPr lang="en-US" altLang="en-US" sz="2000" dirty="0">
                <a:sym typeface="Symbol" panose="05050102010706020507" pitchFamily="18" charset="2"/>
              </a:rPr>
              <a:t>Biased exponent – allows simplifying the execution </a:t>
            </a:r>
            <a:r>
              <a:rPr lang="en-US" altLang="en-US" sz="2000" dirty="0">
                <a:solidFill>
                  <a:srgbClr val="0000FF"/>
                </a:solidFill>
                <a:sym typeface="Symbol" panose="05050102010706020507" pitchFamily="18" charset="2"/>
              </a:rPr>
              <a:t>add/sub and comparing operations.</a:t>
            </a:r>
          </a:p>
          <a:p>
            <a:endParaRPr lang="en-US" sz="2000" dirty="0"/>
          </a:p>
        </p:txBody>
      </p:sp>
      <p:sp>
        <p:nvSpPr>
          <p:cNvPr id="108547" name="Rectangle 4">
            <a:extLst>
              <a:ext uri="{FF2B5EF4-FFF2-40B4-BE49-F238E27FC236}">
                <a16:creationId xmlns:a16="http://schemas.microsoft.com/office/drawing/2014/main" id="{0BBB434B-A7F8-4E96-AF77-B56994BB6DC1}"/>
              </a:ext>
            </a:extLst>
          </p:cNvPr>
          <p:cNvSpPr>
            <a:spLocks noChangeArrowheads="1"/>
          </p:cNvSpPr>
          <p:nvPr/>
        </p:nvSpPr>
        <p:spPr bwMode="auto">
          <a:xfrm>
            <a:off x="3014663" y="2209800"/>
            <a:ext cx="4648200" cy="45720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400">
                <a:latin typeface="Arial" charset="0"/>
                <a:cs typeface="Arial" charset="0"/>
              </a:rPr>
              <a:t>S	E		F</a:t>
            </a:r>
          </a:p>
        </p:txBody>
      </p:sp>
      <p:sp>
        <p:nvSpPr>
          <p:cNvPr id="122884" name="Line 5">
            <a:extLst>
              <a:ext uri="{FF2B5EF4-FFF2-40B4-BE49-F238E27FC236}">
                <a16:creationId xmlns:a16="http://schemas.microsoft.com/office/drawing/2014/main" id="{D5FE5208-73A2-AF17-A377-CCE6AAE6CD7B}"/>
              </a:ext>
            </a:extLst>
          </p:cNvPr>
          <p:cNvSpPr>
            <a:spLocks noChangeShapeType="1"/>
          </p:cNvSpPr>
          <p:nvPr/>
        </p:nvSpPr>
        <p:spPr bwMode="auto">
          <a:xfrm>
            <a:off x="3395663" y="2209800"/>
            <a:ext cx="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85" name="Line 6">
            <a:extLst>
              <a:ext uri="{FF2B5EF4-FFF2-40B4-BE49-F238E27FC236}">
                <a16:creationId xmlns:a16="http://schemas.microsoft.com/office/drawing/2014/main" id="{EFEA1F93-7151-46BC-3B87-598A62E6D00B}"/>
              </a:ext>
            </a:extLst>
          </p:cNvPr>
          <p:cNvSpPr>
            <a:spLocks noChangeShapeType="1"/>
          </p:cNvSpPr>
          <p:nvPr/>
        </p:nvSpPr>
        <p:spPr bwMode="auto">
          <a:xfrm>
            <a:off x="4678363" y="2209800"/>
            <a:ext cx="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86" name="Text Box 7">
            <a:extLst>
              <a:ext uri="{FF2B5EF4-FFF2-40B4-BE49-F238E27FC236}">
                <a16:creationId xmlns:a16="http://schemas.microsoft.com/office/drawing/2014/main" id="{76640B84-B772-407C-F96A-4689B47A8D79}"/>
              </a:ext>
            </a:extLst>
          </p:cNvPr>
          <p:cNvSpPr txBox="1">
            <a:spLocks noChangeArrowheads="1"/>
          </p:cNvSpPr>
          <p:nvPr/>
        </p:nvSpPr>
        <p:spPr bwMode="auto">
          <a:xfrm>
            <a:off x="3048000" y="1828801"/>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122887" name="Text Box 8">
            <a:extLst>
              <a:ext uri="{FF2B5EF4-FFF2-40B4-BE49-F238E27FC236}">
                <a16:creationId xmlns:a16="http://schemas.microsoft.com/office/drawing/2014/main" id="{1662DCD6-B62C-82FA-95A8-DB04944065B4}"/>
              </a:ext>
            </a:extLst>
          </p:cNvPr>
          <p:cNvSpPr txBox="1">
            <a:spLocks noChangeArrowheads="1"/>
          </p:cNvSpPr>
          <p:nvPr/>
        </p:nvSpPr>
        <p:spPr bwMode="auto">
          <a:xfrm>
            <a:off x="3962400" y="1828801"/>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8</a:t>
            </a:r>
          </a:p>
        </p:txBody>
      </p:sp>
      <p:sp>
        <p:nvSpPr>
          <p:cNvPr id="122888" name="Text Box 9">
            <a:extLst>
              <a:ext uri="{FF2B5EF4-FFF2-40B4-BE49-F238E27FC236}">
                <a16:creationId xmlns:a16="http://schemas.microsoft.com/office/drawing/2014/main" id="{4BA5D4FD-DB32-95C6-4A2C-4FCC2565E251}"/>
              </a:ext>
            </a:extLst>
          </p:cNvPr>
          <p:cNvSpPr txBox="1">
            <a:spLocks noChangeArrowheads="1"/>
          </p:cNvSpPr>
          <p:nvPr/>
        </p:nvSpPr>
        <p:spPr bwMode="auto">
          <a:xfrm>
            <a:off x="5842000" y="1854201"/>
            <a:ext cx="55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23</a:t>
            </a:r>
          </a:p>
        </p:txBody>
      </p:sp>
      <p:sp>
        <p:nvSpPr>
          <p:cNvPr id="108553" name="Rectangle 11">
            <a:extLst>
              <a:ext uri="{FF2B5EF4-FFF2-40B4-BE49-F238E27FC236}">
                <a16:creationId xmlns:a16="http://schemas.microsoft.com/office/drawing/2014/main" id="{C3CD63DB-826A-4ED1-8C65-A87F05C60A55}"/>
              </a:ext>
            </a:extLst>
          </p:cNvPr>
          <p:cNvSpPr>
            <a:spLocks noChangeArrowheads="1"/>
          </p:cNvSpPr>
          <p:nvPr/>
        </p:nvSpPr>
        <p:spPr bwMode="auto">
          <a:xfrm>
            <a:off x="2514600" y="3022600"/>
            <a:ext cx="7683500" cy="457200"/>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400">
                <a:latin typeface="Arial" charset="0"/>
                <a:cs typeface="Arial" charset="0"/>
              </a:rPr>
              <a:t>S	E		F</a:t>
            </a:r>
          </a:p>
        </p:txBody>
      </p:sp>
      <p:sp>
        <p:nvSpPr>
          <p:cNvPr id="122890" name="Line 12">
            <a:extLst>
              <a:ext uri="{FF2B5EF4-FFF2-40B4-BE49-F238E27FC236}">
                <a16:creationId xmlns:a16="http://schemas.microsoft.com/office/drawing/2014/main" id="{BDCDB098-8977-7DDE-7D9F-2CB40A255B41}"/>
              </a:ext>
            </a:extLst>
          </p:cNvPr>
          <p:cNvSpPr>
            <a:spLocks noChangeShapeType="1"/>
          </p:cNvSpPr>
          <p:nvPr/>
        </p:nvSpPr>
        <p:spPr bwMode="auto">
          <a:xfrm>
            <a:off x="2895600" y="3022600"/>
            <a:ext cx="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1" name="Line 13">
            <a:extLst>
              <a:ext uri="{FF2B5EF4-FFF2-40B4-BE49-F238E27FC236}">
                <a16:creationId xmlns:a16="http://schemas.microsoft.com/office/drawing/2014/main" id="{4CA4CDC1-F1C8-C803-9BDF-236CE45869B1}"/>
              </a:ext>
            </a:extLst>
          </p:cNvPr>
          <p:cNvSpPr>
            <a:spLocks noChangeShapeType="1"/>
          </p:cNvSpPr>
          <p:nvPr/>
        </p:nvSpPr>
        <p:spPr bwMode="auto">
          <a:xfrm>
            <a:off x="4419600" y="3022600"/>
            <a:ext cx="0" cy="45720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2892" name="Text Box 14">
            <a:extLst>
              <a:ext uri="{FF2B5EF4-FFF2-40B4-BE49-F238E27FC236}">
                <a16:creationId xmlns:a16="http://schemas.microsoft.com/office/drawing/2014/main" id="{5577BE55-4A78-1862-1B92-9F9873064E51}"/>
              </a:ext>
            </a:extLst>
          </p:cNvPr>
          <p:cNvSpPr txBox="1">
            <a:spLocks noChangeArrowheads="1"/>
          </p:cNvSpPr>
          <p:nvPr/>
        </p:nvSpPr>
        <p:spPr bwMode="auto">
          <a:xfrm>
            <a:off x="2603500" y="2667001"/>
            <a:ext cx="4572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122893" name="Text Box 15">
            <a:extLst>
              <a:ext uri="{FF2B5EF4-FFF2-40B4-BE49-F238E27FC236}">
                <a16:creationId xmlns:a16="http://schemas.microsoft.com/office/drawing/2014/main" id="{FD76B2D4-E0F5-756D-3FC4-E8DBFA6AC790}"/>
              </a:ext>
            </a:extLst>
          </p:cNvPr>
          <p:cNvSpPr txBox="1">
            <a:spLocks noChangeArrowheads="1"/>
          </p:cNvSpPr>
          <p:nvPr/>
        </p:nvSpPr>
        <p:spPr bwMode="auto">
          <a:xfrm>
            <a:off x="3403600" y="2679701"/>
            <a:ext cx="635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11</a:t>
            </a:r>
          </a:p>
        </p:txBody>
      </p:sp>
      <p:sp>
        <p:nvSpPr>
          <p:cNvPr id="122894" name="Text Box 16">
            <a:extLst>
              <a:ext uri="{FF2B5EF4-FFF2-40B4-BE49-F238E27FC236}">
                <a16:creationId xmlns:a16="http://schemas.microsoft.com/office/drawing/2014/main" id="{3B53FED3-1B5F-09E1-7E3C-2CF74E86CF4C}"/>
              </a:ext>
            </a:extLst>
          </p:cNvPr>
          <p:cNvSpPr txBox="1">
            <a:spLocks noChangeArrowheads="1"/>
          </p:cNvSpPr>
          <p:nvPr/>
        </p:nvSpPr>
        <p:spPr bwMode="auto">
          <a:xfrm>
            <a:off x="5842000" y="2667001"/>
            <a:ext cx="558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52</a:t>
            </a:r>
          </a:p>
        </p:txBody>
      </p:sp>
      <p:sp>
        <p:nvSpPr>
          <p:cNvPr id="122896" name="Rectangle 18">
            <a:extLst>
              <a:ext uri="{FF2B5EF4-FFF2-40B4-BE49-F238E27FC236}">
                <a16:creationId xmlns:a16="http://schemas.microsoft.com/office/drawing/2014/main" id="{86BB6264-AC5F-9279-33E9-29DC99CEF39A}"/>
              </a:ext>
            </a:extLst>
          </p:cNvPr>
          <p:cNvSpPr>
            <a:spLocks noGrp="1" noChangeArrowheads="1"/>
          </p:cNvSpPr>
          <p:nvPr>
            <p:ph type="title"/>
          </p:nvPr>
        </p:nvSpPr>
        <p:spPr/>
        <p:txBody>
          <a:bodyPr/>
          <a:lstStyle/>
          <a:p>
            <a:r>
              <a:rPr lang="en-US" altLang="en-US"/>
              <a:t>Floating Point Data </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a:extLst>
              <a:ext uri="{FF2B5EF4-FFF2-40B4-BE49-F238E27FC236}">
                <a16:creationId xmlns:a16="http://schemas.microsoft.com/office/drawing/2014/main" id="{B1CAA770-C28B-2E6D-502B-025BC3B9D4D6}"/>
              </a:ext>
            </a:extLst>
          </p:cNvPr>
          <p:cNvSpPr>
            <a:spLocks noGrp="1" noChangeArrowheads="1"/>
          </p:cNvSpPr>
          <p:nvPr>
            <p:ph type="title"/>
          </p:nvPr>
        </p:nvSpPr>
        <p:spPr/>
        <p:txBody>
          <a:bodyPr/>
          <a:lstStyle/>
          <a:p>
            <a:r>
              <a:rPr lang="en-US" altLang="en-US"/>
              <a:t>Floating Point Data (2)</a:t>
            </a:r>
            <a:endParaRPr lang="ru-RU" altLang="en-US"/>
          </a:p>
        </p:txBody>
      </p:sp>
      <p:grpSp>
        <p:nvGrpSpPr>
          <p:cNvPr id="124931" name="Group 68">
            <a:extLst>
              <a:ext uri="{FF2B5EF4-FFF2-40B4-BE49-F238E27FC236}">
                <a16:creationId xmlns:a16="http://schemas.microsoft.com/office/drawing/2014/main" id="{CE897DDF-B884-B460-4922-33E9A11CFE17}"/>
              </a:ext>
            </a:extLst>
          </p:cNvPr>
          <p:cNvGrpSpPr>
            <a:grpSpLocks/>
          </p:cNvGrpSpPr>
          <p:nvPr/>
        </p:nvGrpSpPr>
        <p:grpSpPr bwMode="auto">
          <a:xfrm>
            <a:off x="1778000" y="1050926"/>
            <a:ext cx="8737600" cy="4689475"/>
            <a:chOff x="254000" y="1050925"/>
            <a:chExt cx="8737600" cy="4689475"/>
          </a:xfrm>
        </p:grpSpPr>
        <p:sp>
          <p:nvSpPr>
            <p:cNvPr id="109570" name="AutoShape 69">
              <a:extLst>
                <a:ext uri="{FF2B5EF4-FFF2-40B4-BE49-F238E27FC236}">
                  <a16:creationId xmlns:a16="http://schemas.microsoft.com/office/drawing/2014/main" id="{DFE19BBC-6F91-4C47-A247-7E50D470C57F}"/>
                </a:ext>
              </a:extLst>
            </p:cNvPr>
            <p:cNvSpPr>
              <a:spLocks noChangeArrowheads="1"/>
            </p:cNvSpPr>
            <p:nvPr/>
          </p:nvSpPr>
          <p:spPr bwMode="auto">
            <a:xfrm>
              <a:off x="254000" y="3683000"/>
              <a:ext cx="8737600" cy="2057400"/>
            </a:xfrm>
            <a:prstGeom prst="roundRect">
              <a:avLst>
                <a:gd name="adj" fmla="val 11958"/>
              </a:avLst>
            </a:prstGeom>
            <a:solidFill>
              <a:schemeClr val="accent1">
                <a:lumMod val="60000"/>
                <a:lumOff val="40000"/>
                <a:alpha val="74117"/>
              </a:schemeClr>
            </a:solidFill>
            <a:ln w="9525">
              <a:solidFill>
                <a:schemeClr val="tx1"/>
              </a:solidFill>
              <a:round/>
              <a:headEnd/>
              <a:tailEnd/>
            </a:ln>
          </p:spPr>
          <p:txBody>
            <a:bodyPr wrap="none" anchor="ctr"/>
            <a:lstStyle/>
            <a:p>
              <a:pPr eaLnBrk="1" hangingPunct="1">
                <a:defRPr/>
              </a:pPr>
              <a:endParaRPr lang="ru-RU" sz="2400" baseline="-25000" dirty="0">
                <a:cs typeface="Arial" charset="0"/>
              </a:endParaRPr>
            </a:p>
          </p:txBody>
        </p:sp>
        <p:sp>
          <p:nvSpPr>
            <p:cNvPr id="109621" name="AutoShape 68">
              <a:extLst>
                <a:ext uri="{FF2B5EF4-FFF2-40B4-BE49-F238E27FC236}">
                  <a16:creationId xmlns:a16="http://schemas.microsoft.com/office/drawing/2014/main" id="{1CE57D1F-AE1B-499B-9D16-8D3F4F702A94}"/>
                </a:ext>
              </a:extLst>
            </p:cNvPr>
            <p:cNvSpPr>
              <a:spLocks noChangeArrowheads="1"/>
            </p:cNvSpPr>
            <p:nvPr/>
          </p:nvSpPr>
          <p:spPr bwMode="auto">
            <a:xfrm>
              <a:off x="820738" y="1381125"/>
              <a:ext cx="7239000" cy="2057400"/>
            </a:xfrm>
            <a:prstGeom prst="roundRect">
              <a:avLst>
                <a:gd name="adj" fmla="val 12421"/>
              </a:avLst>
            </a:prstGeom>
            <a:solidFill>
              <a:schemeClr val="accent1">
                <a:lumMod val="60000"/>
                <a:lumOff val="40000"/>
                <a:alpha val="74117"/>
              </a:schemeClr>
            </a:solidFill>
            <a:ln w="9525">
              <a:solidFill>
                <a:schemeClr val="tx1"/>
              </a:solidFill>
              <a:round/>
              <a:headEnd/>
              <a:tailEnd/>
            </a:ln>
          </p:spPr>
          <p:txBody>
            <a:bodyPr wrap="none" anchor="ctr"/>
            <a:lstStyle/>
            <a:p>
              <a:pPr eaLnBrk="1" hangingPunct="1">
                <a:defRPr/>
              </a:pPr>
              <a:endParaRPr lang="ru-RU" sz="2400" baseline="-25000" dirty="0">
                <a:cs typeface="Arial" charset="0"/>
              </a:endParaRPr>
            </a:p>
          </p:txBody>
        </p:sp>
        <p:sp>
          <p:nvSpPr>
            <p:cNvPr id="124982" name="Line 6">
              <a:extLst>
                <a:ext uri="{FF2B5EF4-FFF2-40B4-BE49-F238E27FC236}">
                  <a16:creationId xmlns:a16="http://schemas.microsoft.com/office/drawing/2014/main" id="{491331AD-0456-937E-CB18-0E8785080E0C}"/>
                </a:ext>
              </a:extLst>
            </p:cNvPr>
            <p:cNvSpPr>
              <a:spLocks noChangeShapeType="1"/>
            </p:cNvSpPr>
            <p:nvPr/>
          </p:nvSpPr>
          <p:spPr bwMode="auto">
            <a:xfrm>
              <a:off x="2109789" y="2744788"/>
              <a:ext cx="5762625" cy="1588"/>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4983" name="Line 7">
              <a:extLst>
                <a:ext uri="{FF2B5EF4-FFF2-40B4-BE49-F238E27FC236}">
                  <a16:creationId xmlns:a16="http://schemas.microsoft.com/office/drawing/2014/main" id="{9E3FF0C4-AFD3-7CA7-AEF6-4D4AF766AB87}"/>
                </a:ext>
              </a:extLst>
            </p:cNvPr>
            <p:cNvSpPr>
              <a:spLocks noChangeShapeType="1"/>
            </p:cNvSpPr>
            <p:nvPr/>
          </p:nvSpPr>
          <p:spPr bwMode="auto">
            <a:xfrm>
              <a:off x="990601" y="1598613"/>
              <a:ext cx="5762625" cy="1588"/>
            </a:xfrm>
            <a:prstGeom prst="line">
              <a:avLst/>
            </a:prstGeom>
            <a:noFill/>
            <a:ln w="3175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4984" name="Line 8">
              <a:extLst>
                <a:ext uri="{FF2B5EF4-FFF2-40B4-BE49-F238E27FC236}">
                  <a16:creationId xmlns:a16="http://schemas.microsoft.com/office/drawing/2014/main" id="{D092BA2D-B781-1502-C422-262BFB5D18A8}"/>
                </a:ext>
              </a:extLst>
            </p:cNvPr>
            <p:cNvSpPr>
              <a:spLocks noChangeShapeType="1"/>
            </p:cNvSpPr>
            <p:nvPr/>
          </p:nvSpPr>
          <p:spPr bwMode="auto">
            <a:xfrm flipV="1">
              <a:off x="3863976" y="1484313"/>
              <a:ext cx="1588" cy="26352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5" name="Line 9">
              <a:extLst>
                <a:ext uri="{FF2B5EF4-FFF2-40B4-BE49-F238E27FC236}">
                  <a16:creationId xmlns:a16="http://schemas.microsoft.com/office/drawing/2014/main" id="{A2C552F6-F3B3-1044-3978-1C3AC60FAD59}"/>
                </a:ext>
              </a:extLst>
            </p:cNvPr>
            <p:cNvSpPr>
              <a:spLocks noChangeShapeType="1"/>
            </p:cNvSpPr>
            <p:nvPr/>
          </p:nvSpPr>
          <p:spPr bwMode="auto">
            <a:xfrm flipV="1">
              <a:off x="2520951" y="1484313"/>
              <a:ext cx="1588" cy="26352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6" name="Line 10">
              <a:extLst>
                <a:ext uri="{FF2B5EF4-FFF2-40B4-BE49-F238E27FC236}">
                  <a16:creationId xmlns:a16="http://schemas.microsoft.com/office/drawing/2014/main" id="{2AD9F01E-57B1-8B1C-EFCD-E1CA14A1984F}"/>
                </a:ext>
              </a:extLst>
            </p:cNvPr>
            <p:cNvSpPr>
              <a:spLocks noChangeShapeType="1"/>
            </p:cNvSpPr>
            <p:nvPr/>
          </p:nvSpPr>
          <p:spPr bwMode="auto">
            <a:xfrm flipV="1">
              <a:off x="5129214" y="1484313"/>
              <a:ext cx="1588" cy="263525"/>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7" name="Line 11">
              <a:extLst>
                <a:ext uri="{FF2B5EF4-FFF2-40B4-BE49-F238E27FC236}">
                  <a16:creationId xmlns:a16="http://schemas.microsoft.com/office/drawing/2014/main" id="{FD723F7F-9D72-4ADA-7A3D-97A46CEEB2FF}"/>
                </a:ext>
              </a:extLst>
            </p:cNvPr>
            <p:cNvSpPr>
              <a:spLocks noChangeShapeType="1"/>
            </p:cNvSpPr>
            <p:nvPr/>
          </p:nvSpPr>
          <p:spPr bwMode="auto">
            <a:xfrm>
              <a:off x="3863976" y="2619250"/>
              <a:ext cx="1588" cy="27432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8" name="Line 12">
              <a:extLst>
                <a:ext uri="{FF2B5EF4-FFF2-40B4-BE49-F238E27FC236}">
                  <a16:creationId xmlns:a16="http://schemas.microsoft.com/office/drawing/2014/main" id="{FDB80FA0-974A-B17D-51C5-2AA8E524AD6C}"/>
                </a:ext>
              </a:extLst>
            </p:cNvPr>
            <p:cNvSpPr>
              <a:spLocks noChangeShapeType="1"/>
            </p:cNvSpPr>
            <p:nvPr/>
          </p:nvSpPr>
          <p:spPr bwMode="auto">
            <a:xfrm flipV="1">
              <a:off x="5129214" y="2619250"/>
              <a:ext cx="1588" cy="27432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89" name="Line 13">
              <a:extLst>
                <a:ext uri="{FF2B5EF4-FFF2-40B4-BE49-F238E27FC236}">
                  <a16:creationId xmlns:a16="http://schemas.microsoft.com/office/drawing/2014/main" id="{C21552D0-7272-2AA9-3F62-897319F73FDC}"/>
                </a:ext>
              </a:extLst>
            </p:cNvPr>
            <p:cNvSpPr>
              <a:spLocks noChangeShapeType="1"/>
            </p:cNvSpPr>
            <p:nvPr/>
          </p:nvSpPr>
          <p:spPr bwMode="auto">
            <a:xfrm flipV="1">
              <a:off x="6365876" y="2619250"/>
              <a:ext cx="1588" cy="274320"/>
            </a:xfrm>
            <a:prstGeom prst="line">
              <a:avLst/>
            </a:prstGeom>
            <a:noFill/>
            <a:ln w="31750">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90" name="Line 14">
              <a:extLst>
                <a:ext uri="{FF2B5EF4-FFF2-40B4-BE49-F238E27FC236}">
                  <a16:creationId xmlns:a16="http://schemas.microsoft.com/office/drawing/2014/main" id="{0A3C30C1-251E-06AB-76C5-743A9C31B01C}"/>
                </a:ext>
              </a:extLst>
            </p:cNvPr>
            <p:cNvSpPr>
              <a:spLocks noChangeShapeType="1"/>
            </p:cNvSpPr>
            <p:nvPr/>
          </p:nvSpPr>
          <p:spPr bwMode="auto">
            <a:xfrm>
              <a:off x="2520951" y="1628775"/>
              <a:ext cx="1343025" cy="1116013"/>
            </a:xfrm>
            <a:prstGeom prst="line">
              <a:avLst/>
            </a:prstGeom>
            <a:noFill/>
            <a:ln w="31750">
              <a:solidFill>
                <a:srgbClr val="000000"/>
              </a:solidFill>
              <a:prstDash val="dash"/>
              <a:round/>
              <a:headEnd/>
              <a:tailEnd type="stealth" w="sm" len="lg"/>
            </a:ln>
            <a:extLst>
              <a:ext uri="{909E8E84-426E-40DD-AFC4-6F175D3DCCD1}">
                <a14:hiddenFill xmlns:a14="http://schemas.microsoft.com/office/drawing/2010/main">
                  <a:noFill/>
                </a14:hiddenFill>
              </a:ext>
            </a:extLst>
          </p:spPr>
          <p:txBody>
            <a:bodyPr/>
            <a:lstStyle/>
            <a:p>
              <a:endParaRPr lang="en-US"/>
            </a:p>
          </p:txBody>
        </p:sp>
        <p:sp>
          <p:nvSpPr>
            <p:cNvPr id="124991" name="Line 15">
              <a:extLst>
                <a:ext uri="{FF2B5EF4-FFF2-40B4-BE49-F238E27FC236}">
                  <a16:creationId xmlns:a16="http://schemas.microsoft.com/office/drawing/2014/main" id="{2DF5BF7B-421D-0564-04BE-B32677A23A2F}"/>
                </a:ext>
              </a:extLst>
            </p:cNvPr>
            <p:cNvSpPr>
              <a:spLocks noChangeShapeType="1"/>
            </p:cNvSpPr>
            <p:nvPr/>
          </p:nvSpPr>
          <p:spPr bwMode="auto">
            <a:xfrm>
              <a:off x="3863976" y="1628775"/>
              <a:ext cx="1265238" cy="1116013"/>
            </a:xfrm>
            <a:prstGeom prst="line">
              <a:avLst/>
            </a:prstGeom>
            <a:noFill/>
            <a:ln w="31750">
              <a:solidFill>
                <a:srgbClr val="000000"/>
              </a:solidFill>
              <a:prstDash val="dash"/>
              <a:round/>
              <a:headEnd/>
              <a:tailEnd type="stealth" w="sm" len="lg"/>
            </a:ln>
            <a:extLst>
              <a:ext uri="{909E8E84-426E-40DD-AFC4-6F175D3DCCD1}">
                <a14:hiddenFill xmlns:a14="http://schemas.microsoft.com/office/drawing/2010/main">
                  <a:noFill/>
                </a14:hiddenFill>
              </a:ext>
            </a:extLst>
          </p:spPr>
          <p:txBody>
            <a:bodyPr/>
            <a:lstStyle/>
            <a:p>
              <a:endParaRPr lang="en-US"/>
            </a:p>
          </p:txBody>
        </p:sp>
        <p:sp>
          <p:nvSpPr>
            <p:cNvPr id="124992" name="Line 16">
              <a:extLst>
                <a:ext uri="{FF2B5EF4-FFF2-40B4-BE49-F238E27FC236}">
                  <a16:creationId xmlns:a16="http://schemas.microsoft.com/office/drawing/2014/main" id="{030FA729-7028-9334-9B1C-2C827AAFC903}"/>
                </a:ext>
              </a:extLst>
            </p:cNvPr>
            <p:cNvSpPr>
              <a:spLocks noChangeShapeType="1"/>
            </p:cNvSpPr>
            <p:nvPr/>
          </p:nvSpPr>
          <p:spPr bwMode="auto">
            <a:xfrm>
              <a:off x="5129214" y="1628775"/>
              <a:ext cx="1236663" cy="1116013"/>
            </a:xfrm>
            <a:prstGeom prst="line">
              <a:avLst/>
            </a:prstGeom>
            <a:noFill/>
            <a:ln w="31750">
              <a:solidFill>
                <a:srgbClr val="000000"/>
              </a:solidFill>
              <a:prstDash val="dash"/>
              <a:round/>
              <a:headEnd/>
              <a:tailEnd type="stealth" w="sm" len="lg"/>
            </a:ln>
            <a:extLst>
              <a:ext uri="{909E8E84-426E-40DD-AFC4-6F175D3DCCD1}">
                <a14:hiddenFill xmlns:a14="http://schemas.microsoft.com/office/drawing/2010/main">
                  <a:noFill/>
                </a14:hiddenFill>
              </a:ext>
            </a:extLst>
          </p:spPr>
          <p:txBody>
            <a:bodyPr/>
            <a:lstStyle/>
            <a:p>
              <a:endParaRPr lang="en-US"/>
            </a:p>
          </p:txBody>
        </p:sp>
        <p:sp>
          <p:nvSpPr>
            <p:cNvPr id="124993" name="Text Box 17">
              <a:extLst>
                <a:ext uri="{FF2B5EF4-FFF2-40B4-BE49-F238E27FC236}">
                  <a16:creationId xmlns:a16="http://schemas.microsoft.com/office/drawing/2014/main" id="{D4960EF3-3E9F-EEBE-15E3-C4EE983C18AD}"/>
                </a:ext>
              </a:extLst>
            </p:cNvPr>
            <p:cNvSpPr txBox="1">
              <a:spLocks noChangeArrowheads="1"/>
            </p:cNvSpPr>
            <p:nvPr/>
          </p:nvSpPr>
          <p:spPr bwMode="auto">
            <a:xfrm>
              <a:off x="2133600" y="1472500"/>
              <a:ext cx="5281611" cy="203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endParaRPr lang="en-US" altLang="en-US" sz="1800"/>
            </a:p>
            <a:p>
              <a:r>
                <a:rPr lang="en-US" altLang="en-US" sz="1800"/>
                <a:t>  -127                 0              127</a:t>
              </a:r>
            </a:p>
            <a:p>
              <a:r>
                <a:rPr lang="en-US" altLang="en-US" sz="1800"/>
                <a:t> (-1023)                             (1023)</a:t>
              </a:r>
            </a:p>
            <a:p>
              <a:endParaRPr lang="en-US" altLang="en-US" sz="1800"/>
            </a:p>
            <a:p>
              <a:endParaRPr lang="en-US" altLang="en-US" sz="1800"/>
            </a:p>
            <a:p>
              <a:r>
                <a:rPr lang="en-US" altLang="en-US" sz="1800"/>
                <a:t>                        0                  127              254</a:t>
              </a:r>
            </a:p>
            <a:p>
              <a:r>
                <a:rPr lang="en-US" altLang="en-US" sz="1800"/>
                <a:t>	                           (1023)           (2046)    </a:t>
              </a:r>
            </a:p>
            <a:p>
              <a:endParaRPr lang="en-US" altLang="en-US" sz="1800"/>
            </a:p>
          </p:txBody>
        </p:sp>
        <p:sp>
          <p:nvSpPr>
            <p:cNvPr id="124994" name="Text Box 18">
              <a:extLst>
                <a:ext uri="{FF2B5EF4-FFF2-40B4-BE49-F238E27FC236}">
                  <a16:creationId xmlns:a16="http://schemas.microsoft.com/office/drawing/2014/main" id="{9AC1C8E0-E579-66B6-B36F-E7BA8D230317}"/>
                </a:ext>
              </a:extLst>
            </p:cNvPr>
            <p:cNvSpPr txBox="1">
              <a:spLocks noChangeArrowheads="1"/>
            </p:cNvSpPr>
            <p:nvPr/>
          </p:nvSpPr>
          <p:spPr bwMode="auto">
            <a:xfrm>
              <a:off x="1166813" y="1050925"/>
              <a:ext cx="5257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rgbClr val="0000FF"/>
                  </a:solidFill>
                </a:rPr>
                <a:t>Biased Exponents</a:t>
              </a:r>
            </a:p>
          </p:txBody>
        </p:sp>
        <p:sp>
          <p:nvSpPr>
            <p:cNvPr id="124995" name="Text Box 19">
              <a:extLst>
                <a:ext uri="{FF2B5EF4-FFF2-40B4-BE49-F238E27FC236}">
                  <a16:creationId xmlns:a16="http://schemas.microsoft.com/office/drawing/2014/main" id="{D444BC3C-A15C-A30C-78E1-C8D61D02F1D7}"/>
                </a:ext>
              </a:extLst>
            </p:cNvPr>
            <p:cNvSpPr txBox="1">
              <a:spLocks noChangeArrowheads="1"/>
            </p:cNvSpPr>
            <p:nvPr/>
          </p:nvSpPr>
          <p:spPr bwMode="auto">
            <a:xfrm>
              <a:off x="1090613" y="3362528"/>
              <a:ext cx="22860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solidFill>
                    <a:srgbClr val="0000FF"/>
                  </a:solidFill>
                </a:rPr>
                <a:t>Real Numbers</a:t>
              </a:r>
            </a:p>
          </p:txBody>
        </p:sp>
      </p:grpSp>
      <p:grpSp>
        <p:nvGrpSpPr>
          <p:cNvPr id="124932" name="Group 20">
            <a:extLst>
              <a:ext uri="{FF2B5EF4-FFF2-40B4-BE49-F238E27FC236}">
                <a16:creationId xmlns:a16="http://schemas.microsoft.com/office/drawing/2014/main" id="{32129293-94FE-103E-32A2-881A276063EE}"/>
              </a:ext>
            </a:extLst>
          </p:cNvPr>
          <p:cNvGrpSpPr>
            <a:grpSpLocks/>
          </p:cNvGrpSpPr>
          <p:nvPr/>
        </p:nvGrpSpPr>
        <p:grpSpPr bwMode="auto">
          <a:xfrm>
            <a:off x="2039939" y="3657600"/>
            <a:ext cx="8562975" cy="2127250"/>
            <a:chOff x="166" y="2496"/>
            <a:chExt cx="5394" cy="1340"/>
          </a:xfrm>
        </p:grpSpPr>
        <p:sp>
          <p:nvSpPr>
            <p:cNvPr id="124933" name="Text Box 21">
              <a:extLst>
                <a:ext uri="{FF2B5EF4-FFF2-40B4-BE49-F238E27FC236}">
                  <a16:creationId xmlns:a16="http://schemas.microsoft.com/office/drawing/2014/main" id="{355C449C-64B4-D5DE-13B9-833CD1E869D7}"/>
                </a:ext>
              </a:extLst>
            </p:cNvPr>
            <p:cNvSpPr txBox="1">
              <a:spLocks noChangeArrowheads="1"/>
            </p:cNvSpPr>
            <p:nvPr/>
          </p:nvSpPr>
          <p:spPr bwMode="auto">
            <a:xfrm>
              <a:off x="4622" y="3425"/>
              <a:ext cx="80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3.14</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38</a:t>
              </a:r>
              <a:endParaRPr lang="en-US" altLang="en-US" sz="1600">
                <a:sym typeface="Symbol" panose="05050102010706020507" pitchFamily="18" charset="2"/>
              </a:endParaRPr>
            </a:p>
          </p:txBody>
        </p:sp>
        <p:sp>
          <p:nvSpPr>
            <p:cNvPr id="124934" name="Line 22">
              <a:extLst>
                <a:ext uri="{FF2B5EF4-FFF2-40B4-BE49-F238E27FC236}">
                  <a16:creationId xmlns:a16="http://schemas.microsoft.com/office/drawing/2014/main" id="{DF47CA83-80BB-C72C-86FE-BA3AF73EC825}"/>
                </a:ext>
              </a:extLst>
            </p:cNvPr>
            <p:cNvSpPr>
              <a:spLocks noChangeShapeType="1"/>
            </p:cNvSpPr>
            <p:nvPr/>
          </p:nvSpPr>
          <p:spPr bwMode="auto">
            <a:xfrm flipV="1">
              <a:off x="192" y="3107"/>
              <a:ext cx="5265" cy="0"/>
            </a:xfrm>
            <a:prstGeom prst="line">
              <a:avLst/>
            </a:prstGeom>
            <a:noFill/>
            <a:ln w="31750">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4935" name="Line 23">
              <a:extLst>
                <a:ext uri="{FF2B5EF4-FFF2-40B4-BE49-F238E27FC236}">
                  <a16:creationId xmlns:a16="http://schemas.microsoft.com/office/drawing/2014/main" id="{A84D802D-9247-852F-6C8F-20D349850052}"/>
                </a:ext>
              </a:extLst>
            </p:cNvPr>
            <p:cNvSpPr>
              <a:spLocks noChangeShapeType="1"/>
            </p:cNvSpPr>
            <p:nvPr/>
          </p:nvSpPr>
          <p:spPr bwMode="auto">
            <a:xfrm>
              <a:off x="2640" y="3088"/>
              <a:ext cx="0" cy="96"/>
            </a:xfrm>
            <a:prstGeom prst="line">
              <a:avLst/>
            </a:prstGeom>
            <a:noFill/>
            <a:ln w="1587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36" name="Text Box 24">
              <a:extLst>
                <a:ext uri="{FF2B5EF4-FFF2-40B4-BE49-F238E27FC236}">
                  <a16:creationId xmlns:a16="http://schemas.microsoft.com/office/drawing/2014/main" id="{CC67E3AC-8625-7F79-FDB6-448545BF0DA8}"/>
                </a:ext>
              </a:extLst>
            </p:cNvPr>
            <p:cNvSpPr txBox="1">
              <a:spLocks noChangeArrowheads="1"/>
            </p:cNvSpPr>
            <p:nvPr/>
          </p:nvSpPr>
          <p:spPr bwMode="auto">
            <a:xfrm>
              <a:off x="2184" y="3160"/>
              <a:ext cx="11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-2</a:t>
              </a:r>
              <a:r>
                <a:rPr lang="en-US" altLang="en-US" sz="1800" baseline="30000"/>
                <a:t>-126 </a:t>
              </a:r>
              <a:r>
                <a:rPr lang="en-US" altLang="en-US" sz="1800"/>
                <a:t> 0     2</a:t>
              </a:r>
              <a:r>
                <a:rPr lang="en-US" altLang="en-US" sz="1800" baseline="30000"/>
                <a:t>-126 </a:t>
              </a:r>
              <a:endParaRPr lang="en-US" altLang="en-US" sz="1800"/>
            </a:p>
          </p:txBody>
        </p:sp>
        <p:sp>
          <p:nvSpPr>
            <p:cNvPr id="124937" name="Line 25">
              <a:extLst>
                <a:ext uri="{FF2B5EF4-FFF2-40B4-BE49-F238E27FC236}">
                  <a16:creationId xmlns:a16="http://schemas.microsoft.com/office/drawing/2014/main" id="{B9F66B26-734F-F753-84FF-EB12D9A71174}"/>
                </a:ext>
              </a:extLst>
            </p:cNvPr>
            <p:cNvSpPr>
              <a:spLocks noChangeShapeType="1"/>
            </p:cNvSpPr>
            <p:nvPr/>
          </p:nvSpPr>
          <p:spPr bwMode="auto">
            <a:xfrm>
              <a:off x="2944"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38" name="Line 26">
              <a:extLst>
                <a:ext uri="{FF2B5EF4-FFF2-40B4-BE49-F238E27FC236}">
                  <a16:creationId xmlns:a16="http://schemas.microsoft.com/office/drawing/2014/main" id="{20AAF6FC-3A8A-0B5F-4695-F94942FD11EA}"/>
                </a:ext>
              </a:extLst>
            </p:cNvPr>
            <p:cNvSpPr>
              <a:spLocks noChangeShapeType="1"/>
            </p:cNvSpPr>
            <p:nvPr/>
          </p:nvSpPr>
          <p:spPr bwMode="auto">
            <a:xfrm>
              <a:off x="2320"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39" name="Line 27">
              <a:extLst>
                <a:ext uri="{FF2B5EF4-FFF2-40B4-BE49-F238E27FC236}">
                  <a16:creationId xmlns:a16="http://schemas.microsoft.com/office/drawing/2014/main" id="{1F2E30D3-ABE2-7C60-E7EF-BBAC8A8F0E65}"/>
                </a:ext>
              </a:extLst>
            </p:cNvPr>
            <p:cNvSpPr>
              <a:spLocks noChangeShapeType="1"/>
            </p:cNvSpPr>
            <p:nvPr/>
          </p:nvSpPr>
          <p:spPr bwMode="auto">
            <a:xfrm>
              <a:off x="3328"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0" name="Line 28">
              <a:extLst>
                <a:ext uri="{FF2B5EF4-FFF2-40B4-BE49-F238E27FC236}">
                  <a16:creationId xmlns:a16="http://schemas.microsoft.com/office/drawing/2014/main" id="{F19BBF01-AE60-6BA8-5130-857C2BDED3E4}"/>
                </a:ext>
              </a:extLst>
            </p:cNvPr>
            <p:cNvSpPr>
              <a:spLocks noChangeShapeType="1"/>
            </p:cNvSpPr>
            <p:nvPr/>
          </p:nvSpPr>
          <p:spPr bwMode="auto">
            <a:xfrm>
              <a:off x="3752"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1" name="Line 29">
              <a:extLst>
                <a:ext uri="{FF2B5EF4-FFF2-40B4-BE49-F238E27FC236}">
                  <a16:creationId xmlns:a16="http://schemas.microsoft.com/office/drawing/2014/main" id="{4A02F85E-A963-DE52-3220-CB7A1346FB9D}"/>
                </a:ext>
              </a:extLst>
            </p:cNvPr>
            <p:cNvSpPr>
              <a:spLocks noChangeShapeType="1"/>
            </p:cNvSpPr>
            <p:nvPr/>
          </p:nvSpPr>
          <p:spPr bwMode="auto">
            <a:xfrm>
              <a:off x="1952"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2" name="Line 30">
              <a:extLst>
                <a:ext uri="{FF2B5EF4-FFF2-40B4-BE49-F238E27FC236}">
                  <a16:creationId xmlns:a16="http://schemas.microsoft.com/office/drawing/2014/main" id="{78D8664B-6BEB-7892-B89C-F04376C9357C}"/>
                </a:ext>
              </a:extLst>
            </p:cNvPr>
            <p:cNvSpPr>
              <a:spLocks noChangeShapeType="1"/>
            </p:cNvSpPr>
            <p:nvPr/>
          </p:nvSpPr>
          <p:spPr bwMode="auto">
            <a:xfrm>
              <a:off x="1512"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3" name="Line 31">
              <a:extLst>
                <a:ext uri="{FF2B5EF4-FFF2-40B4-BE49-F238E27FC236}">
                  <a16:creationId xmlns:a16="http://schemas.microsoft.com/office/drawing/2014/main" id="{634AC3D9-1387-16DD-D10A-DB8AE5AF4FAD}"/>
                </a:ext>
              </a:extLst>
            </p:cNvPr>
            <p:cNvSpPr>
              <a:spLocks noChangeShapeType="1"/>
            </p:cNvSpPr>
            <p:nvPr/>
          </p:nvSpPr>
          <p:spPr bwMode="auto">
            <a:xfrm>
              <a:off x="4872" y="308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4" name="Line 32">
              <a:extLst>
                <a:ext uri="{FF2B5EF4-FFF2-40B4-BE49-F238E27FC236}">
                  <a16:creationId xmlns:a16="http://schemas.microsoft.com/office/drawing/2014/main" id="{F2ECFB73-4C77-3025-E40F-3B42167201DB}"/>
                </a:ext>
              </a:extLst>
            </p:cNvPr>
            <p:cNvSpPr>
              <a:spLocks noChangeShapeType="1"/>
            </p:cNvSpPr>
            <p:nvPr/>
          </p:nvSpPr>
          <p:spPr bwMode="auto">
            <a:xfrm>
              <a:off x="480" y="3072"/>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5" name="Text Box 33">
              <a:extLst>
                <a:ext uri="{FF2B5EF4-FFF2-40B4-BE49-F238E27FC236}">
                  <a16:creationId xmlns:a16="http://schemas.microsoft.com/office/drawing/2014/main" id="{45061B68-636D-6A82-D250-FD07A158712B}"/>
                </a:ext>
              </a:extLst>
            </p:cNvPr>
            <p:cNvSpPr txBox="1">
              <a:spLocks noChangeArrowheads="1"/>
            </p:cNvSpPr>
            <p:nvPr/>
          </p:nvSpPr>
          <p:spPr bwMode="auto">
            <a:xfrm>
              <a:off x="182" y="3246"/>
              <a:ext cx="97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-2</a:t>
              </a:r>
              <a:r>
                <a:rPr lang="en-US" altLang="en-US" sz="1800" baseline="30000"/>
                <a:t>127 </a:t>
              </a:r>
              <a:r>
                <a:rPr lang="en-US" altLang="en-US" sz="1800">
                  <a:sym typeface="Symbol" panose="05050102010706020507" pitchFamily="18" charset="2"/>
                </a:rPr>
                <a:t>(2-2</a:t>
              </a:r>
              <a:r>
                <a:rPr lang="en-US" altLang="en-US" sz="1800" baseline="30000">
                  <a:sym typeface="Symbol" panose="05050102010706020507" pitchFamily="18" charset="2"/>
                </a:rPr>
                <a:t>-23</a:t>
              </a:r>
              <a:r>
                <a:rPr lang="en-US" altLang="en-US" sz="1800">
                  <a:sym typeface="Symbol" panose="05050102010706020507" pitchFamily="18" charset="2"/>
                </a:rPr>
                <a:t>)</a:t>
              </a:r>
            </a:p>
          </p:txBody>
        </p:sp>
        <p:sp>
          <p:nvSpPr>
            <p:cNvPr id="124946" name="Text Box 34">
              <a:extLst>
                <a:ext uri="{FF2B5EF4-FFF2-40B4-BE49-F238E27FC236}">
                  <a16:creationId xmlns:a16="http://schemas.microsoft.com/office/drawing/2014/main" id="{931854F6-AA1F-349A-D7B7-D6DBBCCE4FF7}"/>
                </a:ext>
              </a:extLst>
            </p:cNvPr>
            <p:cNvSpPr txBox="1">
              <a:spLocks noChangeArrowheads="1"/>
            </p:cNvSpPr>
            <p:nvPr/>
          </p:nvSpPr>
          <p:spPr bwMode="auto">
            <a:xfrm>
              <a:off x="4638" y="3190"/>
              <a:ext cx="866"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2</a:t>
              </a:r>
              <a:r>
                <a:rPr lang="en-US" altLang="en-US" sz="1600" baseline="30000"/>
                <a:t>127</a:t>
              </a:r>
              <a:r>
                <a:rPr lang="en-US" altLang="en-US" sz="1600">
                  <a:sym typeface="Symbol" panose="05050102010706020507" pitchFamily="18" charset="2"/>
                </a:rPr>
                <a:t>(2-2</a:t>
              </a:r>
              <a:r>
                <a:rPr lang="en-US" altLang="en-US" sz="1600" baseline="30000">
                  <a:sym typeface="Symbol" panose="05050102010706020507" pitchFamily="18" charset="2"/>
                </a:rPr>
                <a:t>-23</a:t>
              </a:r>
              <a:r>
                <a:rPr lang="en-US" altLang="en-US" sz="1600">
                  <a:sym typeface="Symbol" panose="05050102010706020507" pitchFamily="18" charset="2"/>
                </a:rPr>
                <a:t>)</a:t>
              </a:r>
              <a:endParaRPr lang="en-US" altLang="en-US" sz="1600"/>
            </a:p>
          </p:txBody>
        </p:sp>
        <p:sp>
          <p:nvSpPr>
            <p:cNvPr id="124947" name="Line 35">
              <a:extLst>
                <a:ext uri="{FF2B5EF4-FFF2-40B4-BE49-F238E27FC236}">
                  <a16:creationId xmlns:a16="http://schemas.microsoft.com/office/drawing/2014/main" id="{E25BBA61-3E14-8434-EF92-B267B44C83D6}"/>
                </a:ext>
              </a:extLst>
            </p:cNvPr>
            <p:cNvSpPr>
              <a:spLocks noChangeShapeType="1"/>
            </p:cNvSpPr>
            <p:nvPr/>
          </p:nvSpPr>
          <p:spPr bwMode="auto">
            <a:xfrm>
              <a:off x="3360"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8" name="Line 36">
              <a:extLst>
                <a:ext uri="{FF2B5EF4-FFF2-40B4-BE49-F238E27FC236}">
                  <a16:creationId xmlns:a16="http://schemas.microsoft.com/office/drawing/2014/main" id="{13D90B91-DC9C-E844-C9B1-BCF8FEDF87E5}"/>
                </a:ext>
              </a:extLst>
            </p:cNvPr>
            <p:cNvSpPr>
              <a:spLocks noChangeShapeType="1"/>
            </p:cNvSpPr>
            <p:nvPr/>
          </p:nvSpPr>
          <p:spPr bwMode="auto">
            <a:xfrm>
              <a:off x="3392"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49" name="Line 37">
              <a:extLst>
                <a:ext uri="{FF2B5EF4-FFF2-40B4-BE49-F238E27FC236}">
                  <a16:creationId xmlns:a16="http://schemas.microsoft.com/office/drawing/2014/main" id="{C8AC655A-4814-7773-6D5F-1B5F852C36B6}"/>
                </a:ext>
              </a:extLst>
            </p:cNvPr>
            <p:cNvSpPr>
              <a:spLocks noChangeShapeType="1"/>
            </p:cNvSpPr>
            <p:nvPr/>
          </p:nvSpPr>
          <p:spPr bwMode="auto">
            <a:xfrm>
              <a:off x="3720"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0" name="Line 38">
              <a:extLst>
                <a:ext uri="{FF2B5EF4-FFF2-40B4-BE49-F238E27FC236}">
                  <a16:creationId xmlns:a16="http://schemas.microsoft.com/office/drawing/2014/main" id="{D2FD22F1-3763-CB17-8A3E-7BAB8A210860}"/>
                </a:ext>
              </a:extLst>
            </p:cNvPr>
            <p:cNvSpPr>
              <a:spLocks noChangeShapeType="1"/>
            </p:cNvSpPr>
            <p:nvPr/>
          </p:nvSpPr>
          <p:spPr bwMode="auto">
            <a:xfrm>
              <a:off x="3688"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1" name="Line 39">
              <a:extLst>
                <a:ext uri="{FF2B5EF4-FFF2-40B4-BE49-F238E27FC236}">
                  <a16:creationId xmlns:a16="http://schemas.microsoft.com/office/drawing/2014/main" id="{27DEBE85-C1BF-A2EF-2A78-21D941EFF1E5}"/>
                </a:ext>
              </a:extLst>
            </p:cNvPr>
            <p:cNvSpPr>
              <a:spLocks noChangeShapeType="1"/>
            </p:cNvSpPr>
            <p:nvPr/>
          </p:nvSpPr>
          <p:spPr bwMode="auto">
            <a:xfrm>
              <a:off x="3808"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2" name="Line 40">
              <a:extLst>
                <a:ext uri="{FF2B5EF4-FFF2-40B4-BE49-F238E27FC236}">
                  <a16:creationId xmlns:a16="http://schemas.microsoft.com/office/drawing/2014/main" id="{67205E1C-831A-79BD-D64F-6179A1718E5B}"/>
                </a:ext>
              </a:extLst>
            </p:cNvPr>
            <p:cNvSpPr>
              <a:spLocks noChangeShapeType="1"/>
            </p:cNvSpPr>
            <p:nvPr/>
          </p:nvSpPr>
          <p:spPr bwMode="auto">
            <a:xfrm>
              <a:off x="3864"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53" name="Text Box 41">
              <a:extLst>
                <a:ext uri="{FF2B5EF4-FFF2-40B4-BE49-F238E27FC236}">
                  <a16:creationId xmlns:a16="http://schemas.microsoft.com/office/drawing/2014/main" id="{1FF83ED7-D8FC-E6A1-246F-5E9BC0F89652}"/>
                </a:ext>
              </a:extLst>
            </p:cNvPr>
            <p:cNvSpPr txBox="1">
              <a:spLocks noChangeArrowheads="1"/>
            </p:cNvSpPr>
            <p:nvPr/>
          </p:nvSpPr>
          <p:spPr bwMode="auto">
            <a:xfrm>
              <a:off x="166" y="3438"/>
              <a:ext cx="842"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-3.14</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38</a:t>
              </a:r>
              <a:endParaRPr lang="en-US" altLang="en-US" sz="1600">
                <a:sym typeface="Symbol" panose="05050102010706020507" pitchFamily="18" charset="2"/>
              </a:endParaRPr>
            </a:p>
          </p:txBody>
        </p:sp>
        <p:sp>
          <p:nvSpPr>
            <p:cNvPr id="124954" name="Text Box 42">
              <a:extLst>
                <a:ext uri="{FF2B5EF4-FFF2-40B4-BE49-F238E27FC236}">
                  <a16:creationId xmlns:a16="http://schemas.microsoft.com/office/drawing/2014/main" id="{4FB83683-C6A4-190D-4A1E-06766C230FDC}"/>
                </a:ext>
              </a:extLst>
            </p:cNvPr>
            <p:cNvSpPr txBox="1">
              <a:spLocks noChangeArrowheads="1"/>
            </p:cNvSpPr>
            <p:nvPr/>
          </p:nvSpPr>
          <p:spPr bwMode="auto">
            <a:xfrm>
              <a:off x="166" y="3609"/>
              <a:ext cx="9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-1.79</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308</a:t>
              </a:r>
              <a:endParaRPr lang="en-US" altLang="en-US" sz="1600">
                <a:sym typeface="Symbol" panose="05050102010706020507" pitchFamily="18" charset="2"/>
              </a:endParaRPr>
            </a:p>
          </p:txBody>
        </p:sp>
        <p:sp>
          <p:nvSpPr>
            <p:cNvPr id="124955" name="Text Box 43">
              <a:extLst>
                <a:ext uri="{FF2B5EF4-FFF2-40B4-BE49-F238E27FC236}">
                  <a16:creationId xmlns:a16="http://schemas.microsoft.com/office/drawing/2014/main" id="{4CD49BAA-63D0-F2C5-1C0C-32DD5AF8D30A}"/>
                </a:ext>
              </a:extLst>
            </p:cNvPr>
            <p:cNvSpPr txBox="1">
              <a:spLocks noChangeArrowheads="1"/>
            </p:cNvSpPr>
            <p:nvPr/>
          </p:nvSpPr>
          <p:spPr bwMode="auto">
            <a:xfrm>
              <a:off x="1536" y="3616"/>
              <a:ext cx="9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-2.23</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-308</a:t>
              </a:r>
              <a:endParaRPr lang="en-US" altLang="en-US" sz="1600">
                <a:sym typeface="Symbol" panose="05050102010706020507" pitchFamily="18" charset="2"/>
              </a:endParaRPr>
            </a:p>
          </p:txBody>
        </p:sp>
        <p:sp>
          <p:nvSpPr>
            <p:cNvPr id="124956" name="Text Box 44">
              <a:extLst>
                <a:ext uri="{FF2B5EF4-FFF2-40B4-BE49-F238E27FC236}">
                  <a16:creationId xmlns:a16="http://schemas.microsoft.com/office/drawing/2014/main" id="{968C1C62-8193-1106-D65E-5594590A3BC0}"/>
                </a:ext>
              </a:extLst>
            </p:cNvPr>
            <p:cNvSpPr txBox="1">
              <a:spLocks noChangeArrowheads="1"/>
            </p:cNvSpPr>
            <p:nvPr/>
          </p:nvSpPr>
          <p:spPr bwMode="auto">
            <a:xfrm>
              <a:off x="1520" y="3448"/>
              <a:ext cx="9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-1.18</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-38</a:t>
              </a:r>
              <a:endParaRPr lang="en-US" altLang="en-US" sz="1600">
                <a:sym typeface="Symbol" panose="05050102010706020507" pitchFamily="18" charset="2"/>
              </a:endParaRPr>
            </a:p>
          </p:txBody>
        </p:sp>
        <p:sp>
          <p:nvSpPr>
            <p:cNvPr id="124957" name="Text Box 45">
              <a:extLst>
                <a:ext uri="{FF2B5EF4-FFF2-40B4-BE49-F238E27FC236}">
                  <a16:creationId xmlns:a16="http://schemas.microsoft.com/office/drawing/2014/main" id="{DB60C9C5-FFE8-8E96-5F5D-50DE4C9195E6}"/>
                </a:ext>
              </a:extLst>
            </p:cNvPr>
            <p:cNvSpPr txBox="1">
              <a:spLocks noChangeArrowheads="1"/>
            </p:cNvSpPr>
            <p:nvPr/>
          </p:nvSpPr>
          <p:spPr bwMode="auto">
            <a:xfrm>
              <a:off x="2960" y="3424"/>
              <a:ext cx="9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1.18</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-38</a:t>
              </a:r>
              <a:endParaRPr lang="en-US" altLang="en-US" sz="1600">
                <a:sym typeface="Symbol" panose="05050102010706020507" pitchFamily="18" charset="2"/>
              </a:endParaRPr>
            </a:p>
          </p:txBody>
        </p:sp>
        <p:grpSp>
          <p:nvGrpSpPr>
            <p:cNvPr id="124958" name="Group 46">
              <a:extLst>
                <a:ext uri="{FF2B5EF4-FFF2-40B4-BE49-F238E27FC236}">
                  <a16:creationId xmlns:a16="http://schemas.microsoft.com/office/drawing/2014/main" id="{1CAA7701-72AB-AAF5-62FC-C5B5582A44F1}"/>
                </a:ext>
              </a:extLst>
            </p:cNvPr>
            <p:cNvGrpSpPr>
              <a:grpSpLocks/>
            </p:cNvGrpSpPr>
            <p:nvPr/>
          </p:nvGrpSpPr>
          <p:grpSpPr bwMode="auto">
            <a:xfrm>
              <a:off x="2936" y="3360"/>
              <a:ext cx="54" cy="192"/>
              <a:chOff x="2936" y="3488"/>
              <a:chExt cx="54" cy="192"/>
            </a:xfrm>
          </p:grpSpPr>
          <p:sp>
            <p:nvSpPr>
              <p:cNvPr id="124978" name="Line 47">
                <a:extLst>
                  <a:ext uri="{FF2B5EF4-FFF2-40B4-BE49-F238E27FC236}">
                    <a16:creationId xmlns:a16="http://schemas.microsoft.com/office/drawing/2014/main" id="{B3D61A3A-E168-EB7A-0CA0-955EE096A050}"/>
                  </a:ext>
                </a:extLst>
              </p:cNvPr>
              <p:cNvSpPr>
                <a:spLocks noChangeShapeType="1"/>
              </p:cNvSpPr>
              <p:nvPr/>
            </p:nvSpPr>
            <p:spPr bwMode="auto">
              <a:xfrm>
                <a:off x="2936" y="3680"/>
                <a:ext cx="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9" name="Line 48">
                <a:extLst>
                  <a:ext uri="{FF2B5EF4-FFF2-40B4-BE49-F238E27FC236}">
                    <a16:creationId xmlns:a16="http://schemas.microsoft.com/office/drawing/2014/main" id="{53CDED79-4A8F-425E-04C1-ED0C8F18B555}"/>
                  </a:ext>
                </a:extLst>
              </p:cNvPr>
              <p:cNvSpPr>
                <a:spLocks noChangeShapeType="1"/>
              </p:cNvSpPr>
              <p:nvPr/>
            </p:nvSpPr>
            <p:spPr bwMode="auto">
              <a:xfrm flipV="1">
                <a:off x="2936" y="3488"/>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pSp>
        <p:sp>
          <p:nvSpPr>
            <p:cNvPr id="124959" name="Line 49">
              <a:extLst>
                <a:ext uri="{FF2B5EF4-FFF2-40B4-BE49-F238E27FC236}">
                  <a16:creationId xmlns:a16="http://schemas.microsoft.com/office/drawing/2014/main" id="{7092C1C2-DF47-0973-83D3-F8D4271451A2}"/>
                </a:ext>
              </a:extLst>
            </p:cNvPr>
            <p:cNvSpPr>
              <a:spLocks noChangeShapeType="1"/>
            </p:cNvSpPr>
            <p:nvPr/>
          </p:nvSpPr>
          <p:spPr bwMode="auto">
            <a:xfrm flipV="1">
              <a:off x="2328" y="3352"/>
              <a:ext cx="0" cy="19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4960" name="Line 50">
              <a:extLst>
                <a:ext uri="{FF2B5EF4-FFF2-40B4-BE49-F238E27FC236}">
                  <a16:creationId xmlns:a16="http://schemas.microsoft.com/office/drawing/2014/main" id="{7A0859B9-5953-DA52-6DBE-2B6AD55CAC95}"/>
                </a:ext>
              </a:extLst>
            </p:cNvPr>
            <p:cNvSpPr>
              <a:spLocks noChangeShapeType="1"/>
            </p:cNvSpPr>
            <p:nvPr/>
          </p:nvSpPr>
          <p:spPr bwMode="auto">
            <a:xfrm>
              <a:off x="2272" y="3544"/>
              <a:ext cx="5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61" name="Line 51">
              <a:extLst>
                <a:ext uri="{FF2B5EF4-FFF2-40B4-BE49-F238E27FC236}">
                  <a16:creationId xmlns:a16="http://schemas.microsoft.com/office/drawing/2014/main" id="{0EF9CF78-7FCD-5093-A5F1-30CF596995E7}"/>
                </a:ext>
              </a:extLst>
            </p:cNvPr>
            <p:cNvSpPr>
              <a:spLocks noChangeShapeType="1"/>
            </p:cNvSpPr>
            <p:nvPr/>
          </p:nvSpPr>
          <p:spPr bwMode="auto">
            <a:xfrm>
              <a:off x="4648" y="308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62" name="Line 52">
              <a:extLst>
                <a:ext uri="{FF2B5EF4-FFF2-40B4-BE49-F238E27FC236}">
                  <a16:creationId xmlns:a16="http://schemas.microsoft.com/office/drawing/2014/main" id="{D2F2B10C-2AB3-8C42-C4DB-AA8B3BADF91A}"/>
                </a:ext>
              </a:extLst>
            </p:cNvPr>
            <p:cNvSpPr>
              <a:spLocks noChangeShapeType="1"/>
            </p:cNvSpPr>
            <p:nvPr/>
          </p:nvSpPr>
          <p:spPr bwMode="auto">
            <a:xfrm>
              <a:off x="4448" y="308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63" name="Text Box 53">
              <a:extLst>
                <a:ext uri="{FF2B5EF4-FFF2-40B4-BE49-F238E27FC236}">
                  <a16:creationId xmlns:a16="http://schemas.microsoft.com/office/drawing/2014/main" id="{C9FDE383-2A29-E045-D868-F958DEFDAC77}"/>
                </a:ext>
              </a:extLst>
            </p:cNvPr>
            <p:cNvSpPr txBox="1">
              <a:spLocks noChangeArrowheads="1"/>
            </p:cNvSpPr>
            <p:nvPr/>
          </p:nvSpPr>
          <p:spPr bwMode="auto">
            <a:xfrm>
              <a:off x="4622" y="3624"/>
              <a:ext cx="9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1.79</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308</a:t>
              </a:r>
              <a:endParaRPr lang="en-US" altLang="en-US" sz="1600">
                <a:sym typeface="Symbol" panose="05050102010706020507" pitchFamily="18" charset="2"/>
              </a:endParaRPr>
            </a:p>
          </p:txBody>
        </p:sp>
        <p:sp>
          <p:nvSpPr>
            <p:cNvPr id="124964" name="Text Box 54">
              <a:extLst>
                <a:ext uri="{FF2B5EF4-FFF2-40B4-BE49-F238E27FC236}">
                  <a16:creationId xmlns:a16="http://schemas.microsoft.com/office/drawing/2014/main" id="{EEEC0517-BD55-B1D6-AF79-5B453F95E7A7}"/>
                </a:ext>
              </a:extLst>
            </p:cNvPr>
            <p:cNvSpPr txBox="1">
              <a:spLocks noChangeArrowheads="1"/>
            </p:cNvSpPr>
            <p:nvPr/>
          </p:nvSpPr>
          <p:spPr bwMode="auto">
            <a:xfrm>
              <a:off x="2880" y="3584"/>
              <a:ext cx="938"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2.23</a:t>
              </a:r>
              <a:r>
                <a:rPr lang="en-US" altLang="en-US" sz="1600" baseline="30000"/>
                <a:t> </a:t>
              </a:r>
              <a:r>
                <a:rPr lang="en-US" altLang="en-US" sz="1600">
                  <a:sym typeface="Symbol" panose="05050102010706020507" pitchFamily="18" charset="2"/>
                </a:rPr>
                <a:t>10</a:t>
              </a:r>
              <a:r>
                <a:rPr lang="en-US" altLang="en-US" sz="1600" baseline="30000">
                  <a:sym typeface="Symbol" panose="05050102010706020507" pitchFamily="18" charset="2"/>
                </a:rPr>
                <a:t>-308</a:t>
              </a:r>
              <a:endParaRPr lang="en-US" altLang="en-US" sz="1600">
                <a:sym typeface="Symbol" panose="05050102010706020507" pitchFamily="18" charset="2"/>
              </a:endParaRPr>
            </a:p>
          </p:txBody>
        </p:sp>
        <p:sp>
          <p:nvSpPr>
            <p:cNvPr id="124965" name="AutoShape 55">
              <a:extLst>
                <a:ext uri="{FF2B5EF4-FFF2-40B4-BE49-F238E27FC236}">
                  <a16:creationId xmlns:a16="http://schemas.microsoft.com/office/drawing/2014/main" id="{82B2D710-D4B7-6369-7707-EF5469C24450}"/>
                </a:ext>
              </a:extLst>
            </p:cNvPr>
            <p:cNvSpPr>
              <a:spLocks/>
            </p:cNvSpPr>
            <p:nvPr/>
          </p:nvSpPr>
          <p:spPr bwMode="auto">
            <a:xfrm rot="-5400000">
              <a:off x="1348" y="2068"/>
              <a:ext cx="120" cy="1792"/>
            </a:xfrm>
            <a:prstGeom prst="rightBrace">
              <a:avLst>
                <a:gd name="adj1" fmla="val 124444"/>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baseline="-25000"/>
            </a:p>
          </p:txBody>
        </p:sp>
        <p:sp>
          <p:nvSpPr>
            <p:cNvPr id="124966" name="AutoShape 56">
              <a:extLst>
                <a:ext uri="{FF2B5EF4-FFF2-40B4-BE49-F238E27FC236}">
                  <a16:creationId xmlns:a16="http://schemas.microsoft.com/office/drawing/2014/main" id="{44E6BADC-3318-2E3C-E9EC-CCF408952DA3}"/>
                </a:ext>
              </a:extLst>
            </p:cNvPr>
            <p:cNvSpPr>
              <a:spLocks/>
            </p:cNvSpPr>
            <p:nvPr/>
          </p:nvSpPr>
          <p:spPr bwMode="auto">
            <a:xfrm rot="-5400000">
              <a:off x="3856" y="2032"/>
              <a:ext cx="112" cy="1872"/>
            </a:xfrm>
            <a:prstGeom prst="rightBrace">
              <a:avLst>
                <a:gd name="adj1" fmla="val 13928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baseline="-25000"/>
            </a:p>
          </p:txBody>
        </p:sp>
        <p:sp>
          <p:nvSpPr>
            <p:cNvPr id="124967" name="AutoShape 57">
              <a:extLst>
                <a:ext uri="{FF2B5EF4-FFF2-40B4-BE49-F238E27FC236}">
                  <a16:creationId xmlns:a16="http://schemas.microsoft.com/office/drawing/2014/main" id="{F461A853-C375-8F28-C1B5-7334D51A57E8}"/>
                </a:ext>
              </a:extLst>
            </p:cNvPr>
            <p:cNvSpPr>
              <a:spLocks/>
            </p:cNvSpPr>
            <p:nvPr/>
          </p:nvSpPr>
          <p:spPr bwMode="auto">
            <a:xfrm rot="-5400000">
              <a:off x="2446" y="2878"/>
              <a:ext cx="45" cy="304"/>
            </a:xfrm>
            <a:prstGeom prst="rightBrace">
              <a:avLst>
                <a:gd name="adj1" fmla="val 5629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baseline="-25000"/>
            </a:p>
          </p:txBody>
        </p:sp>
        <p:sp>
          <p:nvSpPr>
            <p:cNvPr id="124968" name="AutoShape 58">
              <a:extLst>
                <a:ext uri="{FF2B5EF4-FFF2-40B4-BE49-F238E27FC236}">
                  <a16:creationId xmlns:a16="http://schemas.microsoft.com/office/drawing/2014/main" id="{BEEFFAB8-B63C-354C-345C-D9032F189856}"/>
                </a:ext>
              </a:extLst>
            </p:cNvPr>
            <p:cNvSpPr>
              <a:spLocks/>
            </p:cNvSpPr>
            <p:nvPr/>
          </p:nvSpPr>
          <p:spPr bwMode="auto">
            <a:xfrm rot="-5400000">
              <a:off x="2782" y="2878"/>
              <a:ext cx="45" cy="304"/>
            </a:xfrm>
            <a:prstGeom prst="rightBrace">
              <a:avLst>
                <a:gd name="adj1" fmla="val 56296"/>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endParaRPr lang="ru-RU" altLang="en-US" sz="2400" baseline="-25000"/>
            </a:p>
          </p:txBody>
        </p:sp>
        <p:sp>
          <p:nvSpPr>
            <p:cNvPr id="124969" name="Text Box 59">
              <a:extLst>
                <a:ext uri="{FF2B5EF4-FFF2-40B4-BE49-F238E27FC236}">
                  <a16:creationId xmlns:a16="http://schemas.microsoft.com/office/drawing/2014/main" id="{6DABE319-ADC4-3F8B-7086-B71CC2E7EA9F}"/>
                </a:ext>
              </a:extLst>
            </p:cNvPr>
            <p:cNvSpPr txBox="1">
              <a:spLocks noChangeArrowheads="1"/>
            </p:cNvSpPr>
            <p:nvPr/>
          </p:nvSpPr>
          <p:spPr bwMode="auto">
            <a:xfrm>
              <a:off x="528" y="2640"/>
              <a:ext cx="17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Normalized numbers</a:t>
              </a:r>
            </a:p>
          </p:txBody>
        </p:sp>
        <p:sp>
          <p:nvSpPr>
            <p:cNvPr id="124970" name="Text Box 60">
              <a:extLst>
                <a:ext uri="{FF2B5EF4-FFF2-40B4-BE49-F238E27FC236}">
                  <a16:creationId xmlns:a16="http://schemas.microsoft.com/office/drawing/2014/main" id="{EB02A778-BDCA-C8BD-BCCC-C24196ABA977}"/>
                </a:ext>
              </a:extLst>
            </p:cNvPr>
            <p:cNvSpPr txBox="1">
              <a:spLocks noChangeArrowheads="1"/>
            </p:cNvSpPr>
            <p:nvPr/>
          </p:nvSpPr>
          <p:spPr bwMode="auto">
            <a:xfrm>
              <a:off x="3168" y="2640"/>
              <a:ext cx="17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Normalized numbers</a:t>
              </a:r>
            </a:p>
          </p:txBody>
        </p:sp>
        <p:sp>
          <p:nvSpPr>
            <p:cNvPr id="124971" name="Text Box 61">
              <a:extLst>
                <a:ext uri="{FF2B5EF4-FFF2-40B4-BE49-F238E27FC236}">
                  <a16:creationId xmlns:a16="http://schemas.microsoft.com/office/drawing/2014/main" id="{4E0F516E-3728-F93C-149D-33E4E6CD31FB}"/>
                </a:ext>
              </a:extLst>
            </p:cNvPr>
            <p:cNvSpPr txBox="1">
              <a:spLocks noChangeArrowheads="1"/>
            </p:cNvSpPr>
            <p:nvPr/>
          </p:nvSpPr>
          <p:spPr bwMode="auto">
            <a:xfrm>
              <a:off x="2112" y="2496"/>
              <a:ext cx="1728"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Denormalized numbers</a:t>
              </a:r>
            </a:p>
          </p:txBody>
        </p:sp>
        <p:sp>
          <p:nvSpPr>
            <p:cNvPr id="124972" name="Line 62">
              <a:extLst>
                <a:ext uri="{FF2B5EF4-FFF2-40B4-BE49-F238E27FC236}">
                  <a16:creationId xmlns:a16="http://schemas.microsoft.com/office/drawing/2014/main" id="{611E46EA-89C4-176C-99EA-C540AF09C08B}"/>
                </a:ext>
              </a:extLst>
            </p:cNvPr>
            <p:cNvSpPr>
              <a:spLocks noChangeShapeType="1"/>
            </p:cNvSpPr>
            <p:nvPr/>
          </p:nvSpPr>
          <p:spPr bwMode="auto">
            <a:xfrm flipV="1">
              <a:off x="2488" y="2687"/>
              <a:ext cx="136" cy="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3" name="Line 63">
              <a:extLst>
                <a:ext uri="{FF2B5EF4-FFF2-40B4-BE49-F238E27FC236}">
                  <a16:creationId xmlns:a16="http://schemas.microsoft.com/office/drawing/2014/main" id="{5BCAA113-912E-EB49-8820-D46180D8A41F}"/>
                </a:ext>
              </a:extLst>
            </p:cNvPr>
            <p:cNvSpPr>
              <a:spLocks noChangeShapeType="1"/>
            </p:cNvSpPr>
            <p:nvPr/>
          </p:nvSpPr>
          <p:spPr bwMode="auto">
            <a:xfrm>
              <a:off x="2688" y="2695"/>
              <a:ext cx="136" cy="24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4" name="Line 64">
              <a:extLst>
                <a:ext uri="{FF2B5EF4-FFF2-40B4-BE49-F238E27FC236}">
                  <a16:creationId xmlns:a16="http://schemas.microsoft.com/office/drawing/2014/main" id="{8E04296C-BDF9-6AEE-F23F-DC636BEFA99B}"/>
                </a:ext>
              </a:extLst>
            </p:cNvPr>
            <p:cNvSpPr>
              <a:spLocks noChangeShapeType="1"/>
            </p:cNvSpPr>
            <p:nvPr/>
          </p:nvSpPr>
          <p:spPr bwMode="auto">
            <a:xfrm>
              <a:off x="1920" y="3088"/>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5" name="Line 65">
              <a:extLst>
                <a:ext uri="{FF2B5EF4-FFF2-40B4-BE49-F238E27FC236}">
                  <a16:creationId xmlns:a16="http://schemas.microsoft.com/office/drawing/2014/main" id="{09129242-4033-8B61-2845-DAB892B0A44C}"/>
                </a:ext>
              </a:extLst>
            </p:cNvPr>
            <p:cNvSpPr>
              <a:spLocks noChangeShapeType="1"/>
            </p:cNvSpPr>
            <p:nvPr/>
          </p:nvSpPr>
          <p:spPr bwMode="auto">
            <a:xfrm>
              <a:off x="1888" y="308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6" name="Line 66">
              <a:extLst>
                <a:ext uri="{FF2B5EF4-FFF2-40B4-BE49-F238E27FC236}">
                  <a16:creationId xmlns:a16="http://schemas.microsoft.com/office/drawing/2014/main" id="{F8759D93-E2C6-F393-F142-4AE0D741F72D}"/>
                </a:ext>
              </a:extLst>
            </p:cNvPr>
            <p:cNvSpPr>
              <a:spLocks noChangeShapeType="1"/>
            </p:cNvSpPr>
            <p:nvPr/>
          </p:nvSpPr>
          <p:spPr bwMode="auto">
            <a:xfrm>
              <a:off x="744" y="308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24977" name="Line 67">
              <a:extLst>
                <a:ext uri="{FF2B5EF4-FFF2-40B4-BE49-F238E27FC236}">
                  <a16:creationId xmlns:a16="http://schemas.microsoft.com/office/drawing/2014/main" id="{D9F14B8A-06F3-7740-CA92-56614AEB1340}"/>
                </a:ext>
              </a:extLst>
            </p:cNvPr>
            <p:cNvSpPr>
              <a:spLocks noChangeShapeType="1"/>
            </p:cNvSpPr>
            <p:nvPr/>
          </p:nvSpPr>
          <p:spPr bwMode="auto">
            <a:xfrm>
              <a:off x="976" y="3080"/>
              <a:ext cx="0" cy="9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583A2A9-F62A-2C6E-3A8E-577D67829AAC}"/>
              </a:ext>
            </a:extLst>
          </p:cNvPr>
          <p:cNvSpPr>
            <a:spLocks noGrp="1"/>
          </p:cNvSpPr>
          <p:nvPr>
            <p:ph type="body" sz="quarter" idx="10"/>
          </p:nvPr>
        </p:nvSpPr>
        <p:spPr/>
        <p:txBody>
          <a:bodyPr/>
          <a:lstStyle/>
          <a:p>
            <a:pPr marL="0" indent="0">
              <a:buNone/>
            </a:pPr>
            <a:r>
              <a:rPr lang="en-US" altLang="en-US" sz="2400" dirty="0"/>
              <a:t>Extended  precision – 80 bit</a:t>
            </a:r>
            <a:endParaRPr lang="ru-RU" altLang="en-US" sz="2400" dirty="0"/>
          </a:p>
          <a:p>
            <a:pPr eaLnBrk="1" hangingPunct="1">
              <a:spcBef>
                <a:spcPct val="50000"/>
              </a:spcBef>
            </a:pPr>
            <a:endParaRPr lang="en-US" altLang="en-US" sz="2400" b="1" dirty="0"/>
          </a:p>
          <a:p>
            <a:pPr eaLnBrk="1" hangingPunct="1">
              <a:spcBef>
                <a:spcPct val="50000"/>
              </a:spcBef>
            </a:pPr>
            <a:endParaRPr lang="en-US" altLang="en-US" b="1" dirty="0"/>
          </a:p>
          <a:p>
            <a:pPr marL="0" indent="0" eaLnBrk="1" hangingPunct="1">
              <a:spcBef>
                <a:spcPct val="50000"/>
              </a:spcBef>
              <a:buNone/>
            </a:pPr>
            <a:r>
              <a:rPr lang="en-US" altLang="en-US" sz="2400" b="1" dirty="0"/>
              <a:t>Internal format </a:t>
            </a:r>
            <a:r>
              <a:rPr lang="en-US" altLang="en-US" sz="2400" dirty="0"/>
              <a:t>- to provide additional range and precision for constants and intermediate results.</a:t>
            </a:r>
          </a:p>
          <a:p>
            <a:pPr marL="0" indent="0" eaLnBrk="1" hangingPunct="1">
              <a:buNone/>
            </a:pPr>
            <a:r>
              <a:rPr lang="en-US" altLang="en-US" sz="2400" dirty="0"/>
              <a:t>IEEE 754-2008 standard added half-precision (16-bit) and </a:t>
            </a:r>
            <a:r>
              <a:rPr lang="en-US" altLang="en-US" sz="2400" dirty="0" err="1"/>
              <a:t>quard</a:t>
            </a:r>
            <a:r>
              <a:rPr lang="en-US" altLang="en-US" sz="2400" dirty="0"/>
              <a:t>-precision 128-bit floating point operations</a:t>
            </a:r>
            <a:r>
              <a:rPr lang="ru-RU" altLang="en-US" sz="2400" dirty="0"/>
              <a:t>.</a:t>
            </a:r>
          </a:p>
          <a:p>
            <a:pPr marL="0" indent="0" eaLnBrk="1" hangingPunct="1">
              <a:buNone/>
            </a:pPr>
            <a:r>
              <a:rPr lang="en-US" altLang="en-US" sz="2400" dirty="0"/>
              <a:t>Half-precision: S-1bit, E – 5 bit, F – 10 bit.</a:t>
            </a:r>
          </a:p>
          <a:p>
            <a:pPr marL="0" indent="0" eaLnBrk="1" hangingPunct="1">
              <a:buNone/>
            </a:pPr>
            <a:r>
              <a:rPr lang="en-US" altLang="en-US" sz="2400" dirty="0" err="1"/>
              <a:t>Quard</a:t>
            </a:r>
            <a:r>
              <a:rPr lang="en-US" altLang="en-US" sz="2400" dirty="0"/>
              <a:t>-precision: S-1bit, E – 15 bit, F – 112 bit.</a:t>
            </a:r>
          </a:p>
          <a:p>
            <a:pPr eaLnBrk="1" hangingPunct="1"/>
            <a:endParaRPr lang="ru-RU" altLang="en-US" sz="2400" dirty="0"/>
          </a:p>
          <a:p>
            <a:pPr eaLnBrk="1" hangingPunct="1"/>
            <a:endParaRPr lang="ru-RU" altLang="en-US" sz="2400" dirty="0"/>
          </a:p>
          <a:p>
            <a:pPr eaLnBrk="1" hangingPunct="1"/>
            <a:endParaRPr lang="en-GB" altLang="en-US" sz="2400" dirty="0"/>
          </a:p>
          <a:p>
            <a:pPr eaLnBrk="1" hangingPunct="1">
              <a:spcBef>
                <a:spcPct val="50000"/>
              </a:spcBef>
              <a:buClr>
                <a:srgbClr val="0000FF"/>
              </a:buClr>
            </a:pPr>
            <a:endParaRPr lang="en-US" altLang="en-US" sz="2400" dirty="0"/>
          </a:p>
          <a:p>
            <a:pPr eaLnBrk="1" hangingPunct="1">
              <a:spcBef>
                <a:spcPct val="50000"/>
              </a:spcBef>
            </a:pPr>
            <a:endParaRPr lang="ru-RU" altLang="en-US" sz="2400" dirty="0"/>
          </a:p>
          <a:p>
            <a:endParaRPr lang="en-US" dirty="0"/>
          </a:p>
        </p:txBody>
      </p:sp>
      <p:grpSp>
        <p:nvGrpSpPr>
          <p:cNvPr id="126978" name="Group 5">
            <a:extLst>
              <a:ext uri="{FF2B5EF4-FFF2-40B4-BE49-F238E27FC236}">
                <a16:creationId xmlns:a16="http://schemas.microsoft.com/office/drawing/2014/main" id="{ED02B177-0405-CC69-17B5-CE3FC69F4635}"/>
              </a:ext>
            </a:extLst>
          </p:cNvPr>
          <p:cNvGrpSpPr>
            <a:grpSpLocks/>
          </p:cNvGrpSpPr>
          <p:nvPr/>
        </p:nvGrpSpPr>
        <p:grpSpPr bwMode="auto">
          <a:xfrm>
            <a:off x="2209800" y="1924050"/>
            <a:ext cx="7683500" cy="889000"/>
            <a:chOff x="336" y="960"/>
            <a:chExt cx="4840" cy="560"/>
          </a:xfrm>
        </p:grpSpPr>
        <p:sp>
          <p:nvSpPr>
            <p:cNvPr id="109574" name="Rectangle 6">
              <a:extLst>
                <a:ext uri="{FF2B5EF4-FFF2-40B4-BE49-F238E27FC236}">
                  <a16:creationId xmlns:a16="http://schemas.microsoft.com/office/drawing/2014/main" id="{838C80A7-D93E-4B78-93AF-499BB9F4FAA3}"/>
                </a:ext>
              </a:extLst>
            </p:cNvPr>
            <p:cNvSpPr>
              <a:spLocks noChangeArrowheads="1"/>
            </p:cNvSpPr>
            <p:nvPr/>
          </p:nvSpPr>
          <p:spPr bwMode="auto">
            <a:xfrm>
              <a:off x="336" y="1232"/>
              <a:ext cx="4840" cy="28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a:latin typeface="+mj-lt"/>
                  <a:cs typeface="Arial" charset="0"/>
                </a:rPr>
                <a:t>S	E	 1	F</a:t>
              </a:r>
            </a:p>
          </p:txBody>
        </p:sp>
        <p:sp>
          <p:nvSpPr>
            <p:cNvPr id="109575" name="Line 7">
              <a:extLst>
                <a:ext uri="{FF2B5EF4-FFF2-40B4-BE49-F238E27FC236}">
                  <a16:creationId xmlns:a16="http://schemas.microsoft.com/office/drawing/2014/main" id="{19CA2CFD-E92A-4070-BCAD-6B5839AE35E9}"/>
                </a:ext>
              </a:extLst>
            </p:cNvPr>
            <p:cNvSpPr>
              <a:spLocks noChangeShapeType="1"/>
            </p:cNvSpPr>
            <p:nvPr/>
          </p:nvSpPr>
          <p:spPr bwMode="auto">
            <a:xfrm>
              <a:off x="576" y="1232"/>
              <a:ext cx="0" cy="288"/>
            </a:xfrm>
            <a:prstGeom prst="line">
              <a:avLst/>
            </a:prstGeom>
            <a:noFill/>
            <a:ln w="25400">
              <a:solidFill>
                <a:schemeClr val="tx1"/>
              </a:solidFill>
              <a:round/>
              <a:headEnd/>
              <a:tailEnd/>
            </a:ln>
          </p:spPr>
          <p:txBody>
            <a:bodyPr/>
            <a:lstStyle/>
            <a:p>
              <a:pPr eaLnBrk="1" hangingPunct="1">
                <a:defRPr/>
              </a:pPr>
              <a:endParaRPr lang="en-US" sz="2800">
                <a:latin typeface="+mj-lt"/>
                <a:cs typeface="Arial" charset="0"/>
              </a:endParaRPr>
            </a:p>
          </p:txBody>
        </p:sp>
        <p:sp>
          <p:nvSpPr>
            <p:cNvPr id="109576" name="Line 8">
              <a:extLst>
                <a:ext uri="{FF2B5EF4-FFF2-40B4-BE49-F238E27FC236}">
                  <a16:creationId xmlns:a16="http://schemas.microsoft.com/office/drawing/2014/main" id="{E634F1C6-BA12-47BA-9C9F-63C1378BE061}"/>
                </a:ext>
              </a:extLst>
            </p:cNvPr>
            <p:cNvSpPr>
              <a:spLocks noChangeShapeType="1"/>
            </p:cNvSpPr>
            <p:nvPr/>
          </p:nvSpPr>
          <p:spPr bwMode="auto">
            <a:xfrm>
              <a:off x="1536" y="1232"/>
              <a:ext cx="0" cy="288"/>
            </a:xfrm>
            <a:prstGeom prst="line">
              <a:avLst/>
            </a:prstGeom>
            <a:noFill/>
            <a:ln w="25400">
              <a:solidFill>
                <a:schemeClr val="tx1"/>
              </a:solidFill>
              <a:round/>
              <a:headEnd/>
              <a:tailEnd/>
            </a:ln>
          </p:spPr>
          <p:txBody>
            <a:bodyPr/>
            <a:lstStyle/>
            <a:p>
              <a:pPr eaLnBrk="1" hangingPunct="1">
                <a:defRPr/>
              </a:pPr>
              <a:endParaRPr lang="en-US" sz="2800">
                <a:latin typeface="+mj-lt"/>
                <a:cs typeface="Arial" charset="0"/>
              </a:endParaRPr>
            </a:p>
          </p:txBody>
        </p:sp>
        <p:sp>
          <p:nvSpPr>
            <p:cNvPr id="109577" name="Text Box 9">
              <a:extLst>
                <a:ext uri="{FF2B5EF4-FFF2-40B4-BE49-F238E27FC236}">
                  <a16:creationId xmlns:a16="http://schemas.microsoft.com/office/drawing/2014/main" id="{A5C1358A-0529-4D55-99F5-81F9B627F4DD}"/>
                </a:ext>
              </a:extLst>
            </p:cNvPr>
            <p:cNvSpPr txBox="1">
              <a:spLocks noChangeArrowheads="1"/>
            </p:cNvSpPr>
            <p:nvPr/>
          </p:nvSpPr>
          <p:spPr bwMode="auto">
            <a:xfrm>
              <a:off x="392" y="1008"/>
              <a:ext cx="288" cy="213"/>
            </a:xfrm>
            <a:prstGeom prst="rect">
              <a:avLst/>
            </a:prstGeom>
            <a:noFill/>
            <a:ln w="25400">
              <a:noFill/>
              <a:miter lim="800000"/>
              <a:headEnd/>
              <a:tailEnd/>
            </a:ln>
          </p:spPr>
          <p:txBody>
            <a:bodyPr>
              <a:spAutoFit/>
            </a:bodyPr>
            <a:lstStyle/>
            <a:p>
              <a:pPr eaLnBrk="1" hangingPunct="1">
                <a:spcBef>
                  <a:spcPct val="50000"/>
                </a:spcBef>
                <a:defRPr/>
              </a:pPr>
              <a:r>
                <a:rPr lang="en-US" sz="1600">
                  <a:latin typeface="+mj-lt"/>
                  <a:cs typeface="Arial" charset="0"/>
                </a:rPr>
                <a:t>1</a:t>
              </a:r>
            </a:p>
          </p:txBody>
        </p:sp>
        <p:sp>
          <p:nvSpPr>
            <p:cNvPr id="109578" name="Text Box 10">
              <a:extLst>
                <a:ext uri="{FF2B5EF4-FFF2-40B4-BE49-F238E27FC236}">
                  <a16:creationId xmlns:a16="http://schemas.microsoft.com/office/drawing/2014/main" id="{0A4AD1B7-36AC-4F1B-9B96-6F02332560B2}"/>
                </a:ext>
              </a:extLst>
            </p:cNvPr>
            <p:cNvSpPr txBox="1">
              <a:spLocks noChangeArrowheads="1"/>
            </p:cNvSpPr>
            <p:nvPr/>
          </p:nvSpPr>
          <p:spPr bwMode="auto">
            <a:xfrm>
              <a:off x="896" y="1016"/>
              <a:ext cx="288" cy="213"/>
            </a:xfrm>
            <a:prstGeom prst="rect">
              <a:avLst/>
            </a:prstGeom>
            <a:noFill/>
            <a:ln w="25400">
              <a:noFill/>
              <a:miter lim="800000"/>
              <a:headEnd/>
              <a:tailEnd/>
            </a:ln>
          </p:spPr>
          <p:txBody>
            <a:bodyPr>
              <a:spAutoFit/>
            </a:bodyPr>
            <a:lstStyle/>
            <a:p>
              <a:pPr eaLnBrk="1" hangingPunct="1">
                <a:spcBef>
                  <a:spcPct val="50000"/>
                </a:spcBef>
                <a:defRPr/>
              </a:pPr>
              <a:r>
                <a:rPr lang="en-US" sz="1600">
                  <a:latin typeface="+mj-lt"/>
                  <a:cs typeface="Arial" charset="0"/>
                </a:rPr>
                <a:t>15</a:t>
              </a:r>
            </a:p>
          </p:txBody>
        </p:sp>
        <p:sp>
          <p:nvSpPr>
            <p:cNvPr id="109579" name="Text Box 11">
              <a:extLst>
                <a:ext uri="{FF2B5EF4-FFF2-40B4-BE49-F238E27FC236}">
                  <a16:creationId xmlns:a16="http://schemas.microsoft.com/office/drawing/2014/main" id="{2F9EB32C-6A76-4647-9E45-C1F38F682879}"/>
                </a:ext>
              </a:extLst>
            </p:cNvPr>
            <p:cNvSpPr txBox="1">
              <a:spLocks noChangeArrowheads="1"/>
            </p:cNvSpPr>
            <p:nvPr/>
          </p:nvSpPr>
          <p:spPr bwMode="auto">
            <a:xfrm>
              <a:off x="3168" y="960"/>
              <a:ext cx="288" cy="213"/>
            </a:xfrm>
            <a:prstGeom prst="rect">
              <a:avLst/>
            </a:prstGeom>
            <a:noFill/>
            <a:ln w="25400">
              <a:noFill/>
              <a:miter lim="800000"/>
              <a:headEnd/>
              <a:tailEnd/>
            </a:ln>
          </p:spPr>
          <p:txBody>
            <a:bodyPr>
              <a:spAutoFit/>
            </a:bodyPr>
            <a:lstStyle/>
            <a:p>
              <a:pPr eaLnBrk="1" hangingPunct="1">
                <a:spcBef>
                  <a:spcPct val="50000"/>
                </a:spcBef>
                <a:defRPr/>
              </a:pPr>
              <a:r>
                <a:rPr lang="en-US" sz="1600">
                  <a:latin typeface="+mj-lt"/>
                  <a:cs typeface="Arial" charset="0"/>
                </a:rPr>
                <a:t>64</a:t>
              </a:r>
            </a:p>
          </p:txBody>
        </p:sp>
        <p:sp>
          <p:nvSpPr>
            <p:cNvPr id="109580" name="Line 12">
              <a:extLst>
                <a:ext uri="{FF2B5EF4-FFF2-40B4-BE49-F238E27FC236}">
                  <a16:creationId xmlns:a16="http://schemas.microsoft.com/office/drawing/2014/main" id="{65303FDF-32A6-4B43-ABDE-EFD236812B51}"/>
                </a:ext>
              </a:extLst>
            </p:cNvPr>
            <p:cNvSpPr>
              <a:spLocks noChangeShapeType="1"/>
            </p:cNvSpPr>
            <p:nvPr/>
          </p:nvSpPr>
          <p:spPr bwMode="auto">
            <a:xfrm>
              <a:off x="1776" y="1232"/>
              <a:ext cx="0" cy="288"/>
            </a:xfrm>
            <a:prstGeom prst="line">
              <a:avLst/>
            </a:prstGeom>
            <a:noFill/>
            <a:ln w="25400">
              <a:solidFill>
                <a:schemeClr val="tx1"/>
              </a:solidFill>
              <a:round/>
              <a:headEnd/>
              <a:tailEnd/>
            </a:ln>
          </p:spPr>
          <p:txBody>
            <a:bodyPr/>
            <a:lstStyle/>
            <a:p>
              <a:pPr eaLnBrk="1" hangingPunct="1">
                <a:defRPr/>
              </a:pPr>
              <a:endParaRPr lang="en-US" sz="2800">
                <a:latin typeface="+mj-lt"/>
                <a:cs typeface="Arial" charset="0"/>
              </a:endParaRPr>
            </a:p>
          </p:txBody>
        </p:sp>
        <p:sp>
          <p:nvSpPr>
            <p:cNvPr id="109581" name="Line 13">
              <a:extLst>
                <a:ext uri="{FF2B5EF4-FFF2-40B4-BE49-F238E27FC236}">
                  <a16:creationId xmlns:a16="http://schemas.microsoft.com/office/drawing/2014/main" id="{9B9775A3-599B-4599-A424-E4D2DA09B198}"/>
                </a:ext>
              </a:extLst>
            </p:cNvPr>
            <p:cNvSpPr>
              <a:spLocks noChangeShapeType="1"/>
            </p:cNvSpPr>
            <p:nvPr/>
          </p:nvSpPr>
          <p:spPr bwMode="auto">
            <a:xfrm flipV="1">
              <a:off x="1536" y="1008"/>
              <a:ext cx="0" cy="192"/>
            </a:xfrm>
            <a:prstGeom prst="line">
              <a:avLst/>
            </a:prstGeom>
            <a:noFill/>
            <a:ln w="9525">
              <a:solidFill>
                <a:schemeClr val="tx1"/>
              </a:solidFill>
              <a:round/>
              <a:headEnd/>
              <a:tailEnd/>
            </a:ln>
          </p:spPr>
          <p:txBody>
            <a:bodyPr/>
            <a:lstStyle/>
            <a:p>
              <a:pPr eaLnBrk="1" hangingPunct="1">
                <a:defRPr/>
              </a:pPr>
              <a:endParaRPr lang="en-US" sz="2800">
                <a:latin typeface="+mj-lt"/>
                <a:cs typeface="Arial" charset="0"/>
              </a:endParaRPr>
            </a:p>
          </p:txBody>
        </p:sp>
        <p:sp>
          <p:nvSpPr>
            <p:cNvPr id="109582" name="Line 14">
              <a:extLst>
                <a:ext uri="{FF2B5EF4-FFF2-40B4-BE49-F238E27FC236}">
                  <a16:creationId xmlns:a16="http://schemas.microsoft.com/office/drawing/2014/main" id="{B89C201A-A9C4-4472-9EFD-8B49CDD590C9}"/>
                </a:ext>
              </a:extLst>
            </p:cNvPr>
            <p:cNvSpPr>
              <a:spLocks noChangeShapeType="1"/>
            </p:cNvSpPr>
            <p:nvPr/>
          </p:nvSpPr>
          <p:spPr bwMode="auto">
            <a:xfrm flipV="1">
              <a:off x="5160" y="1016"/>
              <a:ext cx="0" cy="192"/>
            </a:xfrm>
            <a:prstGeom prst="line">
              <a:avLst/>
            </a:prstGeom>
            <a:noFill/>
            <a:ln w="9525">
              <a:solidFill>
                <a:schemeClr val="tx1"/>
              </a:solidFill>
              <a:round/>
              <a:headEnd/>
              <a:tailEnd/>
            </a:ln>
          </p:spPr>
          <p:txBody>
            <a:bodyPr/>
            <a:lstStyle/>
            <a:p>
              <a:pPr eaLnBrk="1" hangingPunct="1">
                <a:defRPr/>
              </a:pPr>
              <a:endParaRPr lang="en-US" sz="2800">
                <a:latin typeface="+mj-lt"/>
                <a:cs typeface="Arial" charset="0"/>
              </a:endParaRPr>
            </a:p>
          </p:txBody>
        </p:sp>
        <p:sp>
          <p:nvSpPr>
            <p:cNvPr id="109583" name="Line 15">
              <a:extLst>
                <a:ext uri="{FF2B5EF4-FFF2-40B4-BE49-F238E27FC236}">
                  <a16:creationId xmlns:a16="http://schemas.microsoft.com/office/drawing/2014/main" id="{C0B15411-0BD5-44FD-8C0B-746A06F80958}"/>
                </a:ext>
              </a:extLst>
            </p:cNvPr>
            <p:cNvSpPr>
              <a:spLocks noChangeShapeType="1"/>
            </p:cNvSpPr>
            <p:nvPr/>
          </p:nvSpPr>
          <p:spPr bwMode="auto">
            <a:xfrm>
              <a:off x="1584" y="1104"/>
              <a:ext cx="1410" cy="0"/>
            </a:xfrm>
            <a:prstGeom prst="line">
              <a:avLst/>
            </a:prstGeom>
            <a:noFill/>
            <a:ln w="9525">
              <a:solidFill>
                <a:schemeClr val="tx1"/>
              </a:solidFill>
              <a:round/>
              <a:headEnd type="triangle" w="med" len="med"/>
              <a:tailEnd/>
            </a:ln>
          </p:spPr>
          <p:txBody>
            <a:bodyPr/>
            <a:lstStyle/>
            <a:p>
              <a:pPr eaLnBrk="1" hangingPunct="1">
                <a:defRPr/>
              </a:pPr>
              <a:endParaRPr lang="en-US" sz="2800">
                <a:latin typeface="+mj-lt"/>
                <a:cs typeface="Arial" charset="0"/>
              </a:endParaRPr>
            </a:p>
          </p:txBody>
        </p:sp>
        <p:sp>
          <p:nvSpPr>
            <p:cNvPr id="109584" name="Line 16">
              <a:extLst>
                <a:ext uri="{FF2B5EF4-FFF2-40B4-BE49-F238E27FC236}">
                  <a16:creationId xmlns:a16="http://schemas.microsoft.com/office/drawing/2014/main" id="{ED15833E-78FC-4B2B-B6CA-838CE83CED37}"/>
                </a:ext>
              </a:extLst>
            </p:cNvPr>
            <p:cNvSpPr>
              <a:spLocks noChangeShapeType="1"/>
            </p:cNvSpPr>
            <p:nvPr/>
          </p:nvSpPr>
          <p:spPr bwMode="auto">
            <a:xfrm>
              <a:off x="3696" y="1104"/>
              <a:ext cx="1410" cy="0"/>
            </a:xfrm>
            <a:prstGeom prst="line">
              <a:avLst/>
            </a:prstGeom>
            <a:noFill/>
            <a:ln w="9525">
              <a:solidFill>
                <a:schemeClr val="tx1"/>
              </a:solidFill>
              <a:round/>
              <a:headEnd/>
              <a:tailEnd type="triangle" w="med" len="med"/>
            </a:ln>
          </p:spPr>
          <p:txBody>
            <a:bodyPr/>
            <a:lstStyle/>
            <a:p>
              <a:pPr eaLnBrk="1" hangingPunct="1">
                <a:defRPr/>
              </a:pPr>
              <a:endParaRPr lang="en-US" sz="2800">
                <a:latin typeface="+mj-lt"/>
                <a:cs typeface="Arial" charset="0"/>
              </a:endParaRPr>
            </a:p>
          </p:txBody>
        </p:sp>
      </p:grpSp>
      <p:sp>
        <p:nvSpPr>
          <p:cNvPr id="126981" name="Rectangle 19">
            <a:extLst>
              <a:ext uri="{FF2B5EF4-FFF2-40B4-BE49-F238E27FC236}">
                <a16:creationId xmlns:a16="http://schemas.microsoft.com/office/drawing/2014/main" id="{F068D02A-F428-4B00-33E3-3D12AEE4690D}"/>
              </a:ext>
            </a:extLst>
          </p:cNvPr>
          <p:cNvSpPr>
            <a:spLocks noGrp="1" noChangeArrowheads="1"/>
          </p:cNvSpPr>
          <p:nvPr>
            <p:ph type="title"/>
          </p:nvPr>
        </p:nvSpPr>
        <p:spPr/>
        <p:txBody>
          <a:bodyPr/>
          <a:lstStyle/>
          <a:p>
            <a:r>
              <a:rPr lang="en-US" altLang="en-US"/>
              <a:t>Floating Point Data (3)</a:t>
            </a: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a:extLst>
              <a:ext uri="{FF2B5EF4-FFF2-40B4-BE49-F238E27FC236}">
                <a16:creationId xmlns:a16="http://schemas.microsoft.com/office/drawing/2014/main" id="{80189D95-C4F7-E5F5-37FB-C0EBDB6B9442}"/>
              </a:ext>
            </a:extLst>
          </p:cNvPr>
          <p:cNvSpPr>
            <a:spLocks noGrp="1" noChangeArrowheads="1"/>
          </p:cNvSpPr>
          <p:nvPr>
            <p:ph type="title"/>
          </p:nvPr>
        </p:nvSpPr>
        <p:spPr/>
        <p:txBody>
          <a:bodyPr/>
          <a:lstStyle/>
          <a:p>
            <a:r>
              <a:rPr lang="en-US" altLang="en-US"/>
              <a:t>IEEE 754-2008</a:t>
            </a:r>
            <a:endParaRPr lang="ru-RU" altLang="en-US"/>
          </a:p>
        </p:txBody>
      </p:sp>
      <p:grpSp>
        <p:nvGrpSpPr>
          <p:cNvPr id="129027" name="Group 3">
            <a:extLst>
              <a:ext uri="{FF2B5EF4-FFF2-40B4-BE49-F238E27FC236}">
                <a16:creationId xmlns:a16="http://schemas.microsoft.com/office/drawing/2014/main" id="{B3E17406-C0C4-41B1-26C4-FF658094BD82}"/>
              </a:ext>
            </a:extLst>
          </p:cNvPr>
          <p:cNvGrpSpPr>
            <a:grpSpLocks/>
          </p:cNvGrpSpPr>
          <p:nvPr/>
        </p:nvGrpSpPr>
        <p:grpSpPr bwMode="auto">
          <a:xfrm>
            <a:off x="1981200" y="1628776"/>
            <a:ext cx="3581400" cy="809625"/>
            <a:chOff x="288" y="837"/>
            <a:chExt cx="2256" cy="510"/>
          </a:xfrm>
        </p:grpSpPr>
        <p:sp>
          <p:nvSpPr>
            <p:cNvPr id="40964" name="Rectangle 4">
              <a:extLst>
                <a:ext uri="{FF2B5EF4-FFF2-40B4-BE49-F238E27FC236}">
                  <a16:creationId xmlns:a16="http://schemas.microsoft.com/office/drawing/2014/main" id="{16C8A18C-7F19-43D8-A2E9-CE8782E533E3}"/>
                </a:ext>
              </a:extLst>
            </p:cNvPr>
            <p:cNvSpPr>
              <a:spLocks noChangeArrowheads="1"/>
            </p:cNvSpPr>
            <p:nvPr/>
          </p:nvSpPr>
          <p:spPr bwMode="auto">
            <a:xfrm>
              <a:off x="288" y="1056"/>
              <a:ext cx="2256" cy="288"/>
            </a:xfrm>
            <a:prstGeom prst="rect">
              <a:avLst/>
            </a:prstGeom>
            <a:solidFill>
              <a:schemeClr val="accent1">
                <a:lumMod val="60000"/>
                <a:lumOff val="40000"/>
              </a:schemeClr>
            </a:solidFill>
            <a:ln w="28575">
              <a:solidFill>
                <a:schemeClr val="tx1"/>
              </a:solidFill>
              <a:miter lim="800000"/>
              <a:headEnd/>
              <a:tailEnd/>
            </a:ln>
            <a:effectLst/>
          </p:spPr>
          <p:txBody>
            <a:bodyPr wrap="none" anchor="ctr"/>
            <a:lstStyle/>
            <a:p>
              <a:pPr eaLnBrk="1" hangingPunct="1">
                <a:defRPr/>
              </a:pPr>
              <a:r>
                <a:rPr lang="en-US" sz="2000">
                  <a:latin typeface="+mj-lt"/>
                  <a:cs typeface="Arial" charset="0"/>
                </a:rPr>
                <a:t>S       E                   F   </a:t>
              </a:r>
              <a:endParaRPr lang="ru-RU" sz="2000">
                <a:latin typeface="+mj-lt"/>
                <a:cs typeface="Arial" charset="0"/>
              </a:endParaRPr>
            </a:p>
          </p:txBody>
        </p:sp>
        <p:sp>
          <p:nvSpPr>
            <p:cNvPr id="40965" name="Line 5">
              <a:extLst>
                <a:ext uri="{FF2B5EF4-FFF2-40B4-BE49-F238E27FC236}">
                  <a16:creationId xmlns:a16="http://schemas.microsoft.com/office/drawing/2014/main" id="{C6DCBFD9-D43D-49C8-A32C-8EC0B758D2C1}"/>
                </a:ext>
              </a:extLst>
            </p:cNvPr>
            <p:cNvSpPr>
              <a:spLocks noChangeShapeType="1"/>
            </p:cNvSpPr>
            <p:nvPr/>
          </p:nvSpPr>
          <p:spPr bwMode="auto">
            <a:xfrm>
              <a:off x="524" y="1056"/>
              <a:ext cx="0" cy="288"/>
            </a:xfrm>
            <a:prstGeom prst="line">
              <a:avLst/>
            </a:prstGeom>
            <a:noFill/>
            <a:ln w="28575">
              <a:solidFill>
                <a:schemeClr val="tx1"/>
              </a:solidFill>
              <a:round/>
              <a:headEnd/>
              <a:tailEnd/>
            </a:ln>
            <a:effectLst/>
          </p:spPr>
          <p:txBody>
            <a:bodyPr/>
            <a:lstStyle/>
            <a:p>
              <a:pPr eaLnBrk="1" hangingPunct="1">
                <a:defRPr/>
              </a:pPr>
              <a:endParaRPr lang="en-GB">
                <a:latin typeface="+mj-lt"/>
                <a:cs typeface="Arial" charset="0"/>
              </a:endParaRPr>
            </a:p>
          </p:txBody>
        </p:sp>
        <p:sp>
          <p:nvSpPr>
            <p:cNvPr id="40966" name="Line 6">
              <a:extLst>
                <a:ext uri="{FF2B5EF4-FFF2-40B4-BE49-F238E27FC236}">
                  <a16:creationId xmlns:a16="http://schemas.microsoft.com/office/drawing/2014/main" id="{2A3E757B-15C2-4F23-86D7-F2646C5DD83B}"/>
                </a:ext>
              </a:extLst>
            </p:cNvPr>
            <p:cNvSpPr>
              <a:spLocks noChangeShapeType="1"/>
            </p:cNvSpPr>
            <p:nvPr/>
          </p:nvSpPr>
          <p:spPr bwMode="auto">
            <a:xfrm>
              <a:off x="1104" y="1059"/>
              <a:ext cx="0" cy="288"/>
            </a:xfrm>
            <a:prstGeom prst="line">
              <a:avLst/>
            </a:prstGeom>
            <a:noFill/>
            <a:ln w="28575">
              <a:solidFill>
                <a:schemeClr val="tx1"/>
              </a:solidFill>
              <a:round/>
              <a:headEnd/>
              <a:tailEnd/>
            </a:ln>
            <a:effectLst/>
          </p:spPr>
          <p:txBody>
            <a:bodyPr/>
            <a:lstStyle/>
            <a:p>
              <a:pPr eaLnBrk="1" hangingPunct="1">
                <a:defRPr/>
              </a:pPr>
              <a:endParaRPr lang="en-GB">
                <a:latin typeface="+mj-lt"/>
                <a:cs typeface="Arial" charset="0"/>
              </a:endParaRPr>
            </a:p>
          </p:txBody>
        </p:sp>
        <p:sp>
          <p:nvSpPr>
            <p:cNvPr id="40967" name="Text Box 7">
              <a:extLst>
                <a:ext uri="{FF2B5EF4-FFF2-40B4-BE49-F238E27FC236}">
                  <a16:creationId xmlns:a16="http://schemas.microsoft.com/office/drawing/2014/main" id="{32C6581A-E215-4F75-BD8C-F3D546E46060}"/>
                </a:ext>
              </a:extLst>
            </p:cNvPr>
            <p:cNvSpPr txBox="1">
              <a:spLocks noChangeArrowheads="1"/>
            </p:cNvSpPr>
            <p:nvPr/>
          </p:nvSpPr>
          <p:spPr bwMode="auto">
            <a:xfrm>
              <a:off x="288" y="837"/>
              <a:ext cx="288" cy="250"/>
            </a:xfrm>
            <a:prstGeom prst="rect">
              <a:avLst/>
            </a:prstGeom>
            <a:noFill/>
            <a:ln w="9525">
              <a:noFill/>
              <a:miter lim="800000"/>
              <a:headEnd/>
              <a:tailEnd/>
            </a:ln>
            <a:effectLst/>
          </p:spPr>
          <p:txBody>
            <a:bodyPr>
              <a:spAutoFit/>
            </a:bodyPr>
            <a:lstStyle/>
            <a:p>
              <a:pPr eaLnBrk="1" hangingPunct="1">
                <a:spcBef>
                  <a:spcPct val="50000"/>
                </a:spcBef>
                <a:defRPr/>
              </a:pPr>
              <a:r>
                <a:rPr lang="en-US" sz="2000" dirty="0">
                  <a:latin typeface="+mj-lt"/>
                  <a:cs typeface="Arial" charset="0"/>
                </a:rPr>
                <a:t>1</a:t>
              </a:r>
              <a:endParaRPr lang="ru-RU" sz="2000" dirty="0">
                <a:latin typeface="+mj-lt"/>
                <a:cs typeface="Arial" charset="0"/>
              </a:endParaRPr>
            </a:p>
          </p:txBody>
        </p:sp>
        <p:sp>
          <p:nvSpPr>
            <p:cNvPr id="40968" name="Text Box 8">
              <a:extLst>
                <a:ext uri="{FF2B5EF4-FFF2-40B4-BE49-F238E27FC236}">
                  <a16:creationId xmlns:a16="http://schemas.microsoft.com/office/drawing/2014/main" id="{3E4B6060-B876-40D2-94B0-676CCC055E4E}"/>
                </a:ext>
              </a:extLst>
            </p:cNvPr>
            <p:cNvSpPr txBox="1">
              <a:spLocks noChangeArrowheads="1"/>
            </p:cNvSpPr>
            <p:nvPr/>
          </p:nvSpPr>
          <p:spPr bwMode="auto">
            <a:xfrm>
              <a:off x="669" y="837"/>
              <a:ext cx="288" cy="252"/>
            </a:xfrm>
            <a:prstGeom prst="rect">
              <a:avLst/>
            </a:prstGeom>
            <a:noFill/>
            <a:ln w="9525">
              <a:noFill/>
              <a:miter lim="800000"/>
              <a:headEnd/>
              <a:tailEnd/>
            </a:ln>
            <a:effectLst/>
          </p:spPr>
          <p:txBody>
            <a:bodyPr>
              <a:spAutoFit/>
            </a:bodyPr>
            <a:lstStyle/>
            <a:p>
              <a:pPr eaLnBrk="1" hangingPunct="1">
                <a:spcBef>
                  <a:spcPct val="50000"/>
                </a:spcBef>
                <a:defRPr/>
              </a:pPr>
              <a:r>
                <a:rPr lang="en-US" sz="2000" dirty="0">
                  <a:latin typeface="+mj-lt"/>
                  <a:cs typeface="Arial" charset="0"/>
                </a:rPr>
                <a:t>5</a:t>
              </a:r>
              <a:endParaRPr lang="ru-RU" sz="2000" dirty="0">
                <a:latin typeface="+mj-lt"/>
                <a:cs typeface="Arial" charset="0"/>
              </a:endParaRPr>
            </a:p>
          </p:txBody>
        </p:sp>
        <p:sp>
          <p:nvSpPr>
            <p:cNvPr id="40969" name="Text Box 9">
              <a:extLst>
                <a:ext uri="{FF2B5EF4-FFF2-40B4-BE49-F238E27FC236}">
                  <a16:creationId xmlns:a16="http://schemas.microsoft.com/office/drawing/2014/main" id="{4E80019C-8131-47C6-9896-211BF446505F}"/>
                </a:ext>
              </a:extLst>
            </p:cNvPr>
            <p:cNvSpPr txBox="1">
              <a:spLocks noChangeArrowheads="1"/>
            </p:cNvSpPr>
            <p:nvPr/>
          </p:nvSpPr>
          <p:spPr bwMode="auto">
            <a:xfrm>
              <a:off x="1632" y="837"/>
              <a:ext cx="528" cy="250"/>
            </a:xfrm>
            <a:prstGeom prst="rect">
              <a:avLst/>
            </a:prstGeom>
            <a:noFill/>
            <a:ln w="9525">
              <a:noFill/>
              <a:miter lim="800000"/>
              <a:headEnd/>
              <a:tailEnd/>
            </a:ln>
            <a:effectLst/>
          </p:spPr>
          <p:txBody>
            <a:bodyPr>
              <a:spAutoFit/>
            </a:bodyPr>
            <a:lstStyle/>
            <a:p>
              <a:pPr eaLnBrk="1" hangingPunct="1">
                <a:spcBef>
                  <a:spcPct val="50000"/>
                </a:spcBef>
                <a:defRPr/>
              </a:pPr>
              <a:r>
                <a:rPr lang="en-US" sz="2000" dirty="0">
                  <a:latin typeface="+mj-lt"/>
                  <a:cs typeface="Arial" charset="0"/>
                </a:rPr>
                <a:t>10</a:t>
              </a:r>
              <a:endParaRPr lang="ru-RU" sz="2000" dirty="0">
                <a:latin typeface="+mj-lt"/>
                <a:cs typeface="Arial" charset="0"/>
              </a:endParaRPr>
            </a:p>
          </p:txBody>
        </p:sp>
      </p:grpSp>
      <p:grpSp>
        <p:nvGrpSpPr>
          <p:cNvPr id="129028" name="Group 10">
            <a:extLst>
              <a:ext uri="{FF2B5EF4-FFF2-40B4-BE49-F238E27FC236}">
                <a16:creationId xmlns:a16="http://schemas.microsoft.com/office/drawing/2014/main" id="{9ABA06E5-71EA-4D9C-8537-CBD773C30F8F}"/>
              </a:ext>
            </a:extLst>
          </p:cNvPr>
          <p:cNvGrpSpPr>
            <a:grpSpLocks/>
          </p:cNvGrpSpPr>
          <p:nvPr/>
        </p:nvGrpSpPr>
        <p:grpSpPr bwMode="auto">
          <a:xfrm>
            <a:off x="2122488" y="3252788"/>
            <a:ext cx="6335712" cy="800100"/>
            <a:chOff x="288" y="837"/>
            <a:chExt cx="2256" cy="510"/>
          </a:xfrm>
        </p:grpSpPr>
        <p:sp>
          <p:nvSpPr>
            <p:cNvPr id="40971" name="Rectangle 11">
              <a:extLst>
                <a:ext uri="{FF2B5EF4-FFF2-40B4-BE49-F238E27FC236}">
                  <a16:creationId xmlns:a16="http://schemas.microsoft.com/office/drawing/2014/main" id="{944CFAB4-81AC-4A28-B625-03954F6513C5}"/>
                </a:ext>
              </a:extLst>
            </p:cNvPr>
            <p:cNvSpPr>
              <a:spLocks noChangeArrowheads="1"/>
            </p:cNvSpPr>
            <p:nvPr/>
          </p:nvSpPr>
          <p:spPr bwMode="auto">
            <a:xfrm>
              <a:off x="288" y="1056"/>
              <a:ext cx="2256" cy="288"/>
            </a:xfrm>
            <a:prstGeom prst="rect">
              <a:avLst/>
            </a:prstGeom>
            <a:solidFill>
              <a:schemeClr val="accent1">
                <a:lumMod val="60000"/>
                <a:lumOff val="40000"/>
              </a:schemeClr>
            </a:solidFill>
            <a:ln w="28575">
              <a:solidFill>
                <a:schemeClr val="tx1"/>
              </a:solidFill>
              <a:miter lim="800000"/>
              <a:headEnd/>
              <a:tailEnd/>
            </a:ln>
            <a:effectLst/>
          </p:spPr>
          <p:txBody>
            <a:bodyPr wrap="none" anchor="ctr"/>
            <a:lstStyle/>
            <a:p>
              <a:pPr eaLnBrk="1" hangingPunct="1">
                <a:defRPr/>
              </a:pPr>
              <a:r>
                <a:rPr lang="en-US" sz="2000">
                  <a:latin typeface="+mj-lt"/>
                  <a:cs typeface="Arial" charset="0"/>
                </a:rPr>
                <a:t>S                  E                   F   </a:t>
              </a:r>
              <a:endParaRPr lang="ru-RU" sz="2000">
                <a:latin typeface="+mj-lt"/>
                <a:cs typeface="Arial" charset="0"/>
              </a:endParaRPr>
            </a:p>
          </p:txBody>
        </p:sp>
        <p:sp>
          <p:nvSpPr>
            <p:cNvPr id="40972" name="Line 12">
              <a:extLst>
                <a:ext uri="{FF2B5EF4-FFF2-40B4-BE49-F238E27FC236}">
                  <a16:creationId xmlns:a16="http://schemas.microsoft.com/office/drawing/2014/main" id="{A1107D37-DE98-4481-B568-B8A2B91E7ADA}"/>
                </a:ext>
              </a:extLst>
            </p:cNvPr>
            <p:cNvSpPr>
              <a:spLocks noChangeShapeType="1"/>
            </p:cNvSpPr>
            <p:nvPr/>
          </p:nvSpPr>
          <p:spPr bwMode="auto">
            <a:xfrm>
              <a:off x="426" y="1056"/>
              <a:ext cx="0" cy="288"/>
            </a:xfrm>
            <a:prstGeom prst="line">
              <a:avLst/>
            </a:prstGeom>
            <a:noFill/>
            <a:ln w="28575">
              <a:solidFill>
                <a:schemeClr val="tx1"/>
              </a:solidFill>
              <a:round/>
              <a:headEnd/>
              <a:tailEnd/>
            </a:ln>
            <a:effectLst/>
          </p:spPr>
          <p:txBody>
            <a:bodyPr/>
            <a:lstStyle/>
            <a:p>
              <a:pPr eaLnBrk="1" hangingPunct="1">
                <a:defRPr/>
              </a:pPr>
              <a:endParaRPr lang="en-GB">
                <a:latin typeface="+mj-lt"/>
                <a:cs typeface="Arial" charset="0"/>
              </a:endParaRPr>
            </a:p>
          </p:txBody>
        </p:sp>
        <p:sp>
          <p:nvSpPr>
            <p:cNvPr id="40973" name="Line 13">
              <a:extLst>
                <a:ext uri="{FF2B5EF4-FFF2-40B4-BE49-F238E27FC236}">
                  <a16:creationId xmlns:a16="http://schemas.microsoft.com/office/drawing/2014/main" id="{07C2E292-F293-48AF-A7A9-DA8F670308CE}"/>
                </a:ext>
              </a:extLst>
            </p:cNvPr>
            <p:cNvSpPr>
              <a:spLocks noChangeShapeType="1"/>
            </p:cNvSpPr>
            <p:nvPr/>
          </p:nvSpPr>
          <p:spPr bwMode="auto">
            <a:xfrm>
              <a:off x="1104" y="1059"/>
              <a:ext cx="0" cy="288"/>
            </a:xfrm>
            <a:prstGeom prst="line">
              <a:avLst/>
            </a:prstGeom>
            <a:noFill/>
            <a:ln w="28575">
              <a:solidFill>
                <a:schemeClr val="tx1"/>
              </a:solidFill>
              <a:round/>
              <a:headEnd/>
              <a:tailEnd/>
            </a:ln>
            <a:effectLst/>
          </p:spPr>
          <p:txBody>
            <a:bodyPr/>
            <a:lstStyle/>
            <a:p>
              <a:pPr eaLnBrk="1" hangingPunct="1">
                <a:defRPr/>
              </a:pPr>
              <a:endParaRPr lang="en-GB">
                <a:latin typeface="+mj-lt"/>
                <a:cs typeface="Arial" charset="0"/>
              </a:endParaRPr>
            </a:p>
          </p:txBody>
        </p:sp>
        <p:sp>
          <p:nvSpPr>
            <p:cNvPr id="40974" name="Text Box 14">
              <a:extLst>
                <a:ext uri="{FF2B5EF4-FFF2-40B4-BE49-F238E27FC236}">
                  <a16:creationId xmlns:a16="http://schemas.microsoft.com/office/drawing/2014/main" id="{988E8D1C-5466-45D4-97D1-620CBFFC2D33}"/>
                </a:ext>
              </a:extLst>
            </p:cNvPr>
            <p:cNvSpPr txBox="1">
              <a:spLocks noChangeArrowheads="1"/>
            </p:cNvSpPr>
            <p:nvPr/>
          </p:nvSpPr>
          <p:spPr bwMode="auto">
            <a:xfrm>
              <a:off x="288" y="837"/>
              <a:ext cx="288" cy="253"/>
            </a:xfrm>
            <a:prstGeom prst="rect">
              <a:avLst/>
            </a:prstGeom>
            <a:noFill/>
            <a:ln w="9525">
              <a:noFill/>
              <a:miter lim="800000"/>
              <a:headEnd/>
              <a:tailEnd/>
            </a:ln>
            <a:effectLst/>
          </p:spPr>
          <p:txBody>
            <a:bodyPr>
              <a:spAutoFit/>
            </a:bodyPr>
            <a:lstStyle/>
            <a:p>
              <a:pPr eaLnBrk="1" hangingPunct="1">
                <a:spcBef>
                  <a:spcPct val="50000"/>
                </a:spcBef>
                <a:defRPr/>
              </a:pPr>
              <a:r>
                <a:rPr lang="en-US" sz="2000">
                  <a:latin typeface="+mj-lt"/>
                  <a:cs typeface="Arial" charset="0"/>
                </a:rPr>
                <a:t>1</a:t>
              </a:r>
              <a:endParaRPr lang="ru-RU" sz="2000">
                <a:latin typeface="+mj-lt"/>
                <a:cs typeface="Arial" charset="0"/>
              </a:endParaRPr>
            </a:p>
          </p:txBody>
        </p:sp>
        <p:sp>
          <p:nvSpPr>
            <p:cNvPr id="40975" name="Text Box 15">
              <a:extLst>
                <a:ext uri="{FF2B5EF4-FFF2-40B4-BE49-F238E27FC236}">
                  <a16:creationId xmlns:a16="http://schemas.microsoft.com/office/drawing/2014/main" id="{5B6B6E5C-6F01-47AB-8033-AACE33BA5164}"/>
                </a:ext>
              </a:extLst>
            </p:cNvPr>
            <p:cNvSpPr txBox="1">
              <a:spLocks noChangeArrowheads="1"/>
            </p:cNvSpPr>
            <p:nvPr/>
          </p:nvSpPr>
          <p:spPr bwMode="auto">
            <a:xfrm>
              <a:off x="669" y="837"/>
              <a:ext cx="288" cy="253"/>
            </a:xfrm>
            <a:prstGeom prst="rect">
              <a:avLst/>
            </a:prstGeom>
            <a:noFill/>
            <a:ln w="9525">
              <a:noFill/>
              <a:miter lim="800000"/>
              <a:headEnd/>
              <a:tailEnd/>
            </a:ln>
            <a:effectLst/>
          </p:spPr>
          <p:txBody>
            <a:bodyPr>
              <a:spAutoFit/>
            </a:bodyPr>
            <a:lstStyle/>
            <a:p>
              <a:pPr eaLnBrk="1" hangingPunct="1">
                <a:spcBef>
                  <a:spcPct val="50000"/>
                </a:spcBef>
                <a:defRPr/>
              </a:pPr>
              <a:r>
                <a:rPr lang="en-US" sz="2000">
                  <a:latin typeface="+mj-lt"/>
                  <a:cs typeface="Arial" charset="0"/>
                </a:rPr>
                <a:t>15</a:t>
              </a:r>
              <a:endParaRPr lang="ru-RU" sz="2000">
                <a:latin typeface="+mj-lt"/>
                <a:cs typeface="Arial" charset="0"/>
              </a:endParaRPr>
            </a:p>
          </p:txBody>
        </p:sp>
        <p:sp>
          <p:nvSpPr>
            <p:cNvPr id="40976" name="Text Box 16">
              <a:extLst>
                <a:ext uri="{FF2B5EF4-FFF2-40B4-BE49-F238E27FC236}">
                  <a16:creationId xmlns:a16="http://schemas.microsoft.com/office/drawing/2014/main" id="{9009AFA5-B6F3-41FD-BE26-269E88A5D356}"/>
                </a:ext>
              </a:extLst>
            </p:cNvPr>
            <p:cNvSpPr txBox="1">
              <a:spLocks noChangeArrowheads="1"/>
            </p:cNvSpPr>
            <p:nvPr/>
          </p:nvSpPr>
          <p:spPr bwMode="auto">
            <a:xfrm>
              <a:off x="1632" y="837"/>
              <a:ext cx="528" cy="253"/>
            </a:xfrm>
            <a:prstGeom prst="rect">
              <a:avLst/>
            </a:prstGeom>
            <a:noFill/>
            <a:ln w="9525">
              <a:noFill/>
              <a:miter lim="800000"/>
              <a:headEnd/>
              <a:tailEnd/>
            </a:ln>
            <a:effectLst/>
          </p:spPr>
          <p:txBody>
            <a:bodyPr>
              <a:spAutoFit/>
            </a:bodyPr>
            <a:lstStyle/>
            <a:p>
              <a:pPr eaLnBrk="1" hangingPunct="1">
                <a:spcBef>
                  <a:spcPct val="50000"/>
                </a:spcBef>
                <a:defRPr/>
              </a:pPr>
              <a:r>
                <a:rPr lang="en-US" sz="2000">
                  <a:latin typeface="+mj-lt"/>
                  <a:cs typeface="Arial" charset="0"/>
                </a:rPr>
                <a:t>112</a:t>
              </a:r>
              <a:endParaRPr lang="ru-RU" sz="2000">
                <a:latin typeface="+mj-lt"/>
                <a:cs typeface="Arial" charset="0"/>
              </a:endParaRPr>
            </a:p>
          </p:txBody>
        </p:sp>
      </p:grpSp>
      <p:sp>
        <p:nvSpPr>
          <p:cNvPr id="40977" name="Text Box 17">
            <a:extLst>
              <a:ext uri="{FF2B5EF4-FFF2-40B4-BE49-F238E27FC236}">
                <a16:creationId xmlns:a16="http://schemas.microsoft.com/office/drawing/2014/main" id="{2668B010-71E8-47D0-AF96-AA42C4819A4C}"/>
              </a:ext>
            </a:extLst>
          </p:cNvPr>
          <p:cNvSpPr txBox="1">
            <a:spLocks noChangeArrowheads="1"/>
          </p:cNvSpPr>
          <p:nvPr/>
        </p:nvSpPr>
        <p:spPr bwMode="auto">
          <a:xfrm>
            <a:off x="5867400" y="1898651"/>
            <a:ext cx="4114800" cy="1014413"/>
          </a:xfrm>
          <a:prstGeom prst="rect">
            <a:avLst/>
          </a:prstGeom>
          <a:noFill/>
          <a:ln w="9525">
            <a:noFill/>
            <a:miter lim="800000"/>
            <a:headEnd/>
            <a:tailEnd/>
          </a:ln>
          <a:effectLst/>
        </p:spPr>
        <p:txBody>
          <a:bodyPr>
            <a:spAutoFit/>
          </a:bodyPr>
          <a:lstStyle/>
          <a:p>
            <a:pPr eaLnBrk="1" hangingPunct="1">
              <a:defRPr/>
            </a:pPr>
            <a:r>
              <a:rPr lang="ru-RU" sz="2000" dirty="0">
                <a:latin typeface="+mj-lt"/>
                <a:cs typeface="Arial" charset="0"/>
              </a:rPr>
              <a:t>This </a:t>
            </a:r>
            <a:r>
              <a:rPr lang="en-US" sz="2000" dirty="0">
                <a:latin typeface="+mj-lt"/>
                <a:cs typeface="Arial" charset="0"/>
              </a:rPr>
              <a:t>NVIDIA </a:t>
            </a:r>
            <a:r>
              <a:rPr lang="ru-RU" sz="2000" dirty="0">
                <a:latin typeface="+mj-lt"/>
                <a:cs typeface="Arial" charset="0"/>
              </a:rPr>
              <a:t>format is used in several </a:t>
            </a:r>
            <a:r>
              <a:rPr lang="en-US" sz="2000" dirty="0">
                <a:latin typeface="+mj-lt"/>
                <a:cs typeface="Arial" charset="0"/>
              </a:rPr>
              <a:t>computer graphics</a:t>
            </a:r>
            <a:r>
              <a:rPr lang="ru-RU" sz="2000" dirty="0">
                <a:latin typeface="+mj-lt"/>
                <a:cs typeface="Arial" charset="0"/>
              </a:rPr>
              <a:t> environments</a:t>
            </a:r>
          </a:p>
        </p:txBody>
      </p:sp>
      <p:sp>
        <p:nvSpPr>
          <p:cNvPr id="40978" name="Text Box 18">
            <a:extLst>
              <a:ext uri="{FF2B5EF4-FFF2-40B4-BE49-F238E27FC236}">
                <a16:creationId xmlns:a16="http://schemas.microsoft.com/office/drawing/2014/main" id="{4B10B5A4-F696-4692-B07B-53A346DFCD15}"/>
              </a:ext>
            </a:extLst>
          </p:cNvPr>
          <p:cNvSpPr txBox="1">
            <a:spLocks noChangeArrowheads="1"/>
          </p:cNvSpPr>
          <p:nvPr/>
        </p:nvSpPr>
        <p:spPr bwMode="auto">
          <a:xfrm>
            <a:off x="2209800" y="4267200"/>
            <a:ext cx="6553200" cy="400050"/>
          </a:xfrm>
          <a:prstGeom prst="rect">
            <a:avLst/>
          </a:prstGeom>
          <a:noFill/>
          <a:ln w="9525">
            <a:noFill/>
            <a:miter lim="800000"/>
            <a:headEnd/>
            <a:tailEnd/>
          </a:ln>
          <a:effectLst/>
        </p:spPr>
        <p:txBody>
          <a:bodyPr>
            <a:spAutoFit/>
          </a:bodyPr>
          <a:lstStyle/>
          <a:p>
            <a:pPr eaLnBrk="1" hangingPunct="1">
              <a:defRPr/>
            </a:pPr>
            <a:r>
              <a:rPr lang="ru-RU" sz="2000" dirty="0">
                <a:latin typeface="+mj-lt"/>
                <a:cs typeface="Arial" charset="0"/>
              </a:rPr>
              <a:t>This format is used in </a:t>
            </a:r>
            <a:r>
              <a:rPr lang="en-US" sz="2000" dirty="0">
                <a:latin typeface="+mj-lt"/>
                <a:cs typeface="Arial" charset="0"/>
              </a:rPr>
              <a:t>double-double arithmetic</a:t>
            </a:r>
            <a:endParaRPr lang="ru-RU" sz="2000" dirty="0">
              <a:latin typeface="+mj-lt"/>
              <a:cs typeface="Arial"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8E6D909-9285-6BE7-A22E-6B24CBC176BC}"/>
              </a:ext>
            </a:extLst>
          </p:cNvPr>
          <p:cNvSpPr>
            <a:spLocks noGrp="1"/>
          </p:cNvSpPr>
          <p:nvPr>
            <p:ph type="body" sz="quarter" idx="10"/>
          </p:nvPr>
        </p:nvSpPr>
        <p:spPr/>
        <p:txBody>
          <a:bodyPr/>
          <a:lstStyle/>
          <a:p>
            <a:pPr eaLnBrk="1" hangingPunct="1"/>
            <a:r>
              <a:rPr lang="en-US" altLang="en-US" sz="2400" dirty="0">
                <a:solidFill>
                  <a:srgbClr val="0000FF"/>
                </a:solidFill>
              </a:rPr>
              <a:t>Single Precision: </a:t>
            </a:r>
          </a:p>
          <a:p>
            <a:pPr marL="0" indent="0" eaLnBrk="1" hangingPunct="1">
              <a:buNone/>
            </a:pPr>
            <a:r>
              <a:rPr lang="en-US" altLang="en-US" sz="2400" dirty="0"/>
              <a:t>A = 1</a:t>
            </a:r>
          </a:p>
          <a:p>
            <a:pPr marL="0" indent="0" eaLnBrk="1" hangingPunct="1">
              <a:buNone/>
            </a:pPr>
            <a:r>
              <a:rPr lang="en-US" altLang="en-US" sz="2400" dirty="0"/>
              <a:t>A = (-1)</a:t>
            </a:r>
            <a:r>
              <a:rPr lang="en-US" altLang="en-US" sz="2400" baseline="30000" dirty="0"/>
              <a:t>0</a:t>
            </a:r>
            <a:r>
              <a:rPr lang="en-US" altLang="en-US" sz="2400" dirty="0">
                <a:sym typeface="Symbol" panose="05050102010706020507" pitchFamily="18" charset="2"/>
              </a:rPr>
              <a:t>2</a:t>
            </a:r>
            <a:r>
              <a:rPr lang="en-US" altLang="en-US" sz="2400" baseline="30000" dirty="0">
                <a:sym typeface="Symbol" panose="05050102010706020507" pitchFamily="18" charset="2"/>
              </a:rPr>
              <a:t>E-127 </a:t>
            </a:r>
            <a:r>
              <a:rPr lang="en-US" altLang="en-US" sz="2400" dirty="0">
                <a:sym typeface="Symbol" panose="05050102010706020507" pitchFamily="18" charset="2"/>
              </a:rPr>
              <a:t>1.F</a:t>
            </a:r>
          </a:p>
          <a:p>
            <a:pPr marL="0" indent="0" eaLnBrk="1" hangingPunct="1">
              <a:buNone/>
            </a:pPr>
            <a:r>
              <a:rPr lang="en-US" altLang="en-US" sz="2400" dirty="0">
                <a:sym typeface="Symbol" panose="05050102010706020507" pitchFamily="18" charset="2"/>
              </a:rPr>
              <a:t>E-127=0;  E=127;  M=1.00…0</a:t>
            </a:r>
          </a:p>
          <a:p>
            <a:pPr marL="0" indent="0" eaLnBrk="1" hangingPunct="1">
              <a:buNone/>
            </a:pPr>
            <a:r>
              <a:rPr lang="en-US" altLang="en-US" sz="2400" dirty="0"/>
              <a:t>					</a:t>
            </a:r>
            <a:r>
              <a:rPr lang="en-US" altLang="en-US" sz="1800" dirty="0"/>
              <a:t>		Hexadecimal </a:t>
            </a:r>
            <a:r>
              <a:rPr lang="en-US" altLang="en-US" sz="1800" dirty="0">
                <a:sym typeface="Symbol" panose="05050102010706020507" pitchFamily="18" charset="2"/>
              </a:rPr>
              <a:t> 3F800000</a:t>
            </a:r>
          </a:p>
          <a:p>
            <a:pPr eaLnBrk="1" hangingPunct="1"/>
            <a:endParaRPr lang="en-US" altLang="en-US" sz="800" dirty="0">
              <a:sym typeface="Symbol" panose="05050102010706020507" pitchFamily="18" charset="2"/>
            </a:endParaRPr>
          </a:p>
          <a:p>
            <a:pPr eaLnBrk="1" hangingPunct="1"/>
            <a:r>
              <a:rPr lang="en-US" altLang="en-US" sz="2400" dirty="0">
                <a:solidFill>
                  <a:srgbClr val="0000FF"/>
                </a:solidFill>
              </a:rPr>
              <a:t>Double Precision:</a:t>
            </a:r>
          </a:p>
          <a:p>
            <a:pPr marL="0" indent="0" eaLnBrk="1" hangingPunct="1">
              <a:buNone/>
            </a:pPr>
            <a:r>
              <a:rPr lang="en-US" altLang="en-US" sz="2400" dirty="0"/>
              <a:t>1. A = (-1)</a:t>
            </a:r>
            <a:r>
              <a:rPr lang="en-US" altLang="en-US" sz="2400" baseline="30000" dirty="0"/>
              <a:t>0</a:t>
            </a:r>
            <a:r>
              <a:rPr lang="en-US" altLang="en-US" sz="2400" dirty="0">
                <a:sym typeface="Symbol" panose="05050102010706020507" pitchFamily="18" charset="2"/>
              </a:rPr>
              <a:t>2</a:t>
            </a:r>
            <a:r>
              <a:rPr lang="en-US" altLang="en-US" sz="2400" baseline="30000" dirty="0">
                <a:sym typeface="Symbol" panose="05050102010706020507" pitchFamily="18" charset="2"/>
              </a:rPr>
              <a:t>E-1023 </a:t>
            </a:r>
            <a:r>
              <a:rPr lang="en-US" altLang="en-US" sz="2400" dirty="0">
                <a:sym typeface="Symbol" panose="05050102010706020507" pitchFamily="18" charset="2"/>
              </a:rPr>
              <a:t>1.F</a:t>
            </a:r>
            <a:endParaRPr lang="ru-RU" altLang="en-US" sz="2400" dirty="0">
              <a:sym typeface="Symbol" panose="05050102010706020507" pitchFamily="18" charset="2"/>
            </a:endParaRPr>
          </a:p>
          <a:p>
            <a:endParaRPr lang="en-US" dirty="0"/>
          </a:p>
        </p:txBody>
      </p:sp>
      <p:sp>
        <p:nvSpPr>
          <p:cNvPr id="131074" name="Rectangle 20">
            <a:extLst>
              <a:ext uri="{FF2B5EF4-FFF2-40B4-BE49-F238E27FC236}">
                <a16:creationId xmlns:a16="http://schemas.microsoft.com/office/drawing/2014/main" id="{4371304A-0F24-442E-4486-452624FE9623}"/>
              </a:ext>
            </a:extLst>
          </p:cNvPr>
          <p:cNvSpPr>
            <a:spLocks noGrp="1" noChangeArrowheads="1"/>
          </p:cNvSpPr>
          <p:nvPr>
            <p:ph type="title"/>
          </p:nvPr>
        </p:nvSpPr>
        <p:spPr/>
        <p:txBody>
          <a:bodyPr/>
          <a:lstStyle/>
          <a:p>
            <a:r>
              <a:rPr lang="en-US" altLang="en-US"/>
              <a:t>Example </a:t>
            </a:r>
          </a:p>
        </p:txBody>
      </p:sp>
      <p:sp>
        <p:nvSpPr>
          <p:cNvPr id="111620" name="Rectangle 6">
            <a:extLst>
              <a:ext uri="{FF2B5EF4-FFF2-40B4-BE49-F238E27FC236}">
                <a16:creationId xmlns:a16="http://schemas.microsoft.com/office/drawing/2014/main" id="{E6308D82-8E9D-4342-AB0F-07D5AE7165CC}"/>
              </a:ext>
            </a:extLst>
          </p:cNvPr>
          <p:cNvSpPr>
            <a:spLocks noChangeArrowheads="1"/>
          </p:cNvSpPr>
          <p:nvPr/>
        </p:nvSpPr>
        <p:spPr bwMode="auto">
          <a:xfrm>
            <a:off x="6475413" y="2346959"/>
            <a:ext cx="4629150" cy="576263"/>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eaLnBrk="1" hangingPunct="1">
              <a:defRPr/>
            </a:pPr>
            <a:r>
              <a:rPr lang="en-US" sz="2000" dirty="0">
                <a:latin typeface="Arial" charset="0"/>
                <a:cs typeface="Arial" charset="0"/>
              </a:rPr>
              <a:t>0     01111111             0. . . . . . . . . . . 0</a:t>
            </a:r>
            <a:endParaRPr lang="ru-RU" sz="2000" dirty="0">
              <a:latin typeface="Arial" charset="0"/>
              <a:cs typeface="Arial" charset="0"/>
            </a:endParaRPr>
          </a:p>
        </p:txBody>
      </p:sp>
      <p:sp>
        <p:nvSpPr>
          <p:cNvPr id="131077" name="Line 7">
            <a:extLst>
              <a:ext uri="{FF2B5EF4-FFF2-40B4-BE49-F238E27FC236}">
                <a16:creationId xmlns:a16="http://schemas.microsoft.com/office/drawing/2014/main" id="{EE81CF77-7195-ADB6-08EB-061CF90CD3F8}"/>
              </a:ext>
            </a:extLst>
          </p:cNvPr>
          <p:cNvSpPr>
            <a:spLocks noChangeShapeType="1"/>
          </p:cNvSpPr>
          <p:nvPr/>
        </p:nvSpPr>
        <p:spPr bwMode="auto">
          <a:xfrm>
            <a:off x="6997700" y="2327909"/>
            <a:ext cx="0" cy="57626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78" name="Line 8">
            <a:extLst>
              <a:ext uri="{FF2B5EF4-FFF2-40B4-BE49-F238E27FC236}">
                <a16:creationId xmlns:a16="http://schemas.microsoft.com/office/drawing/2014/main" id="{B8E3A548-EA5B-DF0A-6629-1342BADCC7DE}"/>
              </a:ext>
            </a:extLst>
          </p:cNvPr>
          <p:cNvSpPr>
            <a:spLocks noChangeShapeType="1"/>
          </p:cNvSpPr>
          <p:nvPr/>
        </p:nvSpPr>
        <p:spPr bwMode="auto">
          <a:xfrm>
            <a:off x="8674100" y="2327909"/>
            <a:ext cx="0" cy="57626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79" name="Text Box 9">
            <a:extLst>
              <a:ext uri="{FF2B5EF4-FFF2-40B4-BE49-F238E27FC236}">
                <a16:creationId xmlns:a16="http://schemas.microsoft.com/office/drawing/2014/main" id="{22CF0B4B-07C7-8DA7-EDDA-DDD43B229DCC}"/>
              </a:ext>
            </a:extLst>
          </p:cNvPr>
          <p:cNvSpPr txBox="1">
            <a:spLocks noChangeArrowheads="1"/>
          </p:cNvSpPr>
          <p:nvPr/>
        </p:nvSpPr>
        <p:spPr bwMode="auto">
          <a:xfrm>
            <a:off x="6475413" y="1929447"/>
            <a:ext cx="4318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131080" name="Text Box 10">
            <a:extLst>
              <a:ext uri="{FF2B5EF4-FFF2-40B4-BE49-F238E27FC236}">
                <a16:creationId xmlns:a16="http://schemas.microsoft.com/office/drawing/2014/main" id="{F3A723FF-3E1E-3CAB-4F0A-51C334CB52E8}"/>
              </a:ext>
            </a:extLst>
          </p:cNvPr>
          <p:cNvSpPr txBox="1">
            <a:spLocks noChangeArrowheads="1"/>
          </p:cNvSpPr>
          <p:nvPr/>
        </p:nvSpPr>
        <p:spPr bwMode="auto">
          <a:xfrm>
            <a:off x="7123114" y="1943733"/>
            <a:ext cx="162718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ym typeface="Symbol" panose="05050102010706020507" pitchFamily="18" charset="2"/>
              </a:rPr>
              <a:t>     </a:t>
            </a:r>
            <a:r>
              <a:rPr lang="en-US" altLang="en-US" sz="1800"/>
              <a:t>8      </a:t>
            </a:r>
            <a:r>
              <a:rPr lang="en-US" altLang="en-US" sz="1800">
                <a:sym typeface="Symbol" panose="05050102010706020507" pitchFamily="18" charset="2"/>
              </a:rPr>
              <a:t></a:t>
            </a:r>
          </a:p>
        </p:txBody>
      </p:sp>
      <p:sp>
        <p:nvSpPr>
          <p:cNvPr id="131081" name="Text Box 11">
            <a:extLst>
              <a:ext uri="{FF2B5EF4-FFF2-40B4-BE49-F238E27FC236}">
                <a16:creationId xmlns:a16="http://schemas.microsoft.com/office/drawing/2014/main" id="{F3303774-0E49-0A65-7363-44C175519CBA}"/>
              </a:ext>
            </a:extLst>
          </p:cNvPr>
          <p:cNvSpPr txBox="1">
            <a:spLocks noChangeArrowheads="1"/>
          </p:cNvSpPr>
          <p:nvPr/>
        </p:nvSpPr>
        <p:spPr bwMode="auto">
          <a:xfrm>
            <a:off x="8753476" y="1958022"/>
            <a:ext cx="23590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ym typeface="Symbol" panose="05050102010706020507" pitchFamily="18" charset="2"/>
              </a:rPr>
              <a:t>      </a:t>
            </a:r>
            <a:r>
              <a:rPr lang="en-US" altLang="en-US" sz="1800"/>
              <a:t>23 bits       </a:t>
            </a:r>
            <a:r>
              <a:rPr lang="en-US" altLang="en-US" sz="1800">
                <a:sym typeface="Symbol" panose="05050102010706020507" pitchFamily="18" charset="2"/>
              </a:rPr>
              <a:t></a:t>
            </a:r>
          </a:p>
        </p:txBody>
      </p:sp>
      <p:sp>
        <p:nvSpPr>
          <p:cNvPr id="111626" name="Rectangle 12">
            <a:extLst>
              <a:ext uri="{FF2B5EF4-FFF2-40B4-BE49-F238E27FC236}">
                <a16:creationId xmlns:a16="http://schemas.microsoft.com/office/drawing/2014/main" id="{829C84E2-7E58-4713-B9F6-A3A815D57849}"/>
              </a:ext>
            </a:extLst>
          </p:cNvPr>
          <p:cNvSpPr>
            <a:spLocks noChangeArrowheads="1"/>
          </p:cNvSpPr>
          <p:nvPr/>
        </p:nvSpPr>
        <p:spPr bwMode="auto">
          <a:xfrm>
            <a:off x="5774053" y="4125913"/>
            <a:ext cx="5821362" cy="576262"/>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eaLnBrk="1" hangingPunct="1">
              <a:defRPr/>
            </a:pPr>
            <a:r>
              <a:rPr lang="en-US" sz="2000" dirty="0">
                <a:latin typeface="Arial" charset="0"/>
                <a:cs typeface="Arial" charset="0"/>
              </a:rPr>
              <a:t>0     01111111111                   0  . . . . . . . . . . .    0</a:t>
            </a:r>
            <a:endParaRPr lang="ru-RU" sz="2000" dirty="0">
              <a:latin typeface="Arial" charset="0"/>
              <a:cs typeface="Arial" charset="0"/>
            </a:endParaRPr>
          </a:p>
        </p:txBody>
      </p:sp>
      <p:sp>
        <p:nvSpPr>
          <p:cNvPr id="131083" name="Line 13">
            <a:extLst>
              <a:ext uri="{FF2B5EF4-FFF2-40B4-BE49-F238E27FC236}">
                <a16:creationId xmlns:a16="http://schemas.microsoft.com/office/drawing/2014/main" id="{24A5B390-C4B0-CFAD-55E7-436211C9941D}"/>
              </a:ext>
            </a:extLst>
          </p:cNvPr>
          <p:cNvSpPr>
            <a:spLocks noChangeShapeType="1"/>
          </p:cNvSpPr>
          <p:nvPr/>
        </p:nvSpPr>
        <p:spPr bwMode="auto">
          <a:xfrm>
            <a:off x="6264590" y="4125913"/>
            <a:ext cx="0" cy="576262"/>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4" name="Line 14">
            <a:extLst>
              <a:ext uri="{FF2B5EF4-FFF2-40B4-BE49-F238E27FC236}">
                <a16:creationId xmlns:a16="http://schemas.microsoft.com/office/drawing/2014/main" id="{78C777EE-4AAE-D6C9-AFF9-E30273C91CD4}"/>
              </a:ext>
            </a:extLst>
          </p:cNvPr>
          <p:cNvSpPr>
            <a:spLocks noChangeShapeType="1"/>
          </p:cNvSpPr>
          <p:nvPr/>
        </p:nvSpPr>
        <p:spPr bwMode="auto">
          <a:xfrm>
            <a:off x="8912540" y="4140201"/>
            <a:ext cx="0" cy="576263"/>
          </a:xfrm>
          <a:prstGeom prst="line">
            <a:avLst/>
          </a:prstGeom>
          <a:noFill/>
          <a:ln w="3175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1085" name="Text Box 15">
            <a:extLst>
              <a:ext uri="{FF2B5EF4-FFF2-40B4-BE49-F238E27FC236}">
                <a16:creationId xmlns:a16="http://schemas.microsoft.com/office/drawing/2014/main" id="{4B0BA276-F96F-74A0-3B7C-E32EF0F1F6FC}"/>
              </a:ext>
            </a:extLst>
          </p:cNvPr>
          <p:cNvSpPr txBox="1">
            <a:spLocks noChangeArrowheads="1"/>
          </p:cNvSpPr>
          <p:nvPr/>
        </p:nvSpPr>
        <p:spPr bwMode="auto">
          <a:xfrm>
            <a:off x="5905815" y="3749675"/>
            <a:ext cx="431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t>1</a:t>
            </a:r>
            <a:endParaRPr lang="ru-RU" altLang="en-US" sz="1800"/>
          </a:p>
        </p:txBody>
      </p:sp>
      <p:sp>
        <p:nvSpPr>
          <p:cNvPr id="131086" name="Text Box 16">
            <a:extLst>
              <a:ext uri="{FF2B5EF4-FFF2-40B4-BE49-F238E27FC236}">
                <a16:creationId xmlns:a16="http://schemas.microsoft.com/office/drawing/2014/main" id="{2CDA678B-C4FC-C2DC-3B5D-2020CD56407F}"/>
              </a:ext>
            </a:extLst>
          </p:cNvPr>
          <p:cNvSpPr txBox="1">
            <a:spLocks noChangeArrowheads="1"/>
          </p:cNvSpPr>
          <p:nvPr/>
        </p:nvSpPr>
        <p:spPr bwMode="auto">
          <a:xfrm>
            <a:off x="6566215" y="3722689"/>
            <a:ext cx="23622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ym typeface="Symbol" panose="05050102010706020507" pitchFamily="18" charset="2"/>
              </a:rPr>
              <a:t>         </a:t>
            </a:r>
            <a:r>
              <a:rPr lang="en-US" altLang="en-US" sz="1800"/>
              <a:t>11          </a:t>
            </a:r>
            <a:r>
              <a:rPr lang="en-US" altLang="en-US" sz="1800">
                <a:sym typeface="Symbol" panose="05050102010706020507" pitchFamily="18" charset="2"/>
              </a:rPr>
              <a:t></a:t>
            </a:r>
          </a:p>
        </p:txBody>
      </p:sp>
      <p:sp>
        <p:nvSpPr>
          <p:cNvPr id="131087" name="Text Box 17">
            <a:extLst>
              <a:ext uri="{FF2B5EF4-FFF2-40B4-BE49-F238E27FC236}">
                <a16:creationId xmlns:a16="http://schemas.microsoft.com/office/drawing/2014/main" id="{ED7C8ED5-8856-FDFC-FB1E-3072AFEB6B79}"/>
              </a:ext>
            </a:extLst>
          </p:cNvPr>
          <p:cNvSpPr txBox="1">
            <a:spLocks noChangeArrowheads="1"/>
          </p:cNvSpPr>
          <p:nvPr/>
        </p:nvSpPr>
        <p:spPr bwMode="auto">
          <a:xfrm>
            <a:off x="9080816" y="3724275"/>
            <a:ext cx="253206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1800">
                <a:sym typeface="Symbol" panose="05050102010706020507" pitchFamily="18" charset="2"/>
              </a:rPr>
              <a:t>        </a:t>
            </a:r>
            <a:r>
              <a:rPr lang="en-US" altLang="en-US" sz="1800"/>
              <a:t>52 bits      </a:t>
            </a:r>
            <a:r>
              <a:rPr lang="en-US" altLang="en-US" sz="1800">
                <a:sym typeface="Symbol" panose="05050102010706020507" pitchFamily="18" charset="2"/>
              </a:rPr>
              <a:t></a:t>
            </a:r>
          </a:p>
        </p:txBody>
      </p:sp>
      <p:sp>
        <p:nvSpPr>
          <p:cNvPr id="131089" name="Text Box 19">
            <a:extLst>
              <a:ext uri="{FF2B5EF4-FFF2-40B4-BE49-F238E27FC236}">
                <a16:creationId xmlns:a16="http://schemas.microsoft.com/office/drawing/2014/main" id="{A30EE1FA-3F3F-CE55-D547-B05CF1CCAB92}"/>
              </a:ext>
            </a:extLst>
          </p:cNvPr>
          <p:cNvSpPr txBox="1">
            <a:spLocks noChangeArrowheads="1"/>
          </p:cNvSpPr>
          <p:nvPr/>
        </p:nvSpPr>
        <p:spPr bwMode="auto">
          <a:xfrm>
            <a:off x="5608954" y="4791075"/>
            <a:ext cx="50768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dirty="0"/>
              <a:t>Hexadecimal </a:t>
            </a:r>
            <a:r>
              <a:rPr lang="en-US" altLang="en-US" sz="1800" dirty="0">
                <a:sym typeface="Symbol" panose="05050102010706020507" pitchFamily="18" charset="2"/>
              </a:rPr>
              <a:t> 3FF0000000000000</a:t>
            </a:r>
            <a:endParaRPr lang="ru-RU" altLang="en-US" sz="1800" dirty="0"/>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A949B61-F7D2-1232-5AA3-77BE2066F255}"/>
              </a:ext>
            </a:extLst>
          </p:cNvPr>
          <p:cNvSpPr>
            <a:spLocks noGrp="1"/>
          </p:cNvSpPr>
          <p:nvPr>
            <p:ph type="body" sz="quarter" idx="10"/>
          </p:nvPr>
        </p:nvSpPr>
        <p:spPr/>
        <p:txBody>
          <a:bodyPr/>
          <a:lstStyle/>
          <a:p>
            <a:pPr eaLnBrk="1" hangingPunct="1"/>
            <a:r>
              <a:rPr lang="en-US" altLang="en-US" sz="2400" dirty="0"/>
              <a:t>A = -131.5625</a:t>
            </a:r>
          </a:p>
          <a:p>
            <a:pPr eaLnBrk="1" hangingPunct="1"/>
            <a:r>
              <a:rPr lang="en-US" altLang="en-US" sz="2400" dirty="0"/>
              <a:t>(A)</a:t>
            </a:r>
            <a:r>
              <a:rPr lang="en-US" altLang="en-US" sz="2400" baseline="-25000" dirty="0"/>
              <a:t>2</a:t>
            </a:r>
            <a:r>
              <a:rPr lang="en-US" altLang="en-US" sz="2400" dirty="0"/>
              <a:t> = - 10000011,1001= (-1)</a:t>
            </a:r>
            <a:r>
              <a:rPr lang="en-US" altLang="en-US" sz="2400" baseline="30000" dirty="0"/>
              <a:t>1</a:t>
            </a:r>
            <a:r>
              <a:rPr lang="en-US" altLang="en-US" sz="2400" dirty="0">
                <a:sym typeface="Symbol" panose="05050102010706020507" pitchFamily="18" charset="2"/>
              </a:rPr>
              <a:t></a:t>
            </a:r>
            <a:r>
              <a:rPr lang="en-US" altLang="en-US" sz="2400" dirty="0"/>
              <a:t> 1.00001001001</a:t>
            </a:r>
            <a:r>
              <a:rPr lang="en-US" altLang="en-US" sz="2400" baseline="30000" dirty="0"/>
              <a:t> </a:t>
            </a:r>
            <a:r>
              <a:rPr lang="en-US" altLang="en-US" sz="2400" dirty="0">
                <a:sym typeface="Symbol" panose="05050102010706020507" pitchFamily="18" charset="2"/>
              </a:rPr>
              <a:t>2</a:t>
            </a:r>
            <a:r>
              <a:rPr lang="en-US" altLang="en-US" sz="2400" baseline="30000" dirty="0">
                <a:sym typeface="Symbol" panose="05050102010706020507" pitchFamily="18" charset="2"/>
              </a:rPr>
              <a:t>7</a:t>
            </a:r>
          </a:p>
          <a:p>
            <a:pPr eaLnBrk="1" hangingPunct="1"/>
            <a:r>
              <a:rPr lang="en-US" altLang="en-US" sz="2400" dirty="0">
                <a:sym typeface="Symbol" panose="05050102010706020507" pitchFamily="18" charset="2"/>
              </a:rPr>
              <a:t>E-127 = 7; E=134;</a:t>
            </a:r>
            <a:endParaRPr lang="ru-RU" altLang="en-US" sz="2400" dirty="0">
              <a:sym typeface="Symbol" panose="05050102010706020507" pitchFamily="18" charset="2"/>
            </a:endParaRPr>
          </a:p>
          <a:p>
            <a:pPr eaLnBrk="1" hangingPunct="1"/>
            <a:endParaRPr lang="en-US" altLang="en-US" sz="2400" dirty="0"/>
          </a:p>
          <a:p>
            <a:pPr eaLnBrk="1" hangingPunct="1"/>
            <a:endParaRPr lang="en-US" altLang="en-US" dirty="0"/>
          </a:p>
          <a:p>
            <a:pPr eaLnBrk="1" hangingPunct="1"/>
            <a:r>
              <a:rPr lang="en-US" altLang="en-US" sz="2400" dirty="0"/>
              <a:t>A = 25/128</a:t>
            </a:r>
          </a:p>
          <a:p>
            <a:pPr eaLnBrk="1" hangingPunct="1"/>
            <a:r>
              <a:rPr lang="en-US" altLang="en-US" sz="2400" dirty="0"/>
              <a:t>(A)</a:t>
            </a:r>
            <a:r>
              <a:rPr lang="en-US" altLang="en-US" sz="2400" baseline="-25000" dirty="0"/>
              <a:t>2</a:t>
            </a:r>
            <a:r>
              <a:rPr lang="en-US" altLang="en-US" sz="2400" dirty="0"/>
              <a:t> = 0.0011001= (-1)</a:t>
            </a:r>
            <a:r>
              <a:rPr lang="en-US" altLang="en-US" sz="2400" baseline="30000" dirty="0"/>
              <a:t>0</a:t>
            </a:r>
            <a:r>
              <a:rPr lang="en-US" altLang="en-US" sz="2400" dirty="0">
                <a:sym typeface="Symbol" panose="05050102010706020507" pitchFamily="18" charset="2"/>
              </a:rPr>
              <a:t></a:t>
            </a:r>
            <a:r>
              <a:rPr lang="en-US" altLang="en-US" sz="2400" dirty="0"/>
              <a:t> 1.1001</a:t>
            </a:r>
            <a:r>
              <a:rPr lang="en-US" altLang="en-US" sz="2400" baseline="30000" dirty="0"/>
              <a:t> </a:t>
            </a:r>
            <a:r>
              <a:rPr lang="en-US" altLang="en-US" sz="2400" dirty="0">
                <a:sym typeface="Symbol" panose="05050102010706020507" pitchFamily="18" charset="2"/>
              </a:rPr>
              <a:t>2</a:t>
            </a:r>
            <a:r>
              <a:rPr lang="en-US" altLang="en-US" sz="2400" baseline="30000" dirty="0">
                <a:sym typeface="Symbol" panose="05050102010706020507" pitchFamily="18" charset="2"/>
              </a:rPr>
              <a:t>-3</a:t>
            </a:r>
          </a:p>
          <a:p>
            <a:pPr eaLnBrk="1" hangingPunct="1"/>
            <a:r>
              <a:rPr lang="en-US" altLang="en-US" sz="2400" dirty="0">
                <a:sym typeface="Symbol" panose="05050102010706020507" pitchFamily="18" charset="2"/>
              </a:rPr>
              <a:t>E-127 = -3; E=124;</a:t>
            </a:r>
            <a:endParaRPr lang="ru-RU" altLang="en-US" sz="2400" dirty="0">
              <a:sym typeface="Symbol" panose="05050102010706020507" pitchFamily="18" charset="2"/>
            </a:endParaRPr>
          </a:p>
          <a:p>
            <a:endParaRPr lang="en-US" dirty="0"/>
          </a:p>
        </p:txBody>
      </p:sp>
      <p:grpSp>
        <p:nvGrpSpPr>
          <p:cNvPr id="133122" name="Group 5">
            <a:extLst>
              <a:ext uri="{FF2B5EF4-FFF2-40B4-BE49-F238E27FC236}">
                <a16:creationId xmlns:a16="http://schemas.microsoft.com/office/drawing/2014/main" id="{DE46CDE0-CE93-6968-382D-FAFC0DD0E4BD}"/>
              </a:ext>
            </a:extLst>
          </p:cNvPr>
          <p:cNvGrpSpPr>
            <a:grpSpLocks/>
          </p:cNvGrpSpPr>
          <p:nvPr/>
        </p:nvGrpSpPr>
        <p:grpSpPr bwMode="auto">
          <a:xfrm>
            <a:off x="2020888" y="2590801"/>
            <a:ext cx="4392613" cy="1008063"/>
            <a:chOff x="204" y="1752"/>
            <a:chExt cx="2767" cy="635"/>
          </a:xfrm>
        </p:grpSpPr>
        <p:sp>
          <p:nvSpPr>
            <p:cNvPr id="111630" name="Rectangle 6">
              <a:extLst>
                <a:ext uri="{FF2B5EF4-FFF2-40B4-BE49-F238E27FC236}">
                  <a16:creationId xmlns:a16="http://schemas.microsoft.com/office/drawing/2014/main" id="{341F4016-7362-4C5F-BA32-3DDD9259B6E1}"/>
                </a:ext>
              </a:extLst>
            </p:cNvPr>
            <p:cNvSpPr>
              <a:spLocks noChangeArrowheads="1"/>
            </p:cNvSpPr>
            <p:nvPr/>
          </p:nvSpPr>
          <p:spPr bwMode="auto">
            <a:xfrm>
              <a:off x="204" y="2015"/>
              <a:ext cx="2721" cy="363"/>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eaLnBrk="1" hangingPunct="1">
                <a:defRPr/>
              </a:pPr>
              <a:r>
                <a:rPr lang="en-US" sz="2400" dirty="0">
                  <a:latin typeface="Arial" charset="0"/>
                  <a:cs typeface="Arial" charset="0"/>
                </a:rPr>
                <a:t>1    10000110  000010010010…</a:t>
              </a:r>
              <a:endParaRPr lang="ru-RU" sz="2400" dirty="0">
                <a:latin typeface="Arial" charset="0"/>
                <a:cs typeface="Arial" charset="0"/>
              </a:endParaRPr>
            </a:p>
          </p:txBody>
        </p:sp>
        <p:sp>
          <p:nvSpPr>
            <p:cNvPr id="111631" name="Line 7">
              <a:extLst>
                <a:ext uri="{FF2B5EF4-FFF2-40B4-BE49-F238E27FC236}">
                  <a16:creationId xmlns:a16="http://schemas.microsoft.com/office/drawing/2014/main" id="{D7D0CD11-8D06-4015-B9D3-21B760810C8A}"/>
                </a:ext>
              </a:extLst>
            </p:cNvPr>
            <p:cNvSpPr>
              <a:spLocks noChangeShapeType="1"/>
            </p:cNvSpPr>
            <p:nvPr/>
          </p:nvSpPr>
          <p:spPr bwMode="auto">
            <a:xfrm>
              <a:off x="513" y="2015"/>
              <a:ext cx="0" cy="363"/>
            </a:xfrm>
            <a:prstGeom prst="line">
              <a:avLst/>
            </a:prstGeom>
            <a:noFill/>
            <a:ln w="31750">
              <a:solidFill>
                <a:schemeClr val="tx1"/>
              </a:solidFill>
              <a:round/>
              <a:headEnd/>
              <a:tailEnd/>
            </a:ln>
          </p:spPr>
          <p:txBody>
            <a:bodyPr/>
            <a:lstStyle/>
            <a:p>
              <a:pPr eaLnBrk="1" hangingPunct="1">
                <a:defRPr/>
              </a:pPr>
              <a:endParaRPr lang="en-US">
                <a:latin typeface="+mj-lt"/>
                <a:cs typeface="Arial" charset="0"/>
              </a:endParaRPr>
            </a:p>
          </p:txBody>
        </p:sp>
        <p:sp>
          <p:nvSpPr>
            <p:cNvPr id="111632" name="Line 8">
              <a:extLst>
                <a:ext uri="{FF2B5EF4-FFF2-40B4-BE49-F238E27FC236}">
                  <a16:creationId xmlns:a16="http://schemas.microsoft.com/office/drawing/2014/main" id="{6D312F76-BF2B-41A0-93D6-4BBE91546088}"/>
                </a:ext>
              </a:extLst>
            </p:cNvPr>
            <p:cNvSpPr>
              <a:spLocks noChangeShapeType="1"/>
            </p:cNvSpPr>
            <p:nvPr/>
          </p:nvSpPr>
          <p:spPr bwMode="auto">
            <a:xfrm>
              <a:off x="1443" y="2024"/>
              <a:ext cx="0" cy="363"/>
            </a:xfrm>
            <a:prstGeom prst="line">
              <a:avLst/>
            </a:prstGeom>
            <a:noFill/>
            <a:ln w="31750">
              <a:solidFill>
                <a:schemeClr val="tx1"/>
              </a:solidFill>
              <a:round/>
              <a:headEnd/>
              <a:tailEnd/>
            </a:ln>
          </p:spPr>
          <p:txBody>
            <a:bodyPr/>
            <a:lstStyle/>
            <a:p>
              <a:pPr eaLnBrk="1" hangingPunct="1">
                <a:defRPr/>
              </a:pPr>
              <a:endParaRPr lang="en-US">
                <a:latin typeface="+mj-lt"/>
                <a:cs typeface="Arial" charset="0"/>
              </a:endParaRPr>
            </a:p>
          </p:txBody>
        </p:sp>
        <p:sp>
          <p:nvSpPr>
            <p:cNvPr id="111633" name="Text Box 9">
              <a:extLst>
                <a:ext uri="{FF2B5EF4-FFF2-40B4-BE49-F238E27FC236}">
                  <a16:creationId xmlns:a16="http://schemas.microsoft.com/office/drawing/2014/main" id="{EDCAE314-735B-4206-82B4-B8D6613BA57B}"/>
                </a:ext>
              </a:extLst>
            </p:cNvPr>
            <p:cNvSpPr txBox="1">
              <a:spLocks noChangeArrowheads="1"/>
            </p:cNvSpPr>
            <p:nvPr/>
          </p:nvSpPr>
          <p:spPr bwMode="auto">
            <a:xfrm>
              <a:off x="204" y="1752"/>
              <a:ext cx="272" cy="250"/>
            </a:xfrm>
            <a:prstGeom prst="rect">
              <a:avLst/>
            </a:prstGeom>
            <a:noFill/>
            <a:ln w="31750">
              <a:noFill/>
              <a:miter lim="800000"/>
              <a:headEnd/>
              <a:tailEnd/>
            </a:ln>
          </p:spPr>
          <p:txBody>
            <a:bodyPr>
              <a:spAutoFit/>
            </a:bodyPr>
            <a:lstStyle/>
            <a:p>
              <a:pPr eaLnBrk="1" hangingPunct="1">
                <a:spcBef>
                  <a:spcPct val="50000"/>
                </a:spcBef>
                <a:defRPr/>
              </a:pPr>
              <a:r>
                <a:rPr lang="en-US" sz="2000">
                  <a:latin typeface="+mj-lt"/>
                  <a:cs typeface="Arial" charset="0"/>
                </a:rPr>
                <a:t>1</a:t>
              </a:r>
              <a:endParaRPr lang="ru-RU" sz="2000">
                <a:latin typeface="+mj-lt"/>
                <a:cs typeface="Arial" charset="0"/>
              </a:endParaRPr>
            </a:p>
          </p:txBody>
        </p:sp>
        <p:sp>
          <p:nvSpPr>
            <p:cNvPr id="111634" name="Text Box 10">
              <a:extLst>
                <a:ext uri="{FF2B5EF4-FFF2-40B4-BE49-F238E27FC236}">
                  <a16:creationId xmlns:a16="http://schemas.microsoft.com/office/drawing/2014/main" id="{D3E3A30C-13F4-40A5-AFCD-356C998BF532}"/>
                </a:ext>
              </a:extLst>
            </p:cNvPr>
            <p:cNvSpPr txBox="1">
              <a:spLocks noChangeArrowheads="1"/>
            </p:cNvSpPr>
            <p:nvPr/>
          </p:nvSpPr>
          <p:spPr bwMode="auto">
            <a:xfrm>
              <a:off x="612" y="1761"/>
              <a:ext cx="771" cy="250"/>
            </a:xfrm>
            <a:prstGeom prst="rect">
              <a:avLst/>
            </a:prstGeom>
            <a:noFill/>
            <a:ln w="31750">
              <a:noFill/>
              <a:miter lim="800000"/>
              <a:headEnd/>
              <a:tailEnd/>
            </a:ln>
          </p:spPr>
          <p:txBody>
            <a:bodyPr>
              <a:spAutoFit/>
            </a:bodyPr>
            <a:lstStyle/>
            <a:p>
              <a:pPr eaLnBrk="1" hangingPunct="1">
                <a:spcBef>
                  <a:spcPct val="50000"/>
                </a:spcBef>
                <a:defRPr/>
              </a:pPr>
              <a:r>
                <a:rPr lang="en-US" sz="2000">
                  <a:latin typeface="+mj-lt"/>
                  <a:cs typeface="Arial" charset="0"/>
                  <a:sym typeface="Symbol" pitchFamily="18" charset="2"/>
                </a:rPr>
                <a:t>  </a:t>
              </a:r>
              <a:r>
                <a:rPr lang="en-US" sz="2000">
                  <a:latin typeface="+mj-lt"/>
                  <a:cs typeface="Arial" charset="0"/>
                </a:rPr>
                <a:t>8   </a:t>
              </a:r>
              <a:r>
                <a:rPr lang="en-US" sz="2000">
                  <a:latin typeface="+mj-lt"/>
                  <a:cs typeface="Arial" charset="0"/>
                  <a:sym typeface="Symbol" pitchFamily="18" charset="2"/>
                </a:rPr>
                <a:t></a:t>
              </a:r>
            </a:p>
          </p:txBody>
        </p:sp>
        <p:sp>
          <p:nvSpPr>
            <p:cNvPr id="111635" name="Text Box 11">
              <a:extLst>
                <a:ext uri="{FF2B5EF4-FFF2-40B4-BE49-F238E27FC236}">
                  <a16:creationId xmlns:a16="http://schemas.microsoft.com/office/drawing/2014/main" id="{2555435F-D01B-4FF8-800E-5698A1B7A049}"/>
                </a:ext>
              </a:extLst>
            </p:cNvPr>
            <p:cNvSpPr txBox="1">
              <a:spLocks noChangeArrowheads="1"/>
            </p:cNvSpPr>
            <p:nvPr/>
          </p:nvSpPr>
          <p:spPr bwMode="auto">
            <a:xfrm>
              <a:off x="1639" y="1770"/>
              <a:ext cx="1332" cy="250"/>
            </a:xfrm>
            <a:prstGeom prst="rect">
              <a:avLst/>
            </a:prstGeom>
            <a:noFill/>
            <a:ln w="31750">
              <a:noFill/>
              <a:miter lim="800000"/>
              <a:headEnd/>
              <a:tailEnd/>
            </a:ln>
          </p:spPr>
          <p:txBody>
            <a:bodyPr>
              <a:spAutoFit/>
            </a:bodyPr>
            <a:lstStyle/>
            <a:p>
              <a:pPr eaLnBrk="1" hangingPunct="1">
                <a:spcBef>
                  <a:spcPct val="50000"/>
                </a:spcBef>
                <a:defRPr/>
              </a:pPr>
              <a:r>
                <a:rPr lang="en-US" sz="2000">
                  <a:latin typeface="+mj-lt"/>
                  <a:cs typeface="Arial" charset="0"/>
                  <a:sym typeface="Symbol" pitchFamily="18" charset="2"/>
                </a:rPr>
                <a:t>   </a:t>
              </a:r>
              <a:r>
                <a:rPr lang="en-US" sz="2000">
                  <a:latin typeface="+mj-lt"/>
                  <a:cs typeface="Arial" charset="0"/>
                </a:rPr>
                <a:t>23 bits     </a:t>
              </a:r>
              <a:r>
                <a:rPr lang="en-US" sz="2000">
                  <a:latin typeface="+mj-lt"/>
                  <a:cs typeface="Arial" charset="0"/>
                  <a:sym typeface="Symbol" pitchFamily="18" charset="2"/>
                </a:rPr>
                <a:t></a:t>
              </a:r>
            </a:p>
          </p:txBody>
        </p:sp>
      </p:grpSp>
      <p:sp>
        <p:nvSpPr>
          <p:cNvPr id="133123" name="Text Box 12">
            <a:extLst>
              <a:ext uri="{FF2B5EF4-FFF2-40B4-BE49-F238E27FC236}">
                <a16:creationId xmlns:a16="http://schemas.microsoft.com/office/drawing/2014/main" id="{2EB23F4C-4EF4-7446-7497-58B4A9D7BB03}"/>
              </a:ext>
            </a:extLst>
          </p:cNvPr>
          <p:cNvSpPr txBox="1">
            <a:spLocks noChangeArrowheads="1"/>
          </p:cNvSpPr>
          <p:nvPr/>
        </p:nvSpPr>
        <p:spPr bwMode="auto">
          <a:xfrm>
            <a:off x="6580671" y="3008314"/>
            <a:ext cx="3889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Hexadecimal</a:t>
            </a:r>
            <a:r>
              <a:rPr lang="en-US" altLang="en-US" sz="2000" dirty="0">
                <a:solidFill>
                  <a:srgbClr val="FF0000"/>
                </a:solidFill>
              </a:rPr>
              <a:t> </a:t>
            </a:r>
            <a:r>
              <a:rPr lang="en-US" altLang="en-US" sz="2000" dirty="0">
                <a:sym typeface="Symbol" panose="05050102010706020507" pitchFamily="18" charset="2"/>
              </a:rPr>
              <a:t> C3849000</a:t>
            </a:r>
            <a:endParaRPr lang="ru-RU" altLang="en-US" sz="2000" dirty="0"/>
          </a:p>
        </p:txBody>
      </p:sp>
      <p:sp>
        <p:nvSpPr>
          <p:cNvPr id="111620" name="Rectangle 13">
            <a:extLst>
              <a:ext uri="{FF2B5EF4-FFF2-40B4-BE49-F238E27FC236}">
                <a16:creationId xmlns:a16="http://schemas.microsoft.com/office/drawing/2014/main" id="{5B2DEC59-7B27-438E-B93F-1DCACA02095C}"/>
              </a:ext>
            </a:extLst>
          </p:cNvPr>
          <p:cNvSpPr>
            <a:spLocks noChangeArrowheads="1"/>
          </p:cNvSpPr>
          <p:nvPr/>
        </p:nvSpPr>
        <p:spPr bwMode="auto">
          <a:xfrm>
            <a:off x="1970089" y="5593743"/>
            <a:ext cx="4319587" cy="576263"/>
          </a:xfrm>
          <a:prstGeom prst="rect">
            <a:avLst/>
          </a:prstGeom>
          <a:solidFill>
            <a:schemeClr val="accent1">
              <a:lumMod val="60000"/>
              <a:lumOff val="40000"/>
            </a:schemeClr>
          </a:solidFill>
          <a:ln w="31750">
            <a:solidFill>
              <a:schemeClr val="tx1"/>
            </a:solidFill>
            <a:miter lim="800000"/>
            <a:headEnd/>
            <a:tailEnd/>
          </a:ln>
        </p:spPr>
        <p:txBody>
          <a:bodyPr wrap="none" anchor="ctr"/>
          <a:lstStyle/>
          <a:p>
            <a:pPr eaLnBrk="1" hangingPunct="1">
              <a:defRPr/>
            </a:pPr>
            <a:r>
              <a:rPr lang="en-US" sz="2400">
                <a:latin typeface="Arial" charset="0"/>
                <a:cs typeface="Arial" charset="0"/>
              </a:rPr>
              <a:t>0    01111100   10010   …</a:t>
            </a:r>
            <a:endParaRPr lang="ru-RU" sz="2400">
              <a:latin typeface="Arial" charset="0"/>
              <a:cs typeface="Arial" charset="0"/>
            </a:endParaRPr>
          </a:p>
        </p:txBody>
      </p:sp>
      <p:sp>
        <p:nvSpPr>
          <p:cNvPr id="111621" name="Line 14">
            <a:extLst>
              <a:ext uri="{FF2B5EF4-FFF2-40B4-BE49-F238E27FC236}">
                <a16:creationId xmlns:a16="http://schemas.microsoft.com/office/drawing/2014/main" id="{ECB418FD-DBE3-422A-9456-9926AECE0E0E}"/>
              </a:ext>
            </a:extLst>
          </p:cNvPr>
          <p:cNvSpPr>
            <a:spLocks noChangeShapeType="1"/>
          </p:cNvSpPr>
          <p:nvPr/>
        </p:nvSpPr>
        <p:spPr bwMode="auto">
          <a:xfrm>
            <a:off x="2460625" y="5593743"/>
            <a:ext cx="0" cy="576263"/>
          </a:xfrm>
          <a:prstGeom prst="line">
            <a:avLst/>
          </a:prstGeom>
          <a:noFill/>
          <a:ln w="31750">
            <a:solidFill>
              <a:schemeClr val="tx1"/>
            </a:solidFill>
            <a:round/>
            <a:headEnd/>
            <a:tailEnd/>
          </a:ln>
        </p:spPr>
        <p:txBody>
          <a:bodyPr/>
          <a:lstStyle/>
          <a:p>
            <a:pPr eaLnBrk="1" hangingPunct="1">
              <a:defRPr/>
            </a:pPr>
            <a:endParaRPr lang="en-US">
              <a:latin typeface="+mj-lt"/>
              <a:cs typeface="Arial" charset="0"/>
            </a:endParaRPr>
          </a:p>
        </p:txBody>
      </p:sp>
      <p:sp>
        <p:nvSpPr>
          <p:cNvPr id="111622" name="Line 15">
            <a:extLst>
              <a:ext uri="{FF2B5EF4-FFF2-40B4-BE49-F238E27FC236}">
                <a16:creationId xmlns:a16="http://schemas.microsoft.com/office/drawing/2014/main" id="{7A9106C5-1BB5-4F77-AD2F-665CBDD54C0D}"/>
              </a:ext>
            </a:extLst>
          </p:cNvPr>
          <p:cNvSpPr>
            <a:spLocks noChangeShapeType="1"/>
          </p:cNvSpPr>
          <p:nvPr/>
        </p:nvSpPr>
        <p:spPr bwMode="auto">
          <a:xfrm>
            <a:off x="3937000" y="5608030"/>
            <a:ext cx="0" cy="576262"/>
          </a:xfrm>
          <a:prstGeom prst="line">
            <a:avLst/>
          </a:prstGeom>
          <a:noFill/>
          <a:ln w="31750">
            <a:solidFill>
              <a:schemeClr val="tx1"/>
            </a:solidFill>
            <a:round/>
            <a:headEnd/>
            <a:tailEnd/>
          </a:ln>
        </p:spPr>
        <p:txBody>
          <a:bodyPr/>
          <a:lstStyle/>
          <a:p>
            <a:pPr eaLnBrk="1" hangingPunct="1">
              <a:defRPr/>
            </a:pPr>
            <a:endParaRPr lang="en-US">
              <a:latin typeface="+mj-lt"/>
              <a:cs typeface="Arial" charset="0"/>
            </a:endParaRPr>
          </a:p>
        </p:txBody>
      </p:sp>
      <p:sp>
        <p:nvSpPr>
          <p:cNvPr id="111623" name="Text Box 16">
            <a:extLst>
              <a:ext uri="{FF2B5EF4-FFF2-40B4-BE49-F238E27FC236}">
                <a16:creationId xmlns:a16="http://schemas.microsoft.com/office/drawing/2014/main" id="{EC3F015D-3363-44AC-9C43-8CE9614A838A}"/>
              </a:ext>
            </a:extLst>
          </p:cNvPr>
          <p:cNvSpPr txBox="1">
            <a:spLocks noChangeArrowheads="1"/>
          </p:cNvSpPr>
          <p:nvPr/>
        </p:nvSpPr>
        <p:spPr bwMode="auto">
          <a:xfrm>
            <a:off x="2020888" y="5227031"/>
            <a:ext cx="431800" cy="396875"/>
          </a:xfrm>
          <a:prstGeom prst="rect">
            <a:avLst/>
          </a:prstGeom>
          <a:noFill/>
          <a:ln w="31750">
            <a:noFill/>
            <a:miter lim="800000"/>
            <a:headEnd/>
            <a:tailEnd/>
          </a:ln>
        </p:spPr>
        <p:txBody>
          <a:bodyPr>
            <a:spAutoFit/>
          </a:bodyPr>
          <a:lstStyle/>
          <a:p>
            <a:pPr eaLnBrk="1" hangingPunct="1">
              <a:spcBef>
                <a:spcPct val="50000"/>
              </a:spcBef>
              <a:defRPr/>
            </a:pPr>
            <a:r>
              <a:rPr lang="en-US" sz="2000">
                <a:latin typeface="+mj-lt"/>
                <a:cs typeface="Arial" charset="0"/>
              </a:rPr>
              <a:t>1</a:t>
            </a:r>
            <a:endParaRPr lang="ru-RU" sz="2000">
              <a:latin typeface="+mj-lt"/>
              <a:cs typeface="Arial" charset="0"/>
            </a:endParaRPr>
          </a:p>
        </p:txBody>
      </p:sp>
      <p:sp>
        <p:nvSpPr>
          <p:cNvPr id="111624" name="Text Box 17">
            <a:extLst>
              <a:ext uri="{FF2B5EF4-FFF2-40B4-BE49-F238E27FC236}">
                <a16:creationId xmlns:a16="http://schemas.microsoft.com/office/drawing/2014/main" id="{FB86671D-6E8D-4C0A-9C9A-1F316FC713E4}"/>
              </a:ext>
            </a:extLst>
          </p:cNvPr>
          <p:cNvSpPr txBox="1">
            <a:spLocks noChangeArrowheads="1"/>
          </p:cNvSpPr>
          <p:nvPr/>
        </p:nvSpPr>
        <p:spPr bwMode="auto">
          <a:xfrm>
            <a:off x="2617788" y="5190518"/>
            <a:ext cx="1223962" cy="396875"/>
          </a:xfrm>
          <a:prstGeom prst="rect">
            <a:avLst/>
          </a:prstGeom>
          <a:noFill/>
          <a:ln w="31750">
            <a:noFill/>
            <a:miter lim="800000"/>
            <a:headEnd/>
            <a:tailEnd/>
          </a:ln>
        </p:spPr>
        <p:txBody>
          <a:bodyPr>
            <a:spAutoFit/>
          </a:bodyPr>
          <a:lstStyle/>
          <a:p>
            <a:pPr eaLnBrk="1" hangingPunct="1">
              <a:spcBef>
                <a:spcPct val="50000"/>
              </a:spcBef>
              <a:defRPr/>
            </a:pPr>
            <a:r>
              <a:rPr lang="en-US" sz="2000">
                <a:latin typeface="+mj-lt"/>
                <a:cs typeface="Arial" charset="0"/>
                <a:sym typeface="Symbol" pitchFamily="18" charset="2"/>
              </a:rPr>
              <a:t>  </a:t>
            </a:r>
            <a:r>
              <a:rPr lang="en-US" sz="2000">
                <a:latin typeface="+mj-lt"/>
                <a:cs typeface="Arial" charset="0"/>
              </a:rPr>
              <a:t>8   </a:t>
            </a:r>
            <a:r>
              <a:rPr lang="en-US" sz="2000">
                <a:latin typeface="+mj-lt"/>
                <a:cs typeface="Arial" charset="0"/>
                <a:sym typeface="Symbol" pitchFamily="18" charset="2"/>
              </a:rPr>
              <a:t></a:t>
            </a:r>
          </a:p>
        </p:txBody>
      </p:sp>
      <p:sp>
        <p:nvSpPr>
          <p:cNvPr id="111625" name="Text Box 18">
            <a:extLst>
              <a:ext uri="{FF2B5EF4-FFF2-40B4-BE49-F238E27FC236}">
                <a16:creationId xmlns:a16="http://schemas.microsoft.com/office/drawing/2014/main" id="{D381439F-0366-4359-85DA-68C1260E72F6}"/>
              </a:ext>
            </a:extLst>
          </p:cNvPr>
          <p:cNvSpPr txBox="1">
            <a:spLocks noChangeArrowheads="1"/>
          </p:cNvSpPr>
          <p:nvPr/>
        </p:nvSpPr>
        <p:spPr bwMode="auto">
          <a:xfrm>
            <a:off x="4248150" y="5204806"/>
            <a:ext cx="2114550" cy="396875"/>
          </a:xfrm>
          <a:prstGeom prst="rect">
            <a:avLst/>
          </a:prstGeom>
          <a:noFill/>
          <a:ln w="31750">
            <a:noFill/>
            <a:miter lim="800000"/>
            <a:headEnd/>
            <a:tailEnd/>
          </a:ln>
        </p:spPr>
        <p:txBody>
          <a:bodyPr>
            <a:spAutoFit/>
          </a:bodyPr>
          <a:lstStyle/>
          <a:p>
            <a:pPr eaLnBrk="1" hangingPunct="1">
              <a:spcBef>
                <a:spcPct val="50000"/>
              </a:spcBef>
              <a:defRPr/>
            </a:pPr>
            <a:r>
              <a:rPr lang="en-US" sz="2000">
                <a:latin typeface="+mj-lt"/>
                <a:cs typeface="Arial" charset="0"/>
                <a:sym typeface="Symbol" pitchFamily="18" charset="2"/>
              </a:rPr>
              <a:t>   </a:t>
            </a:r>
            <a:r>
              <a:rPr lang="en-US" sz="2000">
                <a:latin typeface="+mj-lt"/>
                <a:cs typeface="Arial" charset="0"/>
              </a:rPr>
              <a:t>23 bits     </a:t>
            </a:r>
            <a:r>
              <a:rPr lang="en-US" sz="2000">
                <a:latin typeface="+mj-lt"/>
                <a:cs typeface="Arial" charset="0"/>
                <a:sym typeface="Symbol" pitchFamily="18" charset="2"/>
              </a:rPr>
              <a:t></a:t>
            </a:r>
          </a:p>
        </p:txBody>
      </p:sp>
      <p:sp>
        <p:nvSpPr>
          <p:cNvPr id="133130" name="Text Box 19">
            <a:extLst>
              <a:ext uri="{FF2B5EF4-FFF2-40B4-BE49-F238E27FC236}">
                <a16:creationId xmlns:a16="http://schemas.microsoft.com/office/drawing/2014/main" id="{252574A3-F827-1EDB-0E24-DE29BCD31E7D}"/>
              </a:ext>
            </a:extLst>
          </p:cNvPr>
          <p:cNvSpPr txBox="1">
            <a:spLocks noChangeArrowheads="1"/>
          </p:cNvSpPr>
          <p:nvPr/>
        </p:nvSpPr>
        <p:spPr bwMode="auto">
          <a:xfrm>
            <a:off x="6580670" y="5623906"/>
            <a:ext cx="38893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1750">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000" dirty="0"/>
              <a:t>Hexadecimal</a:t>
            </a:r>
            <a:r>
              <a:rPr lang="en-US" altLang="en-US" sz="2000" dirty="0">
                <a:solidFill>
                  <a:srgbClr val="FF0000"/>
                </a:solidFill>
              </a:rPr>
              <a:t> </a:t>
            </a:r>
            <a:r>
              <a:rPr lang="en-US" altLang="en-US" sz="2000" dirty="0">
                <a:sym typeface="Symbol" panose="05050102010706020507" pitchFamily="18" charset="2"/>
              </a:rPr>
              <a:t> 3E480000</a:t>
            </a:r>
            <a:endParaRPr lang="ru-RU" altLang="en-US" sz="2000" dirty="0"/>
          </a:p>
        </p:txBody>
      </p:sp>
      <p:sp>
        <p:nvSpPr>
          <p:cNvPr id="133133" name="Rectangle 22">
            <a:extLst>
              <a:ext uri="{FF2B5EF4-FFF2-40B4-BE49-F238E27FC236}">
                <a16:creationId xmlns:a16="http://schemas.microsoft.com/office/drawing/2014/main" id="{0B4F9D0F-C443-F665-3BD6-EDD54F015C15}"/>
              </a:ext>
            </a:extLst>
          </p:cNvPr>
          <p:cNvSpPr>
            <a:spLocks noGrp="1" noChangeArrowheads="1"/>
          </p:cNvSpPr>
          <p:nvPr>
            <p:ph type="title"/>
          </p:nvPr>
        </p:nvSpPr>
        <p:spPr/>
        <p:txBody>
          <a:bodyPr/>
          <a:lstStyle/>
          <a:p>
            <a:r>
              <a:rPr lang="en-US" altLang="en-US"/>
              <a:t>Example (2)</a:t>
            </a: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Title 1">
            <a:extLst>
              <a:ext uri="{FF2B5EF4-FFF2-40B4-BE49-F238E27FC236}">
                <a16:creationId xmlns:a16="http://schemas.microsoft.com/office/drawing/2014/main" id="{7A669F77-9840-6626-8414-F9E947BFE9C8}"/>
              </a:ext>
            </a:extLst>
          </p:cNvPr>
          <p:cNvSpPr>
            <a:spLocks noGrp="1" noChangeArrowheads="1"/>
          </p:cNvSpPr>
          <p:nvPr>
            <p:ph type="title"/>
          </p:nvPr>
        </p:nvSpPr>
        <p:spPr/>
        <p:txBody>
          <a:bodyPr/>
          <a:lstStyle/>
          <a:p>
            <a:r>
              <a:rPr lang="en-US" altLang="en-US"/>
              <a:t>Special Values in IEEE Format</a:t>
            </a:r>
          </a:p>
        </p:txBody>
      </p:sp>
      <p:sp>
        <p:nvSpPr>
          <p:cNvPr id="135171" name="Content Placeholder 2">
            <a:extLst>
              <a:ext uri="{FF2B5EF4-FFF2-40B4-BE49-F238E27FC236}">
                <a16:creationId xmlns:a16="http://schemas.microsoft.com/office/drawing/2014/main" id="{CDC11A7D-8603-14D8-132A-CA99883C478C}"/>
              </a:ext>
            </a:extLst>
          </p:cNvPr>
          <p:cNvSpPr>
            <a:spLocks noGrp="1" noChangeArrowheads="1"/>
          </p:cNvSpPr>
          <p:nvPr>
            <p:ph type="body" sz="quarter" idx="10"/>
          </p:nvPr>
        </p:nvSpPr>
        <p:spPr/>
        <p:txBody>
          <a:bodyPr/>
          <a:lstStyle/>
          <a:p>
            <a:endParaRPr lang="en-US" altLang="en-US"/>
          </a:p>
          <a:p>
            <a:endParaRPr lang="en-US" altLang="en-US"/>
          </a:p>
          <a:p>
            <a:endParaRPr lang="en-US" altLang="en-US"/>
          </a:p>
          <a:p>
            <a:endParaRPr lang="en-US" altLang="en-US"/>
          </a:p>
          <a:p>
            <a:endParaRPr lang="en-US" altLang="en-US"/>
          </a:p>
          <a:p>
            <a:r>
              <a:rPr lang="en-US" altLang="en-US"/>
              <a:t>Special values: </a:t>
            </a:r>
            <a:r>
              <a:rPr lang="ru-RU" altLang="en-US">
                <a:sym typeface="Symbol" panose="05050102010706020507" pitchFamily="18" charset="2"/>
              </a:rPr>
              <a:t></a:t>
            </a:r>
            <a:r>
              <a:rPr lang="en-US" altLang="en-US">
                <a:sym typeface="Symbol" panose="05050102010706020507" pitchFamily="18" charset="2"/>
              </a:rPr>
              <a:t>0, </a:t>
            </a:r>
            <a:r>
              <a:rPr lang="ru-RU" altLang="en-US">
                <a:sym typeface="Symbol" panose="05050102010706020507" pitchFamily="18" charset="2"/>
              </a:rPr>
              <a:t></a:t>
            </a:r>
            <a:r>
              <a:rPr lang="en-US" altLang="en-US"/>
              <a:t> </a:t>
            </a:r>
            <a:r>
              <a:rPr lang="ru-RU" altLang="en-US">
                <a:sym typeface="Symbol" panose="05050102010706020507" pitchFamily="18" charset="2"/>
              </a:rPr>
              <a:t></a:t>
            </a:r>
            <a:endParaRPr lang="en-US" altLang="en-US">
              <a:sym typeface="Symbol" panose="05050102010706020507" pitchFamily="18" charset="2"/>
            </a:endParaRPr>
          </a:p>
          <a:p>
            <a:r>
              <a:rPr lang="en-US" altLang="en-US"/>
              <a:t>Denormalized Number:</a:t>
            </a:r>
          </a:p>
          <a:p>
            <a:r>
              <a:rPr lang="en-US" altLang="en-US"/>
              <a:t>Not a Number (NaN)</a:t>
            </a:r>
          </a:p>
        </p:txBody>
      </p:sp>
      <p:graphicFrame>
        <p:nvGraphicFramePr>
          <p:cNvPr id="4" name="Table 3">
            <a:extLst>
              <a:ext uri="{FF2B5EF4-FFF2-40B4-BE49-F238E27FC236}">
                <a16:creationId xmlns:a16="http://schemas.microsoft.com/office/drawing/2014/main" id="{AC9D7DD7-137D-4D0F-A66C-B1580EEE117B}"/>
              </a:ext>
            </a:extLst>
          </p:cNvPr>
          <p:cNvGraphicFramePr>
            <a:graphicFrameLocks noGrp="1"/>
          </p:cNvGraphicFramePr>
          <p:nvPr>
            <p:extLst>
              <p:ext uri="{D42A27DB-BD31-4B8C-83A1-F6EECF244321}">
                <p14:modId xmlns:p14="http://schemas.microsoft.com/office/powerpoint/2010/main" val="1696452040"/>
              </p:ext>
            </p:extLst>
          </p:nvPr>
        </p:nvGraphicFramePr>
        <p:xfrm>
          <a:off x="749300" y="1282700"/>
          <a:ext cx="10744200" cy="2235201"/>
        </p:xfrm>
        <a:graphic>
          <a:graphicData uri="http://schemas.openxmlformats.org/drawingml/2006/table">
            <a:tbl>
              <a:tblPr firstRow="1" bandRow="1">
                <a:tableStyleId>{5C22544A-7EE6-4342-B048-85BDC9FD1C3A}</a:tableStyleId>
              </a:tblPr>
              <a:tblGrid>
                <a:gridCol w="3581400">
                  <a:extLst>
                    <a:ext uri="{9D8B030D-6E8A-4147-A177-3AD203B41FA5}">
                      <a16:colId xmlns:a16="http://schemas.microsoft.com/office/drawing/2014/main" val="20000"/>
                    </a:ext>
                  </a:extLst>
                </a:gridCol>
                <a:gridCol w="3581400">
                  <a:extLst>
                    <a:ext uri="{9D8B030D-6E8A-4147-A177-3AD203B41FA5}">
                      <a16:colId xmlns:a16="http://schemas.microsoft.com/office/drawing/2014/main" val="20001"/>
                    </a:ext>
                  </a:extLst>
                </a:gridCol>
                <a:gridCol w="3581400">
                  <a:extLst>
                    <a:ext uri="{9D8B030D-6E8A-4147-A177-3AD203B41FA5}">
                      <a16:colId xmlns:a16="http://schemas.microsoft.com/office/drawing/2014/main" val="20002"/>
                    </a:ext>
                  </a:extLst>
                </a:gridCol>
              </a:tblGrid>
              <a:tr h="745067">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endParaRPr kumimoji="0" lang="ru-RU" sz="1800" b="0" i="0" u="none" strike="noStrike" cap="none" normalizeH="0" baseline="0" dirty="0">
                        <a:ln>
                          <a:noFill/>
                        </a:ln>
                        <a:solidFill>
                          <a:schemeClr val="tx1"/>
                        </a:solidFill>
                        <a:effectLst/>
                        <a:latin typeface="Arial" charset="0"/>
                        <a:cs typeface="Arial" charset="0"/>
                      </a:endParaRPr>
                    </a:p>
                  </a:txBody>
                  <a:tcPr marT="45733" marB="45733"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en-US" sz="1800" b="0" i="0" u="none" strike="noStrike" cap="none" normalizeH="0" baseline="0" dirty="0">
                          <a:ln>
                            <a:noFill/>
                          </a:ln>
                          <a:solidFill>
                            <a:schemeClr val="tx1"/>
                          </a:solidFill>
                          <a:effectLst/>
                          <a:latin typeface="Arial" charset="0"/>
                          <a:cs typeface="Arial" charset="0"/>
                        </a:rPr>
                        <a:t>F=0</a:t>
                      </a:r>
                      <a:endParaRPr kumimoji="0" lang="ru-RU" sz="1800" b="0" i="0" u="none" strike="noStrike" cap="none" normalizeH="0" baseline="0" dirty="0">
                        <a:ln>
                          <a:noFill/>
                        </a:ln>
                        <a:solidFill>
                          <a:schemeClr val="tx1"/>
                        </a:solidFill>
                        <a:effectLst/>
                        <a:latin typeface="Arial" charset="0"/>
                        <a:cs typeface="Arial" charset="0"/>
                      </a:endParaRPr>
                    </a:p>
                  </a:txBody>
                  <a:tcPr marT="45733" marB="45733"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en-US" sz="1800" b="0" i="0" u="none" strike="noStrike" cap="none" normalizeH="0" baseline="0" dirty="0">
                          <a:ln>
                            <a:noFill/>
                          </a:ln>
                          <a:solidFill>
                            <a:schemeClr val="tx1"/>
                          </a:solidFill>
                          <a:effectLst/>
                          <a:latin typeface="Arial" charset="0"/>
                          <a:cs typeface="Arial" charset="0"/>
                        </a:rPr>
                        <a:t>F≠0</a:t>
                      </a:r>
                      <a:endParaRPr kumimoji="0" lang="ru-RU" sz="1800" b="0" i="0" u="none" strike="noStrike" cap="none" normalizeH="0" baseline="0" dirty="0">
                        <a:ln>
                          <a:noFill/>
                        </a:ln>
                        <a:solidFill>
                          <a:schemeClr val="tx1"/>
                        </a:solidFill>
                        <a:effectLst/>
                        <a:latin typeface="Arial" charset="0"/>
                        <a:cs typeface="Arial" charset="0"/>
                      </a:endParaRPr>
                    </a:p>
                  </a:txBody>
                  <a:tcPr marT="45733" marB="45733" horzOverflow="overflow"/>
                </a:tc>
                <a:extLst>
                  <a:ext uri="{0D108BD9-81ED-4DB2-BD59-A6C34878D82A}">
                    <a16:rowId xmlns:a16="http://schemas.microsoft.com/office/drawing/2014/main" val="10000"/>
                  </a:ext>
                </a:extLst>
              </a:tr>
              <a:tr h="745067">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en-US" sz="1800" b="0" i="0" u="none" strike="noStrike" cap="none" normalizeH="0" baseline="0" dirty="0">
                          <a:ln>
                            <a:noFill/>
                          </a:ln>
                          <a:solidFill>
                            <a:schemeClr val="tx1"/>
                          </a:solidFill>
                          <a:effectLst/>
                          <a:latin typeface="Arial" charset="0"/>
                          <a:cs typeface="Arial" charset="0"/>
                        </a:rPr>
                        <a:t>E=0</a:t>
                      </a:r>
                      <a:endParaRPr kumimoji="0" lang="ru-RU" sz="1800" b="0" i="0" u="none" strike="noStrike" cap="none" normalizeH="0" baseline="0" dirty="0">
                        <a:ln>
                          <a:noFill/>
                        </a:ln>
                        <a:solidFill>
                          <a:schemeClr val="tx1"/>
                        </a:solidFill>
                        <a:effectLst/>
                        <a:latin typeface="Arial" charset="0"/>
                        <a:cs typeface="Arial" charset="0"/>
                      </a:endParaRPr>
                    </a:p>
                  </a:txBody>
                  <a:tcPr marT="45733" marB="45733"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ru-RU" sz="1800" b="0" i="0" u="none" strike="noStrike" cap="none" normalizeH="0" baseline="0">
                          <a:ln>
                            <a:noFill/>
                          </a:ln>
                          <a:solidFill>
                            <a:schemeClr val="tx1"/>
                          </a:solidFill>
                          <a:effectLst/>
                          <a:latin typeface="Arial" charset="0"/>
                          <a:cs typeface="Arial" charset="0"/>
                          <a:sym typeface="Symbol" pitchFamily="18" charset="2"/>
                        </a:rPr>
                        <a:t></a:t>
                      </a:r>
                      <a:r>
                        <a:rPr kumimoji="0" lang="en-US" sz="1800" b="0" i="0" u="none" strike="noStrike" cap="none" normalizeH="0" baseline="0">
                          <a:ln>
                            <a:noFill/>
                          </a:ln>
                          <a:solidFill>
                            <a:schemeClr val="tx1"/>
                          </a:solidFill>
                          <a:effectLst/>
                          <a:latin typeface="Arial" charset="0"/>
                          <a:cs typeface="Arial" charset="0"/>
                          <a:sym typeface="Symbol" pitchFamily="18" charset="2"/>
                        </a:rPr>
                        <a:t>0</a:t>
                      </a:r>
                      <a:endParaRPr kumimoji="0" lang="ru-RU" sz="1800" b="0" i="0" u="none" strike="noStrike" cap="none" normalizeH="0" baseline="0">
                        <a:ln>
                          <a:noFill/>
                        </a:ln>
                        <a:solidFill>
                          <a:schemeClr val="tx1"/>
                        </a:solidFill>
                        <a:effectLst/>
                        <a:latin typeface="Arial" charset="0"/>
                        <a:cs typeface="Arial" charset="0"/>
                        <a:sym typeface="Symbol" pitchFamily="18" charset="2"/>
                      </a:endParaRPr>
                    </a:p>
                  </a:txBody>
                  <a:tcPr marT="45733" marB="45733"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en-US" sz="1800" b="0" i="0" u="none" strike="noStrike" cap="none" normalizeH="0" baseline="0" dirty="0" err="1">
                          <a:ln>
                            <a:noFill/>
                          </a:ln>
                          <a:solidFill>
                            <a:schemeClr val="tx1"/>
                          </a:solidFill>
                          <a:effectLst/>
                          <a:latin typeface="Arial" charset="0"/>
                          <a:cs typeface="Arial" charset="0"/>
                        </a:rPr>
                        <a:t>Denormalized</a:t>
                      </a:r>
                      <a:endParaRPr kumimoji="0" lang="ru-RU" sz="1800" b="0" i="0" u="none" strike="noStrike" cap="none" normalizeH="0" baseline="0" dirty="0">
                        <a:ln>
                          <a:noFill/>
                        </a:ln>
                        <a:solidFill>
                          <a:schemeClr val="tx1"/>
                        </a:solidFill>
                        <a:effectLst/>
                        <a:latin typeface="Arial" charset="0"/>
                        <a:cs typeface="Arial" charset="0"/>
                      </a:endParaRPr>
                    </a:p>
                  </a:txBody>
                  <a:tcPr marT="45733" marB="45733" horzOverflow="overflow"/>
                </a:tc>
                <a:extLst>
                  <a:ext uri="{0D108BD9-81ED-4DB2-BD59-A6C34878D82A}">
                    <a16:rowId xmlns:a16="http://schemas.microsoft.com/office/drawing/2014/main" val="10001"/>
                  </a:ext>
                </a:extLst>
              </a:tr>
              <a:tr h="745067">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en-US" sz="1800" b="0" i="0" u="none" strike="noStrike" cap="none" normalizeH="0" baseline="0" dirty="0">
                          <a:ln>
                            <a:noFill/>
                          </a:ln>
                          <a:solidFill>
                            <a:schemeClr val="tx1"/>
                          </a:solidFill>
                          <a:effectLst/>
                          <a:latin typeface="Arial" charset="0"/>
                          <a:cs typeface="Arial" charset="0"/>
                        </a:rPr>
                        <a:t>E=255</a:t>
                      </a:r>
                    </a:p>
                  </a:txBody>
                  <a:tcPr marT="45733" marB="45733"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ru-RU" sz="1800" b="0" i="0" u="none" strike="noStrike" cap="none" normalizeH="0" baseline="0">
                          <a:ln>
                            <a:noFill/>
                          </a:ln>
                          <a:solidFill>
                            <a:schemeClr val="tx1"/>
                          </a:solidFill>
                          <a:effectLst/>
                          <a:latin typeface="Arial" charset="0"/>
                          <a:cs typeface="Arial" charset="0"/>
                          <a:sym typeface="Symbol" pitchFamily="18" charset="2"/>
                        </a:rPr>
                        <a:t></a:t>
                      </a:r>
                    </a:p>
                  </a:txBody>
                  <a:tcPr marT="45733" marB="45733" horzOverflow="overflow"/>
                </a:tc>
                <a:tc>
                  <a:txBody>
                    <a:bodyPr/>
                    <a:lstStyle/>
                    <a:p>
                      <a:pPr marL="0" marR="0" lvl="0" indent="0" algn="ctr" defTabSz="914400" rtl="0" eaLnBrk="1" fontAlgn="base" latinLnBrk="0" hangingPunct="1">
                        <a:lnSpc>
                          <a:spcPct val="100000"/>
                        </a:lnSpc>
                        <a:spcBef>
                          <a:spcPct val="20000"/>
                        </a:spcBef>
                        <a:spcAft>
                          <a:spcPct val="0"/>
                        </a:spcAft>
                        <a:buClr>
                          <a:srgbClr val="0000FF"/>
                        </a:buClr>
                        <a:buSzPct val="100000"/>
                        <a:buFont typeface="Wingdings" pitchFamily="2" charset="2"/>
                        <a:buNone/>
                        <a:tabLst/>
                      </a:pPr>
                      <a:r>
                        <a:rPr kumimoji="0" lang="en-US" sz="1800" b="0" i="0" u="none" strike="noStrike" cap="none" normalizeH="0" baseline="0" dirty="0" err="1">
                          <a:ln>
                            <a:noFill/>
                          </a:ln>
                          <a:solidFill>
                            <a:schemeClr val="tx1"/>
                          </a:solidFill>
                          <a:effectLst/>
                          <a:latin typeface="Arial" charset="0"/>
                          <a:cs typeface="Arial" charset="0"/>
                        </a:rPr>
                        <a:t>NaN</a:t>
                      </a:r>
                      <a:endParaRPr kumimoji="0" lang="ru-RU" sz="1800" b="0" i="0" u="none" strike="noStrike" cap="none" normalizeH="0" baseline="0" dirty="0">
                        <a:ln>
                          <a:noFill/>
                        </a:ln>
                        <a:solidFill>
                          <a:schemeClr val="tx1"/>
                        </a:solidFill>
                        <a:effectLst/>
                        <a:latin typeface="Arial" charset="0"/>
                        <a:cs typeface="Arial" charset="0"/>
                      </a:endParaRPr>
                    </a:p>
                  </a:txBody>
                  <a:tcPr marT="45733" marB="45733" horzOverflow="overflow"/>
                </a:tc>
                <a:extLst>
                  <a:ext uri="{0D108BD9-81ED-4DB2-BD59-A6C34878D82A}">
                    <a16:rowId xmlns:a16="http://schemas.microsoft.com/office/drawing/2014/main" val="10002"/>
                  </a:ext>
                </a:extLst>
              </a:tr>
            </a:tbl>
          </a:graphicData>
        </a:graphic>
      </p:graphicFrame>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10">
            <a:extLst>
              <a:ext uri="{FF2B5EF4-FFF2-40B4-BE49-F238E27FC236}">
                <a16:creationId xmlns:a16="http://schemas.microsoft.com/office/drawing/2014/main" id="{942D884B-EB07-B189-5BBA-A4F5FFBB6D42}"/>
              </a:ext>
            </a:extLst>
          </p:cNvPr>
          <p:cNvSpPr>
            <a:spLocks noGrp="1" noChangeArrowheads="1"/>
          </p:cNvSpPr>
          <p:nvPr>
            <p:ph type="title"/>
          </p:nvPr>
        </p:nvSpPr>
        <p:spPr/>
        <p:txBody>
          <a:bodyPr/>
          <a:lstStyle/>
          <a:p>
            <a:r>
              <a:rPr lang="en-US" altLang="en-US"/>
              <a:t>Special Values in IEEE Format</a:t>
            </a:r>
            <a:endParaRPr lang="ru-RU" altLang="en-US"/>
          </a:p>
        </p:txBody>
      </p:sp>
      <p:sp>
        <p:nvSpPr>
          <p:cNvPr id="3" name="Text Placeholder 2">
            <a:extLst>
              <a:ext uri="{FF2B5EF4-FFF2-40B4-BE49-F238E27FC236}">
                <a16:creationId xmlns:a16="http://schemas.microsoft.com/office/drawing/2014/main" id="{3BCE0C9A-E447-E8CE-1654-29555A9BDD3A}"/>
              </a:ext>
            </a:extLst>
          </p:cNvPr>
          <p:cNvSpPr>
            <a:spLocks noGrp="1"/>
          </p:cNvSpPr>
          <p:nvPr>
            <p:ph type="body" sz="quarter" idx="10"/>
          </p:nvPr>
        </p:nvSpPr>
        <p:spPr/>
        <p:txBody>
          <a:bodyPr/>
          <a:lstStyle/>
          <a:p>
            <a:r>
              <a:rPr lang="en-US" dirty="0"/>
              <a:t>Denormalized Number:</a:t>
            </a:r>
          </a:p>
          <a:p>
            <a:pPr lvl="1"/>
            <a:r>
              <a:rPr lang="en-US" dirty="0"/>
              <a:t>No hidden bit - significands not normalized</a:t>
            </a:r>
          </a:p>
          <a:p>
            <a:pPr lvl="1"/>
            <a:r>
              <a:rPr lang="en-US" dirty="0"/>
              <a:t>Smallest normalized number in Single Precision is 1*2-126;</a:t>
            </a:r>
          </a:p>
          <a:p>
            <a:pPr lvl="1"/>
            <a:r>
              <a:rPr lang="en-US" dirty="0"/>
              <a:t>Smallest representable number is 2-23*2-127=2-150.  2-150 – underflow</a:t>
            </a:r>
          </a:p>
          <a:p>
            <a:pPr lvl="1"/>
            <a:r>
              <a:rPr lang="en-US" dirty="0"/>
              <a:t>Denormalized number reduces gap between smallest representable number  and   zero.</a:t>
            </a:r>
          </a:p>
          <a:p>
            <a:r>
              <a:rPr lang="en-US" dirty="0"/>
              <a:t>Not a Number (</a:t>
            </a:r>
            <a:r>
              <a:rPr lang="en-US" dirty="0" err="1"/>
              <a:t>NaN</a:t>
            </a:r>
            <a:r>
              <a:rPr lang="en-US" dirty="0"/>
              <a:t>)</a:t>
            </a:r>
          </a:p>
          <a:p>
            <a:pPr lvl="1"/>
            <a:r>
              <a:rPr lang="en-US" dirty="0"/>
              <a:t>Two kinds: Signaling </a:t>
            </a:r>
            <a:r>
              <a:rPr lang="en-US" dirty="0" err="1"/>
              <a:t>NaN</a:t>
            </a:r>
            <a:r>
              <a:rPr lang="en-US" dirty="0"/>
              <a:t> (or trapping) - </a:t>
            </a:r>
            <a:r>
              <a:rPr lang="en-US" dirty="0" err="1"/>
              <a:t>SNaN</a:t>
            </a:r>
            <a:r>
              <a:rPr lang="en-US" dirty="0"/>
              <a:t>  and Quiet </a:t>
            </a:r>
            <a:r>
              <a:rPr lang="en-US" dirty="0" err="1"/>
              <a:t>NaN</a:t>
            </a:r>
            <a:r>
              <a:rPr lang="en-US" dirty="0"/>
              <a:t> (nontrapping)-</a:t>
            </a:r>
            <a:r>
              <a:rPr lang="en-US" dirty="0" err="1"/>
              <a:t>QNaN</a:t>
            </a:r>
            <a:endParaRPr lang="en-US" dirty="0"/>
          </a:p>
          <a:p>
            <a:pPr marL="0" indent="0">
              <a:buNone/>
            </a:pPr>
            <a:endParaRPr lang="en-US"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Text Box 3">
            <a:extLst>
              <a:ext uri="{FF2B5EF4-FFF2-40B4-BE49-F238E27FC236}">
                <a16:creationId xmlns:a16="http://schemas.microsoft.com/office/drawing/2014/main" id="{F4109353-4C98-17B7-57A2-3A4731C85CE8}"/>
              </a:ext>
            </a:extLst>
          </p:cNvPr>
          <p:cNvSpPr txBox="1">
            <a:spLocks noChangeArrowheads="1"/>
          </p:cNvSpPr>
          <p:nvPr/>
        </p:nvSpPr>
        <p:spPr bwMode="auto">
          <a:xfrm>
            <a:off x="1931988" y="1143001"/>
            <a:ext cx="744061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2400"/>
              <a:t>Numbers are represented by:</a:t>
            </a:r>
          </a:p>
          <a:p>
            <a:pPr eaLnBrk="1" hangingPunct="1"/>
            <a:r>
              <a:rPr lang="en-US" altLang="en-US" sz="2400"/>
              <a:t>A=(-1)</a:t>
            </a:r>
            <a:r>
              <a:rPr lang="en-US" altLang="en-US" sz="2400" b="1" baseline="30000"/>
              <a:t>S</a:t>
            </a:r>
            <a:r>
              <a:rPr lang="en-US" altLang="en-US" sz="2400" b="1">
                <a:sym typeface="Symbol" panose="05050102010706020507" pitchFamily="18" charset="2"/>
              </a:rPr>
              <a:t></a:t>
            </a:r>
            <a:r>
              <a:rPr lang="en-US" altLang="en-US" sz="2400">
                <a:sym typeface="Symbol" panose="05050102010706020507" pitchFamily="18" charset="2"/>
              </a:rPr>
              <a:t>2</a:t>
            </a:r>
            <a:r>
              <a:rPr lang="en-US" altLang="en-US" sz="2400" b="1" baseline="30000">
                <a:sym typeface="Symbol" panose="05050102010706020507" pitchFamily="18" charset="2"/>
              </a:rPr>
              <a:t>E-127</a:t>
            </a:r>
            <a:r>
              <a:rPr lang="en-US" altLang="en-US" sz="2400" b="1">
                <a:sym typeface="Symbol" panose="05050102010706020507" pitchFamily="18" charset="2"/>
              </a:rPr>
              <a:t></a:t>
            </a:r>
            <a:r>
              <a:rPr lang="en-US" altLang="en-US" sz="2400">
                <a:sym typeface="Symbol" panose="05050102010706020507" pitchFamily="18" charset="2"/>
              </a:rPr>
              <a:t>1.F  (IEEE standard)</a:t>
            </a:r>
          </a:p>
        </p:txBody>
      </p:sp>
      <p:grpSp>
        <p:nvGrpSpPr>
          <p:cNvPr id="137219" name="Group 4">
            <a:extLst>
              <a:ext uri="{FF2B5EF4-FFF2-40B4-BE49-F238E27FC236}">
                <a16:creationId xmlns:a16="http://schemas.microsoft.com/office/drawing/2014/main" id="{26DE12EF-8A71-A830-297E-2F33F7C2B55B}"/>
              </a:ext>
            </a:extLst>
          </p:cNvPr>
          <p:cNvGrpSpPr>
            <a:grpSpLocks/>
          </p:cNvGrpSpPr>
          <p:nvPr/>
        </p:nvGrpSpPr>
        <p:grpSpPr bwMode="auto">
          <a:xfrm>
            <a:off x="2495550" y="1909763"/>
            <a:ext cx="4648200" cy="812800"/>
            <a:chOff x="612" y="2208"/>
            <a:chExt cx="2928" cy="512"/>
          </a:xfrm>
        </p:grpSpPr>
        <p:sp>
          <p:nvSpPr>
            <p:cNvPr id="114695" name="Rectangle 5">
              <a:extLst>
                <a:ext uri="{FF2B5EF4-FFF2-40B4-BE49-F238E27FC236}">
                  <a16:creationId xmlns:a16="http://schemas.microsoft.com/office/drawing/2014/main" id="{E11AFFD6-3365-4AF5-B16F-E58422C0D4EB}"/>
                </a:ext>
              </a:extLst>
            </p:cNvPr>
            <p:cNvSpPr>
              <a:spLocks noChangeArrowheads="1"/>
            </p:cNvSpPr>
            <p:nvPr/>
          </p:nvSpPr>
          <p:spPr bwMode="auto">
            <a:xfrm>
              <a:off x="612" y="2432"/>
              <a:ext cx="2928" cy="288"/>
            </a:xfrm>
            <a:prstGeom prst="rect">
              <a:avLst/>
            </a:prstGeom>
            <a:solidFill>
              <a:schemeClr val="accent1">
                <a:lumMod val="60000"/>
                <a:lumOff val="40000"/>
              </a:schemeClr>
            </a:solidFill>
            <a:ln w="25400">
              <a:solidFill>
                <a:schemeClr val="tx1"/>
              </a:solidFill>
              <a:miter lim="800000"/>
              <a:headEnd/>
              <a:tailEnd/>
            </a:ln>
          </p:spPr>
          <p:txBody>
            <a:bodyPr wrap="none" anchor="ctr"/>
            <a:lstStyle/>
            <a:p>
              <a:pPr eaLnBrk="1" hangingPunct="1">
                <a:defRPr/>
              </a:pPr>
              <a:r>
                <a:rPr lang="en-US" sz="2400">
                  <a:latin typeface="Arial" charset="0"/>
                  <a:cs typeface="Arial" charset="0"/>
                </a:rPr>
                <a:t>S	E		F</a:t>
              </a:r>
            </a:p>
          </p:txBody>
        </p:sp>
        <p:sp>
          <p:nvSpPr>
            <p:cNvPr id="137224" name="Line 6">
              <a:extLst>
                <a:ext uri="{FF2B5EF4-FFF2-40B4-BE49-F238E27FC236}">
                  <a16:creationId xmlns:a16="http://schemas.microsoft.com/office/drawing/2014/main" id="{5333B172-B1E9-1B12-D104-FDE87DF2E8A4}"/>
                </a:ext>
              </a:extLst>
            </p:cNvPr>
            <p:cNvSpPr>
              <a:spLocks noChangeShapeType="1"/>
            </p:cNvSpPr>
            <p:nvPr/>
          </p:nvSpPr>
          <p:spPr bwMode="auto">
            <a:xfrm>
              <a:off x="852" y="2432"/>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5" name="Line 7">
              <a:extLst>
                <a:ext uri="{FF2B5EF4-FFF2-40B4-BE49-F238E27FC236}">
                  <a16:creationId xmlns:a16="http://schemas.microsoft.com/office/drawing/2014/main" id="{575FDDA9-593A-AE03-FB83-C560F989AD25}"/>
                </a:ext>
              </a:extLst>
            </p:cNvPr>
            <p:cNvSpPr>
              <a:spLocks noChangeShapeType="1"/>
            </p:cNvSpPr>
            <p:nvPr/>
          </p:nvSpPr>
          <p:spPr bwMode="auto">
            <a:xfrm>
              <a:off x="1660" y="2432"/>
              <a:ext cx="0" cy="288"/>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7226" name="Text Box 8">
              <a:extLst>
                <a:ext uri="{FF2B5EF4-FFF2-40B4-BE49-F238E27FC236}">
                  <a16:creationId xmlns:a16="http://schemas.microsoft.com/office/drawing/2014/main" id="{5F8B39A6-8F17-536B-9269-6C215C3FDDA7}"/>
                </a:ext>
              </a:extLst>
            </p:cNvPr>
            <p:cNvSpPr txBox="1">
              <a:spLocks noChangeArrowheads="1"/>
            </p:cNvSpPr>
            <p:nvPr/>
          </p:nvSpPr>
          <p:spPr bwMode="auto">
            <a:xfrm>
              <a:off x="668" y="2208"/>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1</a:t>
              </a:r>
            </a:p>
          </p:txBody>
        </p:sp>
        <p:sp>
          <p:nvSpPr>
            <p:cNvPr id="137227" name="Text Box 9">
              <a:extLst>
                <a:ext uri="{FF2B5EF4-FFF2-40B4-BE49-F238E27FC236}">
                  <a16:creationId xmlns:a16="http://schemas.microsoft.com/office/drawing/2014/main" id="{E472C9F4-DA1A-F134-C05C-02632C31E95A}"/>
                </a:ext>
              </a:extLst>
            </p:cNvPr>
            <p:cNvSpPr txBox="1">
              <a:spLocks noChangeArrowheads="1"/>
            </p:cNvSpPr>
            <p:nvPr/>
          </p:nvSpPr>
          <p:spPr bwMode="auto">
            <a:xfrm>
              <a:off x="1172" y="2216"/>
              <a:ext cx="28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8</a:t>
              </a:r>
            </a:p>
          </p:txBody>
        </p:sp>
        <p:sp>
          <p:nvSpPr>
            <p:cNvPr id="137228" name="Text Box 10">
              <a:extLst>
                <a:ext uri="{FF2B5EF4-FFF2-40B4-BE49-F238E27FC236}">
                  <a16:creationId xmlns:a16="http://schemas.microsoft.com/office/drawing/2014/main" id="{856CF668-B8CE-F4A8-CFE6-81002D2C7961}"/>
                </a:ext>
              </a:extLst>
            </p:cNvPr>
            <p:cNvSpPr txBox="1">
              <a:spLocks noChangeArrowheads="1"/>
            </p:cNvSpPr>
            <p:nvPr/>
          </p:nvSpPr>
          <p:spPr bwMode="auto">
            <a:xfrm>
              <a:off x="2708" y="2208"/>
              <a:ext cx="35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spcBef>
                  <a:spcPct val="50000"/>
                </a:spcBef>
              </a:pPr>
              <a:r>
                <a:rPr lang="en-US" altLang="en-US" sz="2000"/>
                <a:t>23</a:t>
              </a:r>
            </a:p>
          </p:txBody>
        </p:sp>
      </p:grpSp>
      <p:sp>
        <p:nvSpPr>
          <p:cNvPr id="137220" name="Text Box 11">
            <a:extLst>
              <a:ext uri="{FF2B5EF4-FFF2-40B4-BE49-F238E27FC236}">
                <a16:creationId xmlns:a16="http://schemas.microsoft.com/office/drawing/2014/main" id="{648DF0BB-0219-EAAD-0C1A-0ABB114CF7D3}"/>
              </a:ext>
            </a:extLst>
          </p:cNvPr>
          <p:cNvSpPr txBox="1">
            <a:spLocks noChangeArrowheads="1"/>
          </p:cNvSpPr>
          <p:nvPr/>
        </p:nvSpPr>
        <p:spPr bwMode="auto">
          <a:xfrm>
            <a:off x="2003426" y="2819401"/>
            <a:ext cx="8359775" cy="2957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r>
              <a:rPr lang="en-US" altLang="en-US" sz="2800">
                <a:solidFill>
                  <a:srgbClr val="0000FF"/>
                </a:solidFill>
                <a:sym typeface="Symbol" panose="05050102010706020507" pitchFamily="18" charset="2"/>
              </a:rPr>
              <a:t>Addition/subtraction</a:t>
            </a:r>
          </a:p>
          <a:p>
            <a:pPr eaLnBrk="1" hangingPunct="1"/>
            <a:r>
              <a:rPr lang="en-US" altLang="en-US" sz="2400">
                <a:sym typeface="Symbol" panose="05050102010706020507" pitchFamily="18" charset="2"/>
              </a:rPr>
              <a:t>Exponents of both operands must be equal before adding or subtracting significands.</a:t>
            </a:r>
          </a:p>
          <a:p>
            <a:pPr eaLnBrk="1" hangingPunct="1"/>
            <a:r>
              <a:rPr lang="en-US" altLang="en-US" sz="2800"/>
              <a:t>A = 2</a:t>
            </a:r>
            <a:r>
              <a:rPr lang="en-US" altLang="en-US" sz="2800" baseline="30000"/>
              <a:t>Ea</a:t>
            </a:r>
            <a:r>
              <a:rPr lang="en-US" altLang="en-US" sz="2800" b="1"/>
              <a:t> </a:t>
            </a:r>
            <a:r>
              <a:rPr lang="en-US" altLang="en-US" sz="2800" b="1">
                <a:sym typeface="Symbol" panose="05050102010706020507" pitchFamily="18" charset="2"/>
              </a:rPr>
              <a:t></a:t>
            </a:r>
            <a:r>
              <a:rPr lang="en-US" altLang="en-US" sz="2800">
                <a:sym typeface="Symbol" panose="05050102010706020507" pitchFamily="18" charset="2"/>
              </a:rPr>
              <a:t>M</a:t>
            </a:r>
            <a:r>
              <a:rPr lang="en-US" altLang="en-US" sz="2800" b="1" baseline="-25000">
                <a:sym typeface="Symbol" panose="05050102010706020507" pitchFamily="18" charset="2"/>
              </a:rPr>
              <a:t>A</a:t>
            </a:r>
          </a:p>
          <a:p>
            <a:pPr eaLnBrk="1" hangingPunct="1"/>
            <a:r>
              <a:rPr lang="en-US" altLang="en-US" sz="2800">
                <a:sym typeface="Symbol" panose="05050102010706020507" pitchFamily="18" charset="2"/>
              </a:rPr>
              <a:t>B = 2</a:t>
            </a:r>
            <a:r>
              <a:rPr lang="en-US" altLang="en-US" sz="2800" baseline="30000">
                <a:sym typeface="Symbol" panose="05050102010706020507" pitchFamily="18" charset="2"/>
              </a:rPr>
              <a:t>Eb</a:t>
            </a:r>
            <a:r>
              <a:rPr lang="en-US" altLang="en-US" sz="2800" b="1">
                <a:sym typeface="Symbol" panose="05050102010706020507" pitchFamily="18" charset="2"/>
              </a:rPr>
              <a:t> </a:t>
            </a:r>
            <a:r>
              <a:rPr lang="en-US" altLang="en-US" sz="2800">
                <a:sym typeface="Symbol" panose="05050102010706020507" pitchFamily="18" charset="2"/>
              </a:rPr>
              <a:t>M</a:t>
            </a:r>
            <a:r>
              <a:rPr lang="en-US" altLang="en-US" sz="2800" b="1" baseline="-25000">
                <a:sym typeface="Symbol" panose="05050102010706020507" pitchFamily="18" charset="2"/>
              </a:rPr>
              <a:t>B</a:t>
            </a:r>
          </a:p>
          <a:p>
            <a:pPr eaLnBrk="1" hangingPunct="1"/>
            <a:r>
              <a:rPr lang="en-US" altLang="en-US" sz="2800">
                <a:sym typeface="Symbol" panose="05050102010706020507" pitchFamily="18" charset="2"/>
              </a:rPr>
              <a:t>A+B = (M</a:t>
            </a:r>
            <a:r>
              <a:rPr lang="en-US" altLang="en-US" sz="2800" baseline="-25000">
                <a:sym typeface="Symbol" panose="05050102010706020507" pitchFamily="18" charset="2"/>
              </a:rPr>
              <a:t>A</a:t>
            </a:r>
            <a:r>
              <a:rPr lang="en-US" altLang="en-US" sz="2800">
                <a:sym typeface="Symbol" panose="05050102010706020507" pitchFamily="18" charset="2"/>
              </a:rPr>
              <a:t> </a:t>
            </a:r>
            <a:r>
              <a:rPr lang="en-US" altLang="en-US" sz="2800" b="1">
                <a:sym typeface="Symbol" panose="05050102010706020507" pitchFamily="18" charset="2"/>
              </a:rPr>
              <a:t> </a:t>
            </a:r>
            <a:r>
              <a:rPr lang="en-US" altLang="en-US" sz="2800">
                <a:sym typeface="Symbol" panose="05050102010706020507" pitchFamily="18" charset="2"/>
              </a:rPr>
              <a:t>2</a:t>
            </a:r>
            <a:r>
              <a:rPr lang="en-US" altLang="en-US" sz="2800" baseline="30000">
                <a:sym typeface="Symbol" panose="05050102010706020507" pitchFamily="18" charset="2"/>
              </a:rPr>
              <a:t>Ea-Eb</a:t>
            </a:r>
            <a:r>
              <a:rPr lang="en-US" altLang="en-US" sz="2800" b="1">
                <a:sym typeface="Symbol" panose="05050102010706020507" pitchFamily="18" charset="2"/>
              </a:rPr>
              <a:t> </a:t>
            </a:r>
            <a:r>
              <a:rPr lang="en-US" altLang="en-US" sz="2800">
                <a:sym typeface="Symbol" panose="05050102010706020507" pitchFamily="18" charset="2"/>
              </a:rPr>
              <a:t>+M</a:t>
            </a:r>
            <a:r>
              <a:rPr lang="en-US" altLang="en-US" sz="2800" baseline="-25000">
                <a:sym typeface="Symbol" panose="05050102010706020507" pitchFamily="18" charset="2"/>
              </a:rPr>
              <a:t>B</a:t>
            </a:r>
            <a:r>
              <a:rPr lang="en-US" altLang="en-US" sz="2800">
                <a:sym typeface="Symbol" panose="05050102010706020507" pitchFamily="18" charset="2"/>
              </a:rPr>
              <a:t>) </a:t>
            </a:r>
            <a:r>
              <a:rPr lang="en-US" altLang="en-US" sz="2800" b="1">
                <a:sym typeface="Symbol" panose="05050102010706020507" pitchFamily="18" charset="2"/>
              </a:rPr>
              <a:t></a:t>
            </a:r>
            <a:r>
              <a:rPr lang="en-US" altLang="en-US" sz="2800">
                <a:sym typeface="Symbol" panose="05050102010706020507" pitchFamily="18" charset="2"/>
              </a:rPr>
              <a:t>2</a:t>
            </a:r>
            <a:r>
              <a:rPr lang="en-US" altLang="en-US" sz="2800" baseline="30000">
                <a:sym typeface="Symbol" panose="05050102010706020507" pitchFamily="18" charset="2"/>
              </a:rPr>
              <a:t>Eb</a:t>
            </a:r>
          </a:p>
          <a:p>
            <a:pPr eaLnBrk="1" hangingPunct="1"/>
            <a:r>
              <a:rPr lang="en-US" altLang="en-US" sz="2800">
                <a:sym typeface="Symbol" panose="05050102010706020507" pitchFamily="18" charset="2"/>
              </a:rPr>
              <a:t>A-B = (M</a:t>
            </a:r>
            <a:r>
              <a:rPr lang="en-US" altLang="en-US" sz="2800" baseline="-25000">
                <a:sym typeface="Symbol" panose="05050102010706020507" pitchFamily="18" charset="2"/>
              </a:rPr>
              <a:t>A</a:t>
            </a:r>
            <a:r>
              <a:rPr lang="en-US" altLang="en-US" sz="2800">
                <a:sym typeface="Symbol" panose="05050102010706020507" pitchFamily="18" charset="2"/>
              </a:rPr>
              <a:t> </a:t>
            </a:r>
            <a:r>
              <a:rPr lang="en-US" altLang="en-US" sz="2800" b="1">
                <a:sym typeface="Symbol" panose="05050102010706020507" pitchFamily="18" charset="2"/>
              </a:rPr>
              <a:t> </a:t>
            </a:r>
            <a:r>
              <a:rPr lang="en-US" altLang="en-US" sz="2800">
                <a:sym typeface="Symbol" panose="05050102010706020507" pitchFamily="18" charset="2"/>
              </a:rPr>
              <a:t>2</a:t>
            </a:r>
            <a:r>
              <a:rPr lang="en-US" altLang="en-US" sz="2800" baseline="30000">
                <a:sym typeface="Symbol" panose="05050102010706020507" pitchFamily="18" charset="2"/>
              </a:rPr>
              <a:t>Ea-Eb</a:t>
            </a:r>
            <a:r>
              <a:rPr lang="en-US" altLang="en-US" sz="2800" b="1">
                <a:sym typeface="Symbol" panose="05050102010706020507" pitchFamily="18" charset="2"/>
              </a:rPr>
              <a:t> </a:t>
            </a:r>
            <a:r>
              <a:rPr lang="en-US" altLang="en-US" sz="2800">
                <a:sym typeface="Symbol" panose="05050102010706020507" pitchFamily="18" charset="2"/>
              </a:rPr>
              <a:t>-M</a:t>
            </a:r>
            <a:r>
              <a:rPr lang="en-US" altLang="en-US" sz="2800" baseline="-25000">
                <a:sym typeface="Symbol" panose="05050102010706020507" pitchFamily="18" charset="2"/>
              </a:rPr>
              <a:t>B</a:t>
            </a:r>
            <a:r>
              <a:rPr lang="en-US" altLang="en-US" sz="2800">
                <a:sym typeface="Symbol" panose="05050102010706020507" pitchFamily="18" charset="2"/>
              </a:rPr>
              <a:t>) </a:t>
            </a:r>
            <a:r>
              <a:rPr lang="en-US" altLang="en-US" sz="2800" b="1">
                <a:sym typeface="Symbol" panose="05050102010706020507" pitchFamily="18" charset="2"/>
              </a:rPr>
              <a:t></a:t>
            </a:r>
            <a:r>
              <a:rPr lang="en-US" altLang="en-US" sz="2800">
                <a:sym typeface="Symbol" panose="05050102010706020507" pitchFamily="18" charset="2"/>
              </a:rPr>
              <a:t>2</a:t>
            </a:r>
            <a:r>
              <a:rPr lang="en-US" altLang="en-US" sz="2800" baseline="30000">
                <a:sym typeface="Symbol" panose="05050102010706020507" pitchFamily="18" charset="2"/>
              </a:rPr>
              <a:t>Eb</a:t>
            </a:r>
            <a:endParaRPr lang="ru-RU" altLang="en-US" sz="2800" baseline="30000"/>
          </a:p>
        </p:txBody>
      </p:sp>
      <p:sp>
        <p:nvSpPr>
          <p:cNvPr id="137221" name="Text Box 12">
            <a:extLst>
              <a:ext uri="{FF2B5EF4-FFF2-40B4-BE49-F238E27FC236}">
                <a16:creationId xmlns:a16="http://schemas.microsoft.com/office/drawing/2014/main" id="{08F52A44-36B6-7104-8DA4-2D9BE4AC462C}"/>
              </a:ext>
            </a:extLst>
          </p:cNvPr>
          <p:cNvSpPr txBox="1">
            <a:spLocks noChangeArrowheads="1"/>
          </p:cNvSpPr>
          <p:nvPr/>
        </p:nvSpPr>
        <p:spPr bwMode="auto">
          <a:xfrm>
            <a:off x="7535864" y="2020889"/>
            <a:ext cx="24479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pPr>
            <a:r>
              <a:rPr lang="en-US" altLang="en-US" sz="2000"/>
              <a:t>Single precision format</a:t>
            </a:r>
            <a:endParaRPr lang="ru-RU" altLang="en-US" sz="2000"/>
          </a:p>
        </p:txBody>
      </p:sp>
      <p:sp>
        <p:nvSpPr>
          <p:cNvPr id="137222" name="Rectangle 14">
            <a:extLst>
              <a:ext uri="{FF2B5EF4-FFF2-40B4-BE49-F238E27FC236}">
                <a16:creationId xmlns:a16="http://schemas.microsoft.com/office/drawing/2014/main" id="{636E21C8-9AE6-EEEA-97F3-EEC508BBBFF2}"/>
              </a:ext>
            </a:extLst>
          </p:cNvPr>
          <p:cNvSpPr>
            <a:spLocks noGrp="1" noChangeArrowheads="1"/>
          </p:cNvSpPr>
          <p:nvPr>
            <p:ph type="title"/>
          </p:nvPr>
        </p:nvSpPr>
        <p:spPr/>
        <p:txBody>
          <a:bodyPr/>
          <a:lstStyle/>
          <a:p>
            <a:r>
              <a:rPr lang="en-US" altLang="en-US"/>
              <a:t>Floating Point Arithmetic</a:t>
            </a:r>
            <a:endParaRPr lang="ru-RU" alt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Title 1">
            <a:extLst>
              <a:ext uri="{FF2B5EF4-FFF2-40B4-BE49-F238E27FC236}">
                <a16:creationId xmlns:a16="http://schemas.microsoft.com/office/drawing/2014/main" id="{4F876DC5-B5EB-255E-29C6-994E26A2292F}"/>
              </a:ext>
            </a:extLst>
          </p:cNvPr>
          <p:cNvSpPr>
            <a:spLocks noGrp="1" noChangeArrowheads="1"/>
          </p:cNvSpPr>
          <p:nvPr>
            <p:ph type="title"/>
          </p:nvPr>
        </p:nvSpPr>
        <p:spPr/>
        <p:txBody>
          <a:bodyPr/>
          <a:lstStyle/>
          <a:p>
            <a:r>
              <a:rPr lang="en-US" altLang="en-US"/>
              <a:t>Addition/Subtraction of Floating Points Numbers</a:t>
            </a:r>
          </a:p>
        </p:txBody>
      </p:sp>
      <p:sp>
        <p:nvSpPr>
          <p:cNvPr id="138243" name="Content Placeholder 2">
            <a:extLst>
              <a:ext uri="{FF2B5EF4-FFF2-40B4-BE49-F238E27FC236}">
                <a16:creationId xmlns:a16="http://schemas.microsoft.com/office/drawing/2014/main" id="{814F0B05-12C3-41B8-8D95-63CCD1C3F78F}"/>
              </a:ext>
            </a:extLst>
          </p:cNvPr>
          <p:cNvSpPr>
            <a:spLocks noGrp="1" noChangeArrowheads="1"/>
          </p:cNvSpPr>
          <p:nvPr>
            <p:ph type="body" sz="quarter" idx="10"/>
          </p:nvPr>
        </p:nvSpPr>
        <p:spPr/>
        <p:txBody>
          <a:bodyPr/>
          <a:lstStyle/>
          <a:p>
            <a:r>
              <a:rPr lang="en-US" altLang="en-US"/>
              <a:t>Calculate differences of the two exponents</a:t>
            </a:r>
            <a:r>
              <a:rPr lang="pl-PL" altLang="en-US"/>
              <a:t> </a:t>
            </a:r>
            <a:r>
              <a:rPr lang="en-US" altLang="en-US"/>
              <a:t>d=|Ea - Eb|</a:t>
            </a:r>
            <a:endParaRPr lang="pl-PL" altLang="en-US"/>
          </a:p>
          <a:p>
            <a:r>
              <a:rPr lang="en-US" altLang="en-US"/>
              <a:t>Shift significand of smaller number by d positions to the right</a:t>
            </a:r>
          </a:p>
          <a:p>
            <a:r>
              <a:rPr lang="en-US" altLang="en-US"/>
              <a:t>Add aligned significands and set exponent of result to exponent of larger operand</a:t>
            </a:r>
          </a:p>
          <a:p>
            <a:r>
              <a:rPr lang="en-US" altLang="en-US"/>
              <a:t>Normalize resultant significand and adjust exponent if necessary</a:t>
            </a:r>
          </a:p>
          <a:p>
            <a:r>
              <a:rPr lang="en-US" altLang="en-US"/>
              <a:t>Round resultant significand and adjust exponent if </a:t>
            </a:r>
            <a:r>
              <a:rPr lang="pl-PL" altLang="en-US"/>
              <a:t>	</a:t>
            </a:r>
            <a:r>
              <a:rPr lang="en-US" altLang="en-US"/>
              <a:t>necessary</a:t>
            </a:r>
          </a:p>
          <a:p>
            <a:r>
              <a:rPr lang="en-US" altLang="en-US"/>
              <a:t>Renormalize result if necessary.</a:t>
            </a:r>
          </a:p>
          <a:p>
            <a:endParaRPr lang="en-US" alt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2">
            <a:extLst>
              <a:ext uri="{FF2B5EF4-FFF2-40B4-BE49-F238E27FC236}">
                <a16:creationId xmlns:a16="http://schemas.microsoft.com/office/drawing/2014/main" id="{AAC7FA4D-A2A4-7AB2-92CF-8D1DD486F88B}"/>
              </a:ext>
            </a:extLst>
          </p:cNvPr>
          <p:cNvSpPr>
            <a:spLocks noGrp="1" noChangeArrowheads="1"/>
          </p:cNvSpPr>
          <p:nvPr>
            <p:ph type="title"/>
          </p:nvPr>
        </p:nvSpPr>
        <p:spPr/>
        <p:txBody>
          <a:bodyPr/>
          <a:lstStyle/>
          <a:p>
            <a:r>
              <a:rPr lang="en-US" altLang="en-US"/>
              <a:t>Example</a:t>
            </a:r>
            <a:endParaRPr lang="ru-RU" altLang="en-US"/>
          </a:p>
        </p:txBody>
      </p:sp>
      <p:grpSp>
        <p:nvGrpSpPr>
          <p:cNvPr id="139267" name="Group 20">
            <a:extLst>
              <a:ext uri="{FF2B5EF4-FFF2-40B4-BE49-F238E27FC236}">
                <a16:creationId xmlns:a16="http://schemas.microsoft.com/office/drawing/2014/main" id="{D38D92A3-0275-5255-9923-2DF67608E2FE}"/>
              </a:ext>
            </a:extLst>
          </p:cNvPr>
          <p:cNvGrpSpPr>
            <a:grpSpLocks/>
          </p:cNvGrpSpPr>
          <p:nvPr/>
        </p:nvGrpSpPr>
        <p:grpSpPr bwMode="auto">
          <a:xfrm>
            <a:off x="2362200" y="1295401"/>
            <a:ext cx="7283450" cy="4435475"/>
            <a:chOff x="838200" y="1295400"/>
            <a:chExt cx="7283450" cy="4435475"/>
          </a:xfrm>
        </p:grpSpPr>
        <p:sp>
          <p:nvSpPr>
            <p:cNvPr id="2" name="Rectangle 3">
              <a:extLst>
                <a:ext uri="{FF2B5EF4-FFF2-40B4-BE49-F238E27FC236}">
                  <a16:creationId xmlns:a16="http://schemas.microsoft.com/office/drawing/2014/main" id="{707A1F59-56E1-40BA-9FAA-C89DA71877EA}"/>
                </a:ext>
              </a:extLst>
            </p:cNvPr>
            <p:cNvSpPr>
              <a:spLocks noChangeArrowheads="1"/>
            </p:cNvSpPr>
            <p:nvPr/>
          </p:nvSpPr>
          <p:spPr bwMode="auto">
            <a:xfrm>
              <a:off x="1441450" y="1712913"/>
              <a:ext cx="2855913" cy="423862"/>
            </a:xfrm>
            <a:prstGeom prst="rect">
              <a:avLst/>
            </a:prstGeom>
            <a:solidFill>
              <a:srgbClr val="FFFFFF"/>
            </a:solidFill>
            <a:ln w="25400">
              <a:solidFill>
                <a:srgbClr val="000000"/>
              </a:solidFill>
              <a:miter lim="800000"/>
              <a:headEnd/>
              <a:tailEnd/>
            </a:ln>
          </p:spPr>
          <p:txBody>
            <a:bodyPr/>
            <a:lstStyle/>
            <a:p>
              <a:pPr eaLnBrk="1" hangingPunct="1">
                <a:defRPr/>
              </a:pPr>
              <a:r>
                <a:rPr lang="en-US" sz="1600">
                  <a:latin typeface="+mj-lt"/>
                  <a:cs typeface="Arial" charset="0"/>
                </a:rPr>
                <a:t>1   10001000   11100000000</a:t>
              </a:r>
              <a:endParaRPr lang="ru-RU" sz="1600">
                <a:latin typeface="+mj-lt"/>
                <a:cs typeface="Arial" charset="0"/>
              </a:endParaRPr>
            </a:p>
          </p:txBody>
        </p:sp>
        <p:sp>
          <p:nvSpPr>
            <p:cNvPr id="115716" name="Line 4">
              <a:extLst>
                <a:ext uri="{FF2B5EF4-FFF2-40B4-BE49-F238E27FC236}">
                  <a16:creationId xmlns:a16="http://schemas.microsoft.com/office/drawing/2014/main" id="{6237AADF-11D2-4324-A991-42E562F79CF0}"/>
                </a:ext>
              </a:extLst>
            </p:cNvPr>
            <p:cNvSpPr>
              <a:spLocks noChangeShapeType="1"/>
            </p:cNvSpPr>
            <p:nvPr/>
          </p:nvSpPr>
          <p:spPr bwMode="auto">
            <a:xfrm>
              <a:off x="1720850" y="1712913"/>
              <a:ext cx="0" cy="396875"/>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115717" name="Line 5">
              <a:extLst>
                <a:ext uri="{FF2B5EF4-FFF2-40B4-BE49-F238E27FC236}">
                  <a16:creationId xmlns:a16="http://schemas.microsoft.com/office/drawing/2014/main" id="{95E20657-1425-4369-9474-F1CFC2276BA7}"/>
                </a:ext>
              </a:extLst>
            </p:cNvPr>
            <p:cNvSpPr>
              <a:spLocks noChangeShapeType="1"/>
            </p:cNvSpPr>
            <p:nvPr/>
          </p:nvSpPr>
          <p:spPr bwMode="auto">
            <a:xfrm>
              <a:off x="2797175" y="1712913"/>
              <a:ext cx="0" cy="396875"/>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grpSp>
          <p:nvGrpSpPr>
            <p:cNvPr id="139271" name="Group 6">
              <a:extLst>
                <a:ext uri="{FF2B5EF4-FFF2-40B4-BE49-F238E27FC236}">
                  <a16:creationId xmlns:a16="http://schemas.microsoft.com/office/drawing/2014/main" id="{07F2F073-2B99-2268-E353-20115F9CCE60}"/>
                </a:ext>
              </a:extLst>
            </p:cNvPr>
            <p:cNvGrpSpPr>
              <a:grpSpLocks/>
            </p:cNvGrpSpPr>
            <p:nvPr/>
          </p:nvGrpSpPr>
          <p:grpSpPr bwMode="auto">
            <a:xfrm>
              <a:off x="5334000" y="4343400"/>
              <a:ext cx="2787650" cy="423863"/>
              <a:chOff x="912" y="1920"/>
              <a:chExt cx="1756" cy="267"/>
            </a:xfrm>
          </p:grpSpPr>
          <p:sp>
            <p:nvSpPr>
              <p:cNvPr id="115730" name="Rectangle 7">
                <a:extLst>
                  <a:ext uri="{FF2B5EF4-FFF2-40B4-BE49-F238E27FC236}">
                    <a16:creationId xmlns:a16="http://schemas.microsoft.com/office/drawing/2014/main" id="{A74BC674-1EB7-49AD-B7D1-C6CCDAE3EBB2}"/>
                  </a:ext>
                </a:extLst>
              </p:cNvPr>
              <p:cNvSpPr>
                <a:spLocks noChangeArrowheads="1"/>
              </p:cNvSpPr>
              <p:nvPr/>
            </p:nvSpPr>
            <p:spPr bwMode="auto">
              <a:xfrm>
                <a:off x="912" y="1920"/>
                <a:ext cx="1756" cy="267"/>
              </a:xfrm>
              <a:prstGeom prst="rect">
                <a:avLst/>
              </a:prstGeom>
              <a:solidFill>
                <a:srgbClr val="FFFFFF"/>
              </a:solidFill>
              <a:ln w="25400">
                <a:solidFill>
                  <a:srgbClr val="000000"/>
                </a:solidFill>
                <a:miter lim="800000"/>
                <a:headEnd/>
                <a:tailEnd/>
              </a:ln>
            </p:spPr>
            <p:txBody>
              <a:bodyPr/>
              <a:lstStyle/>
              <a:p>
                <a:pPr eaLnBrk="1" hangingPunct="1">
                  <a:defRPr/>
                </a:pPr>
                <a:r>
                  <a:rPr lang="en-US" sz="1600">
                    <a:latin typeface="+mj-lt"/>
                    <a:cs typeface="Arial" charset="0"/>
                  </a:rPr>
                  <a:t>1   10001001  0000111000</a:t>
                </a:r>
                <a:endParaRPr lang="ru-RU" sz="1600">
                  <a:latin typeface="+mj-lt"/>
                  <a:cs typeface="Arial" charset="0"/>
                </a:endParaRPr>
              </a:p>
            </p:txBody>
          </p:sp>
          <p:sp>
            <p:nvSpPr>
              <p:cNvPr id="115731" name="Line 8">
                <a:extLst>
                  <a:ext uri="{FF2B5EF4-FFF2-40B4-BE49-F238E27FC236}">
                    <a16:creationId xmlns:a16="http://schemas.microsoft.com/office/drawing/2014/main" id="{26B3306E-F516-44CE-B7FB-C99B3A277BB2}"/>
                  </a:ext>
                </a:extLst>
              </p:cNvPr>
              <p:cNvSpPr>
                <a:spLocks noChangeShapeType="1"/>
              </p:cNvSpPr>
              <p:nvPr/>
            </p:nvSpPr>
            <p:spPr bwMode="auto">
              <a:xfrm>
                <a:off x="1088" y="1920"/>
                <a:ext cx="0" cy="250"/>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115732" name="Line 9">
                <a:extLst>
                  <a:ext uri="{FF2B5EF4-FFF2-40B4-BE49-F238E27FC236}">
                    <a16:creationId xmlns:a16="http://schemas.microsoft.com/office/drawing/2014/main" id="{91A6EFA9-4375-486D-91FE-9F9B1C08FF6A}"/>
                  </a:ext>
                </a:extLst>
              </p:cNvPr>
              <p:cNvSpPr>
                <a:spLocks noChangeShapeType="1"/>
              </p:cNvSpPr>
              <p:nvPr/>
            </p:nvSpPr>
            <p:spPr bwMode="auto">
              <a:xfrm>
                <a:off x="1757" y="1920"/>
                <a:ext cx="0" cy="250"/>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grpSp>
        <p:sp>
          <p:nvSpPr>
            <p:cNvPr id="3" name="Rectangle 10">
              <a:extLst>
                <a:ext uri="{FF2B5EF4-FFF2-40B4-BE49-F238E27FC236}">
                  <a16:creationId xmlns:a16="http://schemas.microsoft.com/office/drawing/2014/main" id="{89B89B4A-B348-46AE-9B99-8072B08F0B77}"/>
                </a:ext>
              </a:extLst>
            </p:cNvPr>
            <p:cNvSpPr>
              <a:spLocks noChangeArrowheads="1"/>
            </p:cNvSpPr>
            <p:nvPr/>
          </p:nvSpPr>
          <p:spPr bwMode="auto">
            <a:xfrm>
              <a:off x="4948238" y="1704975"/>
              <a:ext cx="2747962" cy="420688"/>
            </a:xfrm>
            <a:prstGeom prst="rect">
              <a:avLst/>
            </a:prstGeom>
            <a:solidFill>
              <a:srgbClr val="FFFFFF"/>
            </a:solidFill>
            <a:ln w="25400">
              <a:solidFill>
                <a:srgbClr val="000000"/>
              </a:solidFill>
              <a:miter lim="800000"/>
              <a:headEnd/>
              <a:tailEnd/>
            </a:ln>
          </p:spPr>
          <p:txBody>
            <a:bodyPr/>
            <a:lstStyle/>
            <a:p>
              <a:pPr eaLnBrk="1" hangingPunct="1">
                <a:defRPr/>
              </a:pPr>
              <a:r>
                <a:rPr lang="en-US" sz="1600">
                  <a:latin typeface="+mj-lt"/>
                  <a:cs typeface="Arial" charset="0"/>
                </a:rPr>
                <a:t>1   10000101  1110000000</a:t>
              </a:r>
              <a:endParaRPr lang="ru-RU" sz="1600">
                <a:latin typeface="+mj-lt"/>
                <a:cs typeface="Arial" charset="0"/>
              </a:endParaRPr>
            </a:p>
          </p:txBody>
        </p:sp>
        <p:sp>
          <p:nvSpPr>
            <p:cNvPr id="115720" name="Line 11">
              <a:extLst>
                <a:ext uri="{FF2B5EF4-FFF2-40B4-BE49-F238E27FC236}">
                  <a16:creationId xmlns:a16="http://schemas.microsoft.com/office/drawing/2014/main" id="{FF24A687-98B1-4A0F-8EC2-D65AFA239931}"/>
                </a:ext>
              </a:extLst>
            </p:cNvPr>
            <p:cNvSpPr>
              <a:spLocks noChangeShapeType="1"/>
            </p:cNvSpPr>
            <p:nvPr/>
          </p:nvSpPr>
          <p:spPr bwMode="auto">
            <a:xfrm>
              <a:off x="5262563" y="1719263"/>
              <a:ext cx="0" cy="395287"/>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115721" name="Line 12">
              <a:extLst>
                <a:ext uri="{FF2B5EF4-FFF2-40B4-BE49-F238E27FC236}">
                  <a16:creationId xmlns:a16="http://schemas.microsoft.com/office/drawing/2014/main" id="{9D496023-39AC-4D41-8A86-B24AD08222FB}"/>
                </a:ext>
              </a:extLst>
            </p:cNvPr>
            <p:cNvSpPr>
              <a:spLocks noChangeShapeType="1"/>
            </p:cNvSpPr>
            <p:nvPr/>
          </p:nvSpPr>
          <p:spPr bwMode="auto">
            <a:xfrm>
              <a:off x="6283325" y="1704975"/>
              <a:ext cx="0" cy="396875"/>
            </a:xfrm>
            <a:prstGeom prst="line">
              <a:avLst/>
            </a:prstGeom>
            <a:noFill/>
            <a:ln w="25400">
              <a:solidFill>
                <a:srgbClr val="000000"/>
              </a:solidFill>
              <a:round/>
              <a:headEnd/>
              <a:tailEnd/>
            </a:ln>
          </p:spPr>
          <p:txBody>
            <a:bodyPr/>
            <a:lstStyle/>
            <a:p>
              <a:pPr eaLnBrk="1" hangingPunct="1">
                <a:defRPr/>
              </a:pPr>
              <a:endParaRPr lang="en-US">
                <a:latin typeface="+mj-lt"/>
                <a:cs typeface="Arial" charset="0"/>
              </a:endParaRPr>
            </a:p>
          </p:txBody>
        </p:sp>
        <p:sp>
          <p:nvSpPr>
            <p:cNvPr id="115722" name="Text Box 13">
              <a:extLst>
                <a:ext uri="{FF2B5EF4-FFF2-40B4-BE49-F238E27FC236}">
                  <a16:creationId xmlns:a16="http://schemas.microsoft.com/office/drawing/2014/main" id="{1B1970E0-EC8A-4C3B-ADE3-2455493FEA4E}"/>
                </a:ext>
              </a:extLst>
            </p:cNvPr>
            <p:cNvSpPr txBox="1">
              <a:spLocks noChangeArrowheads="1"/>
            </p:cNvSpPr>
            <p:nvPr/>
          </p:nvSpPr>
          <p:spPr bwMode="auto">
            <a:xfrm>
              <a:off x="838200" y="1658938"/>
              <a:ext cx="314325" cy="593725"/>
            </a:xfrm>
            <a:prstGeom prst="rect">
              <a:avLst/>
            </a:prstGeom>
            <a:noFill/>
            <a:ln w="9525">
              <a:noFill/>
              <a:miter lim="800000"/>
              <a:headEnd/>
              <a:tailEnd/>
            </a:ln>
          </p:spPr>
          <p:txBody>
            <a:bodyPr/>
            <a:lstStyle/>
            <a:p>
              <a:pPr eaLnBrk="1" hangingPunct="1">
                <a:defRPr/>
              </a:pPr>
              <a:r>
                <a:rPr lang="en-US" sz="1600">
                  <a:latin typeface="+mj-lt"/>
                  <a:cs typeface="Arial" charset="0"/>
                </a:rPr>
                <a:t>A</a:t>
              </a:r>
              <a:endParaRPr lang="ru-RU" sz="1600">
                <a:latin typeface="+mj-lt"/>
                <a:cs typeface="Arial" charset="0"/>
              </a:endParaRPr>
            </a:p>
          </p:txBody>
        </p:sp>
        <p:sp>
          <p:nvSpPr>
            <p:cNvPr id="115723" name="Text Box 14">
              <a:extLst>
                <a:ext uri="{FF2B5EF4-FFF2-40B4-BE49-F238E27FC236}">
                  <a16:creationId xmlns:a16="http://schemas.microsoft.com/office/drawing/2014/main" id="{CF223839-2514-4B21-AAC7-FCB5FED5C033}"/>
                </a:ext>
              </a:extLst>
            </p:cNvPr>
            <p:cNvSpPr txBox="1">
              <a:spLocks noChangeArrowheads="1"/>
            </p:cNvSpPr>
            <p:nvPr/>
          </p:nvSpPr>
          <p:spPr bwMode="auto">
            <a:xfrm>
              <a:off x="4462463" y="1697038"/>
              <a:ext cx="314325" cy="593725"/>
            </a:xfrm>
            <a:prstGeom prst="rect">
              <a:avLst/>
            </a:prstGeom>
            <a:noFill/>
            <a:ln w="9525">
              <a:noFill/>
              <a:miter lim="800000"/>
              <a:headEnd/>
              <a:tailEnd/>
            </a:ln>
          </p:spPr>
          <p:txBody>
            <a:bodyPr/>
            <a:lstStyle/>
            <a:p>
              <a:pPr eaLnBrk="1" hangingPunct="1">
                <a:defRPr/>
              </a:pPr>
              <a:r>
                <a:rPr lang="en-US" sz="1600">
                  <a:latin typeface="+mj-lt"/>
                  <a:cs typeface="Arial" charset="0"/>
                </a:rPr>
                <a:t>B</a:t>
              </a:r>
              <a:endParaRPr lang="ru-RU" sz="1600">
                <a:latin typeface="+mj-lt"/>
                <a:cs typeface="Arial" charset="0"/>
              </a:endParaRPr>
            </a:p>
          </p:txBody>
        </p:sp>
        <p:sp>
          <p:nvSpPr>
            <p:cNvPr id="115724" name="Text Box 15">
              <a:extLst>
                <a:ext uri="{FF2B5EF4-FFF2-40B4-BE49-F238E27FC236}">
                  <a16:creationId xmlns:a16="http://schemas.microsoft.com/office/drawing/2014/main" id="{BC682EA8-E548-4E97-A214-58CF470DFA30}"/>
                </a:ext>
              </a:extLst>
            </p:cNvPr>
            <p:cNvSpPr txBox="1">
              <a:spLocks noChangeArrowheads="1"/>
            </p:cNvSpPr>
            <p:nvPr/>
          </p:nvSpPr>
          <p:spPr bwMode="auto">
            <a:xfrm>
              <a:off x="2030413" y="1311275"/>
              <a:ext cx="628650" cy="336550"/>
            </a:xfrm>
            <a:prstGeom prst="rect">
              <a:avLst/>
            </a:prstGeom>
            <a:noFill/>
            <a:ln w="9525">
              <a:noFill/>
              <a:miter lim="800000"/>
              <a:headEnd/>
              <a:tailEnd/>
            </a:ln>
          </p:spPr>
          <p:txBody>
            <a:bodyPr>
              <a:spAutoFit/>
            </a:bodyPr>
            <a:lstStyle/>
            <a:p>
              <a:pPr eaLnBrk="1" hangingPunct="1">
                <a:defRPr/>
              </a:pPr>
              <a:r>
                <a:rPr lang="en-US" sz="1600">
                  <a:latin typeface="+mj-lt"/>
                  <a:cs typeface="Arial" charset="0"/>
                </a:rPr>
                <a:t>8 bit</a:t>
              </a:r>
              <a:endParaRPr lang="ru-RU" sz="1600">
                <a:latin typeface="+mj-lt"/>
                <a:cs typeface="Arial" charset="0"/>
              </a:endParaRPr>
            </a:p>
          </p:txBody>
        </p:sp>
        <p:sp>
          <p:nvSpPr>
            <p:cNvPr id="115725" name="Text Box 16">
              <a:extLst>
                <a:ext uri="{FF2B5EF4-FFF2-40B4-BE49-F238E27FC236}">
                  <a16:creationId xmlns:a16="http://schemas.microsoft.com/office/drawing/2014/main" id="{B6A19F4D-BF7C-4E46-8AE1-89FE525B51B6}"/>
                </a:ext>
              </a:extLst>
            </p:cNvPr>
            <p:cNvSpPr txBox="1">
              <a:spLocks noChangeArrowheads="1"/>
            </p:cNvSpPr>
            <p:nvPr/>
          </p:nvSpPr>
          <p:spPr bwMode="auto">
            <a:xfrm>
              <a:off x="3013075" y="1295400"/>
              <a:ext cx="1093788" cy="412750"/>
            </a:xfrm>
            <a:prstGeom prst="rect">
              <a:avLst/>
            </a:prstGeom>
            <a:noFill/>
            <a:ln w="9525">
              <a:noFill/>
              <a:miter lim="800000"/>
              <a:headEnd/>
              <a:tailEnd/>
            </a:ln>
          </p:spPr>
          <p:txBody>
            <a:bodyPr wrap="none"/>
            <a:lstStyle/>
            <a:p>
              <a:pPr algn="just" eaLnBrk="1" hangingPunct="1">
                <a:defRPr/>
              </a:pPr>
              <a:r>
                <a:rPr lang="en-US" sz="1600">
                  <a:latin typeface="+mj-lt"/>
                  <a:cs typeface="Arial" charset="0"/>
                </a:rPr>
                <a:t>23 bit (10)</a:t>
              </a:r>
              <a:endParaRPr lang="ru-RU" sz="1600">
                <a:latin typeface="+mj-lt"/>
                <a:cs typeface="Arial" charset="0"/>
              </a:endParaRPr>
            </a:p>
          </p:txBody>
        </p:sp>
        <p:sp>
          <p:nvSpPr>
            <p:cNvPr id="115726" name="Text Box 17">
              <a:extLst>
                <a:ext uri="{FF2B5EF4-FFF2-40B4-BE49-F238E27FC236}">
                  <a16:creationId xmlns:a16="http://schemas.microsoft.com/office/drawing/2014/main" id="{0796CB37-67EC-401B-BDDD-75109CE20EB0}"/>
                </a:ext>
              </a:extLst>
            </p:cNvPr>
            <p:cNvSpPr txBox="1">
              <a:spLocks noChangeArrowheads="1"/>
            </p:cNvSpPr>
            <p:nvPr/>
          </p:nvSpPr>
          <p:spPr bwMode="auto">
            <a:xfrm>
              <a:off x="1309688" y="1295400"/>
              <a:ext cx="615950" cy="412750"/>
            </a:xfrm>
            <a:prstGeom prst="rect">
              <a:avLst/>
            </a:prstGeom>
            <a:noFill/>
            <a:ln w="9525">
              <a:noFill/>
              <a:miter lim="800000"/>
              <a:headEnd/>
              <a:tailEnd/>
            </a:ln>
          </p:spPr>
          <p:txBody>
            <a:bodyPr wrap="none"/>
            <a:lstStyle/>
            <a:p>
              <a:pPr algn="just" eaLnBrk="1" hangingPunct="1">
                <a:defRPr/>
              </a:pPr>
              <a:r>
                <a:rPr lang="en-US" sz="1600">
                  <a:latin typeface="+mj-lt"/>
                  <a:cs typeface="Arial" charset="0"/>
                </a:rPr>
                <a:t>1 bit</a:t>
              </a:r>
              <a:endParaRPr lang="ru-RU" sz="1600">
                <a:latin typeface="+mj-lt"/>
                <a:cs typeface="Arial" charset="0"/>
              </a:endParaRPr>
            </a:p>
          </p:txBody>
        </p:sp>
        <p:sp>
          <p:nvSpPr>
            <p:cNvPr id="115727" name="Text Box 18">
              <a:extLst>
                <a:ext uri="{FF2B5EF4-FFF2-40B4-BE49-F238E27FC236}">
                  <a16:creationId xmlns:a16="http://schemas.microsoft.com/office/drawing/2014/main" id="{79010A96-565C-4395-BFB5-4B849572BFF9}"/>
                </a:ext>
              </a:extLst>
            </p:cNvPr>
            <p:cNvSpPr txBox="1">
              <a:spLocks noChangeArrowheads="1"/>
            </p:cNvSpPr>
            <p:nvPr/>
          </p:nvSpPr>
          <p:spPr bwMode="auto">
            <a:xfrm>
              <a:off x="1676400" y="2209800"/>
              <a:ext cx="5029200" cy="1311275"/>
            </a:xfrm>
            <a:prstGeom prst="rect">
              <a:avLst/>
            </a:prstGeom>
            <a:noFill/>
            <a:ln w="9525">
              <a:noFill/>
              <a:miter lim="800000"/>
              <a:headEnd/>
              <a:tailEnd/>
            </a:ln>
            <a:effectLst/>
          </p:spPr>
          <p:txBody>
            <a:bodyPr>
              <a:spAutoFit/>
            </a:bodyPr>
            <a:lstStyle/>
            <a:p>
              <a:pPr eaLnBrk="1" hangingPunct="1">
                <a:defRPr/>
              </a:pPr>
              <a:r>
                <a:rPr lang="en-US" sz="2000">
                  <a:latin typeface="+mj-lt"/>
                  <a:cs typeface="Arial" charset="0"/>
                </a:rPr>
                <a:t>C = A + B</a:t>
              </a:r>
            </a:p>
            <a:p>
              <a:pPr eaLnBrk="1" hangingPunct="1">
                <a:defRPr/>
              </a:pPr>
              <a:r>
                <a:rPr lang="en-US" sz="2000">
                  <a:latin typeface="+mj-lt"/>
                  <a:cs typeface="Arial" charset="0"/>
                </a:rPr>
                <a:t>d = E</a:t>
              </a:r>
              <a:r>
                <a:rPr lang="en-US" sz="2000" baseline="-25000">
                  <a:latin typeface="+mj-lt"/>
                  <a:cs typeface="Arial" charset="0"/>
                </a:rPr>
                <a:t>A</a:t>
              </a:r>
              <a:r>
                <a:rPr lang="en-US" sz="2000">
                  <a:latin typeface="+mj-lt"/>
                  <a:cs typeface="Arial" charset="0"/>
                </a:rPr>
                <a:t> – E</a:t>
              </a:r>
              <a:r>
                <a:rPr lang="en-US" sz="2000" baseline="-25000">
                  <a:latin typeface="+mj-lt"/>
                  <a:cs typeface="Arial" charset="0"/>
                </a:rPr>
                <a:t>B</a:t>
              </a:r>
              <a:r>
                <a:rPr lang="en-US" sz="2000">
                  <a:latin typeface="+mj-lt"/>
                  <a:cs typeface="Arial" charset="0"/>
                </a:rPr>
                <a:t> = 3</a:t>
              </a:r>
            </a:p>
            <a:p>
              <a:pPr rtl="1" eaLnBrk="1" hangingPunct="1">
                <a:defRPr/>
              </a:pPr>
              <a:r>
                <a:rPr lang="en-US" sz="2000">
                  <a:latin typeface="+mj-lt"/>
                  <a:cs typeface="Arial" charset="0"/>
                </a:rPr>
                <a:t>M</a:t>
              </a:r>
              <a:r>
                <a:rPr lang="en-US" sz="2000" baseline="-25000">
                  <a:latin typeface="+mj-lt"/>
                  <a:cs typeface="Arial" charset="0"/>
                </a:rPr>
                <a:t>B</a:t>
              </a:r>
              <a:r>
                <a:rPr lang="en-US" sz="2000">
                  <a:latin typeface="+mj-lt"/>
                  <a:cs typeface="Arial" charset="0"/>
                </a:rPr>
                <a:t>’ = M</a:t>
              </a:r>
              <a:r>
                <a:rPr lang="en-US" sz="2000" baseline="-25000">
                  <a:latin typeface="+mj-lt"/>
                  <a:cs typeface="Arial" charset="0"/>
                </a:rPr>
                <a:t>B</a:t>
              </a:r>
              <a:r>
                <a:rPr lang="en-US" sz="2000">
                  <a:latin typeface="+mj-lt"/>
                  <a:cs typeface="Arial" charset="0"/>
                </a:rPr>
                <a:t>×2</a:t>
              </a:r>
              <a:r>
                <a:rPr lang="en-US" sz="2000" baseline="30000">
                  <a:latin typeface="+mj-lt"/>
                  <a:cs typeface="Arial" charset="0"/>
                </a:rPr>
                <a:t>-3 </a:t>
              </a:r>
              <a:r>
                <a:rPr lang="en-US" sz="2000">
                  <a:latin typeface="+mj-lt"/>
                  <a:cs typeface="Arial" charset="0"/>
                </a:rPr>
                <a:t>=</a:t>
              </a:r>
              <a:r>
                <a:rPr lang="en-US" sz="2000" baseline="30000">
                  <a:latin typeface="+mj-lt"/>
                  <a:cs typeface="Arial" charset="0"/>
                </a:rPr>
                <a:t> </a:t>
              </a:r>
              <a:r>
                <a:rPr lang="en-US" sz="2000">
                  <a:latin typeface="+mj-lt"/>
                  <a:cs typeface="Arial" charset="0"/>
                </a:rPr>
                <a:t>0,0011110000</a:t>
              </a:r>
            </a:p>
            <a:p>
              <a:pPr rtl="1" eaLnBrk="1" hangingPunct="1">
                <a:defRPr/>
              </a:pPr>
              <a:r>
                <a:rPr lang="en-US" sz="2000">
                  <a:latin typeface="+mj-lt"/>
                  <a:cs typeface="Arial" charset="0"/>
                </a:rPr>
                <a:t>M</a:t>
              </a:r>
              <a:r>
                <a:rPr lang="en-US" sz="2000" baseline="-25000">
                  <a:latin typeface="+mj-lt"/>
                  <a:cs typeface="Arial" charset="0"/>
                </a:rPr>
                <a:t>A</a:t>
              </a:r>
              <a:r>
                <a:rPr lang="en-US" sz="2000">
                  <a:latin typeface="+mj-lt"/>
                  <a:cs typeface="Arial" charset="0"/>
                </a:rPr>
                <a:t>+ M</a:t>
              </a:r>
              <a:r>
                <a:rPr lang="en-US" sz="2000" baseline="-25000">
                  <a:latin typeface="+mj-lt"/>
                  <a:cs typeface="Arial" charset="0"/>
                </a:rPr>
                <a:t>B</a:t>
              </a:r>
              <a:r>
                <a:rPr lang="en-US" sz="2000">
                  <a:latin typeface="+mj-lt"/>
                  <a:cs typeface="Arial" charset="0"/>
                </a:rPr>
                <a:t>’ =M</a:t>
              </a:r>
              <a:r>
                <a:rPr lang="en-US" sz="2000" baseline="-25000">
                  <a:latin typeface="+mj-lt"/>
                  <a:cs typeface="Arial" charset="0"/>
                </a:rPr>
                <a:t>C</a:t>
              </a:r>
              <a:r>
                <a:rPr lang="en-US" sz="2000">
                  <a:latin typeface="+mj-lt"/>
                  <a:cs typeface="Arial" charset="0"/>
                </a:rPr>
                <a:t>  ; E</a:t>
              </a:r>
              <a:r>
                <a:rPr lang="en-US" sz="2000" baseline="-25000">
                  <a:latin typeface="+mj-lt"/>
                  <a:cs typeface="Arial" charset="0"/>
                </a:rPr>
                <a:t>C</a:t>
              </a:r>
              <a:r>
                <a:rPr lang="en-US" sz="2000">
                  <a:latin typeface="+mj-lt"/>
                  <a:cs typeface="Arial" charset="0"/>
                </a:rPr>
                <a:t>= 10001000                 </a:t>
              </a:r>
            </a:p>
          </p:txBody>
        </p:sp>
        <p:sp>
          <p:nvSpPr>
            <p:cNvPr id="115728" name="Text Box 19">
              <a:extLst>
                <a:ext uri="{FF2B5EF4-FFF2-40B4-BE49-F238E27FC236}">
                  <a16:creationId xmlns:a16="http://schemas.microsoft.com/office/drawing/2014/main" id="{D31E39E1-9FD7-4273-ACBA-1B0415FC8FAD}"/>
                </a:ext>
              </a:extLst>
            </p:cNvPr>
            <p:cNvSpPr txBox="1">
              <a:spLocks noChangeArrowheads="1"/>
            </p:cNvSpPr>
            <p:nvPr/>
          </p:nvSpPr>
          <p:spPr bwMode="auto">
            <a:xfrm>
              <a:off x="1447800" y="3810000"/>
              <a:ext cx="2819400" cy="1920875"/>
            </a:xfrm>
            <a:prstGeom prst="rect">
              <a:avLst/>
            </a:prstGeom>
            <a:noFill/>
            <a:ln w="9525">
              <a:noFill/>
              <a:miter lim="800000"/>
              <a:headEnd/>
              <a:tailEnd/>
            </a:ln>
            <a:effectLst/>
          </p:spPr>
          <p:txBody>
            <a:bodyPr>
              <a:spAutoFit/>
            </a:bodyPr>
            <a:lstStyle/>
            <a:p>
              <a:pPr eaLnBrk="1" hangingPunct="1">
                <a:defRPr/>
              </a:pPr>
              <a:r>
                <a:rPr lang="en-US" sz="2000">
                  <a:latin typeface="+mj-lt"/>
                  <a:cs typeface="Arial" charset="0"/>
                </a:rPr>
                <a:t>  1,1110000000</a:t>
              </a:r>
            </a:p>
            <a:p>
              <a:pPr eaLnBrk="1" hangingPunct="1">
                <a:defRPr/>
              </a:pPr>
              <a:r>
                <a:rPr lang="en-US" sz="2000">
                  <a:latin typeface="+mj-lt"/>
                  <a:cs typeface="Arial" charset="0"/>
                </a:rPr>
                <a:t>+0,0011110000</a:t>
              </a:r>
            </a:p>
            <a:p>
              <a:pPr eaLnBrk="1" hangingPunct="1">
                <a:defRPr/>
              </a:pPr>
              <a:r>
                <a:rPr lang="en-US" sz="2000">
                  <a:latin typeface="+mj-lt"/>
                  <a:cs typeface="Arial" charset="0"/>
                </a:rPr>
                <a:t>10,0001110000</a:t>
              </a:r>
            </a:p>
            <a:p>
              <a:pPr eaLnBrk="1" hangingPunct="1">
                <a:defRPr/>
              </a:pPr>
              <a:r>
                <a:rPr lang="en-US" sz="2000">
                  <a:latin typeface="+mj-lt"/>
                  <a:cs typeface="Arial" charset="0"/>
                </a:rPr>
                <a:t>After Normalization</a:t>
              </a:r>
            </a:p>
            <a:p>
              <a:pPr eaLnBrk="1" hangingPunct="1">
                <a:defRPr/>
              </a:pPr>
              <a:r>
                <a:rPr lang="en-US" sz="2000">
                  <a:latin typeface="+mj-lt"/>
                  <a:cs typeface="Arial" charset="0"/>
                </a:rPr>
                <a:t>M</a:t>
              </a:r>
              <a:r>
                <a:rPr lang="en-US" sz="2000" baseline="-25000">
                  <a:latin typeface="+mj-lt"/>
                  <a:cs typeface="Arial" charset="0"/>
                </a:rPr>
                <a:t>C</a:t>
              </a:r>
              <a:r>
                <a:rPr lang="en-US" sz="2000">
                  <a:latin typeface="+mj-lt"/>
                  <a:cs typeface="Arial" charset="0"/>
                </a:rPr>
                <a:t> =1,0000111000</a:t>
              </a:r>
            </a:p>
            <a:p>
              <a:pPr eaLnBrk="1" hangingPunct="1">
                <a:defRPr/>
              </a:pPr>
              <a:r>
                <a:rPr lang="en-US" sz="2000">
                  <a:latin typeface="+mj-lt"/>
                  <a:cs typeface="Arial" charset="0"/>
                </a:rPr>
                <a:t>E</a:t>
              </a:r>
              <a:r>
                <a:rPr lang="en-US" sz="2000" baseline="-25000">
                  <a:latin typeface="+mj-lt"/>
                  <a:cs typeface="Arial" charset="0"/>
                </a:rPr>
                <a:t>C</a:t>
              </a:r>
              <a:r>
                <a:rPr lang="en-US" sz="2000">
                  <a:latin typeface="+mj-lt"/>
                  <a:cs typeface="Arial" charset="0"/>
                </a:rPr>
                <a:t> = 10001001</a:t>
              </a:r>
              <a:endParaRPr lang="ru-RU" sz="2000">
                <a:latin typeface="+mj-lt"/>
                <a:cs typeface="Arial" charset="0"/>
              </a:endParaRPr>
            </a:p>
          </p:txBody>
        </p:sp>
        <p:sp>
          <p:nvSpPr>
            <p:cNvPr id="115729" name="Line 20">
              <a:extLst>
                <a:ext uri="{FF2B5EF4-FFF2-40B4-BE49-F238E27FC236}">
                  <a16:creationId xmlns:a16="http://schemas.microsoft.com/office/drawing/2014/main" id="{07E8AB26-8029-4F17-98F4-3BD52C074205}"/>
                </a:ext>
              </a:extLst>
            </p:cNvPr>
            <p:cNvSpPr>
              <a:spLocks noChangeShapeType="1"/>
            </p:cNvSpPr>
            <p:nvPr/>
          </p:nvSpPr>
          <p:spPr bwMode="auto">
            <a:xfrm>
              <a:off x="1371600" y="4471988"/>
              <a:ext cx="2133600" cy="0"/>
            </a:xfrm>
            <a:prstGeom prst="line">
              <a:avLst/>
            </a:prstGeom>
            <a:noFill/>
            <a:ln w="9525">
              <a:solidFill>
                <a:schemeClr val="tx1"/>
              </a:solidFill>
              <a:round/>
              <a:headEnd/>
              <a:tailEnd/>
            </a:ln>
            <a:effectLst/>
          </p:spPr>
          <p:txBody>
            <a:bodyPr/>
            <a:lstStyle/>
            <a:p>
              <a:pPr eaLnBrk="1" hangingPunct="1">
                <a:defRPr/>
              </a:pPr>
              <a:endParaRPr lang="en-US">
                <a:latin typeface="+mj-lt"/>
                <a:cs typeface="Arial" charset="0"/>
              </a:endParaRPr>
            </a:p>
          </p:txBody>
        </p:sp>
      </p:gr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Title 2">
            <a:extLst>
              <a:ext uri="{FF2B5EF4-FFF2-40B4-BE49-F238E27FC236}">
                <a16:creationId xmlns:a16="http://schemas.microsoft.com/office/drawing/2014/main" id="{2045A513-7A32-922B-9939-2E6043553495}"/>
              </a:ext>
            </a:extLst>
          </p:cNvPr>
          <p:cNvSpPr>
            <a:spLocks noGrp="1" noChangeArrowheads="1"/>
          </p:cNvSpPr>
          <p:nvPr>
            <p:ph type="title"/>
          </p:nvPr>
        </p:nvSpPr>
        <p:spPr/>
        <p:txBody>
          <a:bodyPr/>
          <a:lstStyle/>
          <a:p>
            <a:r>
              <a:rPr lang="en-US" altLang="en-US"/>
              <a:t>Floating Point Multiplication</a:t>
            </a:r>
          </a:p>
        </p:txBody>
      </p:sp>
      <p:sp>
        <p:nvSpPr>
          <p:cNvPr id="140291" name="Content Placeholder 3">
            <a:extLst>
              <a:ext uri="{FF2B5EF4-FFF2-40B4-BE49-F238E27FC236}">
                <a16:creationId xmlns:a16="http://schemas.microsoft.com/office/drawing/2014/main" id="{10A10179-B7E1-F01F-229E-44F9EB0B7661}"/>
              </a:ext>
            </a:extLst>
          </p:cNvPr>
          <p:cNvSpPr>
            <a:spLocks noGrp="1" noChangeArrowheads="1"/>
          </p:cNvSpPr>
          <p:nvPr>
            <p:ph type="body" sz="quarter" idx="10"/>
          </p:nvPr>
        </p:nvSpPr>
        <p:spPr/>
        <p:txBody>
          <a:bodyPr/>
          <a:lstStyle/>
          <a:p>
            <a:r>
              <a:rPr lang="en-US" altLang="en-US">
                <a:sym typeface="Symbol" panose="05050102010706020507" pitchFamily="18" charset="2"/>
              </a:rPr>
              <a:t>A  B = (MA  MB) 2Ea+Eb-bias</a:t>
            </a:r>
          </a:p>
          <a:p>
            <a:r>
              <a:rPr lang="en-US" altLang="en-US"/>
              <a:t>Add biased exponents, subtract bias</a:t>
            </a:r>
          </a:p>
          <a:p>
            <a:r>
              <a:rPr lang="en-US" altLang="en-US"/>
              <a:t>Multiply significands</a:t>
            </a:r>
          </a:p>
          <a:p>
            <a:r>
              <a:rPr lang="en-US" altLang="en-US"/>
              <a:t>Normalize product</a:t>
            </a:r>
          </a:p>
          <a:p>
            <a:r>
              <a:rPr lang="en-US" altLang="en-US"/>
              <a:t>Round significand of product</a:t>
            </a:r>
          </a:p>
          <a:p>
            <a:r>
              <a:rPr lang="en-US" altLang="en-US"/>
              <a:t>Compute sign of product</a:t>
            </a:r>
          </a:p>
          <a:p>
            <a:endParaRPr lang="ru-RU" alt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Title 2">
            <a:extLst>
              <a:ext uri="{FF2B5EF4-FFF2-40B4-BE49-F238E27FC236}">
                <a16:creationId xmlns:a16="http://schemas.microsoft.com/office/drawing/2014/main" id="{F6311C94-C928-890A-60D2-35BD0CA23F0A}"/>
              </a:ext>
            </a:extLst>
          </p:cNvPr>
          <p:cNvSpPr>
            <a:spLocks noGrp="1" noChangeArrowheads="1"/>
          </p:cNvSpPr>
          <p:nvPr>
            <p:ph type="title"/>
          </p:nvPr>
        </p:nvSpPr>
        <p:spPr/>
        <p:txBody>
          <a:bodyPr/>
          <a:lstStyle/>
          <a:p>
            <a:r>
              <a:rPr lang="en-US" altLang="en-US"/>
              <a:t>Floating Point Division</a:t>
            </a:r>
          </a:p>
        </p:txBody>
      </p:sp>
      <p:sp>
        <p:nvSpPr>
          <p:cNvPr id="4" name="Content Placeholder 3">
            <a:extLst>
              <a:ext uri="{FF2B5EF4-FFF2-40B4-BE49-F238E27FC236}">
                <a16:creationId xmlns:a16="http://schemas.microsoft.com/office/drawing/2014/main" id="{714D3D26-45A8-4F17-B872-FB7602559260}"/>
              </a:ext>
            </a:extLst>
          </p:cNvPr>
          <p:cNvSpPr>
            <a:spLocks noGrp="1"/>
          </p:cNvSpPr>
          <p:nvPr>
            <p:ph type="body" sz="quarter" idx="10"/>
          </p:nvPr>
        </p:nvSpPr>
        <p:spPr/>
        <p:txBody>
          <a:bodyPr/>
          <a:lstStyle/>
          <a:p>
            <a:r>
              <a:rPr lang="en-US" dirty="0">
                <a:sym typeface="Symbol" pitchFamily="18" charset="2"/>
              </a:rPr>
              <a:t>A/B = (MA/MB) 2Ea-Eb+bias</a:t>
            </a:r>
          </a:p>
          <a:p>
            <a:r>
              <a:rPr lang="en-US" dirty="0">
                <a:sym typeface="Symbol" pitchFamily="18" charset="2"/>
              </a:rPr>
              <a:t>Subtract biased exponent, add bias</a:t>
            </a:r>
          </a:p>
          <a:p>
            <a:r>
              <a:rPr lang="en-US" dirty="0">
                <a:sym typeface="Symbol" pitchFamily="18" charset="2"/>
              </a:rPr>
              <a:t>Divide </a:t>
            </a:r>
            <a:r>
              <a:rPr lang="en-US" dirty="0" err="1">
                <a:sym typeface="Symbol" pitchFamily="18" charset="2"/>
              </a:rPr>
              <a:t>significands</a:t>
            </a:r>
            <a:endParaRPr lang="en-US" dirty="0">
              <a:sym typeface="Symbol" pitchFamily="18" charset="2"/>
            </a:endParaRPr>
          </a:p>
          <a:p>
            <a:r>
              <a:rPr lang="en-US" dirty="0">
                <a:sym typeface="Symbol" pitchFamily="18" charset="2"/>
              </a:rPr>
              <a:t>Normalize quotient</a:t>
            </a:r>
          </a:p>
          <a:p>
            <a:r>
              <a:rPr lang="en-US" dirty="0">
                <a:sym typeface="Symbol" pitchFamily="18" charset="2"/>
              </a:rPr>
              <a:t>Round quotient</a:t>
            </a:r>
          </a:p>
          <a:p>
            <a:r>
              <a:rPr lang="en-US" dirty="0">
                <a:sym typeface="Symbol" pitchFamily="18" charset="2"/>
              </a:rPr>
              <a:t>Compute sign of quotient</a:t>
            </a:r>
          </a:p>
          <a:p>
            <a:r>
              <a:rPr lang="en-US" dirty="0"/>
              <a:t>Floating-point remainder calculated separately - only when required. </a:t>
            </a:r>
            <a:endParaRPr lang="ru-RU" dirty="0"/>
          </a:p>
          <a:p>
            <a:endParaRPr lang="en-US"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Title 1">
            <a:extLst>
              <a:ext uri="{FF2B5EF4-FFF2-40B4-BE49-F238E27FC236}">
                <a16:creationId xmlns:a16="http://schemas.microsoft.com/office/drawing/2014/main" id="{5476DA46-FE02-8668-EBFB-563DAFAD05E0}"/>
              </a:ext>
            </a:extLst>
          </p:cNvPr>
          <p:cNvSpPr>
            <a:spLocks noGrp="1" noChangeArrowheads="1"/>
          </p:cNvSpPr>
          <p:nvPr>
            <p:ph type="title"/>
          </p:nvPr>
        </p:nvSpPr>
        <p:spPr/>
        <p:txBody>
          <a:bodyPr/>
          <a:lstStyle/>
          <a:p>
            <a:r>
              <a:rPr lang="en-US" altLang="en-US"/>
              <a:t>Binary Codes for Decimal  Numbers</a:t>
            </a:r>
            <a:endParaRPr lang="en-GB" altLang="en-US"/>
          </a:p>
        </p:txBody>
      </p:sp>
      <p:sp>
        <p:nvSpPr>
          <p:cNvPr id="142339" name="TextBox 2">
            <a:extLst>
              <a:ext uri="{FF2B5EF4-FFF2-40B4-BE49-F238E27FC236}">
                <a16:creationId xmlns:a16="http://schemas.microsoft.com/office/drawing/2014/main" id="{24C2BE49-2C07-3610-695E-7953E5450948}"/>
              </a:ext>
            </a:extLst>
          </p:cNvPr>
          <p:cNvSpPr txBox="1">
            <a:spLocks noChangeArrowheads="1"/>
          </p:cNvSpPr>
          <p:nvPr/>
        </p:nvSpPr>
        <p:spPr bwMode="auto">
          <a:xfrm>
            <a:off x="1905000" y="1066800"/>
            <a:ext cx="85344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Decimal numbers  is represented  in a digital system by a string of bits</a:t>
            </a:r>
            <a:endParaRPr lang="en-GB" altLang="en-US" sz="1800"/>
          </a:p>
        </p:txBody>
      </p:sp>
      <p:graphicFrame>
        <p:nvGraphicFramePr>
          <p:cNvPr id="4" name="Table 3">
            <a:extLst>
              <a:ext uri="{FF2B5EF4-FFF2-40B4-BE49-F238E27FC236}">
                <a16:creationId xmlns:a16="http://schemas.microsoft.com/office/drawing/2014/main" id="{BA907AE9-E8FF-4313-8BAC-F83D89384C1B}"/>
              </a:ext>
            </a:extLst>
          </p:cNvPr>
          <p:cNvGraphicFramePr>
            <a:graphicFrameLocks noGrp="1"/>
          </p:cNvGraphicFramePr>
          <p:nvPr/>
        </p:nvGraphicFramePr>
        <p:xfrm>
          <a:off x="1905000" y="1600201"/>
          <a:ext cx="8305800" cy="4079878"/>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066800">
                  <a:extLst>
                    <a:ext uri="{9D8B030D-6E8A-4147-A177-3AD203B41FA5}">
                      <a16:colId xmlns:a16="http://schemas.microsoft.com/office/drawing/2014/main" val="20002"/>
                    </a:ext>
                  </a:extLst>
                </a:gridCol>
                <a:gridCol w="14478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gridCol w="1752600">
                  <a:extLst>
                    <a:ext uri="{9D8B030D-6E8A-4147-A177-3AD203B41FA5}">
                      <a16:colId xmlns:a16="http://schemas.microsoft.com/office/drawing/2014/main" val="20005"/>
                    </a:ext>
                  </a:extLst>
                </a:gridCol>
              </a:tblGrid>
              <a:tr h="370898">
                <a:tc>
                  <a:txBody>
                    <a:bodyPr/>
                    <a:lstStyle/>
                    <a:p>
                      <a:pPr algn="ctr"/>
                      <a:r>
                        <a:rPr lang="en-US" sz="1800" dirty="0"/>
                        <a:t>Decimal</a:t>
                      </a:r>
                      <a:endParaRPr lang="en-GB" sz="1800" dirty="0"/>
                    </a:p>
                  </a:txBody>
                  <a:tcPr marT="45727" marB="45727"/>
                </a:tc>
                <a:tc>
                  <a:txBody>
                    <a:bodyPr/>
                    <a:lstStyle/>
                    <a:p>
                      <a:pPr algn="ctr"/>
                      <a:r>
                        <a:rPr lang="en-US" sz="1800" dirty="0"/>
                        <a:t>BCD(8421)</a:t>
                      </a:r>
                      <a:endParaRPr lang="en-GB" sz="1800" dirty="0"/>
                    </a:p>
                  </a:txBody>
                  <a:tcPr marT="45727" marB="45727"/>
                </a:tc>
                <a:tc>
                  <a:txBody>
                    <a:bodyPr/>
                    <a:lstStyle/>
                    <a:p>
                      <a:pPr algn="ctr"/>
                      <a:r>
                        <a:rPr lang="en-US" sz="1800" dirty="0"/>
                        <a:t>2421</a:t>
                      </a:r>
                      <a:endParaRPr lang="en-GB" sz="1800" dirty="0"/>
                    </a:p>
                  </a:txBody>
                  <a:tcPr marT="45727" marB="45727"/>
                </a:tc>
                <a:tc>
                  <a:txBody>
                    <a:bodyPr/>
                    <a:lstStyle/>
                    <a:p>
                      <a:pPr algn="ctr"/>
                      <a:r>
                        <a:rPr lang="en-US" sz="1800" dirty="0"/>
                        <a:t>Excess-3</a:t>
                      </a:r>
                      <a:endParaRPr lang="en-GB" sz="1800" dirty="0"/>
                    </a:p>
                  </a:txBody>
                  <a:tcPr marT="45727" marB="45727"/>
                </a:tc>
                <a:tc>
                  <a:txBody>
                    <a:bodyPr/>
                    <a:lstStyle/>
                    <a:p>
                      <a:pPr algn="ctr"/>
                      <a:r>
                        <a:rPr lang="en-US" sz="1800" dirty="0" err="1"/>
                        <a:t>Biquinary</a:t>
                      </a:r>
                      <a:endParaRPr lang="en-GB" sz="1800" dirty="0"/>
                    </a:p>
                  </a:txBody>
                  <a:tcPr marT="45727" marB="45727"/>
                </a:tc>
                <a:tc>
                  <a:txBody>
                    <a:bodyPr/>
                    <a:lstStyle/>
                    <a:p>
                      <a:pPr algn="ctr"/>
                      <a:r>
                        <a:rPr lang="en-US" sz="1800" dirty="0"/>
                        <a:t>1-out-of-10</a:t>
                      </a:r>
                      <a:endParaRPr lang="en-GB" sz="1800" dirty="0"/>
                    </a:p>
                  </a:txBody>
                  <a:tcPr marT="45727" marB="45727"/>
                </a:tc>
                <a:extLst>
                  <a:ext uri="{0D108BD9-81ED-4DB2-BD59-A6C34878D82A}">
                    <a16:rowId xmlns:a16="http://schemas.microsoft.com/office/drawing/2014/main" val="10000"/>
                  </a:ext>
                </a:extLst>
              </a:tr>
              <a:tr h="370898">
                <a:tc>
                  <a:txBody>
                    <a:bodyPr/>
                    <a:lstStyle/>
                    <a:p>
                      <a:pPr algn="ctr"/>
                      <a:r>
                        <a:rPr lang="en-US" sz="1800" dirty="0"/>
                        <a:t>0</a:t>
                      </a:r>
                      <a:endParaRPr lang="en-GB" sz="1800" dirty="0"/>
                    </a:p>
                  </a:txBody>
                  <a:tcPr marT="45727" marB="45727"/>
                </a:tc>
                <a:tc>
                  <a:txBody>
                    <a:bodyPr/>
                    <a:lstStyle/>
                    <a:p>
                      <a:pPr algn="ctr"/>
                      <a:r>
                        <a:rPr lang="en-US" sz="1800" dirty="0"/>
                        <a:t>0000</a:t>
                      </a:r>
                      <a:endParaRPr lang="en-GB" sz="1800" dirty="0"/>
                    </a:p>
                  </a:txBody>
                  <a:tcPr marT="45727" marB="45727"/>
                </a:tc>
                <a:tc>
                  <a:txBody>
                    <a:bodyPr/>
                    <a:lstStyle/>
                    <a:p>
                      <a:pPr algn="ctr"/>
                      <a:r>
                        <a:rPr lang="en-US" sz="1800" dirty="0"/>
                        <a:t>0000</a:t>
                      </a:r>
                      <a:endParaRPr lang="en-GB" sz="1800" dirty="0"/>
                    </a:p>
                  </a:txBody>
                  <a:tcPr marT="45727" marB="45727"/>
                </a:tc>
                <a:tc>
                  <a:txBody>
                    <a:bodyPr/>
                    <a:lstStyle/>
                    <a:p>
                      <a:pPr algn="ctr"/>
                      <a:r>
                        <a:rPr lang="en-US" sz="1800" dirty="0"/>
                        <a:t>0011</a:t>
                      </a:r>
                      <a:endParaRPr lang="en-GB" sz="1800" dirty="0"/>
                    </a:p>
                  </a:txBody>
                  <a:tcPr marT="45727" marB="45727"/>
                </a:tc>
                <a:tc>
                  <a:txBody>
                    <a:bodyPr/>
                    <a:lstStyle/>
                    <a:p>
                      <a:pPr algn="ctr"/>
                      <a:r>
                        <a:rPr lang="en-US" sz="1800" dirty="0"/>
                        <a:t>0100001</a:t>
                      </a:r>
                      <a:endParaRPr lang="en-GB" sz="1800" dirty="0"/>
                    </a:p>
                  </a:txBody>
                  <a:tcPr marT="45727" marB="45727"/>
                </a:tc>
                <a:tc>
                  <a:txBody>
                    <a:bodyPr/>
                    <a:lstStyle/>
                    <a:p>
                      <a:pPr algn="ctr"/>
                      <a:r>
                        <a:rPr lang="en-US" sz="1800" dirty="0"/>
                        <a:t>10000000000</a:t>
                      </a:r>
                      <a:endParaRPr lang="en-GB" sz="1800" dirty="0"/>
                    </a:p>
                  </a:txBody>
                  <a:tcPr marT="45727" marB="45727"/>
                </a:tc>
                <a:extLst>
                  <a:ext uri="{0D108BD9-81ED-4DB2-BD59-A6C34878D82A}">
                    <a16:rowId xmlns:a16="http://schemas.microsoft.com/office/drawing/2014/main" val="10001"/>
                  </a:ext>
                </a:extLst>
              </a:tr>
              <a:tr h="370898">
                <a:tc>
                  <a:txBody>
                    <a:bodyPr/>
                    <a:lstStyle/>
                    <a:p>
                      <a:pPr algn="ctr"/>
                      <a:r>
                        <a:rPr lang="en-US" sz="1800" dirty="0"/>
                        <a:t>1</a:t>
                      </a:r>
                      <a:endParaRPr lang="en-GB" sz="1800" dirty="0"/>
                    </a:p>
                  </a:txBody>
                  <a:tcPr marT="45727" marB="45727"/>
                </a:tc>
                <a:tc>
                  <a:txBody>
                    <a:bodyPr/>
                    <a:lstStyle/>
                    <a:p>
                      <a:pPr algn="ctr"/>
                      <a:r>
                        <a:rPr lang="en-US" sz="1800" dirty="0"/>
                        <a:t>0001</a:t>
                      </a:r>
                      <a:endParaRPr lang="en-GB" sz="1800" dirty="0"/>
                    </a:p>
                  </a:txBody>
                  <a:tcPr marT="45727" marB="45727"/>
                </a:tc>
                <a:tc>
                  <a:txBody>
                    <a:bodyPr/>
                    <a:lstStyle/>
                    <a:p>
                      <a:pPr algn="ctr"/>
                      <a:r>
                        <a:rPr lang="en-US" sz="1800" dirty="0"/>
                        <a:t>0001</a:t>
                      </a:r>
                      <a:endParaRPr lang="en-GB" sz="1800" dirty="0"/>
                    </a:p>
                  </a:txBody>
                  <a:tcPr marT="45727" marB="45727"/>
                </a:tc>
                <a:tc>
                  <a:txBody>
                    <a:bodyPr/>
                    <a:lstStyle/>
                    <a:p>
                      <a:pPr algn="ctr"/>
                      <a:r>
                        <a:rPr lang="en-US" sz="1800" dirty="0"/>
                        <a:t>0100</a:t>
                      </a:r>
                      <a:endParaRPr lang="en-GB" sz="1800" dirty="0"/>
                    </a:p>
                  </a:txBody>
                  <a:tcPr marT="45727" marB="45727"/>
                </a:tc>
                <a:tc>
                  <a:txBody>
                    <a:bodyPr/>
                    <a:lstStyle/>
                    <a:p>
                      <a:pPr algn="ctr"/>
                      <a:r>
                        <a:rPr lang="en-US" sz="1800" dirty="0"/>
                        <a:t>0100010</a:t>
                      </a:r>
                      <a:endParaRPr lang="en-GB" sz="1800" dirty="0"/>
                    </a:p>
                  </a:txBody>
                  <a:tcPr marT="45727" marB="45727"/>
                </a:tc>
                <a:tc>
                  <a:txBody>
                    <a:bodyPr/>
                    <a:lstStyle/>
                    <a:p>
                      <a:pPr algn="ctr"/>
                      <a:r>
                        <a:rPr lang="en-US" sz="1800" dirty="0"/>
                        <a:t>0100000000</a:t>
                      </a:r>
                      <a:endParaRPr lang="en-GB" sz="1800" dirty="0"/>
                    </a:p>
                  </a:txBody>
                  <a:tcPr marT="45727" marB="45727"/>
                </a:tc>
                <a:extLst>
                  <a:ext uri="{0D108BD9-81ED-4DB2-BD59-A6C34878D82A}">
                    <a16:rowId xmlns:a16="http://schemas.microsoft.com/office/drawing/2014/main" val="10002"/>
                  </a:ext>
                </a:extLst>
              </a:tr>
              <a:tr h="370898">
                <a:tc>
                  <a:txBody>
                    <a:bodyPr/>
                    <a:lstStyle/>
                    <a:p>
                      <a:pPr algn="ctr"/>
                      <a:r>
                        <a:rPr lang="en-US" sz="1800" dirty="0"/>
                        <a:t>2</a:t>
                      </a:r>
                      <a:endParaRPr lang="en-GB" sz="1800" dirty="0"/>
                    </a:p>
                  </a:txBody>
                  <a:tcPr marT="45727" marB="45727"/>
                </a:tc>
                <a:tc>
                  <a:txBody>
                    <a:bodyPr/>
                    <a:lstStyle/>
                    <a:p>
                      <a:pPr algn="ctr"/>
                      <a:r>
                        <a:rPr lang="en-US" sz="1800" dirty="0"/>
                        <a:t>0010</a:t>
                      </a:r>
                      <a:endParaRPr lang="en-GB" sz="1800" dirty="0"/>
                    </a:p>
                  </a:txBody>
                  <a:tcPr marT="45727" marB="45727"/>
                </a:tc>
                <a:tc>
                  <a:txBody>
                    <a:bodyPr/>
                    <a:lstStyle/>
                    <a:p>
                      <a:pPr algn="ctr"/>
                      <a:r>
                        <a:rPr lang="en-US" sz="1800" dirty="0"/>
                        <a:t>0010</a:t>
                      </a:r>
                      <a:endParaRPr lang="en-GB" sz="1800" dirty="0"/>
                    </a:p>
                  </a:txBody>
                  <a:tcPr marT="45727" marB="45727"/>
                </a:tc>
                <a:tc>
                  <a:txBody>
                    <a:bodyPr/>
                    <a:lstStyle/>
                    <a:p>
                      <a:pPr algn="ctr"/>
                      <a:r>
                        <a:rPr lang="en-US" sz="1800" dirty="0"/>
                        <a:t>0101</a:t>
                      </a:r>
                      <a:endParaRPr lang="en-GB" sz="1800" dirty="0"/>
                    </a:p>
                  </a:txBody>
                  <a:tcPr marT="45727" marB="45727"/>
                </a:tc>
                <a:tc>
                  <a:txBody>
                    <a:bodyPr/>
                    <a:lstStyle/>
                    <a:p>
                      <a:pPr algn="ctr"/>
                      <a:r>
                        <a:rPr lang="en-US" sz="1800" dirty="0"/>
                        <a:t>0100100</a:t>
                      </a:r>
                      <a:endParaRPr lang="en-GB" sz="1800" dirty="0"/>
                    </a:p>
                  </a:txBody>
                  <a:tcPr marT="45727" marB="45727"/>
                </a:tc>
                <a:tc>
                  <a:txBody>
                    <a:bodyPr/>
                    <a:lstStyle/>
                    <a:p>
                      <a:pPr algn="ctr"/>
                      <a:r>
                        <a:rPr lang="en-US" sz="1800" dirty="0"/>
                        <a:t>0010000000</a:t>
                      </a:r>
                      <a:endParaRPr lang="en-GB" sz="1800" dirty="0"/>
                    </a:p>
                  </a:txBody>
                  <a:tcPr marT="45727" marB="45727"/>
                </a:tc>
                <a:extLst>
                  <a:ext uri="{0D108BD9-81ED-4DB2-BD59-A6C34878D82A}">
                    <a16:rowId xmlns:a16="http://schemas.microsoft.com/office/drawing/2014/main" val="10003"/>
                  </a:ext>
                </a:extLst>
              </a:tr>
              <a:tr h="370898">
                <a:tc>
                  <a:txBody>
                    <a:bodyPr/>
                    <a:lstStyle/>
                    <a:p>
                      <a:pPr algn="ctr"/>
                      <a:r>
                        <a:rPr lang="en-US" sz="1800" dirty="0"/>
                        <a:t>3</a:t>
                      </a:r>
                      <a:endParaRPr lang="en-GB" sz="1800" dirty="0"/>
                    </a:p>
                  </a:txBody>
                  <a:tcPr marT="45727" marB="45727"/>
                </a:tc>
                <a:tc>
                  <a:txBody>
                    <a:bodyPr/>
                    <a:lstStyle/>
                    <a:p>
                      <a:pPr algn="ctr"/>
                      <a:r>
                        <a:rPr lang="en-US" sz="1800" dirty="0"/>
                        <a:t>0011</a:t>
                      </a:r>
                      <a:endParaRPr lang="en-GB" sz="1800" dirty="0"/>
                    </a:p>
                  </a:txBody>
                  <a:tcPr marT="45727" marB="45727"/>
                </a:tc>
                <a:tc>
                  <a:txBody>
                    <a:bodyPr/>
                    <a:lstStyle/>
                    <a:p>
                      <a:pPr algn="ctr"/>
                      <a:r>
                        <a:rPr lang="en-US" sz="1800" dirty="0"/>
                        <a:t>0011</a:t>
                      </a:r>
                      <a:endParaRPr lang="en-GB" sz="1800" dirty="0"/>
                    </a:p>
                  </a:txBody>
                  <a:tcPr marT="45727" marB="45727"/>
                </a:tc>
                <a:tc>
                  <a:txBody>
                    <a:bodyPr/>
                    <a:lstStyle/>
                    <a:p>
                      <a:pPr algn="ctr"/>
                      <a:r>
                        <a:rPr lang="en-US" sz="1800" dirty="0"/>
                        <a:t>0110</a:t>
                      </a:r>
                      <a:endParaRPr lang="en-GB" sz="1800" dirty="0"/>
                    </a:p>
                  </a:txBody>
                  <a:tcPr marT="45727" marB="45727"/>
                </a:tc>
                <a:tc>
                  <a:txBody>
                    <a:bodyPr/>
                    <a:lstStyle/>
                    <a:p>
                      <a:pPr algn="ctr"/>
                      <a:r>
                        <a:rPr lang="en-US" sz="1800" dirty="0"/>
                        <a:t>0101000</a:t>
                      </a:r>
                      <a:endParaRPr lang="en-GB" sz="1800" dirty="0"/>
                    </a:p>
                  </a:txBody>
                  <a:tcPr marT="45727" marB="45727"/>
                </a:tc>
                <a:tc>
                  <a:txBody>
                    <a:bodyPr/>
                    <a:lstStyle/>
                    <a:p>
                      <a:pPr algn="ctr"/>
                      <a:r>
                        <a:rPr lang="en-US" sz="1800" dirty="0"/>
                        <a:t>0001000000</a:t>
                      </a:r>
                      <a:endParaRPr lang="en-GB" sz="1800" dirty="0"/>
                    </a:p>
                  </a:txBody>
                  <a:tcPr marT="45727" marB="45727"/>
                </a:tc>
                <a:extLst>
                  <a:ext uri="{0D108BD9-81ED-4DB2-BD59-A6C34878D82A}">
                    <a16:rowId xmlns:a16="http://schemas.microsoft.com/office/drawing/2014/main" val="10004"/>
                  </a:ext>
                </a:extLst>
              </a:tr>
              <a:tr h="370898">
                <a:tc>
                  <a:txBody>
                    <a:bodyPr/>
                    <a:lstStyle/>
                    <a:p>
                      <a:pPr algn="ctr"/>
                      <a:r>
                        <a:rPr lang="en-US" sz="1800" dirty="0"/>
                        <a:t>4</a:t>
                      </a:r>
                      <a:endParaRPr lang="en-GB" sz="1800" dirty="0"/>
                    </a:p>
                  </a:txBody>
                  <a:tcPr marT="45727" marB="45727"/>
                </a:tc>
                <a:tc>
                  <a:txBody>
                    <a:bodyPr/>
                    <a:lstStyle/>
                    <a:p>
                      <a:pPr algn="ctr"/>
                      <a:r>
                        <a:rPr lang="en-US" sz="1800" dirty="0"/>
                        <a:t>0100</a:t>
                      </a:r>
                      <a:endParaRPr lang="en-GB" sz="1800" dirty="0"/>
                    </a:p>
                  </a:txBody>
                  <a:tcPr marT="45727" marB="45727"/>
                </a:tc>
                <a:tc>
                  <a:txBody>
                    <a:bodyPr/>
                    <a:lstStyle/>
                    <a:p>
                      <a:pPr algn="ctr"/>
                      <a:r>
                        <a:rPr lang="en-US" sz="1800" dirty="0"/>
                        <a:t>0100</a:t>
                      </a:r>
                      <a:endParaRPr lang="en-GB" sz="1800" dirty="0"/>
                    </a:p>
                  </a:txBody>
                  <a:tcPr marT="45727" marB="45727"/>
                </a:tc>
                <a:tc>
                  <a:txBody>
                    <a:bodyPr/>
                    <a:lstStyle/>
                    <a:p>
                      <a:pPr algn="ctr"/>
                      <a:r>
                        <a:rPr lang="en-US" sz="1800" dirty="0"/>
                        <a:t>0111</a:t>
                      </a:r>
                      <a:endParaRPr lang="en-GB" sz="1800" dirty="0"/>
                    </a:p>
                  </a:txBody>
                  <a:tcPr marT="45727" marB="45727"/>
                </a:tc>
                <a:tc>
                  <a:txBody>
                    <a:bodyPr/>
                    <a:lstStyle/>
                    <a:p>
                      <a:pPr algn="ctr"/>
                      <a:r>
                        <a:rPr lang="en-US" sz="1800" dirty="0"/>
                        <a:t>0110000</a:t>
                      </a:r>
                      <a:endParaRPr lang="en-GB" sz="1800" dirty="0"/>
                    </a:p>
                  </a:txBody>
                  <a:tcPr marT="45727" marB="45727"/>
                </a:tc>
                <a:tc>
                  <a:txBody>
                    <a:bodyPr/>
                    <a:lstStyle/>
                    <a:p>
                      <a:pPr algn="ctr"/>
                      <a:r>
                        <a:rPr lang="en-US" sz="1800" dirty="0"/>
                        <a:t>0000100000</a:t>
                      </a:r>
                      <a:endParaRPr lang="en-GB" sz="1800" dirty="0"/>
                    </a:p>
                  </a:txBody>
                  <a:tcPr marT="45727" marB="45727"/>
                </a:tc>
                <a:extLst>
                  <a:ext uri="{0D108BD9-81ED-4DB2-BD59-A6C34878D82A}">
                    <a16:rowId xmlns:a16="http://schemas.microsoft.com/office/drawing/2014/main" val="10005"/>
                  </a:ext>
                </a:extLst>
              </a:tr>
              <a:tr h="370898">
                <a:tc>
                  <a:txBody>
                    <a:bodyPr/>
                    <a:lstStyle/>
                    <a:p>
                      <a:pPr algn="ctr"/>
                      <a:r>
                        <a:rPr lang="en-US" sz="1800" dirty="0"/>
                        <a:t>5</a:t>
                      </a:r>
                      <a:endParaRPr lang="en-GB" sz="1800" dirty="0"/>
                    </a:p>
                  </a:txBody>
                  <a:tcPr marT="45727" marB="45727"/>
                </a:tc>
                <a:tc>
                  <a:txBody>
                    <a:bodyPr/>
                    <a:lstStyle/>
                    <a:p>
                      <a:pPr algn="ctr"/>
                      <a:r>
                        <a:rPr lang="en-US" sz="1800" dirty="0"/>
                        <a:t>0101</a:t>
                      </a:r>
                      <a:endParaRPr lang="en-GB" sz="1800" dirty="0"/>
                    </a:p>
                  </a:txBody>
                  <a:tcPr marT="45727" marB="45727"/>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t>1011</a:t>
                      </a:r>
                      <a:endParaRPr lang="en-GB" sz="1800" dirty="0"/>
                    </a:p>
                  </a:txBody>
                  <a:tcPr marT="45727" marB="45727"/>
                </a:tc>
                <a:tc>
                  <a:txBody>
                    <a:bodyPr/>
                    <a:lstStyle/>
                    <a:p>
                      <a:pPr algn="ctr"/>
                      <a:r>
                        <a:rPr lang="en-US" sz="1800" dirty="0"/>
                        <a:t>1000</a:t>
                      </a:r>
                      <a:endParaRPr lang="en-GB" sz="1800" dirty="0"/>
                    </a:p>
                  </a:txBody>
                  <a:tcPr marT="45727" marB="45727"/>
                </a:tc>
                <a:tc>
                  <a:txBody>
                    <a:bodyPr/>
                    <a:lstStyle/>
                    <a:p>
                      <a:pPr algn="ctr"/>
                      <a:r>
                        <a:rPr lang="en-US" sz="1800" dirty="0"/>
                        <a:t>1000001</a:t>
                      </a:r>
                      <a:endParaRPr lang="en-GB" sz="1800" dirty="0"/>
                    </a:p>
                  </a:txBody>
                  <a:tcPr marT="45727" marB="45727"/>
                </a:tc>
                <a:tc>
                  <a:txBody>
                    <a:bodyPr/>
                    <a:lstStyle/>
                    <a:p>
                      <a:pPr algn="ctr"/>
                      <a:r>
                        <a:rPr lang="en-US" sz="1800" dirty="0"/>
                        <a:t>0000010000</a:t>
                      </a:r>
                      <a:endParaRPr lang="en-GB" sz="1800" dirty="0"/>
                    </a:p>
                  </a:txBody>
                  <a:tcPr marT="45727" marB="45727"/>
                </a:tc>
                <a:extLst>
                  <a:ext uri="{0D108BD9-81ED-4DB2-BD59-A6C34878D82A}">
                    <a16:rowId xmlns:a16="http://schemas.microsoft.com/office/drawing/2014/main" val="10006"/>
                  </a:ext>
                </a:extLst>
              </a:tr>
              <a:tr h="370898">
                <a:tc>
                  <a:txBody>
                    <a:bodyPr/>
                    <a:lstStyle/>
                    <a:p>
                      <a:pPr algn="ctr"/>
                      <a:r>
                        <a:rPr lang="en-US" sz="1800" dirty="0"/>
                        <a:t>6</a:t>
                      </a:r>
                      <a:endParaRPr lang="en-GB" sz="1800" dirty="0"/>
                    </a:p>
                  </a:txBody>
                  <a:tcPr marT="45727" marB="45727"/>
                </a:tc>
                <a:tc>
                  <a:txBody>
                    <a:bodyPr/>
                    <a:lstStyle/>
                    <a:p>
                      <a:pPr algn="ctr"/>
                      <a:r>
                        <a:rPr lang="en-US" sz="1800" dirty="0"/>
                        <a:t>0110</a:t>
                      </a:r>
                      <a:endParaRPr lang="en-GB" sz="1800" dirty="0"/>
                    </a:p>
                  </a:txBody>
                  <a:tcPr marT="45727" marB="45727"/>
                </a:tc>
                <a:tc>
                  <a:txBody>
                    <a:bodyPr/>
                    <a:lstStyle/>
                    <a:p>
                      <a:pPr algn="ctr"/>
                      <a:r>
                        <a:rPr lang="en-US" sz="1800" dirty="0"/>
                        <a:t>1100</a:t>
                      </a:r>
                      <a:endParaRPr lang="en-GB" sz="1800" dirty="0"/>
                    </a:p>
                  </a:txBody>
                  <a:tcPr marT="45727" marB="45727"/>
                </a:tc>
                <a:tc>
                  <a:txBody>
                    <a:bodyPr/>
                    <a:lstStyle/>
                    <a:p>
                      <a:pPr algn="ctr"/>
                      <a:r>
                        <a:rPr lang="en-US" sz="1800" dirty="0"/>
                        <a:t>1001</a:t>
                      </a:r>
                      <a:endParaRPr lang="en-GB" sz="1800" dirty="0"/>
                    </a:p>
                  </a:txBody>
                  <a:tcPr marT="45727" marB="45727"/>
                </a:tc>
                <a:tc>
                  <a:txBody>
                    <a:bodyPr/>
                    <a:lstStyle/>
                    <a:p>
                      <a:pPr algn="ctr"/>
                      <a:r>
                        <a:rPr lang="en-US" sz="1800" dirty="0"/>
                        <a:t>1000010</a:t>
                      </a:r>
                      <a:endParaRPr lang="en-GB" sz="1800" dirty="0"/>
                    </a:p>
                  </a:txBody>
                  <a:tcPr marT="45727" marB="45727"/>
                </a:tc>
                <a:tc>
                  <a:txBody>
                    <a:bodyPr/>
                    <a:lstStyle/>
                    <a:p>
                      <a:pPr algn="ctr"/>
                      <a:r>
                        <a:rPr lang="en-US" sz="1800" dirty="0"/>
                        <a:t>0000001000</a:t>
                      </a:r>
                      <a:endParaRPr lang="en-GB" sz="1800" dirty="0"/>
                    </a:p>
                  </a:txBody>
                  <a:tcPr marT="45727" marB="45727"/>
                </a:tc>
                <a:extLst>
                  <a:ext uri="{0D108BD9-81ED-4DB2-BD59-A6C34878D82A}">
                    <a16:rowId xmlns:a16="http://schemas.microsoft.com/office/drawing/2014/main" val="10007"/>
                  </a:ext>
                </a:extLst>
              </a:tr>
              <a:tr h="370898">
                <a:tc>
                  <a:txBody>
                    <a:bodyPr/>
                    <a:lstStyle/>
                    <a:p>
                      <a:pPr algn="ctr"/>
                      <a:r>
                        <a:rPr lang="en-US" sz="1800" dirty="0"/>
                        <a:t>7</a:t>
                      </a:r>
                      <a:endParaRPr lang="en-GB" sz="1800" dirty="0"/>
                    </a:p>
                  </a:txBody>
                  <a:tcPr marT="45727" marB="45727"/>
                </a:tc>
                <a:tc>
                  <a:txBody>
                    <a:bodyPr/>
                    <a:lstStyle/>
                    <a:p>
                      <a:pPr algn="ctr"/>
                      <a:r>
                        <a:rPr lang="en-US" sz="1800" dirty="0"/>
                        <a:t>0111</a:t>
                      </a:r>
                      <a:endParaRPr lang="en-GB" sz="1800" dirty="0"/>
                    </a:p>
                  </a:txBody>
                  <a:tcPr marT="45727" marB="45727"/>
                </a:tc>
                <a:tc>
                  <a:txBody>
                    <a:bodyPr/>
                    <a:lstStyle/>
                    <a:p>
                      <a:pPr algn="ctr"/>
                      <a:r>
                        <a:rPr lang="en-US" sz="1800" dirty="0"/>
                        <a:t>1101</a:t>
                      </a:r>
                      <a:endParaRPr lang="en-GB" sz="1800" dirty="0"/>
                    </a:p>
                  </a:txBody>
                  <a:tcPr marT="45727" marB="45727"/>
                </a:tc>
                <a:tc>
                  <a:txBody>
                    <a:bodyPr/>
                    <a:lstStyle/>
                    <a:p>
                      <a:pPr algn="ctr"/>
                      <a:r>
                        <a:rPr lang="en-US" sz="1800" dirty="0"/>
                        <a:t>1010</a:t>
                      </a:r>
                      <a:endParaRPr lang="en-GB" sz="1800" dirty="0"/>
                    </a:p>
                  </a:txBody>
                  <a:tcPr marT="45727" marB="45727"/>
                </a:tc>
                <a:tc>
                  <a:txBody>
                    <a:bodyPr/>
                    <a:lstStyle/>
                    <a:p>
                      <a:pPr algn="ctr"/>
                      <a:r>
                        <a:rPr lang="en-US" sz="1800" dirty="0"/>
                        <a:t>1000100</a:t>
                      </a:r>
                      <a:endParaRPr lang="en-GB" sz="1800" dirty="0"/>
                    </a:p>
                  </a:txBody>
                  <a:tcPr marT="45727" marB="45727"/>
                </a:tc>
                <a:tc>
                  <a:txBody>
                    <a:bodyPr/>
                    <a:lstStyle/>
                    <a:p>
                      <a:pPr algn="ctr"/>
                      <a:r>
                        <a:rPr lang="en-US" sz="1800" dirty="0"/>
                        <a:t>0000000100</a:t>
                      </a:r>
                      <a:endParaRPr lang="en-GB" sz="1800" dirty="0"/>
                    </a:p>
                  </a:txBody>
                  <a:tcPr marT="45727" marB="45727"/>
                </a:tc>
                <a:extLst>
                  <a:ext uri="{0D108BD9-81ED-4DB2-BD59-A6C34878D82A}">
                    <a16:rowId xmlns:a16="http://schemas.microsoft.com/office/drawing/2014/main" val="10008"/>
                  </a:ext>
                </a:extLst>
              </a:tr>
              <a:tr h="370898">
                <a:tc>
                  <a:txBody>
                    <a:bodyPr/>
                    <a:lstStyle/>
                    <a:p>
                      <a:pPr algn="ctr"/>
                      <a:r>
                        <a:rPr lang="en-US" sz="1800" dirty="0"/>
                        <a:t>8</a:t>
                      </a:r>
                      <a:endParaRPr lang="en-GB" sz="1800" dirty="0"/>
                    </a:p>
                  </a:txBody>
                  <a:tcPr marT="45727" marB="45727"/>
                </a:tc>
                <a:tc>
                  <a:txBody>
                    <a:bodyPr/>
                    <a:lstStyle/>
                    <a:p>
                      <a:pPr algn="ctr"/>
                      <a:r>
                        <a:rPr lang="en-US" sz="1800" dirty="0"/>
                        <a:t>1000</a:t>
                      </a:r>
                      <a:endParaRPr lang="en-GB" sz="1800" dirty="0"/>
                    </a:p>
                  </a:txBody>
                  <a:tcPr marT="45727" marB="45727"/>
                </a:tc>
                <a:tc>
                  <a:txBody>
                    <a:bodyPr/>
                    <a:lstStyle/>
                    <a:p>
                      <a:pPr algn="ctr"/>
                      <a:r>
                        <a:rPr lang="en-US" sz="1800" dirty="0"/>
                        <a:t>1110</a:t>
                      </a:r>
                      <a:endParaRPr lang="en-GB" sz="1800" dirty="0"/>
                    </a:p>
                  </a:txBody>
                  <a:tcPr marT="45727" marB="45727"/>
                </a:tc>
                <a:tc>
                  <a:txBody>
                    <a:bodyPr/>
                    <a:lstStyle/>
                    <a:p>
                      <a:pPr algn="ctr"/>
                      <a:r>
                        <a:rPr lang="en-US" sz="1800" dirty="0"/>
                        <a:t>1011</a:t>
                      </a:r>
                      <a:endParaRPr lang="en-GB" sz="1800" dirty="0"/>
                    </a:p>
                  </a:txBody>
                  <a:tcPr marT="45727" marB="45727"/>
                </a:tc>
                <a:tc>
                  <a:txBody>
                    <a:bodyPr/>
                    <a:lstStyle/>
                    <a:p>
                      <a:pPr algn="ctr"/>
                      <a:r>
                        <a:rPr lang="en-US" sz="1800" dirty="0"/>
                        <a:t>1001000</a:t>
                      </a:r>
                      <a:endParaRPr lang="en-GB" sz="1800" dirty="0"/>
                    </a:p>
                  </a:txBody>
                  <a:tcPr marT="45727" marB="45727"/>
                </a:tc>
                <a:tc>
                  <a:txBody>
                    <a:bodyPr/>
                    <a:lstStyle/>
                    <a:p>
                      <a:pPr algn="ctr"/>
                      <a:r>
                        <a:rPr lang="en-US" sz="1800" dirty="0"/>
                        <a:t>0000000010</a:t>
                      </a:r>
                      <a:endParaRPr lang="en-GB" sz="1800" dirty="0"/>
                    </a:p>
                  </a:txBody>
                  <a:tcPr marT="45727" marB="45727"/>
                </a:tc>
                <a:extLst>
                  <a:ext uri="{0D108BD9-81ED-4DB2-BD59-A6C34878D82A}">
                    <a16:rowId xmlns:a16="http://schemas.microsoft.com/office/drawing/2014/main" val="10009"/>
                  </a:ext>
                </a:extLst>
              </a:tr>
              <a:tr h="370898">
                <a:tc>
                  <a:txBody>
                    <a:bodyPr/>
                    <a:lstStyle/>
                    <a:p>
                      <a:pPr algn="ctr"/>
                      <a:r>
                        <a:rPr lang="en-US" sz="1800" dirty="0"/>
                        <a:t>9</a:t>
                      </a:r>
                      <a:endParaRPr lang="en-GB" sz="1800" dirty="0"/>
                    </a:p>
                  </a:txBody>
                  <a:tcPr marT="45727" marB="45727"/>
                </a:tc>
                <a:tc>
                  <a:txBody>
                    <a:bodyPr/>
                    <a:lstStyle/>
                    <a:p>
                      <a:pPr algn="ctr"/>
                      <a:r>
                        <a:rPr lang="en-US" sz="1800" dirty="0"/>
                        <a:t>1001</a:t>
                      </a:r>
                      <a:endParaRPr lang="en-GB" sz="1800" dirty="0"/>
                    </a:p>
                  </a:txBody>
                  <a:tcPr marT="45727" marB="45727"/>
                </a:tc>
                <a:tc>
                  <a:txBody>
                    <a:bodyPr/>
                    <a:lstStyle/>
                    <a:p>
                      <a:pPr algn="ctr"/>
                      <a:r>
                        <a:rPr lang="en-US" sz="1800" dirty="0"/>
                        <a:t>1111</a:t>
                      </a:r>
                      <a:endParaRPr lang="en-GB" sz="1800" dirty="0"/>
                    </a:p>
                  </a:txBody>
                  <a:tcPr marT="45727" marB="45727"/>
                </a:tc>
                <a:tc>
                  <a:txBody>
                    <a:bodyPr/>
                    <a:lstStyle/>
                    <a:p>
                      <a:pPr algn="ctr"/>
                      <a:r>
                        <a:rPr lang="en-US" sz="1800" dirty="0"/>
                        <a:t>1100</a:t>
                      </a:r>
                      <a:endParaRPr lang="en-GB" sz="1800" dirty="0"/>
                    </a:p>
                  </a:txBody>
                  <a:tcPr marT="45727" marB="45727"/>
                </a:tc>
                <a:tc>
                  <a:txBody>
                    <a:bodyPr/>
                    <a:lstStyle/>
                    <a:p>
                      <a:pPr algn="ctr"/>
                      <a:r>
                        <a:rPr lang="en-US" sz="1800" dirty="0"/>
                        <a:t>1010000</a:t>
                      </a:r>
                      <a:endParaRPr lang="en-GB" sz="1800" dirty="0"/>
                    </a:p>
                  </a:txBody>
                  <a:tcPr marT="45727" marB="45727"/>
                </a:tc>
                <a:tc>
                  <a:txBody>
                    <a:bodyPr/>
                    <a:lstStyle/>
                    <a:p>
                      <a:pPr algn="ctr"/>
                      <a:r>
                        <a:rPr lang="en-US" sz="1800" dirty="0"/>
                        <a:t>0000000001</a:t>
                      </a:r>
                      <a:endParaRPr lang="en-GB" sz="1800" dirty="0"/>
                    </a:p>
                  </a:txBody>
                  <a:tcPr marT="45727" marB="45727"/>
                </a:tc>
                <a:extLst>
                  <a:ext uri="{0D108BD9-81ED-4DB2-BD59-A6C34878D82A}">
                    <a16:rowId xmlns:a16="http://schemas.microsoft.com/office/drawing/2014/main" val="10010"/>
                  </a:ext>
                </a:extLst>
              </a:tr>
            </a:tbl>
          </a:graphicData>
        </a:graphic>
      </p:graphicFrame>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Title 1">
            <a:extLst>
              <a:ext uri="{FF2B5EF4-FFF2-40B4-BE49-F238E27FC236}">
                <a16:creationId xmlns:a16="http://schemas.microsoft.com/office/drawing/2014/main" id="{9C08B718-7654-E179-D997-CB1269DB053A}"/>
              </a:ext>
            </a:extLst>
          </p:cNvPr>
          <p:cNvSpPr>
            <a:spLocks noGrp="1" noChangeArrowheads="1"/>
          </p:cNvSpPr>
          <p:nvPr>
            <p:ph type="title"/>
          </p:nvPr>
        </p:nvSpPr>
        <p:spPr/>
        <p:txBody>
          <a:bodyPr/>
          <a:lstStyle/>
          <a:p>
            <a:r>
              <a:rPr lang="en-US" altLang="en-US"/>
              <a:t>BCD Addition</a:t>
            </a:r>
            <a:endParaRPr lang="en-GB" altLang="en-US"/>
          </a:p>
        </p:txBody>
      </p:sp>
      <p:sp>
        <p:nvSpPr>
          <p:cNvPr id="143363" name="TextBox 2">
            <a:extLst>
              <a:ext uri="{FF2B5EF4-FFF2-40B4-BE49-F238E27FC236}">
                <a16:creationId xmlns:a16="http://schemas.microsoft.com/office/drawing/2014/main" id="{CB861F28-F198-0105-549E-2F0ADB48CD00}"/>
              </a:ext>
            </a:extLst>
          </p:cNvPr>
          <p:cNvSpPr txBox="1">
            <a:spLocks noChangeArrowheads="1"/>
          </p:cNvSpPr>
          <p:nvPr/>
        </p:nvSpPr>
        <p:spPr bwMode="auto">
          <a:xfrm>
            <a:off x="1905000" y="1219201"/>
            <a:ext cx="8534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800"/>
              <a:t>Addition is similar to adding  4-bit binary numbers,  except  that a correction must be made if a result exceeds  9 (1001).</a:t>
            </a:r>
          </a:p>
          <a:p>
            <a:pPr eaLnBrk="1" hangingPunct="1"/>
            <a:r>
              <a:rPr lang="en-US" altLang="en-US" sz="1800"/>
              <a:t>The result is  corrected by adding 6.</a:t>
            </a:r>
          </a:p>
          <a:p>
            <a:pPr eaLnBrk="1" hangingPunct="1"/>
            <a:r>
              <a:rPr lang="en-US" altLang="en-US" sz="1800"/>
              <a:t>Examples;</a:t>
            </a:r>
          </a:p>
          <a:p>
            <a:pPr eaLnBrk="1" hangingPunct="1"/>
            <a:r>
              <a:rPr lang="en-US" altLang="en-US" sz="1800"/>
              <a:t>   2      0010             5         0101</a:t>
            </a:r>
          </a:p>
          <a:p>
            <a:pPr eaLnBrk="1" hangingPunct="1"/>
            <a:r>
              <a:rPr lang="en-US" altLang="en-US" sz="1800" u="sng"/>
              <a:t>+ 7 </a:t>
            </a:r>
            <a:r>
              <a:rPr lang="en-US" altLang="en-US" sz="1800"/>
              <a:t>   </a:t>
            </a:r>
            <a:r>
              <a:rPr lang="en-US" altLang="en-US" sz="1800" u="sng"/>
              <a:t>+0111    </a:t>
            </a:r>
            <a:r>
              <a:rPr lang="en-US" altLang="en-US" sz="1800"/>
              <a:t>        </a:t>
            </a:r>
            <a:r>
              <a:rPr lang="en-US" altLang="en-US" sz="1800" u="sng"/>
              <a:t>+8 </a:t>
            </a:r>
            <a:r>
              <a:rPr lang="en-US" altLang="en-US" sz="1800"/>
              <a:t>     </a:t>
            </a:r>
            <a:r>
              <a:rPr lang="en-US" altLang="en-US" sz="1800" u="sng"/>
              <a:t>+1000</a:t>
            </a:r>
          </a:p>
          <a:p>
            <a:pPr eaLnBrk="1" hangingPunct="1"/>
            <a:r>
              <a:rPr lang="en-US" altLang="en-US" sz="1800"/>
              <a:t>   9      1001            13        1101</a:t>
            </a:r>
            <a:endParaRPr lang="en-US" altLang="en-US" sz="1800" u="sng"/>
          </a:p>
          <a:p>
            <a:pPr eaLnBrk="1" hangingPunct="1"/>
            <a:r>
              <a:rPr lang="en-US" altLang="en-US" sz="1800"/>
              <a:t>		            </a:t>
            </a:r>
            <a:r>
              <a:rPr lang="en-US" altLang="en-US" sz="1800" u="sng"/>
              <a:t>+0110  </a:t>
            </a:r>
            <a:r>
              <a:rPr lang="en-US" altLang="en-US" sz="1800"/>
              <a:t>- correction    </a:t>
            </a:r>
          </a:p>
          <a:p>
            <a:pPr eaLnBrk="1" hangingPunct="1"/>
            <a:r>
              <a:rPr lang="en-US" altLang="en-US" sz="1800"/>
              <a:t>                                         10011</a:t>
            </a:r>
          </a:p>
          <a:p>
            <a:pPr eaLnBrk="1" hangingPunct="1"/>
            <a:r>
              <a:rPr lang="en-US" altLang="en-US" sz="1800"/>
              <a:t>                                    </a:t>
            </a:r>
            <a:endParaRPr lang="en-GB" altLang="en-US" sz="1800"/>
          </a:p>
        </p:txBody>
      </p:sp>
      <p:grpSp>
        <p:nvGrpSpPr>
          <p:cNvPr id="143364" name="Group 8">
            <a:extLst>
              <a:ext uri="{FF2B5EF4-FFF2-40B4-BE49-F238E27FC236}">
                <a16:creationId xmlns:a16="http://schemas.microsoft.com/office/drawing/2014/main" id="{73CD842F-3540-EA13-E68E-EA4C518050B9}"/>
              </a:ext>
            </a:extLst>
          </p:cNvPr>
          <p:cNvGrpSpPr>
            <a:grpSpLocks/>
          </p:cNvGrpSpPr>
          <p:nvPr/>
        </p:nvGrpSpPr>
        <p:grpSpPr bwMode="auto">
          <a:xfrm>
            <a:off x="4252913" y="3636964"/>
            <a:ext cx="1600200" cy="414337"/>
            <a:chOff x="2667000" y="4419600"/>
            <a:chExt cx="1600200" cy="414754"/>
          </a:xfrm>
        </p:grpSpPr>
        <p:cxnSp>
          <p:nvCxnSpPr>
            <p:cNvPr id="143370" name="Straight Arrow Connector 6">
              <a:extLst>
                <a:ext uri="{FF2B5EF4-FFF2-40B4-BE49-F238E27FC236}">
                  <a16:creationId xmlns:a16="http://schemas.microsoft.com/office/drawing/2014/main" id="{6C1AD961-AE13-7272-B3F9-56410B8374CA}"/>
                </a:ext>
              </a:extLst>
            </p:cNvPr>
            <p:cNvCxnSpPr>
              <a:cxnSpLocks noChangeShapeType="1"/>
            </p:cNvCxnSpPr>
            <p:nvPr/>
          </p:nvCxnSpPr>
          <p:spPr bwMode="auto">
            <a:xfrm rot="5400000">
              <a:off x="2834640" y="4465320"/>
              <a:ext cx="182880" cy="9144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43371" name="TextBox 7">
              <a:extLst>
                <a:ext uri="{FF2B5EF4-FFF2-40B4-BE49-F238E27FC236}">
                  <a16:creationId xmlns:a16="http://schemas.microsoft.com/office/drawing/2014/main" id="{5C8DF45A-CB36-CF57-FB45-7A7DB4F98F49}"/>
                </a:ext>
              </a:extLst>
            </p:cNvPr>
            <p:cNvSpPr txBox="1">
              <a:spLocks noChangeArrowheads="1"/>
            </p:cNvSpPr>
            <p:nvPr/>
          </p:nvSpPr>
          <p:spPr bwMode="auto">
            <a:xfrm>
              <a:off x="2667000" y="4495800"/>
              <a:ext cx="16002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Carry_out=1</a:t>
              </a:r>
              <a:endParaRPr lang="en-GB" altLang="en-US" sz="1600"/>
            </a:p>
          </p:txBody>
        </p:sp>
      </p:grpSp>
      <p:sp>
        <p:nvSpPr>
          <p:cNvPr id="10" name="TextBox 9">
            <a:extLst>
              <a:ext uri="{FF2B5EF4-FFF2-40B4-BE49-F238E27FC236}">
                <a16:creationId xmlns:a16="http://schemas.microsoft.com/office/drawing/2014/main" id="{957991F9-AAEA-4F46-B9E4-A1F1697EC600}"/>
              </a:ext>
            </a:extLst>
          </p:cNvPr>
          <p:cNvSpPr txBox="1"/>
          <p:nvPr/>
        </p:nvSpPr>
        <p:spPr>
          <a:xfrm>
            <a:off x="2209800" y="4114801"/>
            <a:ext cx="7391400" cy="1477963"/>
          </a:xfrm>
          <a:prstGeom prst="rect">
            <a:avLst/>
          </a:prstGeom>
          <a:noFill/>
        </p:spPr>
        <p:txBody>
          <a:bodyPr>
            <a:spAutoFit/>
          </a:bodyPr>
          <a:lstStyle/>
          <a:p>
            <a:pPr eaLnBrk="1" hangingPunct="1">
              <a:defRPr/>
            </a:pPr>
            <a:r>
              <a:rPr lang="en-US" dirty="0">
                <a:latin typeface="Arial" charset="0"/>
                <a:cs typeface="Arial" charset="0"/>
              </a:rPr>
              <a:t>  4 	0100			9	 1001</a:t>
            </a:r>
          </a:p>
          <a:p>
            <a:pPr eaLnBrk="1" hangingPunct="1">
              <a:defRPr/>
            </a:pPr>
            <a:r>
              <a:rPr lang="en-US" u="sng" dirty="0">
                <a:latin typeface="Arial" charset="0"/>
                <a:cs typeface="Arial" charset="0"/>
              </a:rPr>
              <a:t>+9  </a:t>
            </a:r>
            <a:r>
              <a:rPr lang="en-US" dirty="0">
                <a:latin typeface="Arial" charset="0"/>
                <a:cs typeface="Arial" charset="0"/>
              </a:rPr>
              <a:t>      </a:t>
            </a:r>
            <a:r>
              <a:rPr lang="en-US" u="sng" dirty="0">
                <a:latin typeface="Arial" charset="0"/>
                <a:cs typeface="Arial" charset="0"/>
              </a:rPr>
              <a:t> +1001 </a:t>
            </a:r>
            <a:r>
              <a:rPr lang="en-US" dirty="0">
                <a:latin typeface="Arial" charset="0"/>
                <a:cs typeface="Arial" charset="0"/>
              </a:rPr>
              <a:t>                                </a:t>
            </a:r>
            <a:r>
              <a:rPr lang="en-US" u="sng" dirty="0">
                <a:latin typeface="Arial" charset="0"/>
                <a:cs typeface="Arial" charset="0"/>
              </a:rPr>
              <a:t>+9  </a:t>
            </a:r>
            <a:r>
              <a:rPr lang="en-US" dirty="0">
                <a:latin typeface="Arial" charset="0"/>
                <a:cs typeface="Arial" charset="0"/>
              </a:rPr>
              <a:t>         </a:t>
            </a:r>
            <a:r>
              <a:rPr lang="en-US" u="sng" dirty="0">
                <a:latin typeface="Arial" charset="0"/>
                <a:cs typeface="Arial" charset="0"/>
              </a:rPr>
              <a:t>+1001    </a:t>
            </a:r>
          </a:p>
          <a:p>
            <a:pPr marL="342900" indent="-342900">
              <a:buFontTx/>
              <a:buAutoNum type="arabicPlain" startAt="13"/>
              <a:defRPr/>
            </a:pPr>
            <a:r>
              <a:rPr lang="en-US" dirty="0">
                <a:latin typeface="Arial" charset="0"/>
                <a:cs typeface="Arial" charset="0"/>
              </a:rPr>
              <a:t>          1101                                  18           10010</a:t>
            </a:r>
          </a:p>
          <a:p>
            <a:pPr marL="342900" indent="-342900">
              <a:defRPr/>
            </a:pPr>
            <a:r>
              <a:rPr lang="en-US" dirty="0">
                <a:latin typeface="Arial" charset="0"/>
                <a:cs typeface="Arial" charset="0"/>
              </a:rPr>
              <a:t>	        </a:t>
            </a:r>
            <a:r>
              <a:rPr lang="en-US" u="sng" dirty="0">
                <a:latin typeface="Arial" charset="0"/>
                <a:cs typeface="Arial" charset="0"/>
              </a:rPr>
              <a:t>+0110 </a:t>
            </a:r>
            <a:r>
              <a:rPr lang="en-US" dirty="0">
                <a:latin typeface="Arial" charset="0"/>
                <a:cs typeface="Arial" charset="0"/>
              </a:rPr>
              <a:t>  - correction                           </a:t>
            </a:r>
            <a:r>
              <a:rPr lang="en-US" u="sng" dirty="0">
                <a:latin typeface="Arial" charset="0"/>
                <a:cs typeface="Arial" charset="0"/>
              </a:rPr>
              <a:t>+ 0110 </a:t>
            </a:r>
            <a:r>
              <a:rPr lang="en-US" dirty="0">
                <a:latin typeface="Arial" charset="0"/>
                <a:cs typeface="Arial" charset="0"/>
              </a:rPr>
              <a:t> - correction</a:t>
            </a:r>
            <a:endParaRPr lang="en-US" u="sng" dirty="0">
              <a:latin typeface="Arial" charset="0"/>
              <a:cs typeface="Arial" charset="0"/>
            </a:endParaRPr>
          </a:p>
          <a:p>
            <a:pPr marL="342900" indent="-342900">
              <a:defRPr/>
            </a:pPr>
            <a:r>
              <a:rPr lang="en-US" dirty="0">
                <a:latin typeface="Arial" charset="0"/>
                <a:cs typeface="Arial" charset="0"/>
              </a:rPr>
              <a:t>              10011                                                 11000   </a:t>
            </a:r>
            <a:endParaRPr lang="en-GB" dirty="0">
              <a:latin typeface="Arial" charset="0"/>
              <a:cs typeface="Arial" charset="0"/>
            </a:endParaRPr>
          </a:p>
        </p:txBody>
      </p:sp>
      <p:cxnSp>
        <p:nvCxnSpPr>
          <p:cNvPr id="143366" name="Straight Arrow Connector 11">
            <a:extLst>
              <a:ext uri="{FF2B5EF4-FFF2-40B4-BE49-F238E27FC236}">
                <a16:creationId xmlns:a16="http://schemas.microsoft.com/office/drawing/2014/main" id="{E9EBE4F2-BD3C-C766-5F08-2FE2630D7F7E}"/>
              </a:ext>
            </a:extLst>
          </p:cNvPr>
          <p:cNvCxnSpPr>
            <a:cxnSpLocks noChangeShapeType="1"/>
          </p:cNvCxnSpPr>
          <p:nvPr/>
        </p:nvCxnSpPr>
        <p:spPr bwMode="auto">
          <a:xfrm rot="10800000" flipV="1">
            <a:off x="6415088" y="4891088"/>
            <a:ext cx="457200" cy="38100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
        <p:nvSpPr>
          <p:cNvPr id="143367" name="TextBox 12">
            <a:extLst>
              <a:ext uri="{FF2B5EF4-FFF2-40B4-BE49-F238E27FC236}">
                <a16:creationId xmlns:a16="http://schemas.microsoft.com/office/drawing/2014/main" id="{91BB5027-5B62-B8A9-F129-6B47E0435E7C}"/>
              </a:ext>
            </a:extLst>
          </p:cNvPr>
          <p:cNvSpPr txBox="1">
            <a:spLocks noChangeArrowheads="1"/>
          </p:cNvSpPr>
          <p:nvPr/>
        </p:nvSpPr>
        <p:spPr bwMode="auto">
          <a:xfrm>
            <a:off x="5680075" y="5257800"/>
            <a:ext cx="1066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carry_out</a:t>
            </a:r>
            <a:endParaRPr lang="en-GB" altLang="en-US" sz="1600"/>
          </a:p>
        </p:txBody>
      </p:sp>
      <p:sp>
        <p:nvSpPr>
          <p:cNvPr id="143368" name="TextBox 13">
            <a:extLst>
              <a:ext uri="{FF2B5EF4-FFF2-40B4-BE49-F238E27FC236}">
                <a16:creationId xmlns:a16="http://schemas.microsoft.com/office/drawing/2014/main" id="{AFB10C32-703B-EC7C-1B2D-E3070EE8FB3A}"/>
              </a:ext>
            </a:extLst>
          </p:cNvPr>
          <p:cNvSpPr txBox="1">
            <a:spLocks noChangeArrowheads="1"/>
          </p:cNvSpPr>
          <p:nvPr/>
        </p:nvSpPr>
        <p:spPr bwMode="auto">
          <a:xfrm>
            <a:off x="1946275" y="5202239"/>
            <a:ext cx="1066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600">
                <a:solidFill>
                  <a:schemeClr val="tx1"/>
                </a:solidFill>
                <a:latin typeface="Arial" panose="020B0604020202020204" pitchFamily="34" charset="0"/>
                <a:cs typeface="Arial" panose="020B0604020202020204" pitchFamily="34" charset="0"/>
              </a:defRPr>
            </a:lvl1pPr>
            <a:lvl2pPr marL="742950" indent="-285750">
              <a:defRPr sz="3600">
                <a:solidFill>
                  <a:schemeClr val="tx1"/>
                </a:solidFill>
                <a:latin typeface="Arial" panose="020B0604020202020204" pitchFamily="34" charset="0"/>
                <a:cs typeface="Arial" panose="020B0604020202020204" pitchFamily="34" charset="0"/>
              </a:defRPr>
            </a:lvl2pPr>
            <a:lvl3pPr marL="1143000" indent="-228600">
              <a:defRPr sz="3600">
                <a:solidFill>
                  <a:schemeClr val="tx1"/>
                </a:solidFill>
                <a:latin typeface="Arial" panose="020B0604020202020204" pitchFamily="34" charset="0"/>
                <a:cs typeface="Arial" panose="020B0604020202020204" pitchFamily="34" charset="0"/>
              </a:defRPr>
            </a:lvl3pPr>
            <a:lvl4pPr marL="1600200" indent="-228600">
              <a:defRPr sz="3600">
                <a:solidFill>
                  <a:schemeClr val="tx1"/>
                </a:solidFill>
                <a:latin typeface="Arial" panose="020B0604020202020204" pitchFamily="34" charset="0"/>
                <a:cs typeface="Arial" panose="020B0604020202020204" pitchFamily="34" charset="0"/>
              </a:defRPr>
            </a:lvl4pPr>
            <a:lvl5pPr marL="2057400" indent="-228600">
              <a:defRPr sz="3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3600">
                <a:solidFill>
                  <a:schemeClr val="tx1"/>
                </a:solidFill>
                <a:latin typeface="Arial" panose="020B0604020202020204" pitchFamily="34" charset="0"/>
                <a:cs typeface="Arial" panose="020B0604020202020204" pitchFamily="34" charset="0"/>
              </a:defRPr>
            </a:lvl9pPr>
          </a:lstStyle>
          <a:p>
            <a:pPr eaLnBrk="1" hangingPunct="1"/>
            <a:r>
              <a:rPr lang="en-US" altLang="en-US" sz="1600"/>
              <a:t>carry_out</a:t>
            </a:r>
            <a:endParaRPr lang="en-GB" altLang="en-US" sz="1600"/>
          </a:p>
        </p:txBody>
      </p:sp>
      <p:cxnSp>
        <p:nvCxnSpPr>
          <p:cNvPr id="143369" name="Straight Arrow Connector 15">
            <a:extLst>
              <a:ext uri="{FF2B5EF4-FFF2-40B4-BE49-F238E27FC236}">
                <a16:creationId xmlns:a16="http://schemas.microsoft.com/office/drawing/2014/main" id="{16215580-49A5-0159-F47F-BBC661A652C0}"/>
              </a:ext>
            </a:extLst>
          </p:cNvPr>
          <p:cNvCxnSpPr>
            <a:cxnSpLocks noChangeShapeType="1"/>
          </p:cNvCxnSpPr>
          <p:nvPr/>
        </p:nvCxnSpPr>
        <p:spPr bwMode="auto">
          <a:xfrm rot="10800000">
            <a:off x="2884489" y="5395913"/>
            <a:ext cx="274637" cy="0"/>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58039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YNOPSYS:STMTNUMBER" val="1"/>
  <p:tag name="SYNOPSYS:CONSTMT" val="1"/>
</p:tagLst>
</file>

<file path=ppt/tags/tag2.xml><?xml version="1.0" encoding="utf-8"?>
<p:tagLst xmlns:a="http://schemas.openxmlformats.org/drawingml/2006/main" xmlns:r="http://schemas.openxmlformats.org/officeDocument/2006/relationships" xmlns:p="http://schemas.openxmlformats.org/presentationml/2006/main">
  <p:tag name="SYNOPSYS-SHAPE" val="Y"/>
</p:tagLst>
</file>

<file path=ppt/tags/tag3.xml><?xml version="1.0" encoding="utf-8"?>
<p:tagLst xmlns:a="http://schemas.openxmlformats.org/drawingml/2006/main" xmlns:r="http://schemas.openxmlformats.org/officeDocument/2006/relationships" xmlns:p="http://schemas.openxmlformats.org/presentationml/2006/main">
  <p:tag name="SYNOPSYS-SHAPE" val="Y"/>
</p:tagLst>
</file>

<file path=ppt/tags/tag4.xml><?xml version="1.0" encoding="utf-8"?>
<p:tagLst xmlns:a="http://schemas.openxmlformats.org/drawingml/2006/main" xmlns:r="http://schemas.openxmlformats.org/officeDocument/2006/relationships" xmlns:p="http://schemas.openxmlformats.org/presentationml/2006/main">
  <p:tag name="SYNOPSYS-TEMPLATE-001" val="9/10/2018 5:47:52 PM"/>
  <p:tag name="SYNOPSYS-SHAPE" val="Y"/>
</p:tagLst>
</file>

<file path=ppt/tags/tag5.xml><?xml version="1.0" encoding="utf-8"?>
<p:tagLst xmlns:a="http://schemas.openxmlformats.org/drawingml/2006/main" xmlns:r="http://schemas.openxmlformats.org/officeDocument/2006/relationships" xmlns:p="http://schemas.openxmlformats.org/presentationml/2006/main">
  <p:tag name="SYNOPSYS-SHAPE" val="Y"/>
</p:tagLst>
</file>

<file path=ppt/tags/tag6.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8.xml><?xml version="1.0" encoding="utf-8"?>
<p:tagLst xmlns:a="http://schemas.openxmlformats.org/drawingml/2006/main" xmlns:r="http://schemas.openxmlformats.org/officeDocument/2006/relationships" xmlns:p="http://schemas.openxmlformats.org/presentationml/2006/main">
  <p:tag name="SYNOPSYS-SHAPE" val="Y"/>
</p:tagLst>
</file>

<file path=ppt/tags/tag9.xml><?xml version="1.0" encoding="utf-8"?>
<p:tagLst xmlns:a="http://schemas.openxmlformats.org/drawingml/2006/main" xmlns:r="http://schemas.openxmlformats.org/officeDocument/2006/relationships" xmlns:p="http://schemas.openxmlformats.org/presentationml/2006/main">
  <p:tag name="SYNOPSYS-SHAPE" val="Y"/>
</p:tagLst>
</file>

<file path=ppt/tags/tag10.xml><?xml version="1.0" encoding="utf-8"?>
<p:tagLst xmlns:a="http://schemas.openxmlformats.org/drawingml/2006/main" xmlns:r="http://schemas.openxmlformats.org/officeDocument/2006/relationships" xmlns:p="http://schemas.openxmlformats.org/presentationml/2006/main">
  <p:tag name="SYNOPSYS-SHAPE" val="Y"/>
</p:tagLst>
</file>

<file path=ppt/tags/tag11.xml><?xml version="1.0" encoding="utf-8"?>
<p:tagLst xmlns:a="http://schemas.openxmlformats.org/drawingml/2006/main" xmlns:r="http://schemas.openxmlformats.org/officeDocument/2006/relationships" xmlns:p="http://schemas.openxmlformats.org/presentationml/2006/main">
  <p:tag name="SYNOPSYS-SHAPE" val="Y"/>
</p:tagLst>
</file>

<file path=ppt/tags/tag12.xml><?xml version="1.0" encoding="utf-8"?>
<p:tagLst xmlns:a="http://schemas.openxmlformats.org/drawingml/2006/main" xmlns:r="http://schemas.openxmlformats.org/officeDocument/2006/relationships" xmlns:p="http://schemas.openxmlformats.org/presentationml/2006/main">
  <p:tag name="SYNOPSYS-SHAPE" val="Y"/>
</p:tagLst>
</file>

<file path=ppt/tags/tag13.xml><?xml version="1.0" encoding="utf-8"?>
<p:tagLst xmlns:a="http://schemas.openxmlformats.org/drawingml/2006/main" xmlns:r="http://schemas.openxmlformats.org/officeDocument/2006/relationships" xmlns:p="http://schemas.openxmlformats.org/presentationml/2006/main">
  <p:tag name="SYNOPSYS-SHAPE" val="Y"/>
</p:tagLst>
</file>

<file path=ppt/tags/tag14.xml><?xml version="1.0" encoding="utf-8"?>
<p:tagLst xmlns:a="http://schemas.openxmlformats.org/drawingml/2006/main" xmlns:r="http://schemas.openxmlformats.org/officeDocument/2006/relationships" xmlns:p="http://schemas.openxmlformats.org/presentationml/2006/main">
  <p:tag name="SYNOPSYS-SHAPE" val="Y"/>
</p:tagLst>
</file>

<file path=ppt/tags/tag15.xml><?xml version="1.0" encoding="utf-8"?>
<p:tagLst xmlns:a="http://schemas.openxmlformats.org/drawingml/2006/main" xmlns:r="http://schemas.openxmlformats.org/officeDocument/2006/relationships" xmlns:p="http://schemas.openxmlformats.org/presentationml/2006/main">
  <p:tag name="SYNOPSYS-SHAPE" val="Y"/>
</p:tagLst>
</file>

<file path=ppt/tags/tag16.xml><?xml version="1.0" encoding="utf-8"?>
<p:tagLst xmlns:a="http://schemas.openxmlformats.org/drawingml/2006/main" xmlns:r="http://schemas.openxmlformats.org/officeDocument/2006/relationships" xmlns:p="http://schemas.openxmlformats.org/presentationml/2006/main">
  <p:tag name="SYNOPSYS-SHAPE" val="Y"/>
</p:tagLst>
</file>

<file path=ppt/tags/tag17.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18.xml><?xml version="1.0" encoding="utf-8"?>
<p:tagLst xmlns:a="http://schemas.openxmlformats.org/drawingml/2006/main" xmlns:r="http://schemas.openxmlformats.org/officeDocument/2006/relationships" xmlns:p="http://schemas.openxmlformats.org/presentationml/2006/main">
  <p:tag name="SYNOPSYS-SHAPE" val="Y"/>
</p:tagLst>
</file>

<file path=ppt/tags/tag19.xml><?xml version="1.0" encoding="utf-8"?>
<p:tagLst xmlns:a="http://schemas.openxmlformats.org/drawingml/2006/main" xmlns:r="http://schemas.openxmlformats.org/officeDocument/2006/relationships" xmlns:p="http://schemas.openxmlformats.org/presentationml/2006/main">
  <p:tag name="SYNOPSYS-SHAPE" val="Y"/>
</p:tagLst>
</file>

<file path=ppt/tags/tag20.xml><?xml version="1.0" encoding="utf-8"?>
<p:tagLst xmlns:a="http://schemas.openxmlformats.org/drawingml/2006/main" xmlns:r="http://schemas.openxmlformats.org/officeDocument/2006/relationships" xmlns:p="http://schemas.openxmlformats.org/presentationml/2006/main">
  <p:tag name="SYNOPSYS-SHAPE" val="Y"/>
</p:tagLst>
</file>

<file path=ppt/tags/tag21.xml><?xml version="1.0" encoding="utf-8"?>
<p:tagLst xmlns:a="http://schemas.openxmlformats.org/drawingml/2006/main" xmlns:r="http://schemas.openxmlformats.org/officeDocument/2006/relationships" xmlns:p="http://schemas.openxmlformats.org/presentationml/2006/main">
  <p:tag name="SYNOPSYS-SHAPE" val="Y"/>
</p:tagLst>
</file>

<file path=ppt/tags/tag22.xml><?xml version="1.0" encoding="utf-8"?>
<p:tagLst xmlns:a="http://schemas.openxmlformats.org/drawingml/2006/main" xmlns:r="http://schemas.openxmlformats.org/officeDocument/2006/relationships" xmlns:p="http://schemas.openxmlformats.org/presentationml/2006/main">
  <p:tag name="SYNOPSYS-SHAPE" val="Y"/>
</p:tagLst>
</file>

<file path=ppt/tags/tag23.xml><?xml version="1.0" encoding="utf-8"?>
<p:tagLst xmlns:a="http://schemas.openxmlformats.org/drawingml/2006/main" xmlns:r="http://schemas.openxmlformats.org/officeDocument/2006/relationships" xmlns:p="http://schemas.openxmlformats.org/presentationml/2006/main">
  <p:tag name="SYNOPSYS-SHAPE" val="Y"/>
</p:tagLst>
</file>

<file path=ppt/tags/tag24.xml><?xml version="1.0" encoding="utf-8"?>
<p:tagLst xmlns:a="http://schemas.openxmlformats.org/drawingml/2006/main" xmlns:r="http://schemas.openxmlformats.org/officeDocument/2006/relationships" xmlns:p="http://schemas.openxmlformats.org/presentationml/2006/main">
  <p:tag name="SYNOPSYS-SHAPE" val="Y"/>
</p:tagLst>
</file>

<file path=ppt/tags/tag25.xml><?xml version="1.0" encoding="utf-8"?>
<p:tagLst xmlns:a="http://schemas.openxmlformats.org/drawingml/2006/main" xmlns:r="http://schemas.openxmlformats.org/officeDocument/2006/relationships" xmlns:p="http://schemas.openxmlformats.org/presentationml/2006/main">
  <p:tag name="SYNOPSYS-SHAPE" val="Y"/>
</p:tagLst>
</file>

<file path=ppt/tags/tag26.xml><?xml version="1.0" encoding="utf-8"?>
<p:tagLst xmlns:a="http://schemas.openxmlformats.org/drawingml/2006/main" xmlns:r="http://schemas.openxmlformats.org/officeDocument/2006/relationships" xmlns:p="http://schemas.openxmlformats.org/presentationml/2006/main">
  <p:tag name="SYNOPSYS-SHAPE" val="Y"/>
</p:tagLst>
</file>

<file path=ppt/tags/tag27.xml><?xml version="1.0" encoding="utf-8"?>
<p:tagLst xmlns:a="http://schemas.openxmlformats.org/drawingml/2006/main" xmlns:r="http://schemas.openxmlformats.org/officeDocument/2006/relationships" xmlns:p="http://schemas.openxmlformats.org/presentationml/2006/main">
  <p:tag name="SYNOPSYS-SHAPE" val="Y"/>
</p:tagLst>
</file>

<file path=ppt/tags/tag28.xml><?xml version="1.0" encoding="utf-8"?>
<p:tagLst xmlns:a="http://schemas.openxmlformats.org/drawingml/2006/main" xmlns:r="http://schemas.openxmlformats.org/officeDocument/2006/relationships" xmlns:p="http://schemas.openxmlformats.org/presentationml/2006/main">
  <p:tag name="SYNOPSYS-SHAPE" val="Y"/>
</p:tagLst>
</file>

<file path=ppt/tags/tag29.xml><?xml version="1.0" encoding="utf-8"?>
<p:tagLst xmlns:a="http://schemas.openxmlformats.org/drawingml/2006/main" xmlns:r="http://schemas.openxmlformats.org/officeDocument/2006/relationships" xmlns:p="http://schemas.openxmlformats.org/presentationml/2006/main">
  <p:tag name="SYNOPSYS-SHAPE" val="Y"/>
</p:tagLst>
</file>

<file path=ppt/tags/tag30.xml><?xml version="1.0" encoding="utf-8"?>
<p:tagLst xmlns:a="http://schemas.openxmlformats.org/drawingml/2006/main" xmlns:r="http://schemas.openxmlformats.org/officeDocument/2006/relationships" xmlns:p="http://schemas.openxmlformats.org/presentationml/2006/main">
  <p:tag name="SYNOPSYS-SHAPE" val="Y"/>
</p:tagLst>
</file>

<file path=ppt/tags/tag31.xml><?xml version="1.0" encoding="utf-8"?>
<p:tagLst xmlns:a="http://schemas.openxmlformats.org/drawingml/2006/main" xmlns:r="http://schemas.openxmlformats.org/officeDocument/2006/relationships" xmlns:p="http://schemas.openxmlformats.org/presentationml/2006/main">
  <p:tag name="SYNOPSYS-SHAPE" val="Y"/>
</p:tagLst>
</file>

<file path=ppt/tags/tag32.xml><?xml version="1.0" encoding="utf-8"?>
<p:tagLst xmlns:a="http://schemas.openxmlformats.org/drawingml/2006/main" xmlns:r="http://schemas.openxmlformats.org/officeDocument/2006/relationships" xmlns:p="http://schemas.openxmlformats.org/presentationml/2006/main">
  <p:tag name="SYNOPSYS-SHAPE" val="Y"/>
</p:tagLst>
</file>

<file path=ppt/tags/tag33.xml><?xml version="1.0" encoding="utf-8"?>
<p:tagLst xmlns:a="http://schemas.openxmlformats.org/drawingml/2006/main" xmlns:r="http://schemas.openxmlformats.org/officeDocument/2006/relationships" xmlns:p="http://schemas.openxmlformats.org/presentationml/2006/main">
  <p:tag name="SYNOPSYS-SHAPE" val="Y"/>
</p:tagLst>
</file>

<file path=ppt/tags/tag34.xml><?xml version="1.0" encoding="utf-8"?>
<p:tagLst xmlns:a="http://schemas.openxmlformats.org/drawingml/2006/main" xmlns:r="http://schemas.openxmlformats.org/officeDocument/2006/relationships" xmlns:p="http://schemas.openxmlformats.org/presentationml/2006/main">
  <p:tag name="SYNOPSYS-SHAPE" val="Y"/>
</p:tagLst>
</file>

<file path=ppt/tags/tag35.xml><?xml version="1.0" encoding="utf-8"?>
<p:tagLst xmlns:a="http://schemas.openxmlformats.org/drawingml/2006/main" xmlns:r="http://schemas.openxmlformats.org/officeDocument/2006/relationships" xmlns:p="http://schemas.openxmlformats.org/presentationml/2006/main">
  <p:tag name="SYNOPSYS-SHAPE" val="Y"/>
</p:tagLst>
</file>

<file path=ppt/tags/tag36.xml><?xml version="1.0" encoding="utf-8"?>
<p:tagLst xmlns:a="http://schemas.openxmlformats.org/drawingml/2006/main" xmlns:r="http://schemas.openxmlformats.org/officeDocument/2006/relationships" xmlns:p="http://schemas.openxmlformats.org/presentationml/2006/main">
  <p:tag name="SYNOPSYS-SHAPE" val="Y"/>
</p:tagLst>
</file>

<file path=ppt/tags/tag37.xml><?xml version="1.0" encoding="utf-8"?>
<p:tagLst xmlns:a="http://schemas.openxmlformats.org/drawingml/2006/main" xmlns:r="http://schemas.openxmlformats.org/officeDocument/2006/relationships" xmlns:p="http://schemas.openxmlformats.org/presentationml/2006/main">
  <p:tag name="SYNOPSYS-SHAPE" val="Y"/>
</p:tagLst>
</file>

<file path=ppt/tags/tag38.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39.xml><?xml version="1.0" encoding="utf-8"?>
<p:tagLst xmlns:a="http://schemas.openxmlformats.org/drawingml/2006/main" xmlns:r="http://schemas.openxmlformats.org/officeDocument/2006/relationships" xmlns:p="http://schemas.openxmlformats.org/presentationml/2006/main">
  <p:tag name="SYNOPSYS-SHAPE" val="Y"/>
</p:tagLst>
</file>

<file path=ppt/tags/tag40.xml><?xml version="1.0" encoding="utf-8"?>
<p:tagLst xmlns:a="http://schemas.openxmlformats.org/drawingml/2006/main" xmlns:r="http://schemas.openxmlformats.org/officeDocument/2006/relationships" xmlns:p="http://schemas.openxmlformats.org/presentationml/2006/main">
  <p:tag name="SYNOPSYS-SHAPE" val="Y"/>
</p:tagLst>
</file>

<file path=ppt/tags/tag41.xml><?xml version="1.0" encoding="utf-8"?>
<p:tagLst xmlns:a="http://schemas.openxmlformats.org/drawingml/2006/main" xmlns:r="http://schemas.openxmlformats.org/officeDocument/2006/relationships" xmlns:p="http://schemas.openxmlformats.org/presentationml/2006/main">
  <p:tag name="SYNOPSYS-SHAPE" val="Y"/>
</p:tagLst>
</file>

<file path=ppt/tags/tag42.xml><?xml version="1.0" encoding="utf-8"?>
<p:tagLst xmlns:a="http://schemas.openxmlformats.org/drawingml/2006/main" xmlns:r="http://schemas.openxmlformats.org/officeDocument/2006/relationships" xmlns:p="http://schemas.openxmlformats.org/presentationml/2006/main">
  <p:tag name="SYNOPSYS-SHAPE" val="Y"/>
</p:tagLst>
</file>

<file path=ppt/tags/tag43.xml><?xml version="1.0" encoding="utf-8"?>
<p:tagLst xmlns:a="http://schemas.openxmlformats.org/drawingml/2006/main" xmlns:r="http://schemas.openxmlformats.org/officeDocument/2006/relationships" xmlns:p="http://schemas.openxmlformats.org/presentationml/2006/main">
  <p:tag name="SYNOPSYS-SHAPE" val="Y"/>
</p:tagLst>
</file>

<file path=ppt/tags/tag44.xml><?xml version="1.0" encoding="utf-8"?>
<p:tagLst xmlns:a="http://schemas.openxmlformats.org/drawingml/2006/main" xmlns:r="http://schemas.openxmlformats.org/officeDocument/2006/relationships" xmlns:p="http://schemas.openxmlformats.org/presentationml/2006/main">
  <p:tag name="SYNOPSYS-SHAPE" val="Y"/>
</p:tagLst>
</file>

<file path=ppt/tags/tag45.xml><?xml version="1.0" encoding="utf-8"?>
<p:tagLst xmlns:a="http://schemas.openxmlformats.org/drawingml/2006/main" xmlns:r="http://schemas.openxmlformats.org/officeDocument/2006/relationships" xmlns:p="http://schemas.openxmlformats.org/presentationml/2006/main">
  <p:tag name="SYNOPSYS-SHAPE" val="Y"/>
</p:tagLst>
</file>

<file path=ppt/tags/tag46.xml><?xml version="1.0" encoding="utf-8"?>
<p:tagLst xmlns:a="http://schemas.openxmlformats.org/drawingml/2006/main" xmlns:r="http://schemas.openxmlformats.org/officeDocument/2006/relationships" xmlns:p="http://schemas.openxmlformats.org/presentationml/2006/main">
  <p:tag name="SYNOPSYS-SHAPE" val="Y"/>
</p:tagLst>
</file>

<file path=ppt/tags/tag47.xml><?xml version="1.0" encoding="utf-8"?>
<p:tagLst xmlns:a="http://schemas.openxmlformats.org/drawingml/2006/main" xmlns:r="http://schemas.openxmlformats.org/officeDocument/2006/relationships" xmlns:p="http://schemas.openxmlformats.org/presentationml/2006/main">
  <p:tag name="SYNOPSYS-SHAPE" val="Y"/>
</p:tagLst>
</file>

<file path=ppt/tags/tag48.xml><?xml version="1.0" encoding="utf-8"?>
<p:tagLst xmlns:a="http://schemas.openxmlformats.org/drawingml/2006/main" xmlns:r="http://schemas.openxmlformats.org/officeDocument/2006/relationships" xmlns:p="http://schemas.openxmlformats.org/presentationml/2006/main">
  <p:tag name="SYNOPSYS-SHAPE" val="Y"/>
</p:tagLst>
</file>

<file path=ppt/tags/tag49.xml><?xml version="1.0" encoding="utf-8"?>
<p:tagLst xmlns:a="http://schemas.openxmlformats.org/drawingml/2006/main" xmlns:r="http://schemas.openxmlformats.org/officeDocument/2006/relationships" xmlns:p="http://schemas.openxmlformats.org/presentationml/2006/main">
  <p:tag name="SYNOPSYS-SHAPE" val="Y"/>
</p:tagLst>
</file>

<file path=ppt/tags/tag50.xml><?xml version="1.0" encoding="utf-8"?>
<p:tagLst xmlns:a="http://schemas.openxmlformats.org/drawingml/2006/main" xmlns:r="http://schemas.openxmlformats.org/officeDocument/2006/relationships" xmlns:p="http://schemas.openxmlformats.org/presentationml/2006/main">
  <p:tag name="SYNOPSYS-SHAPE" val="Y"/>
</p:tagLst>
</file>

<file path=ppt/tags/tag51.xml><?xml version="1.0" encoding="utf-8"?>
<p:tagLst xmlns:a="http://schemas.openxmlformats.org/drawingml/2006/main" xmlns:r="http://schemas.openxmlformats.org/officeDocument/2006/relationships" xmlns:p="http://schemas.openxmlformats.org/presentationml/2006/main">
  <p:tag name="SYNOPSYS-SHAPE" val="Y"/>
</p:tagLst>
</file>

<file path=ppt/tags/tag52.xml><?xml version="1.0" encoding="utf-8"?>
<p:tagLst xmlns:a="http://schemas.openxmlformats.org/drawingml/2006/main" xmlns:r="http://schemas.openxmlformats.org/officeDocument/2006/relationships" xmlns:p="http://schemas.openxmlformats.org/presentationml/2006/main">
  <p:tag name="SYNOPSYS-SHAPE" val="Y"/>
</p:tagLst>
</file>

<file path=ppt/tags/tag53.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ags/tag54.xml><?xml version="1.0" encoding="utf-8"?>
<p:tagLst xmlns:a="http://schemas.openxmlformats.org/drawingml/2006/main" xmlns:r="http://schemas.openxmlformats.org/officeDocument/2006/relationships" xmlns:p="http://schemas.openxmlformats.org/presentationml/2006/main">
  <p:tag name="SYNOPSYS-SHAPE" val="Y"/>
</p:tagLst>
</file>

<file path=ppt/tags/tag55.xml><?xml version="1.0" encoding="utf-8"?>
<p:tagLst xmlns:a="http://schemas.openxmlformats.org/drawingml/2006/main" xmlns:r="http://schemas.openxmlformats.org/officeDocument/2006/relationships" xmlns:p="http://schemas.openxmlformats.org/presentationml/2006/main">
  <p:tag name="SYNOPSYS-SHAPE" val="Y"/>
</p:tagLst>
</file>

<file path=ppt/tags/tag56.xml><?xml version="1.0" encoding="utf-8"?>
<p:tagLst xmlns:a="http://schemas.openxmlformats.org/drawingml/2006/main" xmlns:r="http://schemas.openxmlformats.org/officeDocument/2006/relationships" xmlns:p="http://schemas.openxmlformats.org/presentationml/2006/main">
  <p:tag name="SYNOPSYS-SHAPE" val="Y"/>
</p:tagLst>
</file>

<file path=ppt/tags/tag57.xml><?xml version="1.0" encoding="utf-8"?>
<p:tagLst xmlns:a="http://schemas.openxmlformats.org/drawingml/2006/main" xmlns:r="http://schemas.openxmlformats.org/officeDocument/2006/relationships" xmlns:p="http://schemas.openxmlformats.org/presentationml/2006/main">
  <p:tag name="SYNOPSYS-SHAPE" val="Y"/>
</p:tagLst>
</file>

<file path=ppt/tags/tag58.xml><?xml version="1.0" encoding="utf-8"?>
<p:tagLst xmlns:a="http://schemas.openxmlformats.org/drawingml/2006/main" xmlns:r="http://schemas.openxmlformats.org/officeDocument/2006/relationships" xmlns:p="http://schemas.openxmlformats.org/presentationml/2006/main">
  <p:tag name="SYNOPSYS-SHAPE" val="Y"/>
</p:tagLst>
</file>

<file path=ppt/tags/tag59.xml><?xml version="1.0" encoding="utf-8"?>
<p:tagLst xmlns:a="http://schemas.openxmlformats.org/drawingml/2006/main" xmlns:r="http://schemas.openxmlformats.org/officeDocument/2006/relationships" xmlns:p="http://schemas.openxmlformats.org/presentationml/2006/main">
  <p:tag name="SYNOPSYS:CONSTMT" val="TagValue"/>
  <p:tag name="SYNOPSYS-SHAPE" val="Y"/>
</p:tagLst>
</file>

<file path=ppt/theme/theme1.xml><?xml version="1.0" encoding="utf-8"?>
<a:theme xmlns:a="http://schemas.openxmlformats.org/drawingml/2006/main" name="2_Synopsys_2019">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Presentation1" id="{46C17DE6-006F-4567-BE63-62228A6CCE2A}" vid="{73649181-4B6E-471C-A753-F50E138648EC}"/>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Synopsys">
      <a:dk1>
        <a:sysClr val="windowText" lastClr="000000"/>
      </a:dk1>
      <a:lt1>
        <a:sysClr val="window" lastClr="FFFFFF"/>
      </a:lt1>
      <a:dk2>
        <a:srgbClr val="000000"/>
      </a:dk2>
      <a:lt2>
        <a:srgbClr val="FFFFFF"/>
      </a:lt2>
      <a:accent1>
        <a:srgbClr val="4F2683"/>
      </a:accent1>
      <a:accent2>
        <a:srgbClr val="F69008"/>
      </a:accent2>
      <a:accent3>
        <a:srgbClr val="46AA42"/>
      </a:accent3>
      <a:accent4>
        <a:srgbClr val="F50505"/>
      </a:accent4>
      <a:accent5>
        <a:srgbClr val="B4B2B0"/>
      </a:accent5>
      <a:accent6>
        <a:srgbClr val="00638A"/>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t"/>
      <a:lstStyle>
        <a:defPPr algn="l">
          <a:defRPr sz="180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2000"/>
        </a:defPPr>
      </a:lstStyle>
    </a:txDef>
  </a:objectDefaults>
  <a:extraClrSchemeLst/>
  <a:custClrLst>
    <a:custClr name="Light Purple">
      <a:srgbClr val="8446AD"/>
    </a:custClr>
    <a:custClr name="Midnight Blue">
      <a:srgbClr val="244289"/>
    </a:custClr>
    <a:custClr name="Teal">
      <a:srgbClr val="00AAB8"/>
    </a:custClr>
    <a:custClr name="Yellow">
      <a:srgbClr val="FFB718"/>
    </a:custClr>
    <a:custClr name="Aquamarine">
      <a:srgbClr val="00E6BA"/>
    </a:custClr>
    <a:custClr name="Red">
      <a:srgbClr val="F50505"/>
    </a:custClr>
    <a:custClr name="Light Red">
      <a:srgbClr val="F9A08B"/>
    </a:custClr>
    <a:custClr name="Yellow">
      <a:srgbClr val="FAF020"/>
    </a:custClr>
    <a:custClr name="Light Green">
      <a:srgbClr val="BFE973"/>
    </a:custClr>
    <a:custClr name="Green">
      <a:srgbClr val="47C73D"/>
    </a:custClr>
  </a:custClr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98D47170EF3FA4EB3A4AC90251FDBB6" ma:contentTypeVersion="14" ma:contentTypeDescription="Create a new document." ma:contentTypeScope="" ma:versionID="8420c87bf64ff4dfc04fd3ce2101f073">
  <xsd:schema xmlns:xsd="http://www.w3.org/2001/XMLSchema" xmlns:xs="http://www.w3.org/2001/XMLSchema" xmlns:p="http://schemas.microsoft.com/office/2006/metadata/properties" xmlns:ns3="c4e338ac-e2c9-4a09-90bc-aa78cddd6f1f" xmlns:ns4="9d6f540b-f5ab-4529-997d-b1c359473666" targetNamespace="http://schemas.microsoft.com/office/2006/metadata/properties" ma:root="true" ma:fieldsID="9fb6f1b73bc330e6855601ecd1a486a5" ns3:_="" ns4:_="">
    <xsd:import namespace="c4e338ac-e2c9-4a09-90bc-aa78cddd6f1f"/>
    <xsd:import namespace="9d6f540b-f5ab-4529-997d-b1c359473666"/>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4e338ac-e2c9-4a09-90bc-aa78cddd6f1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540b-f5ab-4529-997d-b1c359473666"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5A6964-B842-4343-98F0-22A6DEF09411}">
  <ds:schemaRefs>
    <ds:schemaRef ds:uri="http://schemas.microsoft.com/sharepoint/v3/contenttype/forms"/>
  </ds:schemaRefs>
</ds:datastoreItem>
</file>

<file path=customXml/itemProps2.xml><?xml version="1.0" encoding="utf-8"?>
<ds:datastoreItem xmlns:ds="http://schemas.openxmlformats.org/officeDocument/2006/customXml" ds:itemID="{911BE162-346D-48E0-9B29-CB08309D4C2E}">
  <ds:schemaRefs>
    <ds:schemaRef ds:uri="9d6f540b-f5ab-4529-997d-b1c359473666"/>
    <ds:schemaRef ds:uri="c4e338ac-e2c9-4a09-90bc-aa78cddd6f1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FB2DC2BB-B596-4C3A-A9DC-0B51540F8820}">
  <ds:schemaRefs>
    <ds:schemaRef ds:uri="9d6f540b-f5ab-4529-997d-b1c359473666"/>
    <ds:schemaRef ds:uri="c4e338ac-e2c9-4a09-90bc-aa78cddd6f1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c33c9f88-1eb7-4099-9700-16013fd9e8aa}" enabled="0" method="" siteId="{c33c9f88-1eb7-4099-9700-16013fd9e8aa}" removed="1"/>
</clbl:labelList>
</file>

<file path=docProps/app.xml><?xml version="1.0" encoding="utf-8"?>
<Properties xmlns="http://schemas.openxmlformats.org/officeDocument/2006/extended-properties" xmlns:vt="http://schemas.openxmlformats.org/officeDocument/2006/docPropsVTypes">
  <Template/>
  <TotalTime>616</TotalTime>
  <Words>11971</Words>
  <Application>Microsoft Office PowerPoint</Application>
  <PresentationFormat>Widescreen</PresentationFormat>
  <Paragraphs>2706</Paragraphs>
  <Slides>126</Slides>
  <Notes>9</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126</vt:i4>
      </vt:variant>
    </vt:vector>
  </HeadingPairs>
  <TitlesOfParts>
    <vt:vector size="138" baseType="lpstr">
      <vt:lpstr>.Lucida Grande UI Regular</vt:lpstr>
      <vt:lpstr>Arial</vt:lpstr>
      <vt:lpstr>Arial Unicode MS</vt:lpstr>
      <vt:lpstr>Calibri</vt:lpstr>
      <vt:lpstr>Calibri Light</vt:lpstr>
      <vt:lpstr>Symbol</vt:lpstr>
      <vt:lpstr>System Font Regular</vt:lpstr>
      <vt:lpstr>Tahoma</vt:lpstr>
      <vt:lpstr>Times New Roman</vt:lpstr>
      <vt:lpstr>Wingdings</vt:lpstr>
      <vt:lpstr>2_Synopsys_2019</vt:lpstr>
      <vt:lpstr>Custom Design</vt:lpstr>
      <vt:lpstr>Logic Design</vt:lpstr>
      <vt:lpstr>Course Overview</vt:lpstr>
      <vt:lpstr>Arithmetic Units</vt:lpstr>
      <vt:lpstr>Unsigned Numbers</vt:lpstr>
      <vt:lpstr>Signed Numbers</vt:lpstr>
      <vt:lpstr>Sign and Magnitude</vt:lpstr>
      <vt:lpstr>One’s Complement      Two’s Complement</vt:lpstr>
      <vt:lpstr>Example: Tables of Codes (n=8)</vt:lpstr>
      <vt:lpstr>Two’s Complement Addition </vt:lpstr>
      <vt:lpstr>Two’s Complement Addition (2)</vt:lpstr>
      <vt:lpstr>Example</vt:lpstr>
      <vt:lpstr>One’s Complement Addition (2)</vt:lpstr>
      <vt:lpstr>Overflow</vt:lpstr>
      <vt:lpstr>Adders</vt:lpstr>
      <vt:lpstr>Full Adder </vt:lpstr>
      <vt:lpstr>Full Adder (2)</vt:lpstr>
      <vt:lpstr>The Circuit of Full Adder</vt:lpstr>
      <vt:lpstr>The Circuit of Full Adder (2)</vt:lpstr>
      <vt:lpstr>Full Adder from Two Half Adders</vt:lpstr>
      <vt:lpstr>The Serial Adder</vt:lpstr>
      <vt:lpstr>A Parallel Binary Adder</vt:lpstr>
      <vt:lpstr>Verilog Description for 4-bit CRA</vt:lpstr>
      <vt:lpstr>Verilog Description for 4-bit CRA (2) (Gate Level Description)</vt:lpstr>
      <vt:lpstr>Verilog Description for 4-bit CRA (3)</vt:lpstr>
      <vt:lpstr>Verilog Description for 4-bit CRA (4)</vt:lpstr>
      <vt:lpstr> A 64-bit Adder/Subtractor </vt:lpstr>
      <vt:lpstr>Adder/Subtractor Module in Verilog</vt:lpstr>
      <vt:lpstr>Inversion Property</vt:lpstr>
      <vt:lpstr>Carry Look-Ahead Adders </vt:lpstr>
      <vt:lpstr>Carry Look-Ahead Adders (2)</vt:lpstr>
      <vt:lpstr>One Stage of a Carry Look-Ahead Adder</vt:lpstr>
      <vt:lpstr>CRU (Carry Unit)</vt:lpstr>
      <vt:lpstr>MSI Adders</vt:lpstr>
      <vt:lpstr>Equations for Carry Signals</vt:lpstr>
      <vt:lpstr>CLA  Description in Verilog</vt:lpstr>
      <vt:lpstr>Multi-bit Adders. Ripple-Block Carry Look-Ahead Adder</vt:lpstr>
      <vt:lpstr>A 16-bit Group-Ripple Adder</vt:lpstr>
      <vt:lpstr>Block Carry Look-Ahead Adder</vt:lpstr>
      <vt:lpstr>Block Carry Look-Ahead Adder</vt:lpstr>
      <vt:lpstr>Block Carry Look-Ahead Adder</vt:lpstr>
      <vt:lpstr>Carry Bypass Adder (Carry Skip Adder)</vt:lpstr>
      <vt:lpstr>Carry Bypass (Skip) Adder </vt:lpstr>
      <vt:lpstr>Carry Bypass (Skip) Adder </vt:lpstr>
      <vt:lpstr>Carry Skip Adder (2) </vt:lpstr>
      <vt:lpstr>Optimal Skip Block Size and Add Time</vt:lpstr>
      <vt:lpstr>Carry Select Adder</vt:lpstr>
      <vt:lpstr>Carry Select Adder</vt:lpstr>
      <vt:lpstr>Carry Select Adder</vt:lpstr>
      <vt:lpstr>Carry Select Adder</vt:lpstr>
      <vt:lpstr>Carry Select Adder (Square Root) </vt:lpstr>
      <vt:lpstr>Carry Select Adder (Square Root) (2)</vt:lpstr>
      <vt:lpstr>Carry Save Adder</vt:lpstr>
      <vt:lpstr>Circuit of Adder of 3-х 4-bit Numbers (unsigned)</vt:lpstr>
      <vt:lpstr>Conditional Sum Adder</vt:lpstr>
      <vt:lpstr>Conditional Sum Adder in Verilog</vt:lpstr>
      <vt:lpstr>The Structure of Execution Unit (EU)</vt:lpstr>
      <vt:lpstr>EU for Integer Multiplication (Unsigned)</vt:lpstr>
      <vt:lpstr>Example of Unsigned Multiplication</vt:lpstr>
      <vt:lpstr>HandShake  Protocol</vt:lpstr>
      <vt:lpstr>Behavior Description of Multiplier in Verilog</vt:lpstr>
      <vt:lpstr>RTL Description of Multiplier in Verilog</vt:lpstr>
      <vt:lpstr>RTL Description of Multiplier in Verilog  Test_Bench</vt:lpstr>
      <vt:lpstr>Multiplier with Control Signals</vt:lpstr>
      <vt:lpstr>ASM Chart for Multiplication</vt:lpstr>
      <vt:lpstr>State Diagram of Moore FSM</vt:lpstr>
      <vt:lpstr>Datapath Circuit for the Multiplier</vt:lpstr>
      <vt:lpstr>RTL Verilog Description (Declarations)</vt:lpstr>
      <vt:lpstr>Moore FSM Description</vt:lpstr>
      <vt:lpstr>RA, RB, acc, Multiplexer</vt:lpstr>
      <vt:lpstr>Counter, Adder</vt:lpstr>
      <vt:lpstr>Multiplying Unit 2</vt:lpstr>
      <vt:lpstr>Multiplying Algorithm</vt:lpstr>
      <vt:lpstr>Example</vt:lpstr>
      <vt:lpstr>Behavioral  Description of Multiplier</vt:lpstr>
      <vt:lpstr>Integer Division (Unsigned)</vt:lpstr>
      <vt:lpstr>Restoring Division</vt:lpstr>
      <vt:lpstr>Nonrestoring Division</vt:lpstr>
      <vt:lpstr>Example</vt:lpstr>
      <vt:lpstr>Flow-Chart of Integer Division(Unsigned)</vt:lpstr>
      <vt:lpstr>Unsinged  Integer Division FU  Structure</vt:lpstr>
      <vt:lpstr>Signed Division</vt:lpstr>
      <vt:lpstr>Signed Division (2)</vt:lpstr>
      <vt:lpstr>Signed  Division</vt:lpstr>
      <vt:lpstr>ALU for Signed Division</vt:lpstr>
      <vt:lpstr>Multiplication on Signed Numbers (Booth’s Algorithm)</vt:lpstr>
      <vt:lpstr>Booth’s Algorithm</vt:lpstr>
      <vt:lpstr>Example</vt:lpstr>
      <vt:lpstr>Substantiation of the algorithm </vt:lpstr>
      <vt:lpstr>Substantiation of the algorithm (2)</vt:lpstr>
      <vt:lpstr>Booth Multiplier in Verilog</vt:lpstr>
      <vt:lpstr>Modified Booth Algorithm</vt:lpstr>
      <vt:lpstr>Modified Booth Algorithm (2)</vt:lpstr>
      <vt:lpstr>Multiplication Unit Flow-Chart </vt:lpstr>
      <vt:lpstr>Flow-Chart of Modified Booth Algorithm</vt:lpstr>
      <vt:lpstr>Radix-16 Multiplier </vt:lpstr>
      <vt:lpstr>Radix-16 Multiplier (2)</vt:lpstr>
      <vt:lpstr>Earlier  Termination of Multiplication Operation</vt:lpstr>
      <vt:lpstr>Combinational Multipliers</vt:lpstr>
      <vt:lpstr>Partial Products in an 44 Multiplier</vt:lpstr>
      <vt:lpstr>Matrix Multiplier Based on CRA</vt:lpstr>
      <vt:lpstr>Matrix Multiplier Based on CRA Structure</vt:lpstr>
      <vt:lpstr>Matrix Multiplier with Carry Save Addition</vt:lpstr>
      <vt:lpstr>Matrix Multiplier using Carry Save Addition</vt:lpstr>
      <vt:lpstr>Treelike Multipliers</vt:lpstr>
      <vt:lpstr>Wallace-tree Multiplier </vt:lpstr>
      <vt:lpstr>Wallace-tree Multiplier (2)</vt:lpstr>
      <vt:lpstr>Wallace-tree </vt:lpstr>
      <vt:lpstr>Dadda Multiplier </vt:lpstr>
      <vt:lpstr>Dadda Multiplier (2)</vt:lpstr>
      <vt:lpstr>Dadda Multiplier (3)</vt:lpstr>
      <vt:lpstr>Floating Point Data </vt:lpstr>
      <vt:lpstr>Floating Point Data (2)</vt:lpstr>
      <vt:lpstr>Floating Point Data (3)</vt:lpstr>
      <vt:lpstr>IEEE 754-2008</vt:lpstr>
      <vt:lpstr>Example </vt:lpstr>
      <vt:lpstr>Example (2)</vt:lpstr>
      <vt:lpstr>Special Values in IEEE Format</vt:lpstr>
      <vt:lpstr>Special Values in IEEE Format</vt:lpstr>
      <vt:lpstr>Floating Point Arithmetic</vt:lpstr>
      <vt:lpstr>Addition/Subtraction of Floating Points Numbers</vt:lpstr>
      <vt:lpstr>Example</vt:lpstr>
      <vt:lpstr>Floating Point Multiplication</vt:lpstr>
      <vt:lpstr>Floating Point Division</vt:lpstr>
      <vt:lpstr>Binary Codes for Decimal  Numbers</vt:lpstr>
      <vt:lpstr>BCD Addition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 Template Unit 1</dc:title>
  <dc:creator>abgaryan@synopsys.com</dc:creator>
  <cp:lastModifiedBy>Margarit Meroyan</cp:lastModifiedBy>
  <cp:revision>3</cp:revision>
  <dcterms:created xsi:type="dcterms:W3CDTF">2020-07-20T16:18:49Z</dcterms:created>
  <dcterms:modified xsi:type="dcterms:W3CDTF">2023-12-27T10:22:56Z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0x010100F98D47170EF3FA4EB3A4AC90251FDBB6</vt:lpwstr>
  </property>
</Properties>
</file>